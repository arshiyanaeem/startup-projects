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Lst>
  <p:notesMasterIdLst>
    <p:notesMasterId r:id="rId18"/>
  </p:notesMasterIdLst>
  <p:sldIdLst>
    <p:sldId id="256" r:id="rId2"/>
    <p:sldId id="273" r:id="rId3"/>
    <p:sldId id="279" r:id="rId4"/>
    <p:sldId id="259" r:id="rId5"/>
    <p:sldId id="280" r:id="rId6"/>
    <p:sldId id="281" r:id="rId7"/>
    <p:sldId id="285" r:id="rId8"/>
    <p:sldId id="260" r:id="rId9"/>
    <p:sldId id="266" r:id="rId10"/>
    <p:sldId id="270" r:id="rId11"/>
    <p:sldId id="284" r:id="rId12"/>
    <p:sldId id="282" r:id="rId13"/>
    <p:sldId id="286" r:id="rId14"/>
    <p:sldId id="283" r:id="rId15"/>
    <p:sldId id="277" r:id="rId16"/>
    <p:sldId id="278"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31">
          <p15:clr>
            <a:srgbClr val="0000FF"/>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E1E0B3-F282-4A16-B871-66406094E972}">
  <a:tblStyle styleId="{86E1E0B3-F282-4A16-B871-66406094E97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2" d="100"/>
          <a:sy n="112" d="100"/>
        </p:scale>
        <p:origin x="774" y="102"/>
      </p:cViewPr>
      <p:guideLst>
        <p:guide orient="horz" pos="631"/>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60821534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7527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0"/>
        <p:cNvGrpSpPr/>
        <p:nvPr/>
      </p:nvGrpSpPr>
      <p:grpSpPr>
        <a:xfrm>
          <a:off x="0" y="0"/>
          <a:ext cx="0" cy="0"/>
          <a:chOff x="0" y="0"/>
          <a:chExt cx="0" cy="0"/>
        </a:xfrm>
      </p:grpSpPr>
      <p:sp>
        <p:nvSpPr>
          <p:cNvPr id="1801" name="Google Shape;1801;g86865d4646_0_26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2" name="Google Shape;1802;g86865d4646_0_26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25040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8c7ef38d1c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8c7ef38d1c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1903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8c7ef38d1c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8c7ef38d1c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3261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1"/>
        <p:cNvGrpSpPr/>
        <p:nvPr/>
      </p:nvGrpSpPr>
      <p:grpSpPr>
        <a:xfrm>
          <a:off x="0" y="0"/>
          <a:ext cx="0" cy="0"/>
          <a:chOff x="0" y="0"/>
          <a:chExt cx="0" cy="0"/>
        </a:xfrm>
      </p:grpSpPr>
      <p:sp>
        <p:nvSpPr>
          <p:cNvPr id="1932" name="Google Shape;1932;g86865d4646_0_27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3" name="Google Shape;1933;g86865d4646_0_2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1446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1"/>
        <p:cNvGrpSpPr/>
        <p:nvPr/>
      </p:nvGrpSpPr>
      <p:grpSpPr>
        <a:xfrm>
          <a:off x="0" y="0"/>
          <a:ext cx="0" cy="0"/>
          <a:chOff x="0" y="0"/>
          <a:chExt cx="0" cy="0"/>
        </a:xfrm>
      </p:grpSpPr>
      <p:sp>
        <p:nvSpPr>
          <p:cNvPr id="1382" name="Google Shape;1382;g86865d4646_0_8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3" name="Google Shape;1383;g86865d4646_0_8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1459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8c7ef38d1c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8c7ef38d1c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8157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4"/>
        <p:cNvGrpSpPr/>
        <p:nvPr/>
      </p:nvGrpSpPr>
      <p:grpSpPr>
        <a:xfrm>
          <a:off x="0" y="0"/>
          <a:ext cx="0" cy="0"/>
          <a:chOff x="0" y="0"/>
          <a:chExt cx="0" cy="0"/>
        </a:xfrm>
      </p:grpSpPr>
      <p:sp>
        <p:nvSpPr>
          <p:cNvPr id="1275" name="Google Shape;1275;g86865d4646_0_4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6" name="Google Shape;1276;g86865d4646_0_4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5667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p:cNvGrpSpPr/>
        <p:nvPr/>
      </p:nvGrpSpPr>
      <p:grpSpPr>
        <a:xfrm>
          <a:off x="0" y="0"/>
          <a:ext cx="0" cy="0"/>
          <a:chOff x="0" y="0"/>
          <a:chExt cx="0" cy="0"/>
        </a:xfrm>
      </p:grpSpPr>
      <p:sp>
        <p:nvSpPr>
          <p:cNvPr id="1468" name="Google Shape;1468;g86865d4646_0_9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9" name="Google Shape;1469;g86865d4646_0_9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8770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2"/>
        <p:cNvGrpSpPr/>
        <p:nvPr/>
      </p:nvGrpSpPr>
      <p:grpSpPr>
        <a:xfrm>
          <a:off x="0" y="0"/>
          <a:ext cx="0" cy="0"/>
          <a:chOff x="0" y="0"/>
          <a:chExt cx="0" cy="0"/>
        </a:xfrm>
      </p:grpSpPr>
      <p:sp>
        <p:nvSpPr>
          <p:cNvPr id="1503" name="Google Shape;1503;g86865d4646_0_1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4" name="Google Shape;1504;g86865d4646_0_1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6358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1"/>
        <p:cNvGrpSpPr/>
        <p:nvPr/>
      </p:nvGrpSpPr>
      <p:grpSpPr>
        <a:xfrm>
          <a:off x="0" y="0"/>
          <a:ext cx="0" cy="0"/>
          <a:chOff x="0" y="0"/>
          <a:chExt cx="0" cy="0"/>
        </a:xfrm>
      </p:grpSpPr>
      <p:sp>
        <p:nvSpPr>
          <p:cNvPr id="1242" name="Google Shape;1242;g86865d4646_0_4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3" name="Google Shape;1243;g86865d4646_0_4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9125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1"/>
        <p:cNvGrpSpPr/>
        <p:nvPr/>
      </p:nvGrpSpPr>
      <p:grpSpPr>
        <a:xfrm>
          <a:off x="0" y="0"/>
          <a:ext cx="0" cy="0"/>
          <a:chOff x="0" y="0"/>
          <a:chExt cx="0" cy="0"/>
        </a:xfrm>
      </p:grpSpPr>
      <p:sp>
        <p:nvSpPr>
          <p:cNvPr id="1242" name="Google Shape;1242;g86865d4646_0_4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3" name="Google Shape;1243;g86865d4646_0_4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6007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2"/>
        <p:cNvGrpSpPr/>
        <p:nvPr/>
      </p:nvGrpSpPr>
      <p:grpSpPr>
        <a:xfrm>
          <a:off x="0" y="0"/>
          <a:ext cx="0" cy="0"/>
          <a:chOff x="0" y="0"/>
          <a:chExt cx="0" cy="0"/>
        </a:xfrm>
      </p:grpSpPr>
      <p:sp>
        <p:nvSpPr>
          <p:cNvPr id="1503" name="Google Shape;1503;g86865d4646_0_1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4" name="Google Shape;1504;g86865d4646_0_1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53262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7"/>
        <p:cNvGrpSpPr/>
        <p:nvPr/>
      </p:nvGrpSpPr>
      <p:grpSpPr>
        <a:xfrm>
          <a:off x="0" y="0"/>
          <a:ext cx="0" cy="0"/>
          <a:chOff x="0" y="0"/>
          <a:chExt cx="0" cy="0"/>
        </a:xfrm>
      </p:grpSpPr>
      <p:sp>
        <p:nvSpPr>
          <p:cNvPr id="6148" name="Google Shape;6148;g86865d4646_0_219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9" name="Google Shape;6149;g86865d4646_0_219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7286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sp>
        <p:nvSpPr>
          <p:cNvPr id="9" name="Google Shape;9;p2"/>
          <p:cNvSpPr/>
          <p:nvPr/>
        </p:nvSpPr>
        <p:spPr>
          <a:xfrm flipH="1">
            <a:off x="-643491" y="243550"/>
            <a:ext cx="6568991" cy="4899985"/>
          </a:xfrm>
          <a:custGeom>
            <a:avLst/>
            <a:gdLst/>
            <a:ahLst/>
            <a:cxnLst/>
            <a:rect l="l" t="t" r="r" b="b"/>
            <a:pathLst>
              <a:path w="157861" h="135172" extrusionOk="0">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581000" y="838988"/>
            <a:ext cx="4353900" cy="16560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720000" y="3580013"/>
            <a:ext cx="2859600" cy="927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2500">
                <a:latin typeface="Source Sans Pro"/>
                <a:ea typeface="Source Sans Pro"/>
                <a:cs typeface="Source Sans Pro"/>
                <a:sym typeface="Source Sans Pr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p:nvPr/>
        </p:nvSpPr>
        <p:spPr>
          <a:xfrm rot="10800000" flipH="1">
            <a:off x="6757152" y="0"/>
            <a:ext cx="2650881" cy="2269876"/>
          </a:xfrm>
          <a:custGeom>
            <a:avLst/>
            <a:gdLst/>
            <a:ahLst/>
            <a:cxnLst/>
            <a:rect l="l" t="t" r="r" b="b"/>
            <a:pathLst>
              <a:path w="157861" h="135172" extrusionOk="0">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6"/>
          <p:cNvSpPr/>
          <p:nvPr/>
        </p:nvSpPr>
        <p:spPr>
          <a:xfrm flipH="1">
            <a:off x="-81775" y="0"/>
            <a:ext cx="6007006" cy="5143633"/>
          </a:xfrm>
          <a:custGeom>
            <a:avLst/>
            <a:gdLst/>
            <a:ahLst/>
            <a:cxnLst/>
            <a:rect l="l" t="t" r="r" b="b"/>
            <a:pathLst>
              <a:path w="157861" h="135172" extrusionOk="0">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lt1"/>
        </a:solidFill>
        <a:effectLst/>
      </p:bgPr>
    </p:bg>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5486100" y="1496400"/>
            <a:ext cx="2937900" cy="755700"/>
          </a:xfrm>
          <a:prstGeom prst="rect">
            <a:avLst/>
          </a:prstGeom>
        </p:spPr>
        <p:txBody>
          <a:bodyPr spcFirstLastPara="1" wrap="square" lIns="91425" tIns="91425" rIns="91425" bIns="91425" anchor="b" anchorCtr="0">
            <a:noAutofit/>
          </a:bodyPr>
          <a:lstStyle>
            <a:lvl1pPr lvl="0" algn="r">
              <a:spcBef>
                <a:spcPts val="0"/>
              </a:spcBef>
              <a:spcAft>
                <a:spcPts val="0"/>
              </a:spcAft>
              <a:buSzPts val="2400"/>
              <a:buNone/>
              <a:defRPr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p:nvPr/>
        </p:nvSpPr>
        <p:spPr>
          <a:xfrm flipH="1">
            <a:off x="-74873" y="0"/>
            <a:ext cx="6007006" cy="5143633"/>
          </a:xfrm>
          <a:custGeom>
            <a:avLst/>
            <a:gdLst/>
            <a:ahLst/>
            <a:cxnLst/>
            <a:rect l="l" t="t" r="r" b="b"/>
            <a:pathLst>
              <a:path w="157861" h="135172" extrusionOk="0">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7"/>
          <p:cNvSpPr txBox="1">
            <a:spLocks noGrp="1"/>
          </p:cNvSpPr>
          <p:nvPr>
            <p:ph type="subTitle" idx="1"/>
          </p:nvPr>
        </p:nvSpPr>
        <p:spPr>
          <a:xfrm>
            <a:off x="5486100" y="2330400"/>
            <a:ext cx="2937900" cy="1316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100"/>
              <a:buNone/>
              <a:defRPr/>
            </a:lvl1pPr>
            <a:lvl2pPr lvl="1" algn="ctr" rtl="0">
              <a:lnSpc>
                <a:spcPct val="100000"/>
              </a:lnSpc>
              <a:spcBef>
                <a:spcPts val="160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p:nvPr/>
        </p:nvSpPr>
        <p:spPr>
          <a:xfrm rot="10800000">
            <a:off x="-32145" y="0"/>
            <a:ext cx="2650881" cy="2269876"/>
          </a:xfrm>
          <a:custGeom>
            <a:avLst/>
            <a:gdLst/>
            <a:ahLst/>
            <a:cxnLst/>
            <a:rect l="l" t="t" r="r" b="b"/>
            <a:pathLst>
              <a:path w="157861" h="135172" extrusionOk="0">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10"/>
          <p:cNvSpPr/>
          <p:nvPr/>
        </p:nvSpPr>
        <p:spPr>
          <a:xfrm>
            <a:off x="5773361" y="2948675"/>
            <a:ext cx="3406995" cy="2206336"/>
          </a:xfrm>
          <a:custGeom>
            <a:avLst/>
            <a:gdLst/>
            <a:ahLst/>
            <a:cxnLst/>
            <a:rect l="l" t="t" r="r" b="b"/>
            <a:pathLst>
              <a:path w="86144" h="55786" extrusionOk="0">
                <a:moveTo>
                  <a:pt x="73909" y="1"/>
                </a:moveTo>
                <a:cubicBezTo>
                  <a:pt x="70234" y="1"/>
                  <a:pt x="66970" y="640"/>
                  <a:pt x="66149" y="2785"/>
                </a:cubicBezTo>
                <a:cubicBezTo>
                  <a:pt x="64154" y="7945"/>
                  <a:pt x="83985" y="13331"/>
                  <a:pt x="52678" y="13331"/>
                </a:cubicBezTo>
                <a:cubicBezTo>
                  <a:pt x="51023" y="13331"/>
                  <a:pt x="49224" y="13316"/>
                  <a:pt x="47272" y="13285"/>
                </a:cubicBezTo>
                <a:cubicBezTo>
                  <a:pt x="46348" y="13271"/>
                  <a:pt x="45442" y="13264"/>
                  <a:pt x="44552" y="13264"/>
                </a:cubicBezTo>
                <a:cubicBezTo>
                  <a:pt x="8006" y="13264"/>
                  <a:pt x="1" y="24880"/>
                  <a:pt x="1" y="24880"/>
                </a:cubicBezTo>
                <a:cubicBezTo>
                  <a:pt x="4383" y="30883"/>
                  <a:pt x="35517" y="22712"/>
                  <a:pt x="37183" y="37936"/>
                </a:cubicBezTo>
                <a:cubicBezTo>
                  <a:pt x="38849" y="53138"/>
                  <a:pt x="5068" y="55786"/>
                  <a:pt x="5068" y="55786"/>
                </a:cubicBezTo>
                <a:lnTo>
                  <a:pt x="86144" y="55786"/>
                </a:lnTo>
                <a:lnTo>
                  <a:pt x="86144" y="1530"/>
                </a:lnTo>
                <a:cubicBezTo>
                  <a:pt x="86144" y="1530"/>
                  <a:pt x="79547" y="1"/>
                  <a:pt x="739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10"/>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Six Columns">
  <p:cSld name="CUSTOM_6_1">
    <p:spTree>
      <p:nvGrpSpPr>
        <p:cNvPr id="1" name="Shape 73"/>
        <p:cNvGrpSpPr/>
        <p:nvPr/>
      </p:nvGrpSpPr>
      <p:grpSpPr>
        <a:xfrm>
          <a:off x="0" y="0"/>
          <a:ext cx="0" cy="0"/>
          <a:chOff x="0" y="0"/>
          <a:chExt cx="0" cy="0"/>
        </a:xfrm>
      </p:grpSpPr>
      <p:sp>
        <p:nvSpPr>
          <p:cNvPr id="74" name="Google Shape;74;p14"/>
          <p:cNvSpPr/>
          <p:nvPr/>
        </p:nvSpPr>
        <p:spPr>
          <a:xfrm flipH="1">
            <a:off x="-26925" y="2881800"/>
            <a:ext cx="2650881" cy="2269876"/>
          </a:xfrm>
          <a:custGeom>
            <a:avLst/>
            <a:gdLst/>
            <a:ahLst/>
            <a:cxnLst/>
            <a:rect l="l" t="t" r="r" b="b"/>
            <a:pathLst>
              <a:path w="157861" h="135172" extrusionOk="0">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4"/>
          <p:cNvSpPr/>
          <p:nvPr/>
        </p:nvSpPr>
        <p:spPr>
          <a:xfrm rot="10800000" flipH="1">
            <a:off x="6529475" y="0"/>
            <a:ext cx="2650881" cy="2269876"/>
          </a:xfrm>
          <a:custGeom>
            <a:avLst/>
            <a:gdLst/>
            <a:ahLst/>
            <a:cxnLst/>
            <a:rect l="l" t="t" r="r" b="b"/>
            <a:pathLst>
              <a:path w="157861" h="135172" extrusionOk="0">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4"/>
          <p:cNvSpPr txBox="1">
            <a:spLocks noGrp="1"/>
          </p:cNvSpPr>
          <p:nvPr>
            <p:ph type="title"/>
          </p:nvPr>
        </p:nvSpPr>
        <p:spPr>
          <a:xfrm>
            <a:off x="720000" y="546552"/>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77" name="Google Shape;77;p14"/>
          <p:cNvSpPr txBox="1">
            <a:spLocks noGrp="1"/>
          </p:cNvSpPr>
          <p:nvPr>
            <p:ph type="subTitle" idx="1"/>
          </p:nvPr>
        </p:nvSpPr>
        <p:spPr>
          <a:xfrm>
            <a:off x="720000" y="3711300"/>
            <a:ext cx="2277600" cy="35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000">
                <a:solidFill>
                  <a:schemeClr val="dk1"/>
                </a:solidFill>
                <a:latin typeface="Overpass ExtraBold"/>
                <a:ea typeface="Overpass ExtraBold"/>
                <a:cs typeface="Overpass ExtraBold"/>
                <a:sym typeface="Overpass ExtraBold"/>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8" name="Google Shape;78;p14"/>
          <p:cNvSpPr txBox="1">
            <a:spLocks noGrp="1"/>
          </p:cNvSpPr>
          <p:nvPr>
            <p:ph type="subTitle" idx="2"/>
          </p:nvPr>
        </p:nvSpPr>
        <p:spPr>
          <a:xfrm>
            <a:off x="3433200" y="3711300"/>
            <a:ext cx="2277600" cy="35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000">
                <a:solidFill>
                  <a:schemeClr val="dk1"/>
                </a:solidFill>
                <a:latin typeface="Overpass ExtraBold"/>
                <a:ea typeface="Overpass ExtraBold"/>
                <a:cs typeface="Overpass ExtraBold"/>
                <a:sym typeface="Overpass ExtraBold"/>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9" name="Google Shape;79;p14"/>
          <p:cNvSpPr txBox="1">
            <a:spLocks noGrp="1"/>
          </p:cNvSpPr>
          <p:nvPr>
            <p:ph type="subTitle" idx="3"/>
          </p:nvPr>
        </p:nvSpPr>
        <p:spPr>
          <a:xfrm>
            <a:off x="6146400" y="3711300"/>
            <a:ext cx="2277600" cy="35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000">
                <a:solidFill>
                  <a:schemeClr val="dk1"/>
                </a:solidFill>
                <a:latin typeface="Overpass ExtraBold"/>
                <a:ea typeface="Overpass ExtraBold"/>
                <a:cs typeface="Overpass ExtraBold"/>
                <a:sym typeface="Overpass ExtraBold"/>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0" name="Google Shape;80;p14"/>
          <p:cNvSpPr txBox="1">
            <a:spLocks noGrp="1"/>
          </p:cNvSpPr>
          <p:nvPr>
            <p:ph type="subTitle" idx="4"/>
          </p:nvPr>
        </p:nvSpPr>
        <p:spPr>
          <a:xfrm>
            <a:off x="720000" y="4141500"/>
            <a:ext cx="2277600" cy="46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1" name="Google Shape;81;p14"/>
          <p:cNvSpPr txBox="1">
            <a:spLocks noGrp="1"/>
          </p:cNvSpPr>
          <p:nvPr>
            <p:ph type="subTitle" idx="5"/>
          </p:nvPr>
        </p:nvSpPr>
        <p:spPr>
          <a:xfrm>
            <a:off x="3433200" y="4141500"/>
            <a:ext cx="2277600" cy="46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2" name="Google Shape;82;p14"/>
          <p:cNvSpPr txBox="1">
            <a:spLocks noGrp="1"/>
          </p:cNvSpPr>
          <p:nvPr>
            <p:ph type="subTitle" idx="6"/>
          </p:nvPr>
        </p:nvSpPr>
        <p:spPr>
          <a:xfrm>
            <a:off x="6146400" y="4141500"/>
            <a:ext cx="2277600" cy="46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3" name="Google Shape;83;p14"/>
          <p:cNvSpPr txBox="1">
            <a:spLocks noGrp="1"/>
          </p:cNvSpPr>
          <p:nvPr>
            <p:ph type="subTitle" idx="7"/>
          </p:nvPr>
        </p:nvSpPr>
        <p:spPr>
          <a:xfrm>
            <a:off x="720000" y="1989600"/>
            <a:ext cx="2277600" cy="35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000">
                <a:solidFill>
                  <a:schemeClr val="dk1"/>
                </a:solidFill>
                <a:latin typeface="Overpass ExtraBold"/>
                <a:ea typeface="Overpass ExtraBold"/>
                <a:cs typeface="Overpass ExtraBold"/>
                <a:sym typeface="Overpass ExtraBold"/>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4" name="Google Shape;84;p14"/>
          <p:cNvSpPr txBox="1">
            <a:spLocks noGrp="1"/>
          </p:cNvSpPr>
          <p:nvPr>
            <p:ph type="subTitle" idx="8"/>
          </p:nvPr>
        </p:nvSpPr>
        <p:spPr>
          <a:xfrm>
            <a:off x="3433200" y="1989600"/>
            <a:ext cx="2277600" cy="35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000">
                <a:solidFill>
                  <a:schemeClr val="dk1"/>
                </a:solidFill>
                <a:latin typeface="Overpass ExtraBold"/>
                <a:ea typeface="Overpass ExtraBold"/>
                <a:cs typeface="Overpass ExtraBold"/>
                <a:sym typeface="Overpass ExtraBold"/>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5" name="Google Shape;85;p14"/>
          <p:cNvSpPr txBox="1">
            <a:spLocks noGrp="1"/>
          </p:cNvSpPr>
          <p:nvPr>
            <p:ph type="subTitle" idx="9"/>
          </p:nvPr>
        </p:nvSpPr>
        <p:spPr>
          <a:xfrm>
            <a:off x="6146400" y="1989600"/>
            <a:ext cx="2277600" cy="35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000">
                <a:solidFill>
                  <a:schemeClr val="dk1"/>
                </a:solidFill>
                <a:latin typeface="Overpass ExtraBold"/>
                <a:ea typeface="Overpass ExtraBold"/>
                <a:cs typeface="Overpass ExtraBold"/>
                <a:sym typeface="Overpass ExtraBold"/>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6" name="Google Shape;86;p14"/>
          <p:cNvSpPr txBox="1">
            <a:spLocks noGrp="1"/>
          </p:cNvSpPr>
          <p:nvPr>
            <p:ph type="subTitle" idx="13"/>
          </p:nvPr>
        </p:nvSpPr>
        <p:spPr>
          <a:xfrm>
            <a:off x="720000" y="2419800"/>
            <a:ext cx="2277600" cy="46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7" name="Google Shape;87;p14"/>
          <p:cNvSpPr txBox="1">
            <a:spLocks noGrp="1"/>
          </p:cNvSpPr>
          <p:nvPr>
            <p:ph type="subTitle" idx="14"/>
          </p:nvPr>
        </p:nvSpPr>
        <p:spPr>
          <a:xfrm>
            <a:off x="3433200" y="2419800"/>
            <a:ext cx="2277600" cy="46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8" name="Google Shape;88;p14"/>
          <p:cNvSpPr txBox="1">
            <a:spLocks noGrp="1"/>
          </p:cNvSpPr>
          <p:nvPr>
            <p:ph type="subTitle" idx="15"/>
          </p:nvPr>
        </p:nvSpPr>
        <p:spPr>
          <a:xfrm>
            <a:off x="6146400" y="2419800"/>
            <a:ext cx="2277600" cy="46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Design 1">
  <p:cSld name="CUSTOM_4_1">
    <p:spTree>
      <p:nvGrpSpPr>
        <p:cNvPr id="1" name="Shape 97"/>
        <p:cNvGrpSpPr/>
        <p:nvPr/>
      </p:nvGrpSpPr>
      <p:grpSpPr>
        <a:xfrm>
          <a:off x="0" y="0"/>
          <a:ext cx="0" cy="0"/>
          <a:chOff x="0" y="0"/>
          <a:chExt cx="0" cy="0"/>
        </a:xfrm>
      </p:grpSpPr>
      <p:sp>
        <p:nvSpPr>
          <p:cNvPr id="98" name="Google Shape;98;p17"/>
          <p:cNvSpPr/>
          <p:nvPr/>
        </p:nvSpPr>
        <p:spPr>
          <a:xfrm rot="10800000">
            <a:off x="-269600" y="0"/>
            <a:ext cx="2650881" cy="2269876"/>
          </a:xfrm>
          <a:custGeom>
            <a:avLst/>
            <a:gdLst/>
            <a:ahLst/>
            <a:cxnLst/>
            <a:rect l="l" t="t" r="r" b="b"/>
            <a:pathLst>
              <a:path w="157861" h="135172" extrusionOk="0">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7"/>
          <p:cNvSpPr/>
          <p:nvPr/>
        </p:nvSpPr>
        <p:spPr>
          <a:xfrm>
            <a:off x="3213202" y="0"/>
            <a:ext cx="6007006" cy="5143633"/>
          </a:xfrm>
          <a:custGeom>
            <a:avLst/>
            <a:gdLst/>
            <a:ahLst/>
            <a:cxnLst/>
            <a:rect l="l" t="t" r="r" b="b"/>
            <a:pathLst>
              <a:path w="157861" h="135172" extrusionOk="0">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7"/>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CUSTOM_1_1">
    <p:bg>
      <p:bgPr>
        <a:solidFill>
          <a:schemeClr val="lt1"/>
        </a:solidFill>
        <a:effectLst/>
      </p:bgPr>
    </p:bg>
    <p:spTree>
      <p:nvGrpSpPr>
        <p:cNvPr id="1" name="Shape 101"/>
        <p:cNvGrpSpPr/>
        <p:nvPr/>
      </p:nvGrpSpPr>
      <p:grpSpPr>
        <a:xfrm>
          <a:off x="0" y="0"/>
          <a:ext cx="0" cy="0"/>
          <a:chOff x="0" y="0"/>
          <a:chExt cx="0" cy="0"/>
        </a:xfrm>
      </p:grpSpPr>
      <p:sp>
        <p:nvSpPr>
          <p:cNvPr id="102" name="Google Shape;102;p18"/>
          <p:cNvSpPr/>
          <p:nvPr/>
        </p:nvSpPr>
        <p:spPr>
          <a:xfrm rot="10800000" flipH="1">
            <a:off x="6529475" y="0"/>
            <a:ext cx="2650881" cy="2269876"/>
          </a:xfrm>
          <a:custGeom>
            <a:avLst/>
            <a:gdLst/>
            <a:ahLst/>
            <a:cxnLst/>
            <a:rect l="l" t="t" r="r" b="b"/>
            <a:pathLst>
              <a:path w="157861" h="135172" extrusionOk="0">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8"/>
          <p:cNvSpPr/>
          <p:nvPr/>
        </p:nvSpPr>
        <p:spPr>
          <a:xfrm flipH="1">
            <a:off x="-32145" y="2948675"/>
            <a:ext cx="3406995" cy="2206336"/>
          </a:xfrm>
          <a:custGeom>
            <a:avLst/>
            <a:gdLst/>
            <a:ahLst/>
            <a:cxnLst/>
            <a:rect l="l" t="t" r="r" b="b"/>
            <a:pathLst>
              <a:path w="86144" h="55786" extrusionOk="0">
                <a:moveTo>
                  <a:pt x="73909" y="1"/>
                </a:moveTo>
                <a:cubicBezTo>
                  <a:pt x="70234" y="1"/>
                  <a:pt x="66970" y="640"/>
                  <a:pt x="66149" y="2785"/>
                </a:cubicBezTo>
                <a:cubicBezTo>
                  <a:pt x="64154" y="7945"/>
                  <a:pt x="83985" y="13331"/>
                  <a:pt x="52678" y="13331"/>
                </a:cubicBezTo>
                <a:cubicBezTo>
                  <a:pt x="51023" y="13331"/>
                  <a:pt x="49224" y="13316"/>
                  <a:pt x="47272" y="13285"/>
                </a:cubicBezTo>
                <a:cubicBezTo>
                  <a:pt x="46348" y="13271"/>
                  <a:pt x="45442" y="13264"/>
                  <a:pt x="44552" y="13264"/>
                </a:cubicBezTo>
                <a:cubicBezTo>
                  <a:pt x="8006" y="13264"/>
                  <a:pt x="1" y="24880"/>
                  <a:pt x="1" y="24880"/>
                </a:cubicBezTo>
                <a:cubicBezTo>
                  <a:pt x="4383" y="30883"/>
                  <a:pt x="35517" y="22712"/>
                  <a:pt x="37183" y="37936"/>
                </a:cubicBezTo>
                <a:cubicBezTo>
                  <a:pt x="38849" y="53138"/>
                  <a:pt x="5068" y="55786"/>
                  <a:pt x="5068" y="55786"/>
                </a:cubicBezTo>
                <a:lnTo>
                  <a:pt x="86144" y="55786"/>
                </a:lnTo>
                <a:lnTo>
                  <a:pt x="86144" y="1530"/>
                </a:lnTo>
                <a:cubicBezTo>
                  <a:pt x="86144" y="1530"/>
                  <a:pt x="79547" y="1"/>
                  <a:pt x="739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8"/>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
        <p:nvSpPr>
          <p:cNvPr id="105" name="Google Shape;105;p18"/>
          <p:cNvSpPr txBox="1">
            <a:spLocks noGrp="1"/>
          </p:cNvSpPr>
          <p:nvPr>
            <p:ph type="subTitle" idx="1"/>
          </p:nvPr>
        </p:nvSpPr>
        <p:spPr>
          <a:xfrm>
            <a:off x="714300" y="2765800"/>
            <a:ext cx="2395800" cy="32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000">
                <a:solidFill>
                  <a:schemeClr val="dk1"/>
                </a:solidFill>
                <a:latin typeface="Overpass ExtraBold"/>
                <a:ea typeface="Overpass ExtraBold"/>
                <a:cs typeface="Overpass ExtraBold"/>
                <a:sym typeface="Overpass ExtraBold"/>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06" name="Google Shape;106;p18"/>
          <p:cNvSpPr txBox="1">
            <a:spLocks noGrp="1"/>
          </p:cNvSpPr>
          <p:nvPr>
            <p:ph type="subTitle" idx="2"/>
          </p:nvPr>
        </p:nvSpPr>
        <p:spPr>
          <a:xfrm>
            <a:off x="715050" y="3137725"/>
            <a:ext cx="2394300" cy="110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07" name="Google Shape;107;p18"/>
          <p:cNvSpPr txBox="1">
            <a:spLocks noGrp="1"/>
          </p:cNvSpPr>
          <p:nvPr>
            <p:ph type="subTitle" idx="3"/>
          </p:nvPr>
        </p:nvSpPr>
        <p:spPr>
          <a:xfrm>
            <a:off x="3374100" y="2765800"/>
            <a:ext cx="2395800" cy="32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000">
                <a:solidFill>
                  <a:schemeClr val="dk1"/>
                </a:solidFill>
                <a:latin typeface="Overpass ExtraBold"/>
                <a:ea typeface="Overpass ExtraBold"/>
                <a:cs typeface="Overpass ExtraBold"/>
                <a:sym typeface="Overpass ExtraBold"/>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08" name="Google Shape;108;p18"/>
          <p:cNvSpPr txBox="1">
            <a:spLocks noGrp="1"/>
          </p:cNvSpPr>
          <p:nvPr>
            <p:ph type="subTitle" idx="4"/>
          </p:nvPr>
        </p:nvSpPr>
        <p:spPr>
          <a:xfrm>
            <a:off x="3374850" y="3137725"/>
            <a:ext cx="2394300" cy="110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09" name="Google Shape;109;p18"/>
          <p:cNvSpPr txBox="1">
            <a:spLocks noGrp="1"/>
          </p:cNvSpPr>
          <p:nvPr>
            <p:ph type="subTitle" idx="5"/>
          </p:nvPr>
        </p:nvSpPr>
        <p:spPr>
          <a:xfrm>
            <a:off x="6033900" y="2765800"/>
            <a:ext cx="2395800" cy="32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000">
                <a:solidFill>
                  <a:schemeClr val="dk1"/>
                </a:solidFill>
                <a:latin typeface="Overpass ExtraBold"/>
                <a:ea typeface="Overpass ExtraBold"/>
                <a:cs typeface="Overpass ExtraBold"/>
                <a:sym typeface="Overpass ExtraBold"/>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10" name="Google Shape;110;p18"/>
          <p:cNvSpPr txBox="1">
            <a:spLocks noGrp="1"/>
          </p:cNvSpPr>
          <p:nvPr>
            <p:ph type="subTitle" idx="6"/>
          </p:nvPr>
        </p:nvSpPr>
        <p:spPr>
          <a:xfrm>
            <a:off x="6034650" y="3137725"/>
            <a:ext cx="2394300" cy="110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14_1">
    <p:spTree>
      <p:nvGrpSpPr>
        <p:cNvPr id="1" name="Shape 137"/>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One Columns">
  <p:cSld name="Title and One Columns">
    <p:spTree>
      <p:nvGrpSpPr>
        <p:cNvPr id="1" name="Shape 89"/>
        <p:cNvGrpSpPr/>
        <p:nvPr/>
      </p:nvGrpSpPr>
      <p:grpSpPr>
        <a:xfrm>
          <a:off x="0" y="0"/>
          <a:ext cx="0" cy="0"/>
          <a:chOff x="0" y="0"/>
          <a:chExt cx="0" cy="0"/>
        </a:xfrm>
      </p:grpSpPr>
      <p:sp>
        <p:nvSpPr>
          <p:cNvPr id="90" name="Google Shape;90;p15"/>
          <p:cNvSpPr/>
          <p:nvPr/>
        </p:nvSpPr>
        <p:spPr>
          <a:xfrm>
            <a:off x="3218002" y="0"/>
            <a:ext cx="6007006" cy="5143633"/>
          </a:xfrm>
          <a:custGeom>
            <a:avLst/>
            <a:gdLst/>
            <a:ahLst/>
            <a:cxnLst/>
            <a:rect l="l" t="t" r="r" b="b"/>
            <a:pathLst>
              <a:path w="157861" h="135172" extrusionOk="0">
                <a:moveTo>
                  <a:pt x="144416" y="32024"/>
                </a:moveTo>
                <a:cubicBezTo>
                  <a:pt x="149529" y="48436"/>
                  <a:pt x="157860" y="81258"/>
                  <a:pt x="121477" y="72699"/>
                </a:cubicBezTo>
                <a:lnTo>
                  <a:pt x="121477" y="72699"/>
                </a:lnTo>
                <a:cubicBezTo>
                  <a:pt x="84386" y="63980"/>
                  <a:pt x="66856" y="57292"/>
                  <a:pt x="69001" y="77287"/>
                </a:cubicBezTo>
                <a:lnTo>
                  <a:pt x="69001" y="77287"/>
                </a:lnTo>
                <a:cubicBezTo>
                  <a:pt x="71010" y="95958"/>
                  <a:pt x="57155" y="92580"/>
                  <a:pt x="46518" y="89795"/>
                </a:cubicBezTo>
                <a:lnTo>
                  <a:pt x="46518" y="89795"/>
                </a:lnTo>
                <a:cubicBezTo>
                  <a:pt x="38050" y="87581"/>
                  <a:pt x="23419" y="86531"/>
                  <a:pt x="20018" y="94451"/>
                </a:cubicBezTo>
                <a:lnTo>
                  <a:pt x="20018" y="94451"/>
                </a:lnTo>
                <a:cubicBezTo>
                  <a:pt x="18671" y="97533"/>
                  <a:pt x="19813" y="102052"/>
                  <a:pt x="25063" y="108489"/>
                </a:cubicBezTo>
                <a:lnTo>
                  <a:pt x="25063" y="108489"/>
                </a:lnTo>
                <a:cubicBezTo>
                  <a:pt x="39716" y="126452"/>
                  <a:pt x="13125" y="135172"/>
                  <a:pt x="0" y="135172"/>
                </a:cubicBezTo>
                <a:lnTo>
                  <a:pt x="0" y="135172"/>
                </a:lnTo>
                <a:lnTo>
                  <a:pt x="155989" y="135172"/>
                </a:lnTo>
                <a:lnTo>
                  <a:pt x="155989" y="0"/>
                </a:lnTo>
                <a:cubicBezTo>
                  <a:pt x="155989" y="0"/>
                  <a:pt x="137568" y="10021"/>
                  <a:pt x="144416" y="32024"/>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5"/>
          <p:cNvSpPr txBox="1">
            <a:spLocks noGrp="1"/>
          </p:cNvSpPr>
          <p:nvPr>
            <p:ph type="title"/>
          </p:nvPr>
        </p:nvSpPr>
        <p:spPr>
          <a:xfrm>
            <a:off x="720000" y="1156121"/>
            <a:ext cx="2937900" cy="10071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2" name="Google Shape;92;p15"/>
          <p:cNvSpPr txBox="1">
            <a:spLocks noGrp="1"/>
          </p:cNvSpPr>
          <p:nvPr>
            <p:ph type="subTitle" idx="1"/>
          </p:nvPr>
        </p:nvSpPr>
        <p:spPr>
          <a:xfrm>
            <a:off x="720000" y="2236813"/>
            <a:ext cx="2937900" cy="1290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16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Tree>
    <p:extLst>
      <p:ext uri="{BB962C8B-B14F-4D97-AF65-F5344CB8AC3E}">
        <p14:creationId xmlns:p14="http://schemas.microsoft.com/office/powerpoint/2010/main" val="3237143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Listed Imag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35000" y="134332"/>
            <a:ext cx="8874000" cy="48854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9" name="Text Placeholder 3">
            <a:extLst>
              <a:ext uri="{FF2B5EF4-FFF2-40B4-BE49-F238E27FC236}">
                <a16:creationId xmlns:a16="http://schemas.microsoft.com/office/drawing/2014/main" id="{4FA555C0-B108-4047-8AFF-82E05F073446}"/>
              </a:ext>
            </a:extLst>
          </p:cNvPr>
          <p:cNvSpPr>
            <a:spLocks noGrp="1"/>
          </p:cNvSpPr>
          <p:nvPr>
            <p:ph type="body" sz="quarter" idx="12" hasCustomPrompt="1"/>
          </p:nvPr>
        </p:nvSpPr>
        <p:spPr>
          <a:xfrm>
            <a:off x="513160" y="1054232"/>
            <a:ext cx="5669756" cy="270000"/>
          </a:xfrm>
        </p:spPr>
        <p:txBody>
          <a:bodyPr/>
          <a:lstStyle>
            <a:lvl1pPr marL="0" indent="0">
              <a:buNone/>
              <a:defRPr sz="1650">
                <a:solidFill>
                  <a:schemeClr val="tx1"/>
                </a:solidFill>
                <a:latin typeface="+mj-lt"/>
              </a:defRPr>
            </a:lvl1pPr>
          </a:lstStyle>
          <a:p>
            <a:pPr lvl="0"/>
            <a:r>
              <a:rPr lang="en-US" dirty="0"/>
              <a:t>SUBTITLE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5EAA7C-AE70-48A8-B582-013424EB9C44}"/>
              </a:ext>
            </a:extLst>
          </p:cNvPr>
          <p:cNvSpPr>
            <a:spLocks noGrp="1"/>
          </p:cNvSpPr>
          <p:nvPr>
            <p:ph idx="1" hasCustomPrompt="1"/>
          </p:nvPr>
        </p:nvSpPr>
        <p:spPr>
          <a:xfrm>
            <a:off x="1571626" y="1494700"/>
            <a:ext cx="7041374" cy="821531"/>
          </a:xfrm>
        </p:spPr>
        <p:txBody>
          <a:bodyPr/>
          <a:lstStyle>
            <a:lvl1pPr marL="0" indent="0">
              <a:buNone/>
              <a:defRPr/>
            </a:lvl1pPr>
          </a:lstStyle>
          <a:p>
            <a:pPr lvl="0"/>
            <a:r>
              <a:rPr lang="en-US" dirty="0"/>
              <a:t>Description Here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11" name="Picture Placeholder 10">
            <a:extLst>
              <a:ext uri="{FF2B5EF4-FFF2-40B4-BE49-F238E27FC236}">
                <a16:creationId xmlns:a16="http://schemas.microsoft.com/office/drawing/2014/main" id="{A98EA298-DD21-4B69-8125-094245EDF713}"/>
              </a:ext>
            </a:extLst>
          </p:cNvPr>
          <p:cNvSpPr>
            <a:spLocks noGrp="1"/>
          </p:cNvSpPr>
          <p:nvPr>
            <p:ph type="pic" sz="quarter" idx="13" hasCustomPrompt="1"/>
          </p:nvPr>
        </p:nvSpPr>
        <p:spPr>
          <a:xfrm>
            <a:off x="513160" y="1494701"/>
            <a:ext cx="821531" cy="821531"/>
          </a:xfrm>
        </p:spPr>
        <p:txBody>
          <a:bodyPr anchor="ctr"/>
          <a:lstStyle>
            <a:lvl1pPr marL="0" indent="0" algn="ctr">
              <a:buNone/>
              <a:defRPr sz="788" i="1"/>
            </a:lvl1pPr>
          </a:lstStyle>
          <a:p>
            <a:r>
              <a:rPr lang="en-US" dirty="0"/>
              <a:t>Place</a:t>
            </a:r>
            <a:br>
              <a:rPr lang="en-US" dirty="0"/>
            </a:br>
            <a:r>
              <a:rPr lang="en-US" dirty="0"/>
              <a:t>Your Image / Logo Here</a:t>
            </a:r>
          </a:p>
        </p:txBody>
      </p:sp>
      <p:sp>
        <p:nvSpPr>
          <p:cNvPr id="12" name="Picture Placeholder 10">
            <a:extLst>
              <a:ext uri="{FF2B5EF4-FFF2-40B4-BE49-F238E27FC236}">
                <a16:creationId xmlns:a16="http://schemas.microsoft.com/office/drawing/2014/main" id="{4C93EFCC-1E62-4200-9E96-2476EE2581BF}"/>
              </a:ext>
            </a:extLst>
          </p:cNvPr>
          <p:cNvSpPr>
            <a:spLocks noGrp="1"/>
          </p:cNvSpPr>
          <p:nvPr>
            <p:ph type="pic" sz="quarter" idx="14" hasCustomPrompt="1"/>
          </p:nvPr>
        </p:nvSpPr>
        <p:spPr>
          <a:xfrm>
            <a:off x="513160" y="2573351"/>
            <a:ext cx="821531" cy="821531"/>
          </a:xfrm>
        </p:spPr>
        <p:txBody>
          <a:bodyPr anchor="ctr"/>
          <a:lstStyle>
            <a:lvl1pPr marL="0" indent="0" algn="ctr">
              <a:buNone/>
              <a:defRPr sz="788" i="1"/>
            </a:lvl1pPr>
          </a:lstStyle>
          <a:p>
            <a:r>
              <a:rPr lang="en-US" dirty="0"/>
              <a:t>Place</a:t>
            </a:r>
            <a:br>
              <a:rPr lang="en-US" dirty="0"/>
            </a:br>
            <a:r>
              <a:rPr lang="en-US" dirty="0"/>
              <a:t>Your Image / Logo Here</a:t>
            </a:r>
          </a:p>
        </p:txBody>
      </p:sp>
      <p:sp>
        <p:nvSpPr>
          <p:cNvPr id="13" name="Picture Placeholder 10">
            <a:extLst>
              <a:ext uri="{FF2B5EF4-FFF2-40B4-BE49-F238E27FC236}">
                <a16:creationId xmlns:a16="http://schemas.microsoft.com/office/drawing/2014/main" id="{8741D874-BD81-4469-AA1C-32517FD7C37B}"/>
              </a:ext>
            </a:extLst>
          </p:cNvPr>
          <p:cNvSpPr>
            <a:spLocks noGrp="1"/>
          </p:cNvSpPr>
          <p:nvPr>
            <p:ph type="pic" sz="quarter" idx="15" hasCustomPrompt="1"/>
          </p:nvPr>
        </p:nvSpPr>
        <p:spPr>
          <a:xfrm>
            <a:off x="513160" y="3652001"/>
            <a:ext cx="821531" cy="821531"/>
          </a:xfrm>
        </p:spPr>
        <p:txBody>
          <a:bodyPr anchor="ctr"/>
          <a:lstStyle>
            <a:lvl1pPr marL="0" indent="0" algn="ctr">
              <a:buNone/>
              <a:defRPr sz="788" i="1"/>
            </a:lvl1pPr>
          </a:lstStyle>
          <a:p>
            <a:r>
              <a:rPr lang="en-US" dirty="0"/>
              <a:t>Place</a:t>
            </a:r>
            <a:br>
              <a:rPr lang="en-US" dirty="0"/>
            </a:br>
            <a:r>
              <a:rPr lang="en-US" dirty="0"/>
              <a:t>Your Image / Logo Here</a:t>
            </a:r>
          </a:p>
        </p:txBody>
      </p:sp>
      <p:sp>
        <p:nvSpPr>
          <p:cNvPr id="14" name="Content Placeholder 2">
            <a:extLst>
              <a:ext uri="{FF2B5EF4-FFF2-40B4-BE49-F238E27FC236}">
                <a16:creationId xmlns:a16="http://schemas.microsoft.com/office/drawing/2014/main" id="{CFB0B599-DDEF-43E9-A07F-FC328C595BCE}"/>
              </a:ext>
            </a:extLst>
          </p:cNvPr>
          <p:cNvSpPr>
            <a:spLocks noGrp="1"/>
          </p:cNvSpPr>
          <p:nvPr>
            <p:ph idx="16" hasCustomPrompt="1"/>
          </p:nvPr>
        </p:nvSpPr>
        <p:spPr>
          <a:xfrm>
            <a:off x="1571626" y="2567055"/>
            <a:ext cx="7041374" cy="821531"/>
          </a:xfrm>
        </p:spPr>
        <p:txBody>
          <a:bodyPr/>
          <a:lstStyle>
            <a:lvl1pPr marL="0" indent="0">
              <a:buNone/>
              <a:defRPr/>
            </a:lvl1pPr>
          </a:lstStyle>
          <a:p>
            <a:pPr lvl="0"/>
            <a:r>
              <a:rPr lang="en-US" dirty="0"/>
              <a:t>Description Here</a:t>
            </a:r>
          </a:p>
        </p:txBody>
      </p:sp>
      <p:sp>
        <p:nvSpPr>
          <p:cNvPr id="15" name="Content Placeholder 2">
            <a:extLst>
              <a:ext uri="{FF2B5EF4-FFF2-40B4-BE49-F238E27FC236}">
                <a16:creationId xmlns:a16="http://schemas.microsoft.com/office/drawing/2014/main" id="{63FF0857-6431-48DC-BE82-9A93C55CEFB4}"/>
              </a:ext>
            </a:extLst>
          </p:cNvPr>
          <p:cNvSpPr>
            <a:spLocks noGrp="1"/>
          </p:cNvSpPr>
          <p:nvPr>
            <p:ph idx="17" hasCustomPrompt="1"/>
          </p:nvPr>
        </p:nvSpPr>
        <p:spPr>
          <a:xfrm>
            <a:off x="1571626" y="3650888"/>
            <a:ext cx="7041374" cy="821531"/>
          </a:xfrm>
        </p:spPr>
        <p:txBody>
          <a:bodyPr/>
          <a:lstStyle>
            <a:lvl1pPr marL="0" indent="0">
              <a:buNone/>
              <a:defRPr/>
            </a:lvl1pPr>
          </a:lstStyle>
          <a:p>
            <a:pPr lvl="0"/>
            <a:r>
              <a:rPr lang="en-US" dirty="0"/>
              <a:t>Description Here</a:t>
            </a:r>
          </a:p>
        </p:txBody>
      </p:sp>
    </p:spTree>
    <p:extLst>
      <p:ext uri="{BB962C8B-B14F-4D97-AF65-F5344CB8AC3E}">
        <p14:creationId xmlns:p14="http://schemas.microsoft.com/office/powerpoint/2010/main" val="2416397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verpass Black"/>
              <a:buNone/>
              <a:defRPr sz="3000">
                <a:solidFill>
                  <a:schemeClr val="dk1"/>
                </a:solidFill>
                <a:latin typeface="Overpass Black"/>
                <a:ea typeface="Overpass Black"/>
                <a:cs typeface="Overpass Black"/>
                <a:sym typeface="Overpass Black"/>
              </a:defRPr>
            </a:lvl1pPr>
            <a:lvl2pPr lvl="1">
              <a:spcBef>
                <a:spcPts val="0"/>
              </a:spcBef>
              <a:spcAft>
                <a:spcPts val="0"/>
              </a:spcAft>
              <a:buClr>
                <a:schemeClr val="dk1"/>
              </a:buClr>
              <a:buSzPts val="2800"/>
              <a:buFont typeface="Overpass Black"/>
              <a:buNone/>
              <a:defRPr sz="2800">
                <a:solidFill>
                  <a:schemeClr val="dk1"/>
                </a:solidFill>
                <a:latin typeface="Overpass Black"/>
                <a:ea typeface="Overpass Black"/>
                <a:cs typeface="Overpass Black"/>
                <a:sym typeface="Overpass Black"/>
              </a:defRPr>
            </a:lvl2pPr>
            <a:lvl3pPr lvl="2">
              <a:spcBef>
                <a:spcPts val="0"/>
              </a:spcBef>
              <a:spcAft>
                <a:spcPts val="0"/>
              </a:spcAft>
              <a:buClr>
                <a:schemeClr val="dk1"/>
              </a:buClr>
              <a:buSzPts val="2800"/>
              <a:buFont typeface="Overpass Black"/>
              <a:buNone/>
              <a:defRPr sz="2800">
                <a:solidFill>
                  <a:schemeClr val="dk1"/>
                </a:solidFill>
                <a:latin typeface="Overpass Black"/>
                <a:ea typeface="Overpass Black"/>
                <a:cs typeface="Overpass Black"/>
                <a:sym typeface="Overpass Black"/>
              </a:defRPr>
            </a:lvl3pPr>
            <a:lvl4pPr lvl="3">
              <a:spcBef>
                <a:spcPts val="0"/>
              </a:spcBef>
              <a:spcAft>
                <a:spcPts val="0"/>
              </a:spcAft>
              <a:buClr>
                <a:schemeClr val="dk1"/>
              </a:buClr>
              <a:buSzPts val="2800"/>
              <a:buFont typeface="Overpass Black"/>
              <a:buNone/>
              <a:defRPr sz="2800">
                <a:solidFill>
                  <a:schemeClr val="dk1"/>
                </a:solidFill>
                <a:latin typeface="Overpass Black"/>
                <a:ea typeface="Overpass Black"/>
                <a:cs typeface="Overpass Black"/>
                <a:sym typeface="Overpass Black"/>
              </a:defRPr>
            </a:lvl4pPr>
            <a:lvl5pPr lvl="4">
              <a:spcBef>
                <a:spcPts val="0"/>
              </a:spcBef>
              <a:spcAft>
                <a:spcPts val="0"/>
              </a:spcAft>
              <a:buClr>
                <a:schemeClr val="dk1"/>
              </a:buClr>
              <a:buSzPts val="2800"/>
              <a:buFont typeface="Overpass Black"/>
              <a:buNone/>
              <a:defRPr sz="2800">
                <a:solidFill>
                  <a:schemeClr val="dk1"/>
                </a:solidFill>
                <a:latin typeface="Overpass Black"/>
                <a:ea typeface="Overpass Black"/>
                <a:cs typeface="Overpass Black"/>
                <a:sym typeface="Overpass Black"/>
              </a:defRPr>
            </a:lvl5pPr>
            <a:lvl6pPr lvl="5">
              <a:spcBef>
                <a:spcPts val="0"/>
              </a:spcBef>
              <a:spcAft>
                <a:spcPts val="0"/>
              </a:spcAft>
              <a:buClr>
                <a:schemeClr val="dk1"/>
              </a:buClr>
              <a:buSzPts val="2800"/>
              <a:buFont typeface="Overpass Black"/>
              <a:buNone/>
              <a:defRPr sz="2800">
                <a:solidFill>
                  <a:schemeClr val="dk1"/>
                </a:solidFill>
                <a:latin typeface="Overpass Black"/>
                <a:ea typeface="Overpass Black"/>
                <a:cs typeface="Overpass Black"/>
                <a:sym typeface="Overpass Black"/>
              </a:defRPr>
            </a:lvl6pPr>
            <a:lvl7pPr lvl="6">
              <a:spcBef>
                <a:spcPts val="0"/>
              </a:spcBef>
              <a:spcAft>
                <a:spcPts val="0"/>
              </a:spcAft>
              <a:buClr>
                <a:schemeClr val="dk1"/>
              </a:buClr>
              <a:buSzPts val="2800"/>
              <a:buFont typeface="Overpass Black"/>
              <a:buNone/>
              <a:defRPr sz="2800">
                <a:solidFill>
                  <a:schemeClr val="dk1"/>
                </a:solidFill>
                <a:latin typeface="Overpass Black"/>
                <a:ea typeface="Overpass Black"/>
                <a:cs typeface="Overpass Black"/>
                <a:sym typeface="Overpass Black"/>
              </a:defRPr>
            </a:lvl7pPr>
            <a:lvl8pPr lvl="7">
              <a:spcBef>
                <a:spcPts val="0"/>
              </a:spcBef>
              <a:spcAft>
                <a:spcPts val="0"/>
              </a:spcAft>
              <a:buClr>
                <a:schemeClr val="dk1"/>
              </a:buClr>
              <a:buSzPts val="2800"/>
              <a:buFont typeface="Overpass Black"/>
              <a:buNone/>
              <a:defRPr sz="2800">
                <a:solidFill>
                  <a:schemeClr val="dk1"/>
                </a:solidFill>
                <a:latin typeface="Overpass Black"/>
                <a:ea typeface="Overpass Black"/>
                <a:cs typeface="Overpass Black"/>
                <a:sym typeface="Overpass Black"/>
              </a:defRPr>
            </a:lvl8pPr>
            <a:lvl9pPr lvl="8">
              <a:spcBef>
                <a:spcPts val="0"/>
              </a:spcBef>
              <a:spcAft>
                <a:spcPts val="0"/>
              </a:spcAft>
              <a:buClr>
                <a:schemeClr val="dk1"/>
              </a:buClr>
              <a:buSzPts val="2800"/>
              <a:buFont typeface="Overpass Black"/>
              <a:buNone/>
              <a:defRPr sz="2800">
                <a:solidFill>
                  <a:schemeClr val="dk1"/>
                </a:solidFill>
                <a:latin typeface="Overpass Black"/>
                <a:ea typeface="Overpass Black"/>
                <a:cs typeface="Overpass Black"/>
                <a:sym typeface="Overpass Black"/>
              </a:defRPr>
            </a:lvl9pPr>
          </a:lstStyle>
          <a:p>
            <a:endParaRPr/>
          </a:p>
        </p:txBody>
      </p:sp>
      <p:sp>
        <p:nvSpPr>
          <p:cNvPr id="7" name="Google Shape;7;p1"/>
          <p:cNvSpPr txBox="1">
            <a:spLocks noGrp="1"/>
          </p:cNvSpPr>
          <p:nvPr>
            <p:ph type="body" idx="1"/>
          </p:nvPr>
        </p:nvSpPr>
        <p:spPr>
          <a:xfrm>
            <a:off x="720000" y="1772050"/>
            <a:ext cx="7704000" cy="2796900"/>
          </a:xfrm>
          <a:prstGeom prst="rect">
            <a:avLst/>
          </a:prstGeom>
          <a:noFill/>
          <a:ln>
            <a:noFill/>
          </a:ln>
        </p:spPr>
        <p:txBody>
          <a:bodyPr spcFirstLastPara="1" wrap="square" lIns="91425" tIns="91425" rIns="91425" bIns="91425" anchor="t" anchorCtr="0">
            <a:noAutofit/>
          </a:bodyPr>
          <a:lstStyle>
            <a:lvl1pPr marL="457200" lvl="0" indent="-330200">
              <a:lnSpc>
                <a:spcPct val="115000"/>
              </a:lnSpc>
              <a:spcBef>
                <a:spcPts val="0"/>
              </a:spcBef>
              <a:spcAft>
                <a:spcPts val="0"/>
              </a:spcAft>
              <a:buClr>
                <a:schemeClr val="dk2"/>
              </a:buClr>
              <a:buSzPts val="1600"/>
              <a:buFont typeface="Source Sans Pro"/>
              <a:buChar char="●"/>
              <a:defRPr sz="1600">
                <a:solidFill>
                  <a:schemeClr val="dk2"/>
                </a:solidFill>
                <a:latin typeface="Source Sans Pro"/>
                <a:ea typeface="Source Sans Pro"/>
                <a:cs typeface="Source Sans Pro"/>
                <a:sym typeface="Source Sans Pro"/>
              </a:defRPr>
            </a:lvl1pPr>
            <a:lvl2pPr marL="914400" lvl="1" indent="-330200">
              <a:lnSpc>
                <a:spcPct val="115000"/>
              </a:lnSpc>
              <a:spcBef>
                <a:spcPts val="1600"/>
              </a:spcBef>
              <a:spcAft>
                <a:spcPts val="0"/>
              </a:spcAft>
              <a:buClr>
                <a:schemeClr val="dk2"/>
              </a:buClr>
              <a:buSzPts val="1600"/>
              <a:buFont typeface="Source Sans Pro"/>
              <a:buChar char="○"/>
              <a:defRPr sz="1600">
                <a:solidFill>
                  <a:schemeClr val="dk2"/>
                </a:solidFill>
                <a:latin typeface="Source Sans Pro"/>
                <a:ea typeface="Source Sans Pro"/>
                <a:cs typeface="Source Sans Pro"/>
                <a:sym typeface="Source Sans Pro"/>
              </a:defRPr>
            </a:lvl2pPr>
            <a:lvl3pPr marL="1371600" lvl="2" indent="-330200">
              <a:lnSpc>
                <a:spcPct val="115000"/>
              </a:lnSpc>
              <a:spcBef>
                <a:spcPts val="1600"/>
              </a:spcBef>
              <a:spcAft>
                <a:spcPts val="0"/>
              </a:spcAft>
              <a:buClr>
                <a:schemeClr val="dk2"/>
              </a:buClr>
              <a:buSzPts val="1600"/>
              <a:buFont typeface="Source Sans Pro"/>
              <a:buChar char="■"/>
              <a:defRPr sz="1600">
                <a:solidFill>
                  <a:schemeClr val="dk2"/>
                </a:solidFill>
                <a:latin typeface="Source Sans Pro"/>
                <a:ea typeface="Source Sans Pro"/>
                <a:cs typeface="Source Sans Pro"/>
                <a:sym typeface="Source Sans Pro"/>
              </a:defRPr>
            </a:lvl3pPr>
            <a:lvl4pPr marL="1828800" lvl="3" indent="-330200">
              <a:lnSpc>
                <a:spcPct val="115000"/>
              </a:lnSpc>
              <a:spcBef>
                <a:spcPts val="1600"/>
              </a:spcBef>
              <a:spcAft>
                <a:spcPts val="0"/>
              </a:spcAft>
              <a:buClr>
                <a:schemeClr val="dk2"/>
              </a:buClr>
              <a:buSzPts val="1600"/>
              <a:buFont typeface="Source Sans Pro"/>
              <a:buChar char="●"/>
              <a:defRPr sz="1600">
                <a:solidFill>
                  <a:schemeClr val="dk2"/>
                </a:solidFill>
                <a:latin typeface="Source Sans Pro"/>
                <a:ea typeface="Source Sans Pro"/>
                <a:cs typeface="Source Sans Pro"/>
                <a:sym typeface="Source Sans Pro"/>
              </a:defRPr>
            </a:lvl4pPr>
            <a:lvl5pPr marL="2286000" lvl="4" indent="-330200">
              <a:lnSpc>
                <a:spcPct val="115000"/>
              </a:lnSpc>
              <a:spcBef>
                <a:spcPts val="1600"/>
              </a:spcBef>
              <a:spcAft>
                <a:spcPts val="0"/>
              </a:spcAft>
              <a:buClr>
                <a:schemeClr val="dk2"/>
              </a:buClr>
              <a:buSzPts val="1600"/>
              <a:buFont typeface="Source Sans Pro"/>
              <a:buChar char="○"/>
              <a:defRPr sz="1600">
                <a:solidFill>
                  <a:schemeClr val="dk2"/>
                </a:solidFill>
                <a:latin typeface="Source Sans Pro"/>
                <a:ea typeface="Source Sans Pro"/>
                <a:cs typeface="Source Sans Pro"/>
                <a:sym typeface="Source Sans Pro"/>
              </a:defRPr>
            </a:lvl5pPr>
            <a:lvl6pPr marL="2743200" lvl="5" indent="-330200">
              <a:lnSpc>
                <a:spcPct val="115000"/>
              </a:lnSpc>
              <a:spcBef>
                <a:spcPts val="1600"/>
              </a:spcBef>
              <a:spcAft>
                <a:spcPts val="0"/>
              </a:spcAft>
              <a:buClr>
                <a:schemeClr val="dk2"/>
              </a:buClr>
              <a:buSzPts val="1600"/>
              <a:buFont typeface="Source Sans Pro"/>
              <a:buChar char="■"/>
              <a:defRPr sz="1600">
                <a:solidFill>
                  <a:schemeClr val="dk2"/>
                </a:solidFill>
                <a:latin typeface="Source Sans Pro"/>
                <a:ea typeface="Source Sans Pro"/>
                <a:cs typeface="Source Sans Pro"/>
                <a:sym typeface="Source Sans Pro"/>
              </a:defRPr>
            </a:lvl6pPr>
            <a:lvl7pPr marL="3200400" lvl="6" indent="-330200">
              <a:lnSpc>
                <a:spcPct val="115000"/>
              </a:lnSpc>
              <a:spcBef>
                <a:spcPts val="1600"/>
              </a:spcBef>
              <a:spcAft>
                <a:spcPts val="0"/>
              </a:spcAft>
              <a:buClr>
                <a:schemeClr val="dk2"/>
              </a:buClr>
              <a:buSzPts val="1600"/>
              <a:buFont typeface="Source Sans Pro"/>
              <a:buChar char="●"/>
              <a:defRPr sz="1600">
                <a:solidFill>
                  <a:schemeClr val="dk2"/>
                </a:solidFill>
                <a:latin typeface="Source Sans Pro"/>
                <a:ea typeface="Source Sans Pro"/>
                <a:cs typeface="Source Sans Pro"/>
                <a:sym typeface="Source Sans Pro"/>
              </a:defRPr>
            </a:lvl7pPr>
            <a:lvl8pPr marL="3657600" lvl="7" indent="-330200">
              <a:lnSpc>
                <a:spcPct val="115000"/>
              </a:lnSpc>
              <a:spcBef>
                <a:spcPts val="1600"/>
              </a:spcBef>
              <a:spcAft>
                <a:spcPts val="0"/>
              </a:spcAft>
              <a:buClr>
                <a:schemeClr val="dk2"/>
              </a:buClr>
              <a:buSzPts val="1600"/>
              <a:buFont typeface="Source Sans Pro"/>
              <a:buChar char="○"/>
              <a:defRPr sz="1600">
                <a:solidFill>
                  <a:schemeClr val="dk2"/>
                </a:solidFill>
                <a:latin typeface="Source Sans Pro"/>
                <a:ea typeface="Source Sans Pro"/>
                <a:cs typeface="Source Sans Pro"/>
                <a:sym typeface="Source Sans Pro"/>
              </a:defRPr>
            </a:lvl8pPr>
            <a:lvl9pPr marL="4114800" lvl="8" indent="-330200">
              <a:lnSpc>
                <a:spcPct val="115000"/>
              </a:lnSpc>
              <a:spcBef>
                <a:spcPts val="1600"/>
              </a:spcBef>
              <a:spcAft>
                <a:spcPts val="1600"/>
              </a:spcAft>
              <a:buClr>
                <a:schemeClr val="dk2"/>
              </a:buClr>
              <a:buSzPts val="1600"/>
              <a:buFont typeface="Source Sans Pro"/>
              <a:buChar char="■"/>
              <a:defRPr sz="1600">
                <a:solidFill>
                  <a:schemeClr val="dk2"/>
                </a:solidFill>
                <a:latin typeface="Source Sans Pro"/>
                <a:ea typeface="Source Sans Pro"/>
                <a:cs typeface="Source Sans Pro"/>
                <a:sym typeface="Source Sans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6" r:id="rId4"/>
    <p:sldLayoutId id="2147483658" r:id="rId5"/>
    <p:sldLayoutId id="2147483660" r:id="rId6"/>
    <p:sldLayoutId id="2147483663" r:id="rId7"/>
    <p:sldLayoutId id="2147483664" r:id="rId8"/>
    <p:sldLayoutId id="2147483669" r:id="rId9"/>
    <p:sldLayoutId id="2147483673" r:id="rId10"/>
    <p:sldLayoutId id="214748367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guide id="3" pos="454">
          <p15:clr>
            <a:srgbClr val="EA4335"/>
          </p15:clr>
        </p15:guide>
        <p15:guide id="4" pos="5306">
          <p15:clr>
            <a:srgbClr val="EA4335"/>
          </p15:clr>
        </p15:guide>
        <p15:guide id="5" orient="horz" pos="340">
          <p15:clr>
            <a:srgbClr val="EA4335"/>
          </p15:clr>
        </p15:guide>
        <p15:guide id="6" orient="horz" pos="290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6"/>
          <p:cNvSpPr txBox="1">
            <a:spLocks noGrp="1"/>
          </p:cNvSpPr>
          <p:nvPr>
            <p:ph type="ctrTitle"/>
          </p:nvPr>
        </p:nvSpPr>
        <p:spPr>
          <a:xfrm>
            <a:off x="579158" y="1033833"/>
            <a:ext cx="4353900" cy="165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6000" dirty="0" err="1"/>
              <a:t>SagaWere</a:t>
            </a:r>
            <a:r>
              <a:rPr lang="en-US" sz="6000" dirty="0"/>
              <a:t> Pitch Deck</a:t>
            </a:r>
            <a:endParaRPr lang="en-US" sz="4800" dirty="0">
              <a:solidFill>
                <a:schemeClr val="accent1"/>
              </a:solidFill>
              <a:latin typeface="Overpass SemiBold"/>
              <a:ea typeface="Overpass SemiBold"/>
              <a:cs typeface="Overpass SemiBold"/>
              <a:sym typeface="Overpass SemiBold"/>
            </a:endParaRPr>
          </a:p>
        </p:txBody>
      </p:sp>
      <p:sp>
        <p:nvSpPr>
          <p:cNvPr id="147" name="Google Shape;147;p26"/>
          <p:cNvSpPr txBox="1">
            <a:spLocks noGrp="1"/>
          </p:cNvSpPr>
          <p:nvPr>
            <p:ph type="subTitle" idx="1"/>
          </p:nvPr>
        </p:nvSpPr>
        <p:spPr>
          <a:xfrm>
            <a:off x="456338" y="3736894"/>
            <a:ext cx="3671040" cy="92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err="1"/>
              <a:t>SagaWere</a:t>
            </a:r>
            <a:r>
              <a:rPr lang="en-US" sz="2800" dirty="0"/>
              <a:t> Pitch Deck</a:t>
            </a:r>
            <a:endParaRPr dirty="0"/>
          </a:p>
        </p:txBody>
      </p:sp>
      <p:grpSp>
        <p:nvGrpSpPr>
          <p:cNvPr id="148" name="Google Shape;148;p26"/>
          <p:cNvGrpSpPr/>
          <p:nvPr/>
        </p:nvGrpSpPr>
        <p:grpSpPr>
          <a:xfrm>
            <a:off x="4621660" y="644449"/>
            <a:ext cx="4224528" cy="4024800"/>
            <a:chOff x="1938100" y="1191125"/>
            <a:chExt cx="3459325" cy="3295775"/>
          </a:xfrm>
        </p:grpSpPr>
        <p:sp>
          <p:nvSpPr>
            <p:cNvPr id="149" name="Google Shape;149;p26"/>
            <p:cNvSpPr/>
            <p:nvPr/>
          </p:nvSpPr>
          <p:spPr>
            <a:xfrm>
              <a:off x="2102275" y="1365300"/>
              <a:ext cx="3295150" cy="2257575"/>
            </a:xfrm>
            <a:custGeom>
              <a:avLst/>
              <a:gdLst/>
              <a:ahLst/>
              <a:cxnLst/>
              <a:rect l="l" t="t" r="r" b="b"/>
              <a:pathLst>
                <a:path w="131806" h="90303" extrusionOk="0">
                  <a:moveTo>
                    <a:pt x="4737" y="90001"/>
                  </a:moveTo>
                  <a:cubicBezTo>
                    <a:pt x="1354" y="84087"/>
                    <a:pt x="0" y="77094"/>
                    <a:pt x="602" y="70327"/>
                  </a:cubicBezTo>
                  <a:cubicBezTo>
                    <a:pt x="928" y="66768"/>
                    <a:pt x="1755" y="63184"/>
                    <a:pt x="3183" y="59926"/>
                  </a:cubicBezTo>
                  <a:cubicBezTo>
                    <a:pt x="4537" y="56843"/>
                    <a:pt x="6366" y="53986"/>
                    <a:pt x="6216" y="50502"/>
                  </a:cubicBezTo>
                  <a:cubicBezTo>
                    <a:pt x="6066" y="47069"/>
                    <a:pt x="4035" y="43635"/>
                    <a:pt x="5138" y="40377"/>
                  </a:cubicBezTo>
                  <a:cubicBezTo>
                    <a:pt x="7143" y="34337"/>
                    <a:pt x="16291" y="34212"/>
                    <a:pt x="21128" y="31881"/>
                  </a:cubicBezTo>
                  <a:cubicBezTo>
                    <a:pt x="28046" y="28573"/>
                    <a:pt x="29675" y="21931"/>
                    <a:pt x="33309" y="15866"/>
                  </a:cubicBezTo>
                  <a:cubicBezTo>
                    <a:pt x="36943" y="9826"/>
                    <a:pt x="42482" y="4838"/>
                    <a:pt x="49123" y="2407"/>
                  </a:cubicBezTo>
                  <a:cubicBezTo>
                    <a:pt x="55765" y="1"/>
                    <a:pt x="63459" y="302"/>
                    <a:pt x="69600" y="3760"/>
                  </a:cubicBezTo>
                  <a:cubicBezTo>
                    <a:pt x="72632" y="5465"/>
                    <a:pt x="74537" y="7545"/>
                    <a:pt x="76066" y="10653"/>
                  </a:cubicBezTo>
                  <a:cubicBezTo>
                    <a:pt x="77219" y="12983"/>
                    <a:pt x="78347" y="15490"/>
                    <a:pt x="80502" y="16943"/>
                  </a:cubicBezTo>
                  <a:cubicBezTo>
                    <a:pt x="83184" y="18748"/>
                    <a:pt x="86467" y="18222"/>
                    <a:pt x="89525" y="18472"/>
                  </a:cubicBezTo>
                  <a:cubicBezTo>
                    <a:pt x="96392" y="19049"/>
                    <a:pt x="103284" y="21480"/>
                    <a:pt x="108472" y="26116"/>
                  </a:cubicBezTo>
                  <a:cubicBezTo>
                    <a:pt x="110953" y="28372"/>
                    <a:pt x="112983" y="31129"/>
                    <a:pt x="114312" y="34212"/>
                  </a:cubicBezTo>
                  <a:cubicBezTo>
                    <a:pt x="115640" y="37269"/>
                    <a:pt x="116292" y="40703"/>
                    <a:pt x="118272" y="43410"/>
                  </a:cubicBezTo>
                  <a:cubicBezTo>
                    <a:pt x="120202" y="46041"/>
                    <a:pt x="123234" y="47620"/>
                    <a:pt x="125039" y="50352"/>
                  </a:cubicBezTo>
                  <a:cubicBezTo>
                    <a:pt x="127395" y="53886"/>
                    <a:pt x="125415" y="57771"/>
                    <a:pt x="125941" y="61630"/>
                  </a:cubicBezTo>
                  <a:cubicBezTo>
                    <a:pt x="126768" y="67746"/>
                    <a:pt x="131806" y="76342"/>
                    <a:pt x="127420" y="82182"/>
                  </a:cubicBezTo>
                  <a:cubicBezTo>
                    <a:pt x="125665" y="84538"/>
                    <a:pt x="123109" y="84312"/>
                    <a:pt x="120427" y="84287"/>
                  </a:cubicBezTo>
                  <a:cubicBezTo>
                    <a:pt x="116943" y="84287"/>
                    <a:pt x="113159" y="84011"/>
                    <a:pt x="109826" y="82959"/>
                  </a:cubicBezTo>
                  <a:cubicBezTo>
                    <a:pt x="106943" y="82031"/>
                    <a:pt x="104161" y="80879"/>
                    <a:pt x="101129" y="80753"/>
                  </a:cubicBezTo>
                  <a:cubicBezTo>
                    <a:pt x="98898" y="80653"/>
                    <a:pt x="96642" y="80478"/>
                    <a:pt x="94412" y="80453"/>
                  </a:cubicBezTo>
                  <a:cubicBezTo>
                    <a:pt x="92983" y="80427"/>
                    <a:pt x="91480" y="80854"/>
                    <a:pt x="90026" y="81004"/>
                  </a:cubicBezTo>
                  <a:lnTo>
                    <a:pt x="80903" y="81956"/>
                  </a:lnTo>
                  <a:cubicBezTo>
                    <a:pt x="74161" y="82683"/>
                    <a:pt x="67394" y="83385"/>
                    <a:pt x="60652" y="84112"/>
                  </a:cubicBezTo>
                  <a:cubicBezTo>
                    <a:pt x="47745" y="85465"/>
                    <a:pt x="34863" y="86818"/>
                    <a:pt x="21955" y="88197"/>
                  </a:cubicBezTo>
                  <a:cubicBezTo>
                    <a:pt x="17795" y="88623"/>
                    <a:pt x="13609" y="89074"/>
                    <a:pt x="9424" y="89525"/>
                  </a:cubicBezTo>
                  <a:cubicBezTo>
                    <a:pt x="9098" y="89550"/>
                    <a:pt x="4888" y="90302"/>
                    <a:pt x="4737" y="9000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6"/>
            <p:cNvSpPr/>
            <p:nvPr/>
          </p:nvSpPr>
          <p:spPr>
            <a:xfrm>
              <a:off x="1938100" y="2560175"/>
              <a:ext cx="3390400" cy="1926725"/>
            </a:xfrm>
            <a:custGeom>
              <a:avLst/>
              <a:gdLst/>
              <a:ahLst/>
              <a:cxnLst/>
              <a:rect l="l" t="t" r="r" b="b"/>
              <a:pathLst>
                <a:path w="135616" h="77069" extrusionOk="0">
                  <a:moveTo>
                    <a:pt x="110703" y="61981"/>
                  </a:moveTo>
                  <a:cubicBezTo>
                    <a:pt x="106869" y="63560"/>
                    <a:pt x="102909" y="64888"/>
                    <a:pt x="99275" y="66893"/>
                  </a:cubicBezTo>
                  <a:cubicBezTo>
                    <a:pt x="94688" y="69400"/>
                    <a:pt x="90854" y="72633"/>
                    <a:pt x="85640" y="73961"/>
                  </a:cubicBezTo>
                  <a:cubicBezTo>
                    <a:pt x="82132" y="74863"/>
                    <a:pt x="78397" y="74838"/>
                    <a:pt x="74813" y="75339"/>
                  </a:cubicBezTo>
                  <a:cubicBezTo>
                    <a:pt x="70878" y="75891"/>
                    <a:pt x="66944" y="76542"/>
                    <a:pt x="62984" y="76793"/>
                  </a:cubicBezTo>
                  <a:cubicBezTo>
                    <a:pt x="62733" y="76818"/>
                    <a:pt x="62482" y="76818"/>
                    <a:pt x="62257" y="76818"/>
                  </a:cubicBezTo>
                  <a:cubicBezTo>
                    <a:pt x="61004" y="76893"/>
                    <a:pt x="59776" y="76943"/>
                    <a:pt x="58548" y="76969"/>
                  </a:cubicBezTo>
                  <a:cubicBezTo>
                    <a:pt x="58322" y="76994"/>
                    <a:pt x="58071" y="76994"/>
                    <a:pt x="57846" y="76994"/>
                  </a:cubicBezTo>
                  <a:cubicBezTo>
                    <a:pt x="57595" y="76994"/>
                    <a:pt x="57370" y="76994"/>
                    <a:pt x="57119" y="76994"/>
                  </a:cubicBezTo>
                  <a:cubicBezTo>
                    <a:pt x="56868" y="77019"/>
                    <a:pt x="56618" y="77019"/>
                    <a:pt x="56342" y="77019"/>
                  </a:cubicBezTo>
                  <a:cubicBezTo>
                    <a:pt x="41129" y="77069"/>
                    <a:pt x="25039" y="74262"/>
                    <a:pt x="12582" y="65039"/>
                  </a:cubicBezTo>
                  <a:cubicBezTo>
                    <a:pt x="10753" y="63660"/>
                    <a:pt x="8948" y="62131"/>
                    <a:pt x="7946" y="60076"/>
                  </a:cubicBezTo>
                  <a:cubicBezTo>
                    <a:pt x="7094" y="58322"/>
                    <a:pt x="6918" y="56342"/>
                    <a:pt x="6517" y="54437"/>
                  </a:cubicBezTo>
                  <a:cubicBezTo>
                    <a:pt x="6041" y="52282"/>
                    <a:pt x="5164" y="50302"/>
                    <a:pt x="3435" y="48848"/>
                  </a:cubicBezTo>
                  <a:cubicBezTo>
                    <a:pt x="1104" y="46893"/>
                    <a:pt x="1" y="45916"/>
                    <a:pt x="1229" y="42758"/>
                  </a:cubicBezTo>
                  <a:cubicBezTo>
                    <a:pt x="5089" y="32733"/>
                    <a:pt x="12432" y="24261"/>
                    <a:pt x="21154" y="17996"/>
                  </a:cubicBezTo>
                  <a:cubicBezTo>
                    <a:pt x="33309" y="9249"/>
                    <a:pt x="48172" y="4286"/>
                    <a:pt x="62808" y="1880"/>
                  </a:cubicBezTo>
                  <a:cubicBezTo>
                    <a:pt x="70979" y="527"/>
                    <a:pt x="79300" y="1"/>
                    <a:pt x="87595" y="452"/>
                  </a:cubicBezTo>
                  <a:cubicBezTo>
                    <a:pt x="89575" y="552"/>
                    <a:pt x="91555" y="702"/>
                    <a:pt x="93510" y="928"/>
                  </a:cubicBezTo>
                  <a:cubicBezTo>
                    <a:pt x="95390" y="1129"/>
                    <a:pt x="97295" y="1605"/>
                    <a:pt x="99149" y="1555"/>
                  </a:cubicBezTo>
                  <a:cubicBezTo>
                    <a:pt x="103861" y="1404"/>
                    <a:pt x="108874" y="2306"/>
                    <a:pt x="113360" y="3660"/>
                  </a:cubicBezTo>
                  <a:cubicBezTo>
                    <a:pt x="116367" y="4562"/>
                    <a:pt x="120854" y="5489"/>
                    <a:pt x="122132" y="8773"/>
                  </a:cubicBezTo>
                  <a:cubicBezTo>
                    <a:pt x="122558" y="9825"/>
                    <a:pt x="123009" y="10778"/>
                    <a:pt x="123736" y="11655"/>
                  </a:cubicBezTo>
                  <a:cubicBezTo>
                    <a:pt x="124789" y="13008"/>
                    <a:pt x="126493" y="13184"/>
                    <a:pt x="127871" y="13961"/>
                  </a:cubicBezTo>
                  <a:cubicBezTo>
                    <a:pt x="129400" y="14838"/>
                    <a:pt x="130754" y="16041"/>
                    <a:pt x="131781" y="17469"/>
                  </a:cubicBezTo>
                  <a:cubicBezTo>
                    <a:pt x="133285" y="19500"/>
                    <a:pt x="134137" y="21956"/>
                    <a:pt x="134563" y="24462"/>
                  </a:cubicBezTo>
                  <a:cubicBezTo>
                    <a:pt x="135290" y="28372"/>
                    <a:pt x="135616" y="32833"/>
                    <a:pt x="134638" y="36718"/>
                  </a:cubicBezTo>
                  <a:cubicBezTo>
                    <a:pt x="133636" y="40653"/>
                    <a:pt x="131706" y="44287"/>
                    <a:pt x="129325" y="47520"/>
                  </a:cubicBezTo>
                  <a:cubicBezTo>
                    <a:pt x="125114" y="53209"/>
                    <a:pt x="119701" y="57896"/>
                    <a:pt x="113285" y="60878"/>
                  </a:cubicBezTo>
                  <a:cubicBezTo>
                    <a:pt x="112433" y="61254"/>
                    <a:pt x="111555" y="61630"/>
                    <a:pt x="110703" y="61981"/>
                  </a:cubicBezTo>
                  <a:close/>
                </a:path>
              </a:pathLst>
            </a:custGeom>
            <a:solidFill>
              <a:srgbClr val="D6D7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6"/>
            <p:cNvSpPr/>
            <p:nvPr/>
          </p:nvSpPr>
          <p:spPr>
            <a:xfrm>
              <a:off x="4251400" y="3439250"/>
              <a:ext cx="216825" cy="127225"/>
            </a:xfrm>
            <a:custGeom>
              <a:avLst/>
              <a:gdLst/>
              <a:ahLst/>
              <a:cxnLst/>
              <a:rect l="l" t="t" r="r" b="b"/>
              <a:pathLst>
                <a:path w="8673" h="5089" extrusionOk="0">
                  <a:moveTo>
                    <a:pt x="8422" y="1229"/>
                  </a:moveTo>
                  <a:cubicBezTo>
                    <a:pt x="8046" y="878"/>
                    <a:pt x="6993" y="1179"/>
                    <a:pt x="4913" y="577"/>
                  </a:cubicBezTo>
                  <a:cubicBezTo>
                    <a:pt x="2858" y="1"/>
                    <a:pt x="703" y="402"/>
                    <a:pt x="352" y="903"/>
                  </a:cubicBezTo>
                  <a:cubicBezTo>
                    <a:pt x="1" y="1404"/>
                    <a:pt x="2657" y="3359"/>
                    <a:pt x="3660" y="3535"/>
                  </a:cubicBezTo>
                  <a:cubicBezTo>
                    <a:pt x="4662" y="3710"/>
                    <a:pt x="5264" y="5089"/>
                    <a:pt x="6617" y="5063"/>
                  </a:cubicBezTo>
                  <a:cubicBezTo>
                    <a:pt x="7971" y="5063"/>
                    <a:pt x="8672" y="3986"/>
                    <a:pt x="8672" y="3986"/>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6"/>
            <p:cNvSpPr/>
            <p:nvPr/>
          </p:nvSpPr>
          <p:spPr>
            <a:xfrm>
              <a:off x="2911175" y="3953675"/>
              <a:ext cx="278225" cy="119700"/>
            </a:xfrm>
            <a:custGeom>
              <a:avLst/>
              <a:gdLst/>
              <a:ahLst/>
              <a:cxnLst/>
              <a:rect l="l" t="t" r="r" b="b"/>
              <a:pathLst>
                <a:path w="11129" h="4788" extrusionOk="0">
                  <a:moveTo>
                    <a:pt x="3384" y="0"/>
                  </a:moveTo>
                  <a:cubicBezTo>
                    <a:pt x="3384" y="0"/>
                    <a:pt x="7444" y="928"/>
                    <a:pt x="8722" y="953"/>
                  </a:cubicBezTo>
                  <a:cubicBezTo>
                    <a:pt x="10026" y="978"/>
                    <a:pt x="11128" y="1905"/>
                    <a:pt x="10326" y="2782"/>
                  </a:cubicBezTo>
                  <a:cubicBezTo>
                    <a:pt x="9524" y="3660"/>
                    <a:pt x="8021" y="4361"/>
                    <a:pt x="6191" y="4487"/>
                  </a:cubicBezTo>
                  <a:cubicBezTo>
                    <a:pt x="4361" y="4612"/>
                    <a:pt x="1805" y="4787"/>
                    <a:pt x="752" y="4637"/>
                  </a:cubicBezTo>
                  <a:cubicBezTo>
                    <a:pt x="76" y="3434"/>
                    <a:pt x="0" y="953"/>
                    <a:pt x="0" y="953"/>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6"/>
            <p:cNvSpPr/>
            <p:nvPr/>
          </p:nvSpPr>
          <p:spPr>
            <a:xfrm>
              <a:off x="3995775" y="3594025"/>
              <a:ext cx="278200" cy="119700"/>
            </a:xfrm>
            <a:custGeom>
              <a:avLst/>
              <a:gdLst/>
              <a:ahLst/>
              <a:cxnLst/>
              <a:rect l="l" t="t" r="r" b="b"/>
              <a:pathLst>
                <a:path w="11128" h="4788" extrusionOk="0">
                  <a:moveTo>
                    <a:pt x="7745" y="0"/>
                  </a:moveTo>
                  <a:cubicBezTo>
                    <a:pt x="7745" y="0"/>
                    <a:pt x="3709" y="928"/>
                    <a:pt x="2406" y="953"/>
                  </a:cubicBezTo>
                  <a:cubicBezTo>
                    <a:pt x="1103" y="978"/>
                    <a:pt x="0" y="1880"/>
                    <a:pt x="827" y="2757"/>
                  </a:cubicBezTo>
                  <a:cubicBezTo>
                    <a:pt x="1629" y="3659"/>
                    <a:pt x="3133" y="4361"/>
                    <a:pt x="4937" y="4487"/>
                  </a:cubicBezTo>
                  <a:cubicBezTo>
                    <a:pt x="6767" y="4587"/>
                    <a:pt x="9349" y="4787"/>
                    <a:pt x="10401" y="4637"/>
                  </a:cubicBezTo>
                  <a:cubicBezTo>
                    <a:pt x="11078" y="3434"/>
                    <a:pt x="11128" y="953"/>
                    <a:pt x="11128" y="953"/>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6"/>
            <p:cNvSpPr/>
            <p:nvPr/>
          </p:nvSpPr>
          <p:spPr>
            <a:xfrm>
              <a:off x="2710050" y="3847775"/>
              <a:ext cx="216800" cy="127225"/>
            </a:xfrm>
            <a:custGeom>
              <a:avLst/>
              <a:gdLst/>
              <a:ahLst/>
              <a:cxnLst/>
              <a:rect l="l" t="t" r="r" b="b"/>
              <a:pathLst>
                <a:path w="8672" h="5089" extrusionOk="0">
                  <a:moveTo>
                    <a:pt x="251" y="1229"/>
                  </a:moveTo>
                  <a:cubicBezTo>
                    <a:pt x="627" y="878"/>
                    <a:pt x="1679" y="1179"/>
                    <a:pt x="3735" y="602"/>
                  </a:cubicBezTo>
                  <a:cubicBezTo>
                    <a:pt x="5815" y="1"/>
                    <a:pt x="7945" y="402"/>
                    <a:pt x="8321" y="903"/>
                  </a:cubicBezTo>
                  <a:cubicBezTo>
                    <a:pt x="8672" y="1429"/>
                    <a:pt x="6015" y="3359"/>
                    <a:pt x="5013" y="3535"/>
                  </a:cubicBezTo>
                  <a:cubicBezTo>
                    <a:pt x="3985" y="3735"/>
                    <a:pt x="3409" y="5088"/>
                    <a:pt x="2055" y="5088"/>
                  </a:cubicBezTo>
                  <a:cubicBezTo>
                    <a:pt x="677" y="5088"/>
                    <a:pt x="0" y="4011"/>
                    <a:pt x="0" y="4011"/>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6"/>
            <p:cNvSpPr/>
            <p:nvPr/>
          </p:nvSpPr>
          <p:spPr>
            <a:xfrm>
              <a:off x="2216925" y="3875975"/>
              <a:ext cx="480625" cy="278225"/>
            </a:xfrm>
            <a:custGeom>
              <a:avLst/>
              <a:gdLst/>
              <a:ahLst/>
              <a:cxnLst/>
              <a:rect l="l" t="t" r="r" b="b"/>
              <a:pathLst>
                <a:path w="19225" h="11129" extrusionOk="0">
                  <a:moveTo>
                    <a:pt x="19224" y="7720"/>
                  </a:moveTo>
                  <a:cubicBezTo>
                    <a:pt x="19224" y="7820"/>
                    <a:pt x="19174" y="7945"/>
                    <a:pt x="19074" y="8046"/>
                  </a:cubicBezTo>
                  <a:cubicBezTo>
                    <a:pt x="18948" y="8196"/>
                    <a:pt x="18748" y="8296"/>
                    <a:pt x="18497" y="8372"/>
                  </a:cubicBezTo>
                  <a:cubicBezTo>
                    <a:pt x="18171" y="8472"/>
                    <a:pt x="17770" y="8497"/>
                    <a:pt x="17394" y="8397"/>
                  </a:cubicBezTo>
                  <a:lnTo>
                    <a:pt x="12808" y="7169"/>
                  </a:lnTo>
                  <a:cubicBezTo>
                    <a:pt x="12056" y="6968"/>
                    <a:pt x="11179" y="7244"/>
                    <a:pt x="11028" y="7720"/>
                  </a:cubicBezTo>
                  <a:lnTo>
                    <a:pt x="10026" y="10527"/>
                  </a:lnTo>
                  <a:cubicBezTo>
                    <a:pt x="9901" y="10878"/>
                    <a:pt x="9374" y="11128"/>
                    <a:pt x="8773" y="11128"/>
                  </a:cubicBezTo>
                  <a:cubicBezTo>
                    <a:pt x="8698" y="11128"/>
                    <a:pt x="8622" y="11128"/>
                    <a:pt x="8572" y="11128"/>
                  </a:cubicBezTo>
                  <a:cubicBezTo>
                    <a:pt x="8171" y="11078"/>
                    <a:pt x="7820" y="10953"/>
                    <a:pt x="7645" y="10753"/>
                  </a:cubicBezTo>
                  <a:cubicBezTo>
                    <a:pt x="7545" y="10652"/>
                    <a:pt x="7495" y="10552"/>
                    <a:pt x="7470" y="10452"/>
                  </a:cubicBezTo>
                  <a:lnTo>
                    <a:pt x="7470" y="10427"/>
                  </a:lnTo>
                  <a:cubicBezTo>
                    <a:pt x="7470" y="10377"/>
                    <a:pt x="7470" y="10352"/>
                    <a:pt x="7470" y="10301"/>
                  </a:cubicBezTo>
                  <a:lnTo>
                    <a:pt x="7846" y="8296"/>
                  </a:lnTo>
                  <a:lnTo>
                    <a:pt x="8021" y="7419"/>
                  </a:lnTo>
                  <a:cubicBezTo>
                    <a:pt x="8121" y="6943"/>
                    <a:pt x="7419" y="6542"/>
                    <a:pt x="6592" y="6592"/>
                  </a:cubicBezTo>
                  <a:lnTo>
                    <a:pt x="1555" y="6918"/>
                  </a:lnTo>
                  <a:cubicBezTo>
                    <a:pt x="1505" y="6918"/>
                    <a:pt x="1454" y="6918"/>
                    <a:pt x="1404" y="6918"/>
                  </a:cubicBezTo>
                  <a:cubicBezTo>
                    <a:pt x="1179" y="6918"/>
                    <a:pt x="978" y="6893"/>
                    <a:pt x="803" y="6818"/>
                  </a:cubicBezTo>
                  <a:cubicBezTo>
                    <a:pt x="452" y="6717"/>
                    <a:pt x="176" y="6517"/>
                    <a:pt x="126" y="6291"/>
                  </a:cubicBezTo>
                  <a:cubicBezTo>
                    <a:pt x="1" y="5890"/>
                    <a:pt x="452" y="5514"/>
                    <a:pt x="1129" y="5439"/>
                  </a:cubicBezTo>
                  <a:lnTo>
                    <a:pt x="6066" y="4863"/>
                  </a:lnTo>
                  <a:cubicBezTo>
                    <a:pt x="6292" y="4838"/>
                    <a:pt x="6467" y="4788"/>
                    <a:pt x="6617" y="4712"/>
                  </a:cubicBezTo>
                  <a:cubicBezTo>
                    <a:pt x="7069" y="4487"/>
                    <a:pt x="7244" y="4136"/>
                    <a:pt x="6993" y="3810"/>
                  </a:cubicBezTo>
                  <a:lnTo>
                    <a:pt x="5239" y="1605"/>
                  </a:lnTo>
                  <a:lnTo>
                    <a:pt x="4888" y="1153"/>
                  </a:lnTo>
                  <a:cubicBezTo>
                    <a:pt x="4813" y="1078"/>
                    <a:pt x="4788" y="1003"/>
                    <a:pt x="4763" y="903"/>
                  </a:cubicBezTo>
                  <a:cubicBezTo>
                    <a:pt x="4763" y="903"/>
                    <a:pt x="4763" y="878"/>
                    <a:pt x="4763" y="853"/>
                  </a:cubicBezTo>
                  <a:cubicBezTo>
                    <a:pt x="4763" y="577"/>
                    <a:pt x="5013" y="326"/>
                    <a:pt x="5465" y="201"/>
                  </a:cubicBezTo>
                  <a:cubicBezTo>
                    <a:pt x="6091" y="1"/>
                    <a:pt x="6843" y="151"/>
                    <a:pt x="7194" y="502"/>
                  </a:cubicBezTo>
                  <a:lnTo>
                    <a:pt x="9675" y="3033"/>
                  </a:lnTo>
                  <a:cubicBezTo>
                    <a:pt x="10101" y="3434"/>
                    <a:pt x="11079" y="3534"/>
                    <a:pt x="11680" y="3209"/>
                  </a:cubicBezTo>
                  <a:lnTo>
                    <a:pt x="15389" y="1254"/>
                  </a:lnTo>
                  <a:cubicBezTo>
                    <a:pt x="15640" y="1128"/>
                    <a:pt x="15941" y="1053"/>
                    <a:pt x="16267" y="1053"/>
                  </a:cubicBezTo>
                  <a:cubicBezTo>
                    <a:pt x="16592" y="1053"/>
                    <a:pt x="16918" y="1128"/>
                    <a:pt x="17194" y="1279"/>
                  </a:cubicBezTo>
                  <a:cubicBezTo>
                    <a:pt x="17445" y="1429"/>
                    <a:pt x="17595" y="1655"/>
                    <a:pt x="17570" y="1855"/>
                  </a:cubicBezTo>
                  <a:cubicBezTo>
                    <a:pt x="17545" y="2006"/>
                    <a:pt x="17445" y="2181"/>
                    <a:pt x="17219" y="2306"/>
                  </a:cubicBezTo>
                  <a:lnTo>
                    <a:pt x="16943" y="2507"/>
                  </a:lnTo>
                  <a:lnTo>
                    <a:pt x="13836" y="4462"/>
                  </a:lnTo>
                  <a:cubicBezTo>
                    <a:pt x="13284" y="4813"/>
                    <a:pt x="13435" y="5364"/>
                    <a:pt x="14136" y="5590"/>
                  </a:cubicBezTo>
                  <a:cubicBezTo>
                    <a:pt x="14136" y="5615"/>
                    <a:pt x="14161" y="5615"/>
                    <a:pt x="14161" y="5615"/>
                  </a:cubicBezTo>
                  <a:lnTo>
                    <a:pt x="18547" y="7068"/>
                  </a:lnTo>
                  <a:cubicBezTo>
                    <a:pt x="18973" y="7194"/>
                    <a:pt x="19224" y="7444"/>
                    <a:pt x="19224" y="7720"/>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6"/>
            <p:cNvSpPr/>
            <p:nvPr/>
          </p:nvSpPr>
          <p:spPr>
            <a:xfrm>
              <a:off x="2335975" y="3898525"/>
              <a:ext cx="62050" cy="95275"/>
            </a:xfrm>
            <a:custGeom>
              <a:avLst/>
              <a:gdLst/>
              <a:ahLst/>
              <a:cxnLst/>
              <a:rect l="l" t="t" r="r" b="b"/>
              <a:pathLst>
                <a:path w="2482" h="3811" extrusionOk="0">
                  <a:moveTo>
                    <a:pt x="1855" y="3810"/>
                  </a:moveTo>
                  <a:lnTo>
                    <a:pt x="126" y="1605"/>
                  </a:lnTo>
                  <a:cubicBezTo>
                    <a:pt x="51" y="1505"/>
                    <a:pt x="1" y="1429"/>
                    <a:pt x="1" y="1329"/>
                  </a:cubicBezTo>
                  <a:lnTo>
                    <a:pt x="1" y="1"/>
                  </a:lnTo>
                  <a:cubicBezTo>
                    <a:pt x="26" y="101"/>
                    <a:pt x="51" y="176"/>
                    <a:pt x="126" y="251"/>
                  </a:cubicBezTo>
                  <a:lnTo>
                    <a:pt x="477" y="703"/>
                  </a:lnTo>
                  <a:lnTo>
                    <a:pt x="2231" y="2908"/>
                  </a:lnTo>
                  <a:cubicBezTo>
                    <a:pt x="2482" y="3234"/>
                    <a:pt x="2307" y="3585"/>
                    <a:pt x="1855" y="3810"/>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6"/>
            <p:cNvSpPr/>
            <p:nvPr/>
          </p:nvSpPr>
          <p:spPr>
            <a:xfrm>
              <a:off x="2599150" y="3993150"/>
              <a:ext cx="25" cy="2525"/>
            </a:xfrm>
            <a:custGeom>
              <a:avLst/>
              <a:gdLst/>
              <a:ahLst/>
              <a:cxnLst/>
              <a:rect l="l" t="t" r="r" b="b"/>
              <a:pathLst>
                <a:path w="1" h="101" extrusionOk="0">
                  <a:moveTo>
                    <a:pt x="0" y="101"/>
                  </a:moveTo>
                  <a:cubicBezTo>
                    <a:pt x="0" y="101"/>
                    <a:pt x="0" y="76"/>
                    <a:pt x="0" y="50"/>
                  </a:cubicBezTo>
                  <a:cubicBezTo>
                    <a:pt x="0" y="25"/>
                    <a:pt x="0" y="0"/>
                    <a:pt x="0" y="0"/>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6"/>
            <p:cNvSpPr/>
            <p:nvPr/>
          </p:nvSpPr>
          <p:spPr>
            <a:xfrm>
              <a:off x="2219450" y="4033250"/>
              <a:ext cx="200525" cy="50150"/>
            </a:xfrm>
            <a:custGeom>
              <a:avLst/>
              <a:gdLst/>
              <a:ahLst/>
              <a:cxnLst/>
              <a:rect l="l" t="t" r="r" b="b"/>
              <a:pathLst>
                <a:path w="8021" h="2006" extrusionOk="0">
                  <a:moveTo>
                    <a:pt x="7920" y="1128"/>
                  </a:moveTo>
                  <a:lnTo>
                    <a:pt x="7745" y="2005"/>
                  </a:lnTo>
                  <a:cubicBezTo>
                    <a:pt x="7494" y="1755"/>
                    <a:pt x="7018" y="1604"/>
                    <a:pt x="6491" y="1629"/>
                  </a:cubicBezTo>
                  <a:lnTo>
                    <a:pt x="1454" y="1955"/>
                  </a:lnTo>
                  <a:cubicBezTo>
                    <a:pt x="1404" y="1955"/>
                    <a:pt x="1353" y="1955"/>
                    <a:pt x="1303" y="1955"/>
                  </a:cubicBezTo>
                  <a:cubicBezTo>
                    <a:pt x="677" y="1955"/>
                    <a:pt x="125" y="1680"/>
                    <a:pt x="0" y="1329"/>
                  </a:cubicBezTo>
                  <a:lnTo>
                    <a:pt x="0" y="0"/>
                  </a:lnTo>
                  <a:cubicBezTo>
                    <a:pt x="75" y="226"/>
                    <a:pt x="351" y="426"/>
                    <a:pt x="702" y="527"/>
                  </a:cubicBezTo>
                  <a:cubicBezTo>
                    <a:pt x="877" y="602"/>
                    <a:pt x="1078" y="627"/>
                    <a:pt x="1303" y="627"/>
                  </a:cubicBezTo>
                  <a:cubicBezTo>
                    <a:pt x="1353" y="627"/>
                    <a:pt x="1404" y="627"/>
                    <a:pt x="1454" y="627"/>
                  </a:cubicBezTo>
                  <a:lnTo>
                    <a:pt x="6491" y="301"/>
                  </a:lnTo>
                  <a:cubicBezTo>
                    <a:pt x="7318" y="251"/>
                    <a:pt x="8020" y="652"/>
                    <a:pt x="7920" y="1128"/>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6"/>
            <p:cNvSpPr/>
            <p:nvPr/>
          </p:nvSpPr>
          <p:spPr>
            <a:xfrm>
              <a:off x="2482600" y="4124100"/>
              <a:ext cx="650" cy="6300"/>
            </a:xfrm>
            <a:custGeom>
              <a:avLst/>
              <a:gdLst/>
              <a:ahLst/>
              <a:cxnLst/>
              <a:rect l="l" t="t" r="r" b="b"/>
              <a:pathLst>
                <a:path w="26" h="252" extrusionOk="0">
                  <a:moveTo>
                    <a:pt x="26" y="0"/>
                  </a:moveTo>
                  <a:lnTo>
                    <a:pt x="26" y="251"/>
                  </a:lnTo>
                  <a:cubicBezTo>
                    <a:pt x="0" y="176"/>
                    <a:pt x="0" y="76"/>
                    <a:pt x="26" y="0"/>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6"/>
            <p:cNvSpPr/>
            <p:nvPr/>
          </p:nvSpPr>
          <p:spPr>
            <a:xfrm>
              <a:off x="2403650" y="4050175"/>
              <a:ext cx="293900" cy="137225"/>
            </a:xfrm>
            <a:custGeom>
              <a:avLst/>
              <a:gdLst/>
              <a:ahLst/>
              <a:cxnLst/>
              <a:rect l="l" t="t" r="r" b="b"/>
              <a:pathLst>
                <a:path w="11756" h="5489" extrusionOk="0">
                  <a:moveTo>
                    <a:pt x="11755" y="752"/>
                  </a:moveTo>
                  <a:lnTo>
                    <a:pt x="11755" y="2080"/>
                  </a:lnTo>
                  <a:cubicBezTo>
                    <a:pt x="11755" y="2206"/>
                    <a:pt x="11705" y="2306"/>
                    <a:pt x="11605" y="2406"/>
                  </a:cubicBezTo>
                  <a:cubicBezTo>
                    <a:pt x="11304" y="2757"/>
                    <a:pt x="10552" y="2907"/>
                    <a:pt x="9925" y="2757"/>
                  </a:cubicBezTo>
                  <a:lnTo>
                    <a:pt x="5339" y="1554"/>
                  </a:lnTo>
                  <a:cubicBezTo>
                    <a:pt x="4587" y="1353"/>
                    <a:pt x="3710" y="1604"/>
                    <a:pt x="3559" y="2080"/>
                  </a:cubicBezTo>
                  <a:lnTo>
                    <a:pt x="2557" y="4887"/>
                  </a:lnTo>
                  <a:cubicBezTo>
                    <a:pt x="2432" y="5238"/>
                    <a:pt x="1905" y="5489"/>
                    <a:pt x="1304" y="5489"/>
                  </a:cubicBezTo>
                  <a:cubicBezTo>
                    <a:pt x="1229" y="5489"/>
                    <a:pt x="1153" y="5489"/>
                    <a:pt x="1103" y="5489"/>
                  </a:cubicBezTo>
                  <a:cubicBezTo>
                    <a:pt x="502" y="5414"/>
                    <a:pt x="51" y="5138"/>
                    <a:pt x="1" y="4812"/>
                  </a:cubicBezTo>
                  <a:lnTo>
                    <a:pt x="1" y="4662"/>
                  </a:lnTo>
                  <a:lnTo>
                    <a:pt x="1" y="3484"/>
                  </a:lnTo>
                  <a:cubicBezTo>
                    <a:pt x="26" y="3584"/>
                    <a:pt x="76" y="3684"/>
                    <a:pt x="176" y="3785"/>
                  </a:cubicBezTo>
                  <a:cubicBezTo>
                    <a:pt x="351" y="3985"/>
                    <a:pt x="702" y="4110"/>
                    <a:pt x="1103" y="4160"/>
                  </a:cubicBezTo>
                  <a:cubicBezTo>
                    <a:pt x="1153" y="4160"/>
                    <a:pt x="1229" y="4160"/>
                    <a:pt x="1304" y="4160"/>
                  </a:cubicBezTo>
                  <a:cubicBezTo>
                    <a:pt x="1905" y="4160"/>
                    <a:pt x="2432" y="3910"/>
                    <a:pt x="2557" y="3559"/>
                  </a:cubicBezTo>
                  <a:lnTo>
                    <a:pt x="3559" y="752"/>
                  </a:lnTo>
                  <a:cubicBezTo>
                    <a:pt x="3710" y="276"/>
                    <a:pt x="4587" y="0"/>
                    <a:pt x="5339" y="201"/>
                  </a:cubicBezTo>
                  <a:lnTo>
                    <a:pt x="9925" y="1429"/>
                  </a:lnTo>
                  <a:cubicBezTo>
                    <a:pt x="10301" y="1529"/>
                    <a:pt x="10702" y="1504"/>
                    <a:pt x="11028" y="1404"/>
                  </a:cubicBezTo>
                  <a:cubicBezTo>
                    <a:pt x="11279" y="1328"/>
                    <a:pt x="11479" y="1228"/>
                    <a:pt x="11605" y="1078"/>
                  </a:cubicBezTo>
                  <a:cubicBezTo>
                    <a:pt x="11705" y="977"/>
                    <a:pt x="11755" y="852"/>
                    <a:pt x="11755" y="752"/>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6"/>
            <p:cNvSpPr/>
            <p:nvPr/>
          </p:nvSpPr>
          <p:spPr>
            <a:xfrm>
              <a:off x="2549025" y="3922350"/>
              <a:ext cx="107150" cy="93375"/>
            </a:xfrm>
            <a:custGeom>
              <a:avLst/>
              <a:gdLst/>
              <a:ahLst/>
              <a:cxnLst/>
              <a:rect l="l" t="t" r="r" b="b"/>
              <a:pathLst>
                <a:path w="4286" h="3735" extrusionOk="0">
                  <a:moveTo>
                    <a:pt x="4286" y="0"/>
                  </a:moveTo>
                  <a:lnTo>
                    <a:pt x="4286" y="1278"/>
                  </a:lnTo>
                  <a:cubicBezTo>
                    <a:pt x="4286" y="1454"/>
                    <a:pt x="4186" y="1654"/>
                    <a:pt x="3935" y="1805"/>
                  </a:cubicBezTo>
                  <a:lnTo>
                    <a:pt x="852" y="3735"/>
                  </a:lnTo>
                  <a:cubicBezTo>
                    <a:pt x="151" y="3509"/>
                    <a:pt x="0" y="2958"/>
                    <a:pt x="552" y="2607"/>
                  </a:cubicBezTo>
                  <a:lnTo>
                    <a:pt x="3659" y="652"/>
                  </a:lnTo>
                  <a:lnTo>
                    <a:pt x="3935" y="451"/>
                  </a:lnTo>
                  <a:cubicBezTo>
                    <a:pt x="4161" y="326"/>
                    <a:pt x="4261" y="151"/>
                    <a:pt x="4286" y="0"/>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6"/>
            <p:cNvSpPr/>
            <p:nvPr/>
          </p:nvSpPr>
          <p:spPr>
            <a:xfrm>
              <a:off x="2636725" y="4098400"/>
              <a:ext cx="59550" cy="59550"/>
            </a:xfrm>
            <a:custGeom>
              <a:avLst/>
              <a:gdLst/>
              <a:ahLst/>
              <a:cxnLst/>
              <a:rect l="l" t="t" r="r" b="b"/>
              <a:pathLst>
                <a:path w="2382" h="2382" extrusionOk="0">
                  <a:moveTo>
                    <a:pt x="2332" y="1254"/>
                  </a:moveTo>
                  <a:cubicBezTo>
                    <a:pt x="2307" y="1906"/>
                    <a:pt x="1755" y="2382"/>
                    <a:pt x="1104" y="2332"/>
                  </a:cubicBezTo>
                  <a:cubicBezTo>
                    <a:pt x="477" y="2282"/>
                    <a:pt x="1" y="1730"/>
                    <a:pt x="26" y="1104"/>
                  </a:cubicBezTo>
                  <a:cubicBezTo>
                    <a:pt x="76" y="477"/>
                    <a:pt x="627" y="1"/>
                    <a:pt x="1254" y="51"/>
                  </a:cubicBezTo>
                  <a:cubicBezTo>
                    <a:pt x="1906" y="76"/>
                    <a:pt x="2382" y="627"/>
                    <a:pt x="2332" y="1254"/>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6"/>
            <p:cNvSpPr/>
            <p:nvPr/>
          </p:nvSpPr>
          <p:spPr>
            <a:xfrm>
              <a:off x="2406775" y="4169850"/>
              <a:ext cx="59550" cy="59525"/>
            </a:xfrm>
            <a:custGeom>
              <a:avLst/>
              <a:gdLst/>
              <a:ahLst/>
              <a:cxnLst/>
              <a:rect l="l" t="t" r="r" b="b"/>
              <a:pathLst>
                <a:path w="2382" h="2381" extrusionOk="0">
                  <a:moveTo>
                    <a:pt x="2332" y="1278"/>
                  </a:moveTo>
                  <a:cubicBezTo>
                    <a:pt x="2307" y="1905"/>
                    <a:pt x="1755" y="2381"/>
                    <a:pt x="1104" y="2331"/>
                  </a:cubicBezTo>
                  <a:cubicBezTo>
                    <a:pt x="477" y="2281"/>
                    <a:pt x="1" y="1754"/>
                    <a:pt x="26" y="1103"/>
                  </a:cubicBezTo>
                  <a:cubicBezTo>
                    <a:pt x="76" y="476"/>
                    <a:pt x="627" y="0"/>
                    <a:pt x="1254" y="50"/>
                  </a:cubicBezTo>
                  <a:cubicBezTo>
                    <a:pt x="1906" y="100"/>
                    <a:pt x="2382" y="627"/>
                    <a:pt x="2332" y="1278"/>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6"/>
            <p:cNvSpPr/>
            <p:nvPr/>
          </p:nvSpPr>
          <p:spPr>
            <a:xfrm>
              <a:off x="2218175" y="4065825"/>
              <a:ext cx="60200" cy="59550"/>
            </a:xfrm>
            <a:custGeom>
              <a:avLst/>
              <a:gdLst/>
              <a:ahLst/>
              <a:cxnLst/>
              <a:rect l="l" t="t" r="r" b="b"/>
              <a:pathLst>
                <a:path w="2408" h="2382" extrusionOk="0">
                  <a:moveTo>
                    <a:pt x="2357" y="1279"/>
                  </a:moveTo>
                  <a:cubicBezTo>
                    <a:pt x="2307" y="1905"/>
                    <a:pt x="1755" y="2382"/>
                    <a:pt x="1129" y="2331"/>
                  </a:cubicBezTo>
                  <a:cubicBezTo>
                    <a:pt x="477" y="2306"/>
                    <a:pt x="1" y="1755"/>
                    <a:pt x="51" y="1128"/>
                  </a:cubicBezTo>
                  <a:cubicBezTo>
                    <a:pt x="101" y="477"/>
                    <a:pt x="653" y="1"/>
                    <a:pt x="1279" y="51"/>
                  </a:cubicBezTo>
                  <a:cubicBezTo>
                    <a:pt x="1906" y="101"/>
                    <a:pt x="2407" y="652"/>
                    <a:pt x="2357" y="1279"/>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6"/>
            <p:cNvSpPr/>
            <p:nvPr/>
          </p:nvSpPr>
          <p:spPr>
            <a:xfrm>
              <a:off x="2324075" y="3945525"/>
              <a:ext cx="59550" cy="58925"/>
            </a:xfrm>
            <a:custGeom>
              <a:avLst/>
              <a:gdLst/>
              <a:ahLst/>
              <a:cxnLst/>
              <a:rect l="l" t="t" r="r" b="b"/>
              <a:pathLst>
                <a:path w="2382" h="2357" extrusionOk="0">
                  <a:moveTo>
                    <a:pt x="2331" y="1254"/>
                  </a:moveTo>
                  <a:cubicBezTo>
                    <a:pt x="2306" y="1880"/>
                    <a:pt x="1755" y="2356"/>
                    <a:pt x="1103" y="2306"/>
                  </a:cubicBezTo>
                  <a:cubicBezTo>
                    <a:pt x="477" y="2281"/>
                    <a:pt x="1" y="1730"/>
                    <a:pt x="26" y="1103"/>
                  </a:cubicBezTo>
                  <a:cubicBezTo>
                    <a:pt x="76" y="477"/>
                    <a:pt x="627" y="1"/>
                    <a:pt x="1254" y="26"/>
                  </a:cubicBezTo>
                  <a:cubicBezTo>
                    <a:pt x="1905" y="76"/>
                    <a:pt x="2382" y="627"/>
                    <a:pt x="2331" y="1254"/>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6"/>
            <p:cNvSpPr/>
            <p:nvPr/>
          </p:nvSpPr>
          <p:spPr>
            <a:xfrm>
              <a:off x="2607275" y="3958050"/>
              <a:ext cx="60175" cy="59550"/>
            </a:xfrm>
            <a:custGeom>
              <a:avLst/>
              <a:gdLst/>
              <a:ahLst/>
              <a:cxnLst/>
              <a:rect l="l" t="t" r="r" b="b"/>
              <a:pathLst>
                <a:path w="2407" h="2382" extrusionOk="0">
                  <a:moveTo>
                    <a:pt x="2357" y="1254"/>
                  </a:moveTo>
                  <a:cubicBezTo>
                    <a:pt x="2307" y="1906"/>
                    <a:pt x="1755" y="2382"/>
                    <a:pt x="1129" y="2332"/>
                  </a:cubicBezTo>
                  <a:cubicBezTo>
                    <a:pt x="502" y="2282"/>
                    <a:pt x="1" y="1730"/>
                    <a:pt x="51" y="1104"/>
                  </a:cubicBezTo>
                  <a:cubicBezTo>
                    <a:pt x="101" y="477"/>
                    <a:pt x="653" y="1"/>
                    <a:pt x="1279" y="51"/>
                  </a:cubicBezTo>
                  <a:cubicBezTo>
                    <a:pt x="1931" y="76"/>
                    <a:pt x="2407" y="627"/>
                    <a:pt x="2357" y="1254"/>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6"/>
            <p:cNvSpPr/>
            <p:nvPr/>
          </p:nvSpPr>
          <p:spPr>
            <a:xfrm>
              <a:off x="2424325" y="3768200"/>
              <a:ext cx="80850" cy="302675"/>
            </a:xfrm>
            <a:custGeom>
              <a:avLst/>
              <a:gdLst/>
              <a:ahLst/>
              <a:cxnLst/>
              <a:rect l="l" t="t" r="r" b="b"/>
              <a:pathLst>
                <a:path w="3234" h="12107" extrusionOk="0">
                  <a:moveTo>
                    <a:pt x="3234" y="10602"/>
                  </a:moveTo>
                  <a:cubicBezTo>
                    <a:pt x="3234" y="12106"/>
                    <a:pt x="1" y="11805"/>
                    <a:pt x="1" y="10602"/>
                  </a:cubicBezTo>
                  <a:lnTo>
                    <a:pt x="1" y="1"/>
                  </a:lnTo>
                  <a:lnTo>
                    <a:pt x="32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6"/>
            <p:cNvSpPr/>
            <p:nvPr/>
          </p:nvSpPr>
          <p:spPr>
            <a:xfrm>
              <a:off x="2374200" y="3448650"/>
              <a:ext cx="461175" cy="458050"/>
            </a:xfrm>
            <a:custGeom>
              <a:avLst/>
              <a:gdLst/>
              <a:ahLst/>
              <a:cxnLst/>
              <a:rect l="l" t="t" r="r" b="b"/>
              <a:pathLst>
                <a:path w="18447" h="18322" extrusionOk="0">
                  <a:moveTo>
                    <a:pt x="1279" y="3209"/>
                  </a:moveTo>
                  <a:cubicBezTo>
                    <a:pt x="1279" y="3209"/>
                    <a:pt x="10577" y="1"/>
                    <a:pt x="14512" y="477"/>
                  </a:cubicBezTo>
                  <a:cubicBezTo>
                    <a:pt x="18447" y="953"/>
                    <a:pt x="17570" y="17971"/>
                    <a:pt x="17570" y="17971"/>
                  </a:cubicBezTo>
                  <a:cubicBezTo>
                    <a:pt x="17570" y="17971"/>
                    <a:pt x="15464" y="18322"/>
                    <a:pt x="13409" y="17971"/>
                  </a:cubicBezTo>
                  <a:cubicBezTo>
                    <a:pt x="12532" y="13259"/>
                    <a:pt x="11103" y="8046"/>
                    <a:pt x="11103" y="8046"/>
                  </a:cubicBezTo>
                  <a:cubicBezTo>
                    <a:pt x="11103" y="8046"/>
                    <a:pt x="2557" y="10527"/>
                    <a:pt x="1279" y="9274"/>
                  </a:cubicBezTo>
                  <a:cubicBezTo>
                    <a:pt x="1" y="8046"/>
                    <a:pt x="1279" y="3209"/>
                    <a:pt x="1279" y="3209"/>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6"/>
            <p:cNvSpPr/>
            <p:nvPr/>
          </p:nvSpPr>
          <p:spPr>
            <a:xfrm>
              <a:off x="2374200" y="3448650"/>
              <a:ext cx="461175" cy="498150"/>
            </a:xfrm>
            <a:custGeom>
              <a:avLst/>
              <a:gdLst/>
              <a:ahLst/>
              <a:cxnLst/>
              <a:rect l="l" t="t" r="r" b="b"/>
              <a:pathLst>
                <a:path w="18447" h="19926" extrusionOk="0">
                  <a:moveTo>
                    <a:pt x="1279" y="3209"/>
                  </a:moveTo>
                  <a:cubicBezTo>
                    <a:pt x="1279" y="3209"/>
                    <a:pt x="10577" y="1"/>
                    <a:pt x="14512" y="477"/>
                  </a:cubicBezTo>
                  <a:cubicBezTo>
                    <a:pt x="18447" y="953"/>
                    <a:pt x="17570" y="17971"/>
                    <a:pt x="17570" y="17971"/>
                  </a:cubicBezTo>
                  <a:cubicBezTo>
                    <a:pt x="17244" y="18622"/>
                    <a:pt x="14687" y="19926"/>
                    <a:pt x="13409" y="17971"/>
                  </a:cubicBezTo>
                  <a:cubicBezTo>
                    <a:pt x="12532" y="13259"/>
                    <a:pt x="11103" y="8046"/>
                    <a:pt x="11103" y="8046"/>
                  </a:cubicBezTo>
                  <a:cubicBezTo>
                    <a:pt x="11103" y="8046"/>
                    <a:pt x="2557" y="10527"/>
                    <a:pt x="1279" y="9274"/>
                  </a:cubicBezTo>
                  <a:cubicBezTo>
                    <a:pt x="1" y="8046"/>
                    <a:pt x="1279" y="3209"/>
                    <a:pt x="1279" y="3209"/>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6"/>
            <p:cNvSpPr/>
            <p:nvPr/>
          </p:nvSpPr>
          <p:spPr>
            <a:xfrm>
              <a:off x="2414925" y="3648525"/>
              <a:ext cx="395400" cy="302675"/>
            </a:xfrm>
            <a:custGeom>
              <a:avLst/>
              <a:gdLst/>
              <a:ahLst/>
              <a:cxnLst/>
              <a:rect l="l" t="t" r="r" b="b"/>
              <a:pathLst>
                <a:path w="15816" h="12107" extrusionOk="0">
                  <a:moveTo>
                    <a:pt x="14838" y="4713"/>
                  </a:moveTo>
                  <a:cubicBezTo>
                    <a:pt x="14011" y="5490"/>
                    <a:pt x="4136" y="10953"/>
                    <a:pt x="2281" y="11981"/>
                  </a:cubicBezTo>
                  <a:cubicBezTo>
                    <a:pt x="2056" y="12106"/>
                    <a:pt x="1780" y="12106"/>
                    <a:pt x="1555" y="11981"/>
                  </a:cubicBezTo>
                  <a:cubicBezTo>
                    <a:pt x="1555" y="11981"/>
                    <a:pt x="1555" y="11981"/>
                    <a:pt x="1555" y="11981"/>
                  </a:cubicBezTo>
                  <a:lnTo>
                    <a:pt x="1555" y="11981"/>
                  </a:lnTo>
                  <a:cubicBezTo>
                    <a:pt x="527" y="11304"/>
                    <a:pt x="1" y="8998"/>
                    <a:pt x="1981" y="7520"/>
                  </a:cubicBezTo>
                  <a:cubicBezTo>
                    <a:pt x="2582" y="7068"/>
                    <a:pt x="13109" y="1"/>
                    <a:pt x="14788" y="477"/>
                  </a:cubicBezTo>
                  <a:lnTo>
                    <a:pt x="14788" y="477"/>
                  </a:lnTo>
                  <a:cubicBezTo>
                    <a:pt x="14813" y="477"/>
                    <a:pt x="14838" y="502"/>
                    <a:pt x="14838" y="502"/>
                  </a:cubicBezTo>
                  <a:cubicBezTo>
                    <a:pt x="14888" y="527"/>
                    <a:pt x="14963" y="552"/>
                    <a:pt x="14988" y="602"/>
                  </a:cubicBezTo>
                  <a:cubicBezTo>
                    <a:pt x="15815" y="1254"/>
                    <a:pt x="15715" y="3911"/>
                    <a:pt x="14838" y="471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6"/>
            <p:cNvSpPr/>
            <p:nvPr/>
          </p:nvSpPr>
          <p:spPr>
            <a:xfrm>
              <a:off x="2118550" y="3471850"/>
              <a:ext cx="666075" cy="476200"/>
            </a:xfrm>
            <a:custGeom>
              <a:avLst/>
              <a:gdLst/>
              <a:ahLst/>
              <a:cxnLst/>
              <a:rect l="l" t="t" r="r" b="b"/>
              <a:pathLst>
                <a:path w="26643" h="19048" extrusionOk="0">
                  <a:moveTo>
                    <a:pt x="26643" y="7544"/>
                  </a:moveTo>
                  <a:cubicBezTo>
                    <a:pt x="24964" y="7068"/>
                    <a:pt x="14437" y="14135"/>
                    <a:pt x="13836" y="14587"/>
                  </a:cubicBezTo>
                  <a:cubicBezTo>
                    <a:pt x="11856" y="16065"/>
                    <a:pt x="12382" y="18371"/>
                    <a:pt x="13410" y="19048"/>
                  </a:cubicBezTo>
                  <a:lnTo>
                    <a:pt x="1705" y="12256"/>
                  </a:lnTo>
                  <a:lnTo>
                    <a:pt x="1304" y="12030"/>
                  </a:lnTo>
                  <a:lnTo>
                    <a:pt x="1279" y="12005"/>
                  </a:lnTo>
                  <a:cubicBezTo>
                    <a:pt x="377" y="11228"/>
                    <a:pt x="1" y="9073"/>
                    <a:pt x="1881" y="7669"/>
                  </a:cubicBezTo>
                  <a:cubicBezTo>
                    <a:pt x="2482" y="7243"/>
                    <a:pt x="13259" y="0"/>
                    <a:pt x="14738" y="677"/>
                  </a:cubicBezTo>
                  <a:lnTo>
                    <a:pt x="14838" y="727"/>
                  </a:ln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6"/>
            <p:cNvSpPr/>
            <p:nvPr/>
          </p:nvSpPr>
          <p:spPr>
            <a:xfrm>
              <a:off x="3013300" y="1935500"/>
              <a:ext cx="424850" cy="735600"/>
            </a:xfrm>
            <a:custGeom>
              <a:avLst/>
              <a:gdLst/>
              <a:ahLst/>
              <a:cxnLst/>
              <a:rect l="l" t="t" r="r" b="b"/>
              <a:pathLst>
                <a:path w="16994" h="29424" extrusionOk="0">
                  <a:moveTo>
                    <a:pt x="16818" y="20902"/>
                  </a:moveTo>
                  <a:cubicBezTo>
                    <a:pt x="16492" y="18396"/>
                    <a:pt x="15339" y="3308"/>
                    <a:pt x="13134" y="1604"/>
                  </a:cubicBezTo>
                  <a:cubicBezTo>
                    <a:pt x="13134" y="1604"/>
                    <a:pt x="11630" y="0"/>
                    <a:pt x="10953" y="677"/>
                  </a:cubicBezTo>
                  <a:lnTo>
                    <a:pt x="1" y="7018"/>
                  </a:lnTo>
                  <a:lnTo>
                    <a:pt x="502" y="13835"/>
                  </a:lnTo>
                  <a:lnTo>
                    <a:pt x="5264" y="29424"/>
                  </a:lnTo>
                  <a:lnTo>
                    <a:pt x="15890" y="23309"/>
                  </a:lnTo>
                  <a:cubicBezTo>
                    <a:pt x="16567" y="23108"/>
                    <a:pt x="16993" y="22206"/>
                    <a:pt x="16818" y="20902"/>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6"/>
            <p:cNvSpPr/>
            <p:nvPr/>
          </p:nvSpPr>
          <p:spPr>
            <a:xfrm>
              <a:off x="3001400" y="2069575"/>
              <a:ext cx="162925" cy="636625"/>
            </a:xfrm>
            <a:custGeom>
              <a:avLst/>
              <a:gdLst/>
              <a:ahLst/>
              <a:cxnLst/>
              <a:rect l="l" t="t" r="r" b="b"/>
              <a:pathLst>
                <a:path w="6517" h="25465" extrusionOk="0">
                  <a:moveTo>
                    <a:pt x="2507" y="2657"/>
                  </a:moveTo>
                  <a:cubicBezTo>
                    <a:pt x="4712" y="4387"/>
                    <a:pt x="5865" y="19474"/>
                    <a:pt x="6191" y="21956"/>
                  </a:cubicBezTo>
                  <a:cubicBezTo>
                    <a:pt x="6517" y="24462"/>
                    <a:pt x="4712" y="25464"/>
                    <a:pt x="3083" y="22933"/>
                  </a:cubicBezTo>
                  <a:cubicBezTo>
                    <a:pt x="1479" y="20377"/>
                    <a:pt x="0" y="6016"/>
                    <a:pt x="0" y="3008"/>
                  </a:cubicBezTo>
                  <a:cubicBezTo>
                    <a:pt x="0" y="1"/>
                    <a:pt x="2507" y="2657"/>
                    <a:pt x="2507" y="2657"/>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6"/>
            <p:cNvSpPr/>
            <p:nvPr/>
          </p:nvSpPr>
          <p:spPr>
            <a:xfrm>
              <a:off x="3183725" y="1925475"/>
              <a:ext cx="426100" cy="767575"/>
            </a:xfrm>
            <a:custGeom>
              <a:avLst/>
              <a:gdLst/>
              <a:ahLst/>
              <a:cxnLst/>
              <a:rect l="l" t="t" r="r" b="b"/>
              <a:pathLst>
                <a:path w="17044" h="30703" extrusionOk="0">
                  <a:moveTo>
                    <a:pt x="13008" y="150"/>
                  </a:moveTo>
                  <a:cubicBezTo>
                    <a:pt x="9926" y="0"/>
                    <a:pt x="4713" y="3609"/>
                    <a:pt x="2357" y="6592"/>
                  </a:cubicBezTo>
                  <a:cubicBezTo>
                    <a:pt x="1" y="9574"/>
                    <a:pt x="1454" y="12807"/>
                    <a:pt x="2256" y="15990"/>
                  </a:cubicBezTo>
                  <a:cubicBezTo>
                    <a:pt x="3058" y="19173"/>
                    <a:pt x="1830" y="27143"/>
                    <a:pt x="1830" y="27920"/>
                  </a:cubicBezTo>
                  <a:cubicBezTo>
                    <a:pt x="5439" y="30351"/>
                    <a:pt x="14186" y="30702"/>
                    <a:pt x="15189" y="27118"/>
                  </a:cubicBezTo>
                  <a:cubicBezTo>
                    <a:pt x="15615" y="23208"/>
                    <a:pt x="12758" y="19073"/>
                    <a:pt x="12733" y="16792"/>
                  </a:cubicBezTo>
                  <a:cubicBezTo>
                    <a:pt x="12883" y="11880"/>
                    <a:pt x="17043" y="1629"/>
                    <a:pt x="13008" y="15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6"/>
            <p:cNvSpPr/>
            <p:nvPr/>
          </p:nvSpPr>
          <p:spPr>
            <a:xfrm>
              <a:off x="3434350" y="1928600"/>
              <a:ext cx="115950" cy="770700"/>
            </a:xfrm>
            <a:custGeom>
              <a:avLst/>
              <a:gdLst/>
              <a:ahLst/>
              <a:cxnLst/>
              <a:rect l="l" t="t" r="r" b="b"/>
              <a:pathLst>
                <a:path w="4638" h="30828" extrusionOk="0">
                  <a:moveTo>
                    <a:pt x="302" y="727"/>
                  </a:moveTo>
                  <a:cubicBezTo>
                    <a:pt x="1881" y="7670"/>
                    <a:pt x="1379" y="15163"/>
                    <a:pt x="1028" y="18096"/>
                  </a:cubicBezTo>
                  <a:cubicBezTo>
                    <a:pt x="678" y="21053"/>
                    <a:pt x="602" y="30828"/>
                    <a:pt x="602" y="30828"/>
                  </a:cubicBezTo>
                  <a:cubicBezTo>
                    <a:pt x="2983" y="29625"/>
                    <a:pt x="4111" y="27419"/>
                    <a:pt x="4161" y="26417"/>
                  </a:cubicBezTo>
                  <a:cubicBezTo>
                    <a:pt x="4211" y="25414"/>
                    <a:pt x="3309" y="16918"/>
                    <a:pt x="3359" y="16241"/>
                  </a:cubicBezTo>
                  <a:cubicBezTo>
                    <a:pt x="3434" y="15539"/>
                    <a:pt x="4637" y="8998"/>
                    <a:pt x="4512" y="5439"/>
                  </a:cubicBezTo>
                  <a:cubicBezTo>
                    <a:pt x="4387" y="1905"/>
                    <a:pt x="3059" y="1354"/>
                    <a:pt x="3059" y="1354"/>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6"/>
            <p:cNvSpPr/>
            <p:nvPr/>
          </p:nvSpPr>
          <p:spPr>
            <a:xfrm>
              <a:off x="3448150" y="1990625"/>
              <a:ext cx="10675" cy="21325"/>
            </a:xfrm>
            <a:custGeom>
              <a:avLst/>
              <a:gdLst/>
              <a:ahLst/>
              <a:cxnLst/>
              <a:rect l="l" t="t" r="r" b="b"/>
              <a:pathLst>
                <a:path w="427" h="853" extrusionOk="0">
                  <a:moveTo>
                    <a:pt x="0" y="1"/>
                  </a:moveTo>
                  <a:lnTo>
                    <a:pt x="426" y="176"/>
                  </a:lnTo>
                  <a:cubicBezTo>
                    <a:pt x="376" y="377"/>
                    <a:pt x="351" y="602"/>
                    <a:pt x="326" y="853"/>
                  </a:cubicBezTo>
                  <a:cubicBezTo>
                    <a:pt x="326" y="803"/>
                    <a:pt x="301" y="753"/>
                    <a:pt x="301" y="72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6"/>
            <p:cNvSpPr/>
            <p:nvPr/>
          </p:nvSpPr>
          <p:spPr>
            <a:xfrm>
              <a:off x="3118575" y="1964950"/>
              <a:ext cx="271325" cy="741250"/>
            </a:xfrm>
            <a:custGeom>
              <a:avLst/>
              <a:gdLst/>
              <a:ahLst/>
              <a:cxnLst/>
              <a:rect l="l" t="t" r="r" b="b"/>
              <a:pathLst>
                <a:path w="10853" h="29650" extrusionOk="0">
                  <a:moveTo>
                    <a:pt x="8471" y="0"/>
                  </a:moveTo>
                  <a:cubicBezTo>
                    <a:pt x="10852" y="5063"/>
                    <a:pt x="9700" y="9674"/>
                    <a:pt x="9599" y="13835"/>
                  </a:cubicBezTo>
                  <a:cubicBezTo>
                    <a:pt x="9499" y="17995"/>
                    <a:pt x="7344" y="29649"/>
                    <a:pt x="7344" y="29649"/>
                  </a:cubicBezTo>
                  <a:cubicBezTo>
                    <a:pt x="3208" y="28622"/>
                    <a:pt x="2707" y="25840"/>
                    <a:pt x="1905" y="24436"/>
                  </a:cubicBezTo>
                  <a:cubicBezTo>
                    <a:pt x="0" y="14712"/>
                    <a:pt x="2406" y="6842"/>
                    <a:pt x="4211" y="3910"/>
                  </a:cubicBezTo>
                  <a:cubicBezTo>
                    <a:pt x="5614" y="1629"/>
                    <a:pt x="8471" y="0"/>
                    <a:pt x="84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6"/>
            <p:cNvSpPr/>
            <p:nvPr/>
          </p:nvSpPr>
          <p:spPr>
            <a:xfrm>
              <a:off x="3169950" y="2101525"/>
              <a:ext cx="187375" cy="401650"/>
            </a:xfrm>
            <a:custGeom>
              <a:avLst/>
              <a:gdLst/>
              <a:ahLst/>
              <a:cxnLst/>
              <a:rect l="l" t="t" r="r" b="b"/>
              <a:pathLst>
                <a:path w="7495" h="16066" extrusionOk="0">
                  <a:moveTo>
                    <a:pt x="3835" y="953"/>
                  </a:moveTo>
                  <a:cubicBezTo>
                    <a:pt x="0" y="1"/>
                    <a:pt x="1930" y="9023"/>
                    <a:pt x="3810" y="12607"/>
                  </a:cubicBezTo>
                  <a:cubicBezTo>
                    <a:pt x="4762" y="14437"/>
                    <a:pt x="5514" y="15490"/>
                    <a:pt x="6667" y="16066"/>
                  </a:cubicBezTo>
                  <a:cubicBezTo>
                    <a:pt x="7043" y="13610"/>
                    <a:pt x="7369" y="11129"/>
                    <a:pt x="7494" y="9374"/>
                  </a:cubicBezTo>
                  <a:cubicBezTo>
                    <a:pt x="6517" y="6116"/>
                    <a:pt x="5790" y="1931"/>
                    <a:pt x="3835" y="953"/>
                  </a:cubicBezTo>
                  <a:close/>
                </a:path>
              </a:pathLst>
            </a:custGeom>
            <a:solidFill>
              <a:srgbClr val="EABD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6"/>
            <p:cNvSpPr/>
            <p:nvPr/>
          </p:nvSpPr>
          <p:spPr>
            <a:xfrm>
              <a:off x="2871075" y="2908550"/>
              <a:ext cx="72075" cy="51400"/>
            </a:xfrm>
            <a:custGeom>
              <a:avLst/>
              <a:gdLst/>
              <a:ahLst/>
              <a:cxnLst/>
              <a:rect l="l" t="t" r="r" b="b"/>
              <a:pathLst>
                <a:path w="2883" h="2056" extrusionOk="0">
                  <a:moveTo>
                    <a:pt x="2156" y="1"/>
                  </a:moveTo>
                  <a:lnTo>
                    <a:pt x="0" y="1529"/>
                  </a:lnTo>
                  <a:lnTo>
                    <a:pt x="276" y="2056"/>
                  </a:lnTo>
                  <a:lnTo>
                    <a:pt x="2582" y="477"/>
                  </a:lnTo>
                  <a:lnTo>
                    <a:pt x="2883" y="1"/>
                  </a:ln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6"/>
            <p:cNvSpPr/>
            <p:nvPr/>
          </p:nvSpPr>
          <p:spPr>
            <a:xfrm>
              <a:off x="2366050" y="2247525"/>
              <a:ext cx="424850" cy="735625"/>
            </a:xfrm>
            <a:custGeom>
              <a:avLst/>
              <a:gdLst/>
              <a:ahLst/>
              <a:cxnLst/>
              <a:rect l="l" t="t" r="r" b="b"/>
              <a:pathLst>
                <a:path w="16994" h="29425" extrusionOk="0">
                  <a:moveTo>
                    <a:pt x="16818" y="20903"/>
                  </a:moveTo>
                  <a:cubicBezTo>
                    <a:pt x="16517" y="18396"/>
                    <a:pt x="15339" y="3309"/>
                    <a:pt x="13134" y="1604"/>
                  </a:cubicBezTo>
                  <a:cubicBezTo>
                    <a:pt x="13134" y="1604"/>
                    <a:pt x="11655" y="0"/>
                    <a:pt x="10978" y="677"/>
                  </a:cubicBezTo>
                  <a:lnTo>
                    <a:pt x="1" y="6993"/>
                  </a:lnTo>
                  <a:lnTo>
                    <a:pt x="502" y="13835"/>
                  </a:lnTo>
                  <a:lnTo>
                    <a:pt x="5264" y="29424"/>
                  </a:lnTo>
                  <a:lnTo>
                    <a:pt x="15916" y="23284"/>
                  </a:lnTo>
                  <a:cubicBezTo>
                    <a:pt x="16567" y="23108"/>
                    <a:pt x="16993" y="22206"/>
                    <a:pt x="16818" y="20903"/>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6"/>
            <p:cNvSpPr/>
            <p:nvPr/>
          </p:nvSpPr>
          <p:spPr>
            <a:xfrm>
              <a:off x="2354775" y="2381600"/>
              <a:ext cx="162300" cy="636625"/>
            </a:xfrm>
            <a:custGeom>
              <a:avLst/>
              <a:gdLst/>
              <a:ahLst/>
              <a:cxnLst/>
              <a:rect l="l" t="t" r="r" b="b"/>
              <a:pathLst>
                <a:path w="6492" h="25465" extrusionOk="0">
                  <a:moveTo>
                    <a:pt x="2482" y="2657"/>
                  </a:moveTo>
                  <a:cubicBezTo>
                    <a:pt x="4687" y="4387"/>
                    <a:pt x="5865" y="19475"/>
                    <a:pt x="6166" y="21956"/>
                  </a:cubicBezTo>
                  <a:cubicBezTo>
                    <a:pt x="6492" y="24462"/>
                    <a:pt x="4712" y="25465"/>
                    <a:pt x="3083" y="22908"/>
                  </a:cubicBezTo>
                  <a:cubicBezTo>
                    <a:pt x="1454" y="20377"/>
                    <a:pt x="1" y="5991"/>
                    <a:pt x="1" y="3008"/>
                  </a:cubicBezTo>
                  <a:cubicBezTo>
                    <a:pt x="1" y="1"/>
                    <a:pt x="2482" y="2657"/>
                    <a:pt x="2482" y="2657"/>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6"/>
            <p:cNvSpPr/>
            <p:nvPr/>
          </p:nvSpPr>
          <p:spPr>
            <a:xfrm>
              <a:off x="4326600" y="1505025"/>
              <a:ext cx="234350" cy="410450"/>
            </a:xfrm>
            <a:custGeom>
              <a:avLst/>
              <a:gdLst/>
              <a:ahLst/>
              <a:cxnLst/>
              <a:rect l="l" t="t" r="r" b="b"/>
              <a:pathLst>
                <a:path w="9374" h="16418" extrusionOk="0">
                  <a:moveTo>
                    <a:pt x="7243" y="1"/>
                  </a:moveTo>
                  <a:cubicBezTo>
                    <a:pt x="4687" y="1254"/>
                    <a:pt x="0" y="11580"/>
                    <a:pt x="777" y="14011"/>
                  </a:cubicBezTo>
                  <a:cubicBezTo>
                    <a:pt x="1579" y="16417"/>
                    <a:pt x="3760" y="15089"/>
                    <a:pt x="5238" y="12958"/>
                  </a:cubicBezTo>
                  <a:cubicBezTo>
                    <a:pt x="7294" y="10026"/>
                    <a:pt x="9374" y="3660"/>
                    <a:pt x="9098" y="2056"/>
                  </a:cubicBezTo>
                  <a:cubicBezTo>
                    <a:pt x="8847" y="477"/>
                    <a:pt x="7243" y="1"/>
                    <a:pt x="7243" y="1"/>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6"/>
            <p:cNvSpPr/>
            <p:nvPr/>
          </p:nvSpPr>
          <p:spPr>
            <a:xfrm>
              <a:off x="4371700" y="2843400"/>
              <a:ext cx="218700" cy="161675"/>
            </a:xfrm>
            <a:custGeom>
              <a:avLst/>
              <a:gdLst/>
              <a:ahLst/>
              <a:cxnLst/>
              <a:rect l="l" t="t" r="r" b="b"/>
              <a:pathLst>
                <a:path w="8748" h="6467" extrusionOk="0">
                  <a:moveTo>
                    <a:pt x="6066" y="0"/>
                  </a:moveTo>
                  <a:cubicBezTo>
                    <a:pt x="6066" y="0"/>
                    <a:pt x="2106" y="4612"/>
                    <a:pt x="1053" y="4912"/>
                  </a:cubicBezTo>
                  <a:cubicBezTo>
                    <a:pt x="1" y="5238"/>
                    <a:pt x="953" y="6316"/>
                    <a:pt x="1755" y="6391"/>
                  </a:cubicBezTo>
                  <a:cubicBezTo>
                    <a:pt x="2557" y="6466"/>
                    <a:pt x="5139" y="6366"/>
                    <a:pt x="5891" y="5639"/>
                  </a:cubicBezTo>
                  <a:cubicBezTo>
                    <a:pt x="6642" y="4887"/>
                    <a:pt x="8748" y="4110"/>
                    <a:pt x="8748" y="4110"/>
                  </a:cubicBezTo>
                  <a:cubicBezTo>
                    <a:pt x="8748" y="1704"/>
                    <a:pt x="8171" y="201"/>
                    <a:pt x="8171" y="20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6"/>
            <p:cNvSpPr/>
            <p:nvPr/>
          </p:nvSpPr>
          <p:spPr>
            <a:xfrm>
              <a:off x="4475725" y="1993125"/>
              <a:ext cx="189875" cy="885375"/>
            </a:xfrm>
            <a:custGeom>
              <a:avLst/>
              <a:gdLst/>
              <a:ahLst/>
              <a:cxnLst/>
              <a:rect l="l" t="t" r="r" b="b"/>
              <a:pathLst>
                <a:path w="7595" h="35415" extrusionOk="0">
                  <a:moveTo>
                    <a:pt x="501" y="1404"/>
                  </a:moveTo>
                  <a:cubicBezTo>
                    <a:pt x="501" y="1404"/>
                    <a:pt x="0" y="11630"/>
                    <a:pt x="176" y="14963"/>
                  </a:cubicBezTo>
                  <a:cubicBezTo>
                    <a:pt x="376" y="18322"/>
                    <a:pt x="1178" y="34938"/>
                    <a:pt x="1178" y="34938"/>
                  </a:cubicBezTo>
                  <a:cubicBezTo>
                    <a:pt x="3359" y="35415"/>
                    <a:pt x="4737" y="34938"/>
                    <a:pt x="4737" y="34938"/>
                  </a:cubicBezTo>
                  <a:cubicBezTo>
                    <a:pt x="5439" y="22207"/>
                    <a:pt x="5414" y="18522"/>
                    <a:pt x="5614" y="16643"/>
                  </a:cubicBezTo>
                  <a:cubicBezTo>
                    <a:pt x="5815" y="14738"/>
                    <a:pt x="6065" y="9249"/>
                    <a:pt x="6065" y="9249"/>
                  </a:cubicBezTo>
                  <a:cubicBezTo>
                    <a:pt x="7594" y="6091"/>
                    <a:pt x="6015" y="1981"/>
                    <a:pt x="5263" y="1003"/>
                  </a:cubicBezTo>
                  <a:cubicBezTo>
                    <a:pt x="4512" y="1"/>
                    <a:pt x="501" y="1404"/>
                    <a:pt x="501" y="1404"/>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6"/>
            <p:cNvSpPr/>
            <p:nvPr/>
          </p:nvSpPr>
          <p:spPr>
            <a:xfrm>
              <a:off x="4655550" y="2927975"/>
              <a:ext cx="123450" cy="216200"/>
            </a:xfrm>
            <a:custGeom>
              <a:avLst/>
              <a:gdLst/>
              <a:ahLst/>
              <a:cxnLst/>
              <a:rect l="l" t="t" r="r" b="b"/>
              <a:pathLst>
                <a:path w="4938" h="8648" extrusionOk="0">
                  <a:moveTo>
                    <a:pt x="1153" y="1003"/>
                  </a:moveTo>
                  <a:cubicBezTo>
                    <a:pt x="1028" y="2858"/>
                    <a:pt x="351" y="5063"/>
                    <a:pt x="176" y="6166"/>
                  </a:cubicBezTo>
                  <a:cubicBezTo>
                    <a:pt x="0" y="7294"/>
                    <a:pt x="401" y="7920"/>
                    <a:pt x="677" y="8296"/>
                  </a:cubicBezTo>
                  <a:cubicBezTo>
                    <a:pt x="928" y="8647"/>
                    <a:pt x="4085" y="7595"/>
                    <a:pt x="4512" y="6392"/>
                  </a:cubicBezTo>
                  <a:cubicBezTo>
                    <a:pt x="4938" y="5164"/>
                    <a:pt x="4060" y="4111"/>
                    <a:pt x="3985" y="1830"/>
                  </a:cubicBezTo>
                  <a:cubicBezTo>
                    <a:pt x="2983" y="1"/>
                    <a:pt x="1153" y="1003"/>
                    <a:pt x="1153" y="100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6"/>
            <p:cNvSpPr/>
            <p:nvPr/>
          </p:nvSpPr>
          <p:spPr>
            <a:xfrm>
              <a:off x="4570325" y="2000650"/>
              <a:ext cx="216200" cy="997525"/>
            </a:xfrm>
            <a:custGeom>
              <a:avLst/>
              <a:gdLst/>
              <a:ahLst/>
              <a:cxnLst/>
              <a:rect l="l" t="t" r="r" b="b"/>
              <a:pathLst>
                <a:path w="8648" h="39901" extrusionOk="0">
                  <a:moveTo>
                    <a:pt x="1" y="1905"/>
                  </a:moveTo>
                  <a:cubicBezTo>
                    <a:pt x="1" y="1905"/>
                    <a:pt x="552" y="11204"/>
                    <a:pt x="1404" y="14286"/>
                  </a:cubicBezTo>
                  <a:cubicBezTo>
                    <a:pt x="2256" y="17394"/>
                    <a:pt x="3033" y="26467"/>
                    <a:pt x="3409" y="28046"/>
                  </a:cubicBezTo>
                  <a:cubicBezTo>
                    <a:pt x="3760" y="29625"/>
                    <a:pt x="4211" y="39424"/>
                    <a:pt x="4211" y="39424"/>
                  </a:cubicBezTo>
                  <a:cubicBezTo>
                    <a:pt x="6166" y="39901"/>
                    <a:pt x="7720" y="39424"/>
                    <a:pt x="7720" y="39424"/>
                  </a:cubicBezTo>
                  <a:cubicBezTo>
                    <a:pt x="7670" y="30251"/>
                    <a:pt x="7895" y="22808"/>
                    <a:pt x="7720" y="20301"/>
                  </a:cubicBezTo>
                  <a:cubicBezTo>
                    <a:pt x="7545" y="17795"/>
                    <a:pt x="7795" y="10352"/>
                    <a:pt x="7795" y="10352"/>
                  </a:cubicBezTo>
                  <a:cubicBezTo>
                    <a:pt x="8597" y="6868"/>
                    <a:pt x="8647" y="6442"/>
                    <a:pt x="7795" y="4136"/>
                  </a:cubicBezTo>
                  <a:cubicBezTo>
                    <a:pt x="6918" y="1830"/>
                    <a:pt x="3234" y="1"/>
                    <a:pt x="1" y="1905"/>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6"/>
            <p:cNvSpPr/>
            <p:nvPr/>
          </p:nvSpPr>
          <p:spPr>
            <a:xfrm>
              <a:off x="4431225" y="1493750"/>
              <a:ext cx="439875" cy="712450"/>
            </a:xfrm>
            <a:custGeom>
              <a:avLst/>
              <a:gdLst/>
              <a:ahLst/>
              <a:cxnLst/>
              <a:rect l="l" t="t" r="r" b="b"/>
              <a:pathLst>
                <a:path w="17595" h="28498" extrusionOk="0">
                  <a:moveTo>
                    <a:pt x="3785" y="126"/>
                  </a:moveTo>
                  <a:cubicBezTo>
                    <a:pt x="6642" y="1"/>
                    <a:pt x="13234" y="1480"/>
                    <a:pt x="15414" y="4262"/>
                  </a:cubicBezTo>
                  <a:cubicBezTo>
                    <a:pt x="17595" y="7018"/>
                    <a:pt x="14437" y="11931"/>
                    <a:pt x="13660" y="14888"/>
                  </a:cubicBezTo>
                  <a:cubicBezTo>
                    <a:pt x="12908" y="17846"/>
                    <a:pt x="14011" y="25264"/>
                    <a:pt x="14011" y="25966"/>
                  </a:cubicBezTo>
                  <a:cubicBezTo>
                    <a:pt x="10652" y="28196"/>
                    <a:pt x="2507" y="28497"/>
                    <a:pt x="1605" y="25139"/>
                  </a:cubicBezTo>
                  <a:cubicBezTo>
                    <a:pt x="1229" y="21530"/>
                    <a:pt x="2056" y="17194"/>
                    <a:pt x="2106" y="15089"/>
                  </a:cubicBezTo>
                  <a:cubicBezTo>
                    <a:pt x="1981" y="10527"/>
                    <a:pt x="1" y="1480"/>
                    <a:pt x="3785" y="12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6"/>
            <p:cNvSpPr/>
            <p:nvPr/>
          </p:nvSpPr>
          <p:spPr>
            <a:xfrm>
              <a:off x="4456925" y="1496900"/>
              <a:ext cx="137250" cy="716175"/>
            </a:xfrm>
            <a:custGeom>
              <a:avLst/>
              <a:gdLst/>
              <a:ahLst/>
              <a:cxnLst/>
              <a:rect l="l" t="t" r="r" b="b"/>
              <a:pathLst>
                <a:path w="5490" h="28647" extrusionOk="0">
                  <a:moveTo>
                    <a:pt x="5188" y="677"/>
                  </a:moveTo>
                  <a:cubicBezTo>
                    <a:pt x="3359" y="7118"/>
                    <a:pt x="2933" y="14336"/>
                    <a:pt x="3108" y="17068"/>
                  </a:cubicBezTo>
                  <a:cubicBezTo>
                    <a:pt x="3284" y="19825"/>
                    <a:pt x="3359" y="28647"/>
                    <a:pt x="3359" y="28647"/>
                  </a:cubicBezTo>
                  <a:cubicBezTo>
                    <a:pt x="1228" y="27519"/>
                    <a:pt x="301" y="25464"/>
                    <a:pt x="301" y="24537"/>
                  </a:cubicBezTo>
                  <a:cubicBezTo>
                    <a:pt x="301" y="23584"/>
                    <a:pt x="1103" y="15589"/>
                    <a:pt x="1078" y="14963"/>
                  </a:cubicBezTo>
                  <a:cubicBezTo>
                    <a:pt x="1053" y="14311"/>
                    <a:pt x="0" y="6968"/>
                    <a:pt x="301" y="3684"/>
                  </a:cubicBezTo>
                  <a:cubicBezTo>
                    <a:pt x="602" y="376"/>
                    <a:pt x="2757" y="0"/>
                    <a:pt x="2757" y="0"/>
                  </a:cubicBezTo>
                  <a:lnTo>
                    <a:pt x="5489" y="0"/>
                  </a:ln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6"/>
            <p:cNvSpPr/>
            <p:nvPr/>
          </p:nvSpPr>
          <p:spPr>
            <a:xfrm>
              <a:off x="4511425" y="1319575"/>
              <a:ext cx="31350" cy="81475"/>
            </a:xfrm>
            <a:custGeom>
              <a:avLst/>
              <a:gdLst/>
              <a:ahLst/>
              <a:cxnLst/>
              <a:rect l="l" t="t" r="r" b="b"/>
              <a:pathLst>
                <a:path w="1254" h="3259" extrusionOk="0">
                  <a:moveTo>
                    <a:pt x="1254" y="0"/>
                  </a:moveTo>
                  <a:cubicBezTo>
                    <a:pt x="1" y="401"/>
                    <a:pt x="1254" y="3259"/>
                    <a:pt x="1254" y="3259"/>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6"/>
            <p:cNvSpPr/>
            <p:nvPr/>
          </p:nvSpPr>
          <p:spPr>
            <a:xfrm>
              <a:off x="4528975" y="1261925"/>
              <a:ext cx="195525" cy="279475"/>
            </a:xfrm>
            <a:custGeom>
              <a:avLst/>
              <a:gdLst/>
              <a:ahLst/>
              <a:cxnLst/>
              <a:rect l="l" t="t" r="r" b="b"/>
              <a:pathLst>
                <a:path w="7821" h="11179" extrusionOk="0">
                  <a:moveTo>
                    <a:pt x="477" y="2682"/>
                  </a:moveTo>
                  <a:cubicBezTo>
                    <a:pt x="477" y="2682"/>
                    <a:pt x="1" y="4362"/>
                    <a:pt x="201" y="5640"/>
                  </a:cubicBezTo>
                  <a:cubicBezTo>
                    <a:pt x="377" y="6943"/>
                    <a:pt x="477" y="9524"/>
                    <a:pt x="1630" y="10352"/>
                  </a:cubicBezTo>
                  <a:cubicBezTo>
                    <a:pt x="2783" y="11179"/>
                    <a:pt x="4437" y="10226"/>
                    <a:pt x="5514" y="9299"/>
                  </a:cubicBezTo>
                  <a:cubicBezTo>
                    <a:pt x="6617" y="8372"/>
                    <a:pt x="7770" y="6667"/>
                    <a:pt x="7795" y="4587"/>
                  </a:cubicBezTo>
                  <a:cubicBezTo>
                    <a:pt x="7820" y="2532"/>
                    <a:pt x="7018" y="1"/>
                    <a:pt x="4036" y="126"/>
                  </a:cubicBezTo>
                  <a:cubicBezTo>
                    <a:pt x="1053" y="251"/>
                    <a:pt x="477" y="2682"/>
                    <a:pt x="477" y="268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6"/>
            <p:cNvSpPr/>
            <p:nvPr/>
          </p:nvSpPr>
          <p:spPr>
            <a:xfrm>
              <a:off x="4577850" y="1448650"/>
              <a:ext cx="120950" cy="176725"/>
            </a:xfrm>
            <a:custGeom>
              <a:avLst/>
              <a:gdLst/>
              <a:ahLst/>
              <a:cxnLst/>
              <a:rect l="l" t="t" r="r" b="b"/>
              <a:pathLst>
                <a:path w="4838" h="7069" extrusionOk="0">
                  <a:moveTo>
                    <a:pt x="4311" y="0"/>
                  </a:moveTo>
                  <a:cubicBezTo>
                    <a:pt x="4311" y="0"/>
                    <a:pt x="4086" y="2657"/>
                    <a:pt x="4787" y="3634"/>
                  </a:cubicBezTo>
                  <a:cubicBezTo>
                    <a:pt x="4838" y="4286"/>
                    <a:pt x="2958" y="7068"/>
                    <a:pt x="1078" y="6592"/>
                  </a:cubicBezTo>
                  <a:cubicBezTo>
                    <a:pt x="0" y="6316"/>
                    <a:pt x="126" y="5038"/>
                    <a:pt x="126" y="5038"/>
                  </a:cubicBezTo>
                  <a:cubicBezTo>
                    <a:pt x="251" y="4060"/>
                    <a:pt x="126" y="1730"/>
                    <a:pt x="126" y="173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6"/>
            <p:cNvSpPr/>
            <p:nvPr/>
          </p:nvSpPr>
          <p:spPr>
            <a:xfrm>
              <a:off x="4512050" y="1191125"/>
              <a:ext cx="273225" cy="273825"/>
            </a:xfrm>
            <a:custGeom>
              <a:avLst/>
              <a:gdLst/>
              <a:ahLst/>
              <a:cxnLst/>
              <a:rect l="l" t="t" r="r" b="b"/>
              <a:pathLst>
                <a:path w="10929" h="10953" extrusionOk="0">
                  <a:moveTo>
                    <a:pt x="427" y="3284"/>
                  </a:moveTo>
                  <a:cubicBezTo>
                    <a:pt x="1" y="4813"/>
                    <a:pt x="477" y="5364"/>
                    <a:pt x="1780" y="5815"/>
                  </a:cubicBezTo>
                  <a:cubicBezTo>
                    <a:pt x="3084" y="6241"/>
                    <a:pt x="6517" y="5239"/>
                    <a:pt x="6517" y="5239"/>
                  </a:cubicBezTo>
                  <a:cubicBezTo>
                    <a:pt x="6292" y="6893"/>
                    <a:pt x="6793" y="7745"/>
                    <a:pt x="6793" y="7745"/>
                  </a:cubicBezTo>
                  <a:cubicBezTo>
                    <a:pt x="7369" y="6141"/>
                    <a:pt x="7871" y="6943"/>
                    <a:pt x="7946" y="8246"/>
                  </a:cubicBezTo>
                  <a:cubicBezTo>
                    <a:pt x="7996" y="9524"/>
                    <a:pt x="7269" y="9499"/>
                    <a:pt x="7269" y="9499"/>
                  </a:cubicBezTo>
                  <a:cubicBezTo>
                    <a:pt x="7319" y="10577"/>
                    <a:pt x="7670" y="10953"/>
                    <a:pt x="7670" y="10953"/>
                  </a:cubicBezTo>
                  <a:cubicBezTo>
                    <a:pt x="9049" y="10001"/>
                    <a:pt x="10928" y="3610"/>
                    <a:pt x="8447" y="3459"/>
                  </a:cubicBezTo>
                  <a:cubicBezTo>
                    <a:pt x="8397" y="1229"/>
                    <a:pt x="1329" y="1"/>
                    <a:pt x="427" y="3284"/>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6"/>
            <p:cNvSpPr/>
            <p:nvPr/>
          </p:nvSpPr>
          <p:spPr>
            <a:xfrm>
              <a:off x="4616075" y="1528850"/>
              <a:ext cx="237500" cy="697400"/>
            </a:xfrm>
            <a:custGeom>
              <a:avLst/>
              <a:gdLst/>
              <a:ahLst/>
              <a:cxnLst/>
              <a:rect l="l" t="t" r="r" b="b"/>
              <a:pathLst>
                <a:path w="9500" h="27896" extrusionOk="0">
                  <a:moveTo>
                    <a:pt x="3384" y="0"/>
                  </a:moveTo>
                  <a:cubicBezTo>
                    <a:pt x="1153" y="4687"/>
                    <a:pt x="0" y="8948"/>
                    <a:pt x="75" y="12807"/>
                  </a:cubicBezTo>
                  <a:cubicBezTo>
                    <a:pt x="151" y="16667"/>
                    <a:pt x="953" y="27895"/>
                    <a:pt x="953" y="27895"/>
                  </a:cubicBezTo>
                  <a:cubicBezTo>
                    <a:pt x="4787" y="26968"/>
                    <a:pt x="7419" y="25865"/>
                    <a:pt x="8146" y="24562"/>
                  </a:cubicBezTo>
                  <a:cubicBezTo>
                    <a:pt x="6517" y="20226"/>
                    <a:pt x="5915" y="17294"/>
                    <a:pt x="6241" y="16066"/>
                  </a:cubicBezTo>
                  <a:cubicBezTo>
                    <a:pt x="6592" y="14838"/>
                    <a:pt x="9499" y="5414"/>
                    <a:pt x="7970" y="2607"/>
                  </a:cubicBezTo>
                  <a:cubicBezTo>
                    <a:pt x="6542" y="1053"/>
                    <a:pt x="3384" y="0"/>
                    <a:pt x="3384" y="0"/>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6"/>
            <p:cNvSpPr/>
            <p:nvPr/>
          </p:nvSpPr>
          <p:spPr>
            <a:xfrm>
              <a:off x="4604800" y="1513175"/>
              <a:ext cx="95875" cy="134125"/>
            </a:xfrm>
            <a:custGeom>
              <a:avLst/>
              <a:gdLst/>
              <a:ahLst/>
              <a:cxnLst/>
              <a:rect l="l" t="t" r="r" b="b"/>
              <a:pathLst>
                <a:path w="3835" h="5365" extrusionOk="0">
                  <a:moveTo>
                    <a:pt x="3334" y="1"/>
                  </a:moveTo>
                  <a:cubicBezTo>
                    <a:pt x="3334" y="101"/>
                    <a:pt x="3835" y="627"/>
                    <a:pt x="3835" y="627"/>
                  </a:cubicBezTo>
                  <a:cubicBezTo>
                    <a:pt x="3835" y="627"/>
                    <a:pt x="2857" y="2733"/>
                    <a:pt x="2506" y="3660"/>
                  </a:cubicBezTo>
                  <a:cubicBezTo>
                    <a:pt x="2181" y="4587"/>
                    <a:pt x="1253" y="5364"/>
                    <a:pt x="1253" y="5364"/>
                  </a:cubicBezTo>
                  <a:lnTo>
                    <a:pt x="0" y="4011"/>
                  </a:lnTo>
                  <a:cubicBezTo>
                    <a:pt x="1729" y="3109"/>
                    <a:pt x="3334" y="1"/>
                    <a:pt x="3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6"/>
            <p:cNvSpPr/>
            <p:nvPr/>
          </p:nvSpPr>
          <p:spPr>
            <a:xfrm>
              <a:off x="4561550" y="1526975"/>
              <a:ext cx="43275" cy="110300"/>
            </a:xfrm>
            <a:custGeom>
              <a:avLst/>
              <a:gdLst/>
              <a:ahLst/>
              <a:cxnLst/>
              <a:rect l="l" t="t" r="r" b="b"/>
              <a:pathLst>
                <a:path w="1731" h="4412" extrusionOk="0">
                  <a:moveTo>
                    <a:pt x="928" y="125"/>
                  </a:moveTo>
                  <a:cubicBezTo>
                    <a:pt x="1053" y="0"/>
                    <a:pt x="1329" y="2757"/>
                    <a:pt x="1730" y="3459"/>
                  </a:cubicBezTo>
                  <a:cubicBezTo>
                    <a:pt x="953" y="4211"/>
                    <a:pt x="477" y="4411"/>
                    <a:pt x="477" y="4411"/>
                  </a:cubicBezTo>
                  <a:cubicBezTo>
                    <a:pt x="477" y="4411"/>
                    <a:pt x="1" y="1303"/>
                    <a:pt x="928" y="12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6"/>
            <p:cNvSpPr/>
            <p:nvPr/>
          </p:nvSpPr>
          <p:spPr>
            <a:xfrm>
              <a:off x="4580975" y="1612175"/>
              <a:ext cx="50150" cy="51400"/>
            </a:xfrm>
            <a:custGeom>
              <a:avLst/>
              <a:gdLst/>
              <a:ahLst/>
              <a:cxnLst/>
              <a:rect l="l" t="t" r="r" b="b"/>
              <a:pathLst>
                <a:path w="2006" h="2056" extrusionOk="0">
                  <a:moveTo>
                    <a:pt x="1078" y="1"/>
                  </a:moveTo>
                  <a:lnTo>
                    <a:pt x="1" y="652"/>
                  </a:lnTo>
                  <a:cubicBezTo>
                    <a:pt x="251" y="1504"/>
                    <a:pt x="276" y="2056"/>
                    <a:pt x="276" y="2056"/>
                  </a:cubicBezTo>
                  <a:lnTo>
                    <a:pt x="1254" y="2056"/>
                  </a:lnTo>
                  <a:lnTo>
                    <a:pt x="2006" y="1003"/>
                  </a:ln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6"/>
            <p:cNvSpPr/>
            <p:nvPr/>
          </p:nvSpPr>
          <p:spPr>
            <a:xfrm>
              <a:off x="4550900" y="1653525"/>
              <a:ext cx="62700" cy="373475"/>
            </a:xfrm>
            <a:custGeom>
              <a:avLst/>
              <a:gdLst/>
              <a:ahLst/>
              <a:cxnLst/>
              <a:rect l="l" t="t" r="r" b="b"/>
              <a:pathLst>
                <a:path w="2508" h="14939" extrusionOk="0">
                  <a:moveTo>
                    <a:pt x="1479" y="402"/>
                  </a:moveTo>
                  <a:cubicBezTo>
                    <a:pt x="1" y="8071"/>
                    <a:pt x="151" y="12833"/>
                    <a:pt x="151" y="12833"/>
                  </a:cubicBezTo>
                  <a:lnTo>
                    <a:pt x="903" y="14938"/>
                  </a:lnTo>
                  <a:lnTo>
                    <a:pt x="2507" y="12582"/>
                  </a:lnTo>
                  <a:cubicBezTo>
                    <a:pt x="2507" y="12582"/>
                    <a:pt x="1329" y="3560"/>
                    <a:pt x="2457" y="402"/>
                  </a:cubicBezTo>
                  <a:cubicBezTo>
                    <a:pt x="1855" y="1"/>
                    <a:pt x="1479" y="402"/>
                    <a:pt x="1479" y="402"/>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6"/>
            <p:cNvSpPr/>
            <p:nvPr/>
          </p:nvSpPr>
          <p:spPr>
            <a:xfrm>
              <a:off x="2498900" y="2237500"/>
              <a:ext cx="464300" cy="767575"/>
            </a:xfrm>
            <a:custGeom>
              <a:avLst/>
              <a:gdLst/>
              <a:ahLst/>
              <a:cxnLst/>
              <a:rect l="l" t="t" r="r" b="b"/>
              <a:pathLst>
                <a:path w="18572" h="30703" extrusionOk="0">
                  <a:moveTo>
                    <a:pt x="14511" y="151"/>
                  </a:moveTo>
                  <a:cubicBezTo>
                    <a:pt x="11429" y="0"/>
                    <a:pt x="4737" y="2106"/>
                    <a:pt x="2356" y="5063"/>
                  </a:cubicBezTo>
                  <a:cubicBezTo>
                    <a:pt x="0" y="8046"/>
                    <a:pt x="2983" y="12782"/>
                    <a:pt x="3760" y="15990"/>
                  </a:cubicBezTo>
                  <a:cubicBezTo>
                    <a:pt x="4562" y="19173"/>
                    <a:pt x="3333" y="27143"/>
                    <a:pt x="3333" y="27920"/>
                  </a:cubicBezTo>
                  <a:cubicBezTo>
                    <a:pt x="6968" y="30351"/>
                    <a:pt x="15714" y="30702"/>
                    <a:pt x="16717" y="27093"/>
                  </a:cubicBezTo>
                  <a:cubicBezTo>
                    <a:pt x="17143" y="23183"/>
                    <a:pt x="14286" y="19073"/>
                    <a:pt x="14236" y="16792"/>
                  </a:cubicBezTo>
                  <a:cubicBezTo>
                    <a:pt x="14386" y="11855"/>
                    <a:pt x="18572" y="1629"/>
                    <a:pt x="14511" y="15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6"/>
            <p:cNvSpPr/>
            <p:nvPr/>
          </p:nvSpPr>
          <p:spPr>
            <a:xfrm>
              <a:off x="2787750" y="2240625"/>
              <a:ext cx="137850" cy="770700"/>
            </a:xfrm>
            <a:custGeom>
              <a:avLst/>
              <a:gdLst/>
              <a:ahLst/>
              <a:cxnLst/>
              <a:rect l="l" t="t" r="r" b="b"/>
              <a:pathLst>
                <a:path w="5514" h="30828" extrusionOk="0">
                  <a:moveTo>
                    <a:pt x="276" y="728"/>
                  </a:moveTo>
                  <a:cubicBezTo>
                    <a:pt x="1880" y="7670"/>
                    <a:pt x="1379" y="15164"/>
                    <a:pt x="1028" y="18096"/>
                  </a:cubicBezTo>
                  <a:cubicBezTo>
                    <a:pt x="652" y="21028"/>
                    <a:pt x="602" y="30828"/>
                    <a:pt x="602" y="30828"/>
                  </a:cubicBezTo>
                  <a:cubicBezTo>
                    <a:pt x="2957" y="29625"/>
                    <a:pt x="4085" y="27419"/>
                    <a:pt x="4135" y="26417"/>
                  </a:cubicBezTo>
                  <a:cubicBezTo>
                    <a:pt x="4211" y="25414"/>
                    <a:pt x="3283" y="16918"/>
                    <a:pt x="3358" y="16241"/>
                  </a:cubicBezTo>
                  <a:cubicBezTo>
                    <a:pt x="3409" y="15540"/>
                    <a:pt x="5514" y="7520"/>
                    <a:pt x="5389" y="3986"/>
                  </a:cubicBezTo>
                  <a:cubicBezTo>
                    <a:pt x="5263" y="427"/>
                    <a:pt x="2957" y="26"/>
                    <a:pt x="2957" y="26"/>
                  </a:cubicBez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6"/>
            <p:cNvSpPr/>
            <p:nvPr/>
          </p:nvSpPr>
          <p:spPr>
            <a:xfrm>
              <a:off x="2666175" y="1987500"/>
              <a:ext cx="206175" cy="302025"/>
            </a:xfrm>
            <a:custGeom>
              <a:avLst/>
              <a:gdLst/>
              <a:ahLst/>
              <a:cxnLst/>
              <a:rect l="l" t="t" r="r" b="b"/>
              <a:pathLst>
                <a:path w="8247" h="12081" extrusionOk="0">
                  <a:moveTo>
                    <a:pt x="7921" y="2933"/>
                  </a:moveTo>
                  <a:cubicBezTo>
                    <a:pt x="7921" y="2933"/>
                    <a:pt x="8171" y="4737"/>
                    <a:pt x="8221" y="6141"/>
                  </a:cubicBezTo>
                  <a:cubicBezTo>
                    <a:pt x="8247" y="8421"/>
                    <a:pt x="7871" y="10326"/>
                    <a:pt x="6617" y="11203"/>
                  </a:cubicBezTo>
                  <a:cubicBezTo>
                    <a:pt x="5389" y="12081"/>
                    <a:pt x="3109" y="11504"/>
                    <a:pt x="1931" y="10502"/>
                  </a:cubicBezTo>
                  <a:cubicBezTo>
                    <a:pt x="753" y="9499"/>
                    <a:pt x="26" y="7193"/>
                    <a:pt x="26" y="4963"/>
                  </a:cubicBezTo>
                  <a:cubicBezTo>
                    <a:pt x="1" y="2732"/>
                    <a:pt x="878" y="0"/>
                    <a:pt x="4111" y="176"/>
                  </a:cubicBezTo>
                  <a:cubicBezTo>
                    <a:pt x="7319" y="326"/>
                    <a:pt x="7921" y="2933"/>
                    <a:pt x="7921" y="293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p:nvPr/>
          </p:nvSpPr>
          <p:spPr>
            <a:xfrm>
              <a:off x="2674950" y="2188000"/>
              <a:ext cx="129725" cy="190500"/>
            </a:xfrm>
            <a:custGeom>
              <a:avLst/>
              <a:gdLst/>
              <a:ahLst/>
              <a:cxnLst/>
              <a:rect l="l" t="t" r="r" b="b"/>
              <a:pathLst>
                <a:path w="5189" h="7620" extrusionOk="0">
                  <a:moveTo>
                    <a:pt x="577" y="0"/>
                  </a:moveTo>
                  <a:cubicBezTo>
                    <a:pt x="577" y="0"/>
                    <a:pt x="828" y="2858"/>
                    <a:pt x="51" y="3910"/>
                  </a:cubicBezTo>
                  <a:cubicBezTo>
                    <a:pt x="1" y="4637"/>
                    <a:pt x="2006" y="7619"/>
                    <a:pt x="4011" y="7118"/>
                  </a:cubicBezTo>
                  <a:cubicBezTo>
                    <a:pt x="5189" y="6817"/>
                    <a:pt x="5063" y="5439"/>
                    <a:pt x="5063" y="5439"/>
                  </a:cubicBezTo>
                  <a:cubicBezTo>
                    <a:pt x="4938" y="4411"/>
                    <a:pt x="5089" y="1880"/>
                    <a:pt x="5089" y="188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6"/>
            <p:cNvSpPr/>
            <p:nvPr/>
          </p:nvSpPr>
          <p:spPr>
            <a:xfrm>
              <a:off x="2597250" y="1942375"/>
              <a:ext cx="285125" cy="307675"/>
            </a:xfrm>
            <a:custGeom>
              <a:avLst/>
              <a:gdLst/>
              <a:ahLst/>
              <a:cxnLst/>
              <a:rect l="l" t="t" r="r" b="b"/>
              <a:pathLst>
                <a:path w="11405" h="12307" extrusionOk="0">
                  <a:moveTo>
                    <a:pt x="10402" y="2482"/>
                  </a:moveTo>
                  <a:cubicBezTo>
                    <a:pt x="8623" y="1"/>
                    <a:pt x="2006" y="2031"/>
                    <a:pt x="2557" y="4387"/>
                  </a:cubicBezTo>
                  <a:cubicBezTo>
                    <a:pt x="1" y="5189"/>
                    <a:pt x="1655" y="11805"/>
                    <a:pt x="4688" y="12307"/>
                  </a:cubicBezTo>
                  <a:cubicBezTo>
                    <a:pt x="4688" y="12307"/>
                    <a:pt x="6091" y="10903"/>
                    <a:pt x="5991" y="10552"/>
                  </a:cubicBezTo>
                  <a:cubicBezTo>
                    <a:pt x="5690" y="10678"/>
                    <a:pt x="5314" y="10678"/>
                    <a:pt x="5139" y="9876"/>
                  </a:cubicBezTo>
                  <a:cubicBezTo>
                    <a:pt x="4838" y="8497"/>
                    <a:pt x="5690" y="7620"/>
                    <a:pt x="6718" y="9149"/>
                  </a:cubicBezTo>
                  <a:cubicBezTo>
                    <a:pt x="6718" y="9149"/>
                    <a:pt x="6868" y="7946"/>
                    <a:pt x="6191" y="6292"/>
                  </a:cubicBezTo>
                  <a:cubicBezTo>
                    <a:pt x="6191" y="6292"/>
                    <a:pt x="9625" y="5991"/>
                    <a:pt x="10728" y="5013"/>
                  </a:cubicBezTo>
                  <a:cubicBezTo>
                    <a:pt x="11329" y="4512"/>
                    <a:pt x="11405" y="3860"/>
                    <a:pt x="10402" y="2482"/>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6"/>
            <p:cNvSpPr/>
            <p:nvPr/>
          </p:nvSpPr>
          <p:spPr>
            <a:xfrm>
              <a:off x="2471950" y="2274475"/>
              <a:ext cx="260675" cy="743750"/>
            </a:xfrm>
            <a:custGeom>
              <a:avLst/>
              <a:gdLst/>
              <a:ahLst/>
              <a:cxnLst/>
              <a:rect l="l" t="t" r="r" b="b"/>
              <a:pathLst>
                <a:path w="10427" h="29750" extrusionOk="0">
                  <a:moveTo>
                    <a:pt x="8046" y="0"/>
                  </a:moveTo>
                  <a:cubicBezTo>
                    <a:pt x="10427" y="5063"/>
                    <a:pt x="9700" y="9775"/>
                    <a:pt x="9574" y="13935"/>
                  </a:cubicBezTo>
                  <a:cubicBezTo>
                    <a:pt x="9474" y="18095"/>
                    <a:pt x="7319" y="29750"/>
                    <a:pt x="7319" y="29750"/>
                  </a:cubicBezTo>
                  <a:cubicBezTo>
                    <a:pt x="3183" y="28722"/>
                    <a:pt x="2707" y="25940"/>
                    <a:pt x="1905" y="24537"/>
                  </a:cubicBezTo>
                  <a:cubicBezTo>
                    <a:pt x="0" y="14812"/>
                    <a:pt x="1254" y="5965"/>
                    <a:pt x="3033" y="3033"/>
                  </a:cubicBezTo>
                  <a:cubicBezTo>
                    <a:pt x="4437" y="752"/>
                    <a:pt x="8046" y="0"/>
                    <a:pt x="80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6"/>
            <p:cNvSpPr/>
            <p:nvPr/>
          </p:nvSpPr>
          <p:spPr>
            <a:xfrm>
              <a:off x="2507650" y="2396650"/>
              <a:ext cx="202425" cy="427350"/>
            </a:xfrm>
            <a:custGeom>
              <a:avLst/>
              <a:gdLst/>
              <a:ahLst/>
              <a:cxnLst/>
              <a:rect l="l" t="t" r="r" b="b"/>
              <a:pathLst>
                <a:path w="8097" h="17094" extrusionOk="0">
                  <a:moveTo>
                    <a:pt x="8096" y="10126"/>
                  </a:moveTo>
                  <a:cubicBezTo>
                    <a:pt x="6893" y="6717"/>
                    <a:pt x="5866" y="1955"/>
                    <a:pt x="3836" y="953"/>
                  </a:cubicBezTo>
                  <a:cubicBezTo>
                    <a:pt x="1" y="0"/>
                    <a:pt x="1154" y="9574"/>
                    <a:pt x="3034" y="13158"/>
                  </a:cubicBezTo>
                  <a:cubicBezTo>
                    <a:pt x="4161" y="15339"/>
                    <a:pt x="5314" y="16542"/>
                    <a:pt x="7219" y="17093"/>
                  </a:cubicBezTo>
                  <a:cubicBezTo>
                    <a:pt x="7595" y="14587"/>
                    <a:pt x="7971" y="11980"/>
                    <a:pt x="8096" y="10126"/>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6"/>
            <p:cNvSpPr/>
            <p:nvPr/>
          </p:nvSpPr>
          <p:spPr>
            <a:xfrm>
              <a:off x="2673075" y="2257550"/>
              <a:ext cx="102150" cy="144750"/>
            </a:xfrm>
            <a:custGeom>
              <a:avLst/>
              <a:gdLst/>
              <a:ahLst/>
              <a:cxnLst/>
              <a:rect l="l" t="t" r="r" b="b"/>
              <a:pathLst>
                <a:path w="4086" h="5790" extrusionOk="0">
                  <a:moveTo>
                    <a:pt x="552" y="0"/>
                  </a:moveTo>
                  <a:cubicBezTo>
                    <a:pt x="527" y="101"/>
                    <a:pt x="1" y="677"/>
                    <a:pt x="1" y="677"/>
                  </a:cubicBezTo>
                  <a:cubicBezTo>
                    <a:pt x="1" y="677"/>
                    <a:pt x="1028" y="2958"/>
                    <a:pt x="1404" y="3960"/>
                  </a:cubicBezTo>
                  <a:cubicBezTo>
                    <a:pt x="1780" y="4963"/>
                    <a:pt x="2757" y="5790"/>
                    <a:pt x="2757" y="5790"/>
                  </a:cubicBezTo>
                  <a:lnTo>
                    <a:pt x="4086" y="4336"/>
                  </a:lnTo>
                  <a:cubicBezTo>
                    <a:pt x="2256" y="3334"/>
                    <a:pt x="552" y="0"/>
                    <a:pt x="5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6"/>
            <p:cNvSpPr/>
            <p:nvPr/>
          </p:nvSpPr>
          <p:spPr>
            <a:xfrm>
              <a:off x="2775200" y="2272575"/>
              <a:ext cx="47650" cy="119075"/>
            </a:xfrm>
            <a:custGeom>
              <a:avLst/>
              <a:gdLst/>
              <a:ahLst/>
              <a:cxnLst/>
              <a:rect l="l" t="t" r="r" b="b"/>
              <a:pathLst>
                <a:path w="1906" h="4763" extrusionOk="0">
                  <a:moveTo>
                    <a:pt x="903" y="151"/>
                  </a:moveTo>
                  <a:cubicBezTo>
                    <a:pt x="778" y="1"/>
                    <a:pt x="452" y="2983"/>
                    <a:pt x="1" y="3735"/>
                  </a:cubicBezTo>
                  <a:cubicBezTo>
                    <a:pt x="878" y="4537"/>
                    <a:pt x="1379" y="4763"/>
                    <a:pt x="1379" y="4763"/>
                  </a:cubicBezTo>
                  <a:cubicBezTo>
                    <a:pt x="1379" y="4763"/>
                    <a:pt x="1906" y="1429"/>
                    <a:pt x="903" y="15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6"/>
            <p:cNvSpPr/>
            <p:nvPr/>
          </p:nvSpPr>
          <p:spPr>
            <a:xfrm>
              <a:off x="2668700" y="2321450"/>
              <a:ext cx="1904150" cy="1099650"/>
            </a:xfrm>
            <a:custGeom>
              <a:avLst/>
              <a:gdLst/>
              <a:ahLst/>
              <a:cxnLst/>
              <a:rect l="l" t="t" r="r" b="b"/>
              <a:pathLst>
                <a:path w="76166" h="43986" extrusionOk="0">
                  <a:moveTo>
                    <a:pt x="42131" y="1"/>
                  </a:moveTo>
                  <a:lnTo>
                    <a:pt x="0" y="24337"/>
                  </a:lnTo>
                  <a:lnTo>
                    <a:pt x="34035" y="43986"/>
                  </a:lnTo>
                  <a:lnTo>
                    <a:pt x="76166" y="19650"/>
                  </a:lnTo>
                  <a:lnTo>
                    <a:pt x="42131" y="1"/>
                  </a:lnTo>
                  <a:close/>
                </a:path>
              </a:pathLst>
            </a:custGeom>
            <a:solidFill>
              <a:srgbClr val="83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6"/>
            <p:cNvSpPr/>
            <p:nvPr/>
          </p:nvSpPr>
          <p:spPr>
            <a:xfrm>
              <a:off x="2664925" y="2908250"/>
              <a:ext cx="80850" cy="42775"/>
            </a:xfrm>
            <a:custGeom>
              <a:avLst/>
              <a:gdLst/>
              <a:ahLst/>
              <a:cxnLst/>
              <a:rect l="l" t="t" r="r" b="b"/>
              <a:pathLst>
                <a:path w="3234" h="1711" extrusionOk="0">
                  <a:moveTo>
                    <a:pt x="1617" y="0"/>
                  </a:moveTo>
                  <a:cubicBezTo>
                    <a:pt x="1241" y="0"/>
                    <a:pt x="865" y="88"/>
                    <a:pt x="577" y="263"/>
                  </a:cubicBezTo>
                  <a:cubicBezTo>
                    <a:pt x="1" y="589"/>
                    <a:pt x="1" y="1115"/>
                    <a:pt x="577" y="1466"/>
                  </a:cubicBezTo>
                  <a:cubicBezTo>
                    <a:pt x="865" y="1629"/>
                    <a:pt x="1248" y="1711"/>
                    <a:pt x="1627" y="1711"/>
                  </a:cubicBezTo>
                  <a:cubicBezTo>
                    <a:pt x="2006" y="1711"/>
                    <a:pt x="2382" y="1629"/>
                    <a:pt x="2657" y="1466"/>
                  </a:cubicBezTo>
                  <a:cubicBezTo>
                    <a:pt x="3234" y="1140"/>
                    <a:pt x="3234" y="589"/>
                    <a:pt x="2657" y="263"/>
                  </a:cubicBezTo>
                  <a:cubicBezTo>
                    <a:pt x="2369" y="88"/>
                    <a:pt x="1993" y="0"/>
                    <a:pt x="1617" y="0"/>
                  </a:cubicBezTo>
                  <a:close/>
                </a:path>
              </a:pathLst>
            </a:custGeom>
            <a:solidFill>
              <a:srgbClr val="83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6"/>
            <p:cNvSpPr/>
            <p:nvPr/>
          </p:nvSpPr>
          <p:spPr>
            <a:xfrm>
              <a:off x="4495775" y="2791550"/>
              <a:ext cx="80850" cy="42300"/>
            </a:xfrm>
            <a:custGeom>
              <a:avLst/>
              <a:gdLst/>
              <a:ahLst/>
              <a:cxnLst/>
              <a:rect l="l" t="t" r="r" b="b"/>
              <a:pathLst>
                <a:path w="3234" h="1692" extrusionOk="0">
                  <a:moveTo>
                    <a:pt x="1604" y="0"/>
                  </a:moveTo>
                  <a:cubicBezTo>
                    <a:pt x="1222" y="0"/>
                    <a:pt x="840" y="82"/>
                    <a:pt x="552" y="245"/>
                  </a:cubicBezTo>
                  <a:cubicBezTo>
                    <a:pt x="0" y="570"/>
                    <a:pt x="0" y="1097"/>
                    <a:pt x="577" y="1448"/>
                  </a:cubicBezTo>
                  <a:cubicBezTo>
                    <a:pt x="865" y="1610"/>
                    <a:pt x="1241" y="1692"/>
                    <a:pt x="1617" y="1692"/>
                  </a:cubicBezTo>
                  <a:cubicBezTo>
                    <a:pt x="1993" y="1692"/>
                    <a:pt x="2369" y="1610"/>
                    <a:pt x="2657" y="1448"/>
                  </a:cubicBezTo>
                  <a:cubicBezTo>
                    <a:pt x="3233" y="1122"/>
                    <a:pt x="3233" y="570"/>
                    <a:pt x="2657" y="245"/>
                  </a:cubicBezTo>
                  <a:cubicBezTo>
                    <a:pt x="2369" y="82"/>
                    <a:pt x="1986" y="0"/>
                    <a:pt x="1604" y="0"/>
                  </a:cubicBezTo>
                  <a:close/>
                </a:path>
              </a:pathLst>
            </a:custGeom>
            <a:solidFill>
              <a:srgbClr val="83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6"/>
            <p:cNvSpPr/>
            <p:nvPr/>
          </p:nvSpPr>
          <p:spPr>
            <a:xfrm>
              <a:off x="4506425" y="3600600"/>
              <a:ext cx="58925" cy="31350"/>
            </a:xfrm>
            <a:custGeom>
              <a:avLst/>
              <a:gdLst/>
              <a:ahLst/>
              <a:cxnLst/>
              <a:rect l="l" t="t" r="r" b="b"/>
              <a:pathLst>
                <a:path w="2357" h="1254" extrusionOk="0">
                  <a:moveTo>
                    <a:pt x="1178" y="0"/>
                  </a:moveTo>
                  <a:cubicBezTo>
                    <a:pt x="903" y="0"/>
                    <a:pt x="627" y="63"/>
                    <a:pt x="426" y="188"/>
                  </a:cubicBezTo>
                  <a:cubicBezTo>
                    <a:pt x="0" y="439"/>
                    <a:pt x="0" y="815"/>
                    <a:pt x="426" y="1066"/>
                  </a:cubicBezTo>
                  <a:cubicBezTo>
                    <a:pt x="639" y="1191"/>
                    <a:pt x="915" y="1254"/>
                    <a:pt x="1191" y="1254"/>
                  </a:cubicBezTo>
                  <a:cubicBezTo>
                    <a:pt x="1466" y="1254"/>
                    <a:pt x="1742" y="1191"/>
                    <a:pt x="1955" y="1066"/>
                  </a:cubicBezTo>
                  <a:cubicBezTo>
                    <a:pt x="2356" y="815"/>
                    <a:pt x="2356" y="439"/>
                    <a:pt x="1930" y="188"/>
                  </a:cubicBezTo>
                  <a:cubicBezTo>
                    <a:pt x="1730" y="63"/>
                    <a:pt x="1454" y="0"/>
                    <a:pt x="11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6"/>
            <p:cNvSpPr/>
            <p:nvPr/>
          </p:nvSpPr>
          <p:spPr>
            <a:xfrm>
              <a:off x="4498900" y="2812700"/>
              <a:ext cx="73950" cy="803275"/>
            </a:xfrm>
            <a:custGeom>
              <a:avLst/>
              <a:gdLst/>
              <a:ahLst/>
              <a:cxnLst/>
              <a:rect l="l" t="t" r="r" b="b"/>
              <a:pathLst>
                <a:path w="2958" h="32131" extrusionOk="0">
                  <a:moveTo>
                    <a:pt x="1" y="0"/>
                  </a:moveTo>
                  <a:lnTo>
                    <a:pt x="402" y="32131"/>
                  </a:lnTo>
                  <a:lnTo>
                    <a:pt x="2557" y="32131"/>
                  </a:lnTo>
                  <a:lnTo>
                    <a:pt x="29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6"/>
            <p:cNvSpPr/>
            <p:nvPr/>
          </p:nvSpPr>
          <p:spPr>
            <a:xfrm>
              <a:off x="3476350" y="3376200"/>
              <a:ext cx="80850" cy="42800"/>
            </a:xfrm>
            <a:custGeom>
              <a:avLst/>
              <a:gdLst/>
              <a:ahLst/>
              <a:cxnLst/>
              <a:rect l="l" t="t" r="r" b="b"/>
              <a:pathLst>
                <a:path w="3234" h="1712" extrusionOk="0">
                  <a:moveTo>
                    <a:pt x="1596" y="1"/>
                  </a:moveTo>
                  <a:cubicBezTo>
                    <a:pt x="1227" y="1"/>
                    <a:pt x="859" y="82"/>
                    <a:pt x="577" y="242"/>
                  </a:cubicBezTo>
                  <a:cubicBezTo>
                    <a:pt x="0" y="593"/>
                    <a:pt x="0" y="1119"/>
                    <a:pt x="577" y="1445"/>
                  </a:cubicBezTo>
                  <a:cubicBezTo>
                    <a:pt x="870" y="1624"/>
                    <a:pt x="1255" y="1711"/>
                    <a:pt x="1638" y="1711"/>
                  </a:cubicBezTo>
                  <a:cubicBezTo>
                    <a:pt x="2006" y="1711"/>
                    <a:pt x="2374" y="1630"/>
                    <a:pt x="2657" y="1470"/>
                  </a:cubicBezTo>
                  <a:cubicBezTo>
                    <a:pt x="3233" y="1119"/>
                    <a:pt x="3233" y="593"/>
                    <a:pt x="2657" y="267"/>
                  </a:cubicBezTo>
                  <a:cubicBezTo>
                    <a:pt x="2363" y="88"/>
                    <a:pt x="1979" y="1"/>
                    <a:pt x="1596" y="1"/>
                  </a:cubicBezTo>
                  <a:close/>
                </a:path>
              </a:pathLst>
            </a:custGeom>
            <a:solidFill>
              <a:srgbClr val="83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6"/>
            <p:cNvSpPr/>
            <p:nvPr/>
          </p:nvSpPr>
          <p:spPr>
            <a:xfrm>
              <a:off x="3487000" y="4185825"/>
              <a:ext cx="58925" cy="30875"/>
            </a:xfrm>
            <a:custGeom>
              <a:avLst/>
              <a:gdLst/>
              <a:ahLst/>
              <a:cxnLst/>
              <a:rect l="l" t="t" r="r" b="b"/>
              <a:pathLst>
                <a:path w="2357" h="1235" extrusionOk="0">
                  <a:moveTo>
                    <a:pt x="1191" y="0"/>
                  </a:moveTo>
                  <a:cubicBezTo>
                    <a:pt x="915" y="0"/>
                    <a:pt x="639" y="63"/>
                    <a:pt x="426" y="188"/>
                  </a:cubicBezTo>
                  <a:cubicBezTo>
                    <a:pt x="0" y="414"/>
                    <a:pt x="0" y="815"/>
                    <a:pt x="426" y="1065"/>
                  </a:cubicBezTo>
                  <a:cubicBezTo>
                    <a:pt x="639" y="1178"/>
                    <a:pt x="915" y="1234"/>
                    <a:pt x="1191" y="1234"/>
                  </a:cubicBezTo>
                  <a:cubicBezTo>
                    <a:pt x="1466" y="1234"/>
                    <a:pt x="1742" y="1178"/>
                    <a:pt x="1955" y="1065"/>
                  </a:cubicBezTo>
                  <a:cubicBezTo>
                    <a:pt x="2356" y="815"/>
                    <a:pt x="2356" y="414"/>
                    <a:pt x="1955" y="188"/>
                  </a:cubicBezTo>
                  <a:cubicBezTo>
                    <a:pt x="1742" y="63"/>
                    <a:pt x="1466" y="0"/>
                    <a:pt x="1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6"/>
            <p:cNvSpPr/>
            <p:nvPr/>
          </p:nvSpPr>
          <p:spPr>
            <a:xfrm>
              <a:off x="3480100" y="3397275"/>
              <a:ext cx="73325" cy="803925"/>
            </a:xfrm>
            <a:custGeom>
              <a:avLst/>
              <a:gdLst/>
              <a:ahLst/>
              <a:cxnLst/>
              <a:rect l="l" t="t" r="r" b="b"/>
              <a:pathLst>
                <a:path w="2933" h="32157" extrusionOk="0">
                  <a:moveTo>
                    <a:pt x="0" y="1"/>
                  </a:moveTo>
                  <a:lnTo>
                    <a:pt x="401" y="32156"/>
                  </a:lnTo>
                  <a:lnTo>
                    <a:pt x="2532" y="32156"/>
                  </a:lnTo>
                  <a:lnTo>
                    <a:pt x="29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6"/>
            <p:cNvSpPr/>
            <p:nvPr/>
          </p:nvSpPr>
          <p:spPr>
            <a:xfrm>
              <a:off x="3679975" y="2321625"/>
              <a:ext cx="80850" cy="42300"/>
            </a:xfrm>
            <a:custGeom>
              <a:avLst/>
              <a:gdLst/>
              <a:ahLst/>
              <a:cxnLst/>
              <a:rect l="l" t="t" r="r" b="b"/>
              <a:pathLst>
                <a:path w="3234" h="1692" extrusionOk="0">
                  <a:moveTo>
                    <a:pt x="1617" y="0"/>
                  </a:moveTo>
                  <a:cubicBezTo>
                    <a:pt x="1241" y="0"/>
                    <a:pt x="865" y="82"/>
                    <a:pt x="577" y="244"/>
                  </a:cubicBezTo>
                  <a:cubicBezTo>
                    <a:pt x="0" y="570"/>
                    <a:pt x="0" y="1122"/>
                    <a:pt x="577" y="1447"/>
                  </a:cubicBezTo>
                  <a:cubicBezTo>
                    <a:pt x="865" y="1610"/>
                    <a:pt x="1247" y="1692"/>
                    <a:pt x="1626" y="1692"/>
                  </a:cubicBezTo>
                  <a:cubicBezTo>
                    <a:pt x="2006" y="1692"/>
                    <a:pt x="2381" y="1610"/>
                    <a:pt x="2657" y="1447"/>
                  </a:cubicBezTo>
                  <a:cubicBezTo>
                    <a:pt x="3234" y="1122"/>
                    <a:pt x="3234" y="570"/>
                    <a:pt x="2657" y="244"/>
                  </a:cubicBezTo>
                  <a:cubicBezTo>
                    <a:pt x="2369" y="82"/>
                    <a:pt x="1993" y="0"/>
                    <a:pt x="1617" y="0"/>
                  </a:cubicBezTo>
                  <a:close/>
                </a:path>
              </a:pathLst>
            </a:custGeom>
            <a:solidFill>
              <a:srgbClr val="83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6"/>
            <p:cNvSpPr/>
            <p:nvPr/>
          </p:nvSpPr>
          <p:spPr>
            <a:xfrm>
              <a:off x="3691250" y="3130675"/>
              <a:ext cx="58925" cy="31350"/>
            </a:xfrm>
            <a:custGeom>
              <a:avLst/>
              <a:gdLst/>
              <a:ahLst/>
              <a:cxnLst/>
              <a:rect l="l" t="t" r="r" b="b"/>
              <a:pathLst>
                <a:path w="2357" h="1254" extrusionOk="0">
                  <a:moveTo>
                    <a:pt x="1166" y="0"/>
                  </a:moveTo>
                  <a:cubicBezTo>
                    <a:pt x="890" y="0"/>
                    <a:pt x="615" y="63"/>
                    <a:pt x="402" y="188"/>
                  </a:cubicBezTo>
                  <a:cubicBezTo>
                    <a:pt x="1" y="439"/>
                    <a:pt x="1" y="815"/>
                    <a:pt x="427" y="1066"/>
                  </a:cubicBezTo>
                  <a:cubicBezTo>
                    <a:pt x="627" y="1191"/>
                    <a:pt x="897" y="1254"/>
                    <a:pt x="1169" y="1254"/>
                  </a:cubicBezTo>
                  <a:cubicBezTo>
                    <a:pt x="1442" y="1254"/>
                    <a:pt x="1717" y="1191"/>
                    <a:pt x="1930" y="1066"/>
                  </a:cubicBezTo>
                  <a:cubicBezTo>
                    <a:pt x="2357" y="815"/>
                    <a:pt x="2357" y="439"/>
                    <a:pt x="1930" y="188"/>
                  </a:cubicBezTo>
                  <a:cubicBezTo>
                    <a:pt x="1717" y="63"/>
                    <a:pt x="1442" y="0"/>
                    <a:pt x="1166" y="0"/>
                  </a:cubicBezTo>
                  <a:close/>
                </a:path>
              </a:pathLst>
            </a:custGeom>
            <a:solidFill>
              <a:srgbClr val="83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6"/>
            <p:cNvSpPr/>
            <p:nvPr/>
          </p:nvSpPr>
          <p:spPr>
            <a:xfrm>
              <a:off x="3683725" y="2342750"/>
              <a:ext cx="73350" cy="803925"/>
            </a:xfrm>
            <a:custGeom>
              <a:avLst/>
              <a:gdLst/>
              <a:ahLst/>
              <a:cxnLst/>
              <a:rect l="l" t="t" r="r" b="b"/>
              <a:pathLst>
                <a:path w="2934" h="32157" extrusionOk="0">
                  <a:moveTo>
                    <a:pt x="1" y="1"/>
                  </a:moveTo>
                  <a:lnTo>
                    <a:pt x="402" y="32156"/>
                  </a:lnTo>
                  <a:lnTo>
                    <a:pt x="2557" y="32156"/>
                  </a:lnTo>
                  <a:lnTo>
                    <a:pt x="2933" y="1"/>
                  </a:lnTo>
                  <a:close/>
                </a:path>
              </a:pathLst>
            </a:custGeom>
            <a:solidFill>
              <a:srgbClr val="83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6"/>
            <p:cNvSpPr/>
            <p:nvPr/>
          </p:nvSpPr>
          <p:spPr>
            <a:xfrm>
              <a:off x="2401775" y="2627850"/>
              <a:ext cx="2445525" cy="999825"/>
            </a:xfrm>
            <a:custGeom>
              <a:avLst/>
              <a:gdLst/>
              <a:ahLst/>
              <a:cxnLst/>
              <a:rect l="l" t="t" r="r" b="b"/>
              <a:pathLst>
                <a:path w="97821" h="39993" extrusionOk="0">
                  <a:moveTo>
                    <a:pt x="97820" y="0"/>
                  </a:moveTo>
                  <a:cubicBezTo>
                    <a:pt x="97820" y="3685"/>
                    <a:pt x="95590" y="7194"/>
                    <a:pt x="91028" y="9800"/>
                  </a:cubicBezTo>
                  <a:lnTo>
                    <a:pt x="48898" y="34136"/>
                  </a:lnTo>
                  <a:cubicBezTo>
                    <a:pt x="44333" y="36771"/>
                    <a:pt x="38224" y="38062"/>
                    <a:pt x="31826" y="38062"/>
                  </a:cubicBezTo>
                  <a:cubicBezTo>
                    <a:pt x="24104" y="38062"/>
                    <a:pt x="15959" y="36180"/>
                    <a:pt x="9599" y="32507"/>
                  </a:cubicBezTo>
                  <a:cubicBezTo>
                    <a:pt x="3384" y="28923"/>
                    <a:pt x="126" y="24336"/>
                    <a:pt x="0" y="19950"/>
                  </a:cubicBezTo>
                  <a:lnTo>
                    <a:pt x="0" y="21855"/>
                  </a:lnTo>
                  <a:cubicBezTo>
                    <a:pt x="126" y="26241"/>
                    <a:pt x="3384" y="30828"/>
                    <a:pt x="9599" y="34437"/>
                  </a:cubicBezTo>
                  <a:cubicBezTo>
                    <a:pt x="15959" y="38110"/>
                    <a:pt x="24104" y="39992"/>
                    <a:pt x="31826" y="39992"/>
                  </a:cubicBezTo>
                  <a:cubicBezTo>
                    <a:pt x="38224" y="39992"/>
                    <a:pt x="44333" y="38700"/>
                    <a:pt x="48898" y="36066"/>
                  </a:cubicBezTo>
                  <a:lnTo>
                    <a:pt x="91028" y="11730"/>
                  </a:lnTo>
                  <a:cubicBezTo>
                    <a:pt x="95590" y="9098"/>
                    <a:pt x="97820" y="5589"/>
                    <a:pt x="97820" y="1905"/>
                  </a:cubicBezTo>
                  <a:lnTo>
                    <a:pt x="9782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6"/>
            <p:cNvSpPr/>
            <p:nvPr/>
          </p:nvSpPr>
          <p:spPr>
            <a:xfrm>
              <a:off x="2399900" y="2168175"/>
              <a:ext cx="2448650" cy="1411875"/>
            </a:xfrm>
            <a:custGeom>
              <a:avLst/>
              <a:gdLst/>
              <a:ahLst/>
              <a:cxnLst/>
              <a:rect l="l" t="t" r="r" b="b"/>
              <a:pathLst>
                <a:path w="97946" h="56475" extrusionOk="0">
                  <a:moveTo>
                    <a:pt x="66095" y="0"/>
                  </a:moveTo>
                  <a:cubicBezTo>
                    <a:pt x="59697" y="0"/>
                    <a:pt x="53588" y="1292"/>
                    <a:pt x="49023" y="3926"/>
                  </a:cubicBezTo>
                  <a:lnTo>
                    <a:pt x="6892" y="28237"/>
                  </a:lnTo>
                  <a:cubicBezTo>
                    <a:pt x="2231" y="30944"/>
                    <a:pt x="0" y="34578"/>
                    <a:pt x="100" y="38363"/>
                  </a:cubicBezTo>
                  <a:cubicBezTo>
                    <a:pt x="251" y="42749"/>
                    <a:pt x="3484" y="47335"/>
                    <a:pt x="9725" y="50919"/>
                  </a:cubicBezTo>
                  <a:cubicBezTo>
                    <a:pt x="16085" y="54592"/>
                    <a:pt x="24221" y="56474"/>
                    <a:pt x="31937" y="56474"/>
                  </a:cubicBezTo>
                  <a:cubicBezTo>
                    <a:pt x="38329" y="56474"/>
                    <a:pt x="44433" y="55183"/>
                    <a:pt x="48998" y="52548"/>
                  </a:cubicBezTo>
                  <a:lnTo>
                    <a:pt x="91129" y="28237"/>
                  </a:lnTo>
                  <a:cubicBezTo>
                    <a:pt x="95690" y="25606"/>
                    <a:pt x="97921" y="22097"/>
                    <a:pt x="97921" y="18413"/>
                  </a:cubicBezTo>
                  <a:cubicBezTo>
                    <a:pt x="97946" y="13951"/>
                    <a:pt x="94687" y="9215"/>
                    <a:pt x="88321" y="5555"/>
                  </a:cubicBezTo>
                  <a:cubicBezTo>
                    <a:pt x="81961" y="1882"/>
                    <a:pt x="73817" y="0"/>
                    <a:pt x="660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6"/>
            <p:cNvSpPr/>
            <p:nvPr/>
          </p:nvSpPr>
          <p:spPr>
            <a:xfrm>
              <a:off x="4078475" y="2713700"/>
              <a:ext cx="456800" cy="264425"/>
            </a:xfrm>
            <a:custGeom>
              <a:avLst/>
              <a:gdLst/>
              <a:ahLst/>
              <a:cxnLst/>
              <a:rect l="l" t="t" r="r" b="b"/>
              <a:pathLst>
                <a:path w="18272" h="10577" extrusionOk="0">
                  <a:moveTo>
                    <a:pt x="17895" y="3659"/>
                  </a:moveTo>
                  <a:lnTo>
                    <a:pt x="11554" y="0"/>
                  </a:lnTo>
                  <a:lnTo>
                    <a:pt x="827" y="6191"/>
                  </a:lnTo>
                  <a:lnTo>
                    <a:pt x="0" y="6291"/>
                  </a:lnTo>
                  <a:lnTo>
                    <a:pt x="0" y="6516"/>
                  </a:lnTo>
                  <a:cubicBezTo>
                    <a:pt x="0" y="6617"/>
                    <a:pt x="51" y="6667"/>
                    <a:pt x="126" y="6717"/>
                  </a:cubicBezTo>
                  <a:lnTo>
                    <a:pt x="6592" y="10451"/>
                  </a:lnTo>
                  <a:cubicBezTo>
                    <a:pt x="6792" y="10577"/>
                    <a:pt x="7143" y="10552"/>
                    <a:pt x="7369" y="10426"/>
                  </a:cubicBezTo>
                  <a:lnTo>
                    <a:pt x="18071" y="4236"/>
                  </a:lnTo>
                  <a:cubicBezTo>
                    <a:pt x="18221" y="4161"/>
                    <a:pt x="18271" y="4060"/>
                    <a:pt x="18271" y="3960"/>
                  </a:cubicBezTo>
                  <a:lnTo>
                    <a:pt x="18271" y="3609"/>
                  </a:ln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6"/>
            <p:cNvSpPr/>
            <p:nvPr/>
          </p:nvSpPr>
          <p:spPr>
            <a:xfrm>
              <a:off x="4009550" y="2481225"/>
              <a:ext cx="357800" cy="389750"/>
            </a:xfrm>
            <a:custGeom>
              <a:avLst/>
              <a:gdLst/>
              <a:ahLst/>
              <a:cxnLst/>
              <a:rect l="l" t="t" r="r" b="b"/>
              <a:pathLst>
                <a:path w="14312" h="15590" extrusionOk="0">
                  <a:moveTo>
                    <a:pt x="14311" y="8948"/>
                  </a:moveTo>
                  <a:lnTo>
                    <a:pt x="2757" y="15590"/>
                  </a:lnTo>
                  <a:lnTo>
                    <a:pt x="76" y="7069"/>
                  </a:lnTo>
                  <a:cubicBezTo>
                    <a:pt x="1" y="6818"/>
                    <a:pt x="76" y="6517"/>
                    <a:pt x="276" y="6392"/>
                  </a:cubicBezTo>
                  <a:lnTo>
                    <a:pt x="11179" y="101"/>
                  </a:lnTo>
                  <a:cubicBezTo>
                    <a:pt x="11379" y="1"/>
                    <a:pt x="11605" y="101"/>
                    <a:pt x="11680" y="35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6"/>
            <p:cNvSpPr/>
            <p:nvPr/>
          </p:nvSpPr>
          <p:spPr>
            <a:xfrm>
              <a:off x="4024600" y="2505675"/>
              <a:ext cx="327700" cy="344000"/>
            </a:xfrm>
            <a:custGeom>
              <a:avLst/>
              <a:gdLst/>
              <a:ahLst/>
              <a:cxnLst/>
              <a:rect l="l" t="t" r="r" b="b"/>
              <a:pathLst>
                <a:path w="13108" h="13760" extrusionOk="0">
                  <a:moveTo>
                    <a:pt x="13108" y="7594"/>
                  </a:moveTo>
                  <a:lnTo>
                    <a:pt x="2456" y="13760"/>
                  </a:lnTo>
                  <a:lnTo>
                    <a:pt x="0" y="6216"/>
                  </a:lnTo>
                  <a:lnTo>
                    <a:pt x="10777" y="0"/>
                  </a:ln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6"/>
            <p:cNvSpPr/>
            <p:nvPr/>
          </p:nvSpPr>
          <p:spPr>
            <a:xfrm>
              <a:off x="4078475" y="2704925"/>
              <a:ext cx="458050" cy="264425"/>
            </a:xfrm>
            <a:custGeom>
              <a:avLst/>
              <a:gdLst/>
              <a:ahLst/>
              <a:cxnLst/>
              <a:rect l="l" t="t" r="r" b="b"/>
              <a:pathLst>
                <a:path w="18322" h="10577" extrusionOk="0">
                  <a:moveTo>
                    <a:pt x="18071" y="4236"/>
                  </a:moveTo>
                  <a:lnTo>
                    <a:pt x="7369" y="10426"/>
                  </a:lnTo>
                  <a:cubicBezTo>
                    <a:pt x="7143" y="10552"/>
                    <a:pt x="6792" y="10577"/>
                    <a:pt x="6592" y="10451"/>
                  </a:cubicBezTo>
                  <a:lnTo>
                    <a:pt x="0" y="6642"/>
                  </a:lnTo>
                  <a:lnTo>
                    <a:pt x="11554" y="0"/>
                  </a:lnTo>
                  <a:lnTo>
                    <a:pt x="18146" y="3785"/>
                  </a:lnTo>
                  <a:cubicBezTo>
                    <a:pt x="18321" y="3910"/>
                    <a:pt x="18296" y="4111"/>
                    <a:pt x="18071" y="423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6"/>
            <p:cNvSpPr/>
            <p:nvPr/>
          </p:nvSpPr>
          <p:spPr>
            <a:xfrm>
              <a:off x="4078475" y="2704925"/>
              <a:ext cx="458050" cy="264425"/>
            </a:xfrm>
            <a:custGeom>
              <a:avLst/>
              <a:gdLst/>
              <a:ahLst/>
              <a:cxnLst/>
              <a:rect l="l" t="t" r="r" b="b"/>
              <a:pathLst>
                <a:path w="18322" h="10577" extrusionOk="0">
                  <a:moveTo>
                    <a:pt x="18071" y="4236"/>
                  </a:moveTo>
                  <a:lnTo>
                    <a:pt x="7369" y="10426"/>
                  </a:lnTo>
                  <a:cubicBezTo>
                    <a:pt x="7143" y="10552"/>
                    <a:pt x="6792" y="10577"/>
                    <a:pt x="6592" y="10451"/>
                  </a:cubicBezTo>
                  <a:lnTo>
                    <a:pt x="0" y="6642"/>
                  </a:lnTo>
                  <a:lnTo>
                    <a:pt x="11554" y="0"/>
                  </a:lnTo>
                  <a:lnTo>
                    <a:pt x="18146" y="3785"/>
                  </a:lnTo>
                  <a:cubicBezTo>
                    <a:pt x="18321" y="3910"/>
                    <a:pt x="18296" y="4111"/>
                    <a:pt x="18071" y="423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6"/>
            <p:cNvSpPr/>
            <p:nvPr/>
          </p:nvSpPr>
          <p:spPr>
            <a:xfrm>
              <a:off x="4107925" y="2721200"/>
              <a:ext cx="339000" cy="196150"/>
            </a:xfrm>
            <a:custGeom>
              <a:avLst/>
              <a:gdLst/>
              <a:ahLst/>
              <a:cxnLst/>
              <a:rect l="l" t="t" r="r" b="b"/>
              <a:pathLst>
                <a:path w="13560" h="7846" extrusionOk="0">
                  <a:moveTo>
                    <a:pt x="13559" y="1805"/>
                  </a:moveTo>
                  <a:lnTo>
                    <a:pt x="3108" y="7846"/>
                  </a:lnTo>
                  <a:lnTo>
                    <a:pt x="0" y="6041"/>
                  </a:lnTo>
                  <a:lnTo>
                    <a:pt x="10452" y="1"/>
                  </a:lnTo>
                  <a:close/>
                </a:path>
              </a:pathLst>
            </a:custGeom>
            <a:solidFill>
              <a:srgbClr val="112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6"/>
            <p:cNvSpPr/>
            <p:nvPr/>
          </p:nvSpPr>
          <p:spPr>
            <a:xfrm>
              <a:off x="4303400" y="2834625"/>
              <a:ext cx="110950" cy="63925"/>
            </a:xfrm>
            <a:custGeom>
              <a:avLst/>
              <a:gdLst/>
              <a:ahLst/>
              <a:cxnLst/>
              <a:rect l="l" t="t" r="r" b="b"/>
              <a:pathLst>
                <a:path w="4438" h="2557" extrusionOk="0">
                  <a:moveTo>
                    <a:pt x="4287" y="1028"/>
                  </a:moveTo>
                  <a:lnTo>
                    <a:pt x="1805" y="2456"/>
                  </a:lnTo>
                  <a:cubicBezTo>
                    <a:pt x="1655" y="2532"/>
                    <a:pt x="1430" y="2557"/>
                    <a:pt x="1329" y="2481"/>
                  </a:cubicBezTo>
                  <a:lnTo>
                    <a:pt x="126" y="1805"/>
                  </a:lnTo>
                  <a:cubicBezTo>
                    <a:pt x="1" y="1730"/>
                    <a:pt x="26" y="1604"/>
                    <a:pt x="151" y="1529"/>
                  </a:cubicBezTo>
                  <a:lnTo>
                    <a:pt x="2658" y="75"/>
                  </a:lnTo>
                  <a:cubicBezTo>
                    <a:pt x="2783" y="0"/>
                    <a:pt x="3008" y="0"/>
                    <a:pt x="3134" y="50"/>
                  </a:cubicBezTo>
                  <a:lnTo>
                    <a:pt x="4312" y="752"/>
                  </a:lnTo>
                  <a:cubicBezTo>
                    <a:pt x="4437" y="827"/>
                    <a:pt x="4437" y="953"/>
                    <a:pt x="4287" y="1028"/>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6"/>
            <p:cNvSpPr/>
            <p:nvPr/>
          </p:nvSpPr>
          <p:spPr>
            <a:xfrm>
              <a:off x="2587225" y="3027600"/>
              <a:ext cx="314575" cy="339700"/>
            </a:xfrm>
            <a:custGeom>
              <a:avLst/>
              <a:gdLst/>
              <a:ahLst/>
              <a:cxnLst/>
              <a:rect l="l" t="t" r="r" b="b"/>
              <a:pathLst>
                <a:path w="12583" h="13588" extrusionOk="0">
                  <a:moveTo>
                    <a:pt x="5239" y="1"/>
                  </a:moveTo>
                  <a:cubicBezTo>
                    <a:pt x="5239" y="1"/>
                    <a:pt x="277" y="9249"/>
                    <a:pt x="1" y="9775"/>
                  </a:cubicBezTo>
                  <a:cubicBezTo>
                    <a:pt x="1" y="9775"/>
                    <a:pt x="7094" y="13334"/>
                    <a:pt x="7695" y="13585"/>
                  </a:cubicBezTo>
                  <a:cubicBezTo>
                    <a:pt x="7701" y="13587"/>
                    <a:pt x="7707" y="13588"/>
                    <a:pt x="7713" y="13588"/>
                  </a:cubicBezTo>
                  <a:cubicBezTo>
                    <a:pt x="8356" y="13588"/>
                    <a:pt x="12582" y="2407"/>
                    <a:pt x="12582" y="2407"/>
                  </a:cubicBezTo>
                  <a:lnTo>
                    <a:pt x="523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6"/>
            <p:cNvSpPr/>
            <p:nvPr/>
          </p:nvSpPr>
          <p:spPr>
            <a:xfrm>
              <a:off x="2975075" y="2666700"/>
              <a:ext cx="424850" cy="142250"/>
            </a:xfrm>
            <a:custGeom>
              <a:avLst/>
              <a:gdLst/>
              <a:ahLst/>
              <a:cxnLst/>
              <a:rect l="l" t="t" r="r" b="b"/>
              <a:pathLst>
                <a:path w="16994" h="5690" extrusionOk="0">
                  <a:moveTo>
                    <a:pt x="6016" y="0"/>
                  </a:moveTo>
                  <a:lnTo>
                    <a:pt x="1" y="4587"/>
                  </a:lnTo>
                  <a:lnTo>
                    <a:pt x="10703" y="5690"/>
                  </a:lnTo>
                  <a:lnTo>
                    <a:pt x="16993" y="953"/>
                  </a:lnTo>
                  <a:lnTo>
                    <a:pt x="601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6"/>
            <p:cNvSpPr/>
            <p:nvPr/>
          </p:nvSpPr>
          <p:spPr>
            <a:xfrm>
              <a:off x="2835350" y="3150550"/>
              <a:ext cx="323975" cy="186775"/>
            </a:xfrm>
            <a:custGeom>
              <a:avLst/>
              <a:gdLst/>
              <a:ahLst/>
              <a:cxnLst/>
              <a:rect l="l" t="t" r="r" b="b"/>
              <a:pathLst>
                <a:path w="12959" h="7471" extrusionOk="0">
                  <a:moveTo>
                    <a:pt x="7434" y="0"/>
                  </a:moveTo>
                  <a:cubicBezTo>
                    <a:pt x="7280" y="0"/>
                    <a:pt x="7118" y="37"/>
                    <a:pt x="6993" y="120"/>
                  </a:cubicBezTo>
                  <a:lnTo>
                    <a:pt x="176" y="4055"/>
                  </a:lnTo>
                  <a:cubicBezTo>
                    <a:pt x="151" y="4055"/>
                    <a:pt x="126" y="4080"/>
                    <a:pt x="76" y="4105"/>
                  </a:cubicBezTo>
                  <a:lnTo>
                    <a:pt x="1" y="4130"/>
                  </a:lnTo>
                  <a:lnTo>
                    <a:pt x="1" y="4306"/>
                  </a:lnTo>
                  <a:cubicBezTo>
                    <a:pt x="1" y="4381"/>
                    <a:pt x="51" y="4431"/>
                    <a:pt x="126" y="4481"/>
                  </a:cubicBezTo>
                  <a:lnTo>
                    <a:pt x="5164" y="7388"/>
                  </a:lnTo>
                  <a:cubicBezTo>
                    <a:pt x="5254" y="7445"/>
                    <a:pt x="5375" y="7471"/>
                    <a:pt x="5501" y="7471"/>
                  </a:cubicBezTo>
                  <a:cubicBezTo>
                    <a:pt x="5655" y="7471"/>
                    <a:pt x="5817" y="7432"/>
                    <a:pt x="5941" y="7363"/>
                  </a:cubicBezTo>
                  <a:lnTo>
                    <a:pt x="12758" y="3428"/>
                  </a:lnTo>
                  <a:cubicBezTo>
                    <a:pt x="12883" y="3353"/>
                    <a:pt x="12933" y="3278"/>
                    <a:pt x="12958" y="3178"/>
                  </a:cubicBezTo>
                  <a:lnTo>
                    <a:pt x="12958" y="3002"/>
                  </a:lnTo>
                  <a:lnTo>
                    <a:pt x="12858" y="3027"/>
                  </a:lnTo>
                  <a:cubicBezTo>
                    <a:pt x="12858" y="3002"/>
                    <a:pt x="12833" y="3002"/>
                    <a:pt x="12808" y="2977"/>
                  </a:cubicBezTo>
                  <a:lnTo>
                    <a:pt x="7770" y="70"/>
                  </a:lnTo>
                  <a:cubicBezTo>
                    <a:pt x="7680" y="25"/>
                    <a:pt x="7560" y="0"/>
                    <a:pt x="7434"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6"/>
            <p:cNvSpPr/>
            <p:nvPr/>
          </p:nvSpPr>
          <p:spPr>
            <a:xfrm>
              <a:off x="2833475" y="3146475"/>
              <a:ext cx="327100" cy="186850"/>
            </a:xfrm>
            <a:custGeom>
              <a:avLst/>
              <a:gdLst/>
              <a:ahLst/>
              <a:cxnLst/>
              <a:rect l="l" t="t" r="r" b="b"/>
              <a:pathLst>
                <a:path w="13084" h="7474" extrusionOk="0">
                  <a:moveTo>
                    <a:pt x="7508" y="0"/>
                  </a:moveTo>
                  <a:cubicBezTo>
                    <a:pt x="7354" y="0"/>
                    <a:pt x="7192" y="39"/>
                    <a:pt x="7068" y="108"/>
                  </a:cubicBezTo>
                  <a:lnTo>
                    <a:pt x="251" y="4043"/>
                  </a:lnTo>
                  <a:cubicBezTo>
                    <a:pt x="26" y="4168"/>
                    <a:pt x="1" y="4368"/>
                    <a:pt x="201" y="4494"/>
                  </a:cubicBezTo>
                  <a:lnTo>
                    <a:pt x="5239" y="7401"/>
                  </a:lnTo>
                  <a:cubicBezTo>
                    <a:pt x="5333" y="7448"/>
                    <a:pt x="5462" y="7473"/>
                    <a:pt x="5594" y="7473"/>
                  </a:cubicBezTo>
                  <a:cubicBezTo>
                    <a:pt x="5743" y="7473"/>
                    <a:pt x="5897" y="7442"/>
                    <a:pt x="6016" y="7376"/>
                  </a:cubicBezTo>
                  <a:lnTo>
                    <a:pt x="12833" y="3441"/>
                  </a:lnTo>
                  <a:cubicBezTo>
                    <a:pt x="13058" y="3291"/>
                    <a:pt x="13083" y="3090"/>
                    <a:pt x="12883" y="2990"/>
                  </a:cubicBezTo>
                  <a:lnTo>
                    <a:pt x="7845" y="83"/>
                  </a:lnTo>
                  <a:cubicBezTo>
                    <a:pt x="7755" y="26"/>
                    <a:pt x="7634" y="0"/>
                    <a:pt x="75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6"/>
            <p:cNvSpPr/>
            <p:nvPr/>
          </p:nvSpPr>
          <p:spPr>
            <a:xfrm>
              <a:off x="2852900" y="3154175"/>
              <a:ext cx="293250" cy="169200"/>
            </a:xfrm>
            <a:custGeom>
              <a:avLst/>
              <a:gdLst/>
              <a:ahLst/>
              <a:cxnLst/>
              <a:rect l="l" t="t" r="r" b="b"/>
              <a:pathLst>
                <a:path w="11730" h="6768" extrusionOk="0">
                  <a:moveTo>
                    <a:pt x="6742" y="0"/>
                  </a:moveTo>
                  <a:lnTo>
                    <a:pt x="1" y="3885"/>
                  </a:lnTo>
                  <a:lnTo>
                    <a:pt x="4963" y="6767"/>
                  </a:lnTo>
                  <a:lnTo>
                    <a:pt x="11730" y="2857"/>
                  </a:lnTo>
                  <a:lnTo>
                    <a:pt x="67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6"/>
            <p:cNvSpPr/>
            <p:nvPr/>
          </p:nvSpPr>
          <p:spPr>
            <a:xfrm>
              <a:off x="2788375" y="2228725"/>
              <a:ext cx="448025" cy="428600"/>
            </a:xfrm>
            <a:custGeom>
              <a:avLst/>
              <a:gdLst/>
              <a:ahLst/>
              <a:cxnLst/>
              <a:rect l="l" t="t" r="r" b="b"/>
              <a:pathLst>
                <a:path w="17921" h="17144" extrusionOk="0">
                  <a:moveTo>
                    <a:pt x="3810" y="878"/>
                  </a:moveTo>
                  <a:cubicBezTo>
                    <a:pt x="6692" y="2156"/>
                    <a:pt x="6040" y="9800"/>
                    <a:pt x="8221" y="11730"/>
                  </a:cubicBezTo>
                  <a:cubicBezTo>
                    <a:pt x="9449" y="12808"/>
                    <a:pt x="15564" y="14211"/>
                    <a:pt x="17243" y="14236"/>
                  </a:cubicBezTo>
                  <a:cubicBezTo>
                    <a:pt x="17920" y="15615"/>
                    <a:pt x="16742" y="17143"/>
                    <a:pt x="16742" y="17143"/>
                  </a:cubicBezTo>
                  <a:cubicBezTo>
                    <a:pt x="6341" y="16291"/>
                    <a:pt x="5589" y="16041"/>
                    <a:pt x="3208" y="11830"/>
                  </a:cubicBezTo>
                  <a:cubicBezTo>
                    <a:pt x="1328" y="8547"/>
                    <a:pt x="0" y="0"/>
                    <a:pt x="3810" y="87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6"/>
            <p:cNvSpPr/>
            <p:nvPr/>
          </p:nvSpPr>
          <p:spPr>
            <a:xfrm>
              <a:off x="3187500" y="2590775"/>
              <a:ext cx="194250" cy="85000"/>
            </a:xfrm>
            <a:custGeom>
              <a:avLst/>
              <a:gdLst/>
              <a:ahLst/>
              <a:cxnLst/>
              <a:rect l="l" t="t" r="r" b="b"/>
              <a:pathLst>
                <a:path w="7770" h="3400" extrusionOk="0">
                  <a:moveTo>
                    <a:pt x="3514" y="0"/>
                  </a:moveTo>
                  <a:cubicBezTo>
                    <a:pt x="2502" y="0"/>
                    <a:pt x="953" y="180"/>
                    <a:pt x="953" y="180"/>
                  </a:cubicBezTo>
                  <a:cubicBezTo>
                    <a:pt x="301" y="531"/>
                    <a:pt x="0" y="1133"/>
                    <a:pt x="226" y="2135"/>
                  </a:cubicBezTo>
                  <a:cubicBezTo>
                    <a:pt x="226" y="2135"/>
                    <a:pt x="1604" y="2361"/>
                    <a:pt x="2983" y="2837"/>
                  </a:cubicBezTo>
                  <a:cubicBezTo>
                    <a:pt x="3912" y="3158"/>
                    <a:pt x="4443" y="3400"/>
                    <a:pt x="4767" y="3400"/>
                  </a:cubicBezTo>
                  <a:cubicBezTo>
                    <a:pt x="4923" y="3400"/>
                    <a:pt x="5031" y="3343"/>
                    <a:pt x="5113" y="3213"/>
                  </a:cubicBezTo>
                  <a:cubicBezTo>
                    <a:pt x="5389" y="2762"/>
                    <a:pt x="3434" y="2260"/>
                    <a:pt x="3434" y="2060"/>
                  </a:cubicBezTo>
                  <a:cubicBezTo>
                    <a:pt x="3434" y="2005"/>
                    <a:pt x="3491" y="1982"/>
                    <a:pt x="3583" y="1982"/>
                  </a:cubicBezTo>
                  <a:cubicBezTo>
                    <a:pt x="3825" y="1982"/>
                    <a:pt x="4310" y="2140"/>
                    <a:pt x="4637" y="2286"/>
                  </a:cubicBezTo>
                  <a:cubicBezTo>
                    <a:pt x="5031" y="2471"/>
                    <a:pt x="6367" y="2870"/>
                    <a:pt x="6784" y="2870"/>
                  </a:cubicBezTo>
                  <a:cubicBezTo>
                    <a:pt x="6818" y="2870"/>
                    <a:pt x="6846" y="2868"/>
                    <a:pt x="6867" y="2862"/>
                  </a:cubicBezTo>
                  <a:cubicBezTo>
                    <a:pt x="7770" y="2661"/>
                    <a:pt x="6692" y="1734"/>
                    <a:pt x="6366" y="1408"/>
                  </a:cubicBezTo>
                  <a:cubicBezTo>
                    <a:pt x="6015" y="1057"/>
                    <a:pt x="4812" y="331"/>
                    <a:pt x="4286" y="80"/>
                  </a:cubicBezTo>
                  <a:cubicBezTo>
                    <a:pt x="4151" y="22"/>
                    <a:pt x="3864" y="0"/>
                    <a:pt x="35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6"/>
            <p:cNvSpPr/>
            <p:nvPr/>
          </p:nvSpPr>
          <p:spPr>
            <a:xfrm>
              <a:off x="3047775" y="2634500"/>
              <a:ext cx="59550" cy="72825"/>
            </a:xfrm>
            <a:custGeom>
              <a:avLst/>
              <a:gdLst/>
              <a:ahLst/>
              <a:cxnLst/>
              <a:rect l="l" t="t" r="r" b="b"/>
              <a:pathLst>
                <a:path w="2382" h="2913" extrusionOk="0">
                  <a:moveTo>
                    <a:pt x="2194" y="0"/>
                  </a:moveTo>
                  <a:cubicBezTo>
                    <a:pt x="2146" y="0"/>
                    <a:pt x="2097" y="19"/>
                    <a:pt x="2055" y="60"/>
                  </a:cubicBezTo>
                  <a:lnTo>
                    <a:pt x="50" y="2642"/>
                  </a:lnTo>
                  <a:cubicBezTo>
                    <a:pt x="0" y="2717"/>
                    <a:pt x="0" y="2817"/>
                    <a:pt x="75" y="2867"/>
                  </a:cubicBezTo>
                  <a:cubicBezTo>
                    <a:pt x="107" y="2899"/>
                    <a:pt x="143" y="2913"/>
                    <a:pt x="179" y="2913"/>
                  </a:cubicBezTo>
                  <a:cubicBezTo>
                    <a:pt x="230" y="2913"/>
                    <a:pt x="282" y="2886"/>
                    <a:pt x="326" y="2842"/>
                  </a:cubicBezTo>
                  <a:lnTo>
                    <a:pt x="2331" y="286"/>
                  </a:lnTo>
                  <a:cubicBezTo>
                    <a:pt x="2381" y="211"/>
                    <a:pt x="2381" y="110"/>
                    <a:pt x="2306" y="35"/>
                  </a:cubicBezTo>
                  <a:cubicBezTo>
                    <a:pt x="2272" y="13"/>
                    <a:pt x="2233" y="0"/>
                    <a:pt x="2194" y="0"/>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6"/>
            <p:cNvSpPr/>
            <p:nvPr/>
          </p:nvSpPr>
          <p:spPr>
            <a:xfrm>
              <a:off x="3005150" y="2668575"/>
              <a:ext cx="60175" cy="25725"/>
            </a:xfrm>
            <a:custGeom>
              <a:avLst/>
              <a:gdLst/>
              <a:ahLst/>
              <a:cxnLst/>
              <a:rect l="l" t="t" r="r" b="b"/>
              <a:pathLst>
                <a:path w="2407" h="1029" extrusionOk="0">
                  <a:moveTo>
                    <a:pt x="1" y="1"/>
                  </a:moveTo>
                  <a:cubicBezTo>
                    <a:pt x="903" y="452"/>
                    <a:pt x="2407" y="176"/>
                    <a:pt x="2407" y="351"/>
                  </a:cubicBezTo>
                  <a:cubicBezTo>
                    <a:pt x="2407" y="502"/>
                    <a:pt x="2106" y="1028"/>
                    <a:pt x="1480" y="1028"/>
                  </a:cubicBezTo>
                  <a:cubicBezTo>
                    <a:pt x="853" y="1028"/>
                    <a:pt x="1" y="1"/>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6"/>
            <p:cNvSpPr/>
            <p:nvPr/>
          </p:nvSpPr>
          <p:spPr>
            <a:xfrm>
              <a:off x="2943125" y="2655425"/>
              <a:ext cx="163575" cy="109050"/>
            </a:xfrm>
            <a:custGeom>
              <a:avLst/>
              <a:gdLst/>
              <a:ahLst/>
              <a:cxnLst/>
              <a:rect l="l" t="t" r="r" b="b"/>
              <a:pathLst>
                <a:path w="6543" h="4362" extrusionOk="0">
                  <a:moveTo>
                    <a:pt x="1" y="1905"/>
                  </a:moveTo>
                  <a:cubicBezTo>
                    <a:pt x="527" y="1329"/>
                    <a:pt x="1855" y="0"/>
                    <a:pt x="2908" y="702"/>
                  </a:cubicBezTo>
                  <a:cubicBezTo>
                    <a:pt x="3961" y="1379"/>
                    <a:pt x="4662" y="1379"/>
                    <a:pt x="4988" y="1504"/>
                  </a:cubicBezTo>
                  <a:cubicBezTo>
                    <a:pt x="5339" y="978"/>
                    <a:pt x="5865" y="1379"/>
                    <a:pt x="6216" y="2131"/>
                  </a:cubicBezTo>
                  <a:cubicBezTo>
                    <a:pt x="6542" y="2882"/>
                    <a:pt x="4311" y="3785"/>
                    <a:pt x="3961" y="4085"/>
                  </a:cubicBezTo>
                  <a:cubicBezTo>
                    <a:pt x="3610" y="4361"/>
                    <a:pt x="1" y="3785"/>
                    <a:pt x="1" y="378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6"/>
            <p:cNvSpPr/>
            <p:nvPr/>
          </p:nvSpPr>
          <p:spPr>
            <a:xfrm>
              <a:off x="2507650" y="2342125"/>
              <a:ext cx="458050" cy="449900"/>
            </a:xfrm>
            <a:custGeom>
              <a:avLst/>
              <a:gdLst/>
              <a:ahLst/>
              <a:cxnLst/>
              <a:rect l="l" t="t" r="r" b="b"/>
              <a:pathLst>
                <a:path w="18322" h="17996" extrusionOk="0">
                  <a:moveTo>
                    <a:pt x="3836" y="953"/>
                  </a:moveTo>
                  <a:cubicBezTo>
                    <a:pt x="6693" y="2357"/>
                    <a:pt x="7570" y="11204"/>
                    <a:pt x="9750" y="13309"/>
                  </a:cubicBezTo>
                  <a:cubicBezTo>
                    <a:pt x="10978" y="14487"/>
                    <a:pt x="15966" y="13535"/>
                    <a:pt x="17645" y="13585"/>
                  </a:cubicBezTo>
                  <a:cubicBezTo>
                    <a:pt x="18322" y="15064"/>
                    <a:pt x="17420" y="16868"/>
                    <a:pt x="17420" y="16868"/>
                  </a:cubicBezTo>
                  <a:cubicBezTo>
                    <a:pt x="7871" y="17996"/>
                    <a:pt x="5440" y="17745"/>
                    <a:pt x="3034" y="13159"/>
                  </a:cubicBezTo>
                  <a:cubicBezTo>
                    <a:pt x="1154" y="9575"/>
                    <a:pt x="1" y="1"/>
                    <a:pt x="3836" y="95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6"/>
            <p:cNvSpPr/>
            <p:nvPr/>
          </p:nvSpPr>
          <p:spPr>
            <a:xfrm>
              <a:off x="4457550" y="1745025"/>
              <a:ext cx="160425" cy="149125"/>
            </a:xfrm>
            <a:custGeom>
              <a:avLst/>
              <a:gdLst/>
              <a:ahLst/>
              <a:cxnLst/>
              <a:rect l="l" t="t" r="r" b="b"/>
              <a:pathLst>
                <a:path w="6417" h="5965" extrusionOk="0">
                  <a:moveTo>
                    <a:pt x="6141" y="3008"/>
                  </a:moveTo>
                  <a:cubicBezTo>
                    <a:pt x="5865" y="2080"/>
                    <a:pt x="5339" y="1203"/>
                    <a:pt x="4537" y="677"/>
                  </a:cubicBezTo>
                  <a:cubicBezTo>
                    <a:pt x="4311" y="551"/>
                    <a:pt x="4086" y="426"/>
                    <a:pt x="3860" y="326"/>
                  </a:cubicBezTo>
                  <a:cubicBezTo>
                    <a:pt x="3735" y="301"/>
                    <a:pt x="3635" y="251"/>
                    <a:pt x="3509" y="251"/>
                  </a:cubicBezTo>
                  <a:cubicBezTo>
                    <a:pt x="3434" y="251"/>
                    <a:pt x="3234" y="201"/>
                    <a:pt x="3158" y="251"/>
                  </a:cubicBezTo>
                  <a:cubicBezTo>
                    <a:pt x="3133" y="301"/>
                    <a:pt x="3133" y="376"/>
                    <a:pt x="3158" y="451"/>
                  </a:cubicBezTo>
                  <a:cubicBezTo>
                    <a:pt x="3259" y="652"/>
                    <a:pt x="3484" y="802"/>
                    <a:pt x="3710" y="902"/>
                  </a:cubicBezTo>
                  <a:cubicBezTo>
                    <a:pt x="4061" y="1128"/>
                    <a:pt x="4186" y="1429"/>
                    <a:pt x="4311" y="1779"/>
                  </a:cubicBezTo>
                  <a:cubicBezTo>
                    <a:pt x="3960" y="1429"/>
                    <a:pt x="3660" y="1053"/>
                    <a:pt x="3234" y="777"/>
                  </a:cubicBezTo>
                  <a:cubicBezTo>
                    <a:pt x="2807" y="501"/>
                    <a:pt x="2356" y="326"/>
                    <a:pt x="1905" y="150"/>
                  </a:cubicBezTo>
                  <a:cubicBezTo>
                    <a:pt x="1705" y="75"/>
                    <a:pt x="1479" y="0"/>
                    <a:pt x="1279" y="25"/>
                  </a:cubicBezTo>
                  <a:cubicBezTo>
                    <a:pt x="1028" y="75"/>
                    <a:pt x="928" y="276"/>
                    <a:pt x="1078" y="476"/>
                  </a:cubicBezTo>
                  <a:cubicBezTo>
                    <a:pt x="1228" y="652"/>
                    <a:pt x="1479" y="702"/>
                    <a:pt x="1655" y="827"/>
                  </a:cubicBezTo>
                  <a:cubicBezTo>
                    <a:pt x="1930" y="952"/>
                    <a:pt x="2156" y="1128"/>
                    <a:pt x="2381" y="1328"/>
                  </a:cubicBezTo>
                  <a:cubicBezTo>
                    <a:pt x="2482" y="1429"/>
                    <a:pt x="2582" y="1529"/>
                    <a:pt x="2657" y="1629"/>
                  </a:cubicBezTo>
                  <a:cubicBezTo>
                    <a:pt x="2732" y="1729"/>
                    <a:pt x="2782" y="1880"/>
                    <a:pt x="2883" y="1930"/>
                  </a:cubicBezTo>
                  <a:cubicBezTo>
                    <a:pt x="2632" y="1830"/>
                    <a:pt x="2381" y="1704"/>
                    <a:pt x="2131" y="1554"/>
                  </a:cubicBezTo>
                  <a:cubicBezTo>
                    <a:pt x="1905" y="1429"/>
                    <a:pt x="1680" y="1378"/>
                    <a:pt x="1454" y="1253"/>
                  </a:cubicBezTo>
                  <a:cubicBezTo>
                    <a:pt x="1254" y="1178"/>
                    <a:pt x="1078" y="1028"/>
                    <a:pt x="878" y="927"/>
                  </a:cubicBezTo>
                  <a:cubicBezTo>
                    <a:pt x="777" y="852"/>
                    <a:pt x="652" y="802"/>
                    <a:pt x="552" y="877"/>
                  </a:cubicBezTo>
                  <a:cubicBezTo>
                    <a:pt x="477" y="902"/>
                    <a:pt x="452" y="1003"/>
                    <a:pt x="452" y="1078"/>
                  </a:cubicBezTo>
                  <a:cubicBezTo>
                    <a:pt x="452" y="1178"/>
                    <a:pt x="477" y="1253"/>
                    <a:pt x="527" y="1328"/>
                  </a:cubicBezTo>
                  <a:cubicBezTo>
                    <a:pt x="652" y="1504"/>
                    <a:pt x="802" y="1679"/>
                    <a:pt x="1003" y="1779"/>
                  </a:cubicBezTo>
                  <a:cubicBezTo>
                    <a:pt x="1178" y="1855"/>
                    <a:pt x="1304" y="1980"/>
                    <a:pt x="1454" y="2105"/>
                  </a:cubicBezTo>
                  <a:cubicBezTo>
                    <a:pt x="1655" y="2231"/>
                    <a:pt x="1855" y="2381"/>
                    <a:pt x="2056" y="2531"/>
                  </a:cubicBezTo>
                  <a:cubicBezTo>
                    <a:pt x="2156" y="2607"/>
                    <a:pt x="2231" y="2682"/>
                    <a:pt x="2331" y="2782"/>
                  </a:cubicBezTo>
                  <a:cubicBezTo>
                    <a:pt x="2406" y="2832"/>
                    <a:pt x="2482" y="2982"/>
                    <a:pt x="2582" y="3033"/>
                  </a:cubicBezTo>
                  <a:cubicBezTo>
                    <a:pt x="2181" y="2807"/>
                    <a:pt x="1780" y="2581"/>
                    <a:pt x="1404" y="2331"/>
                  </a:cubicBezTo>
                  <a:cubicBezTo>
                    <a:pt x="1279" y="2231"/>
                    <a:pt x="1103" y="2155"/>
                    <a:pt x="1003" y="2030"/>
                  </a:cubicBezTo>
                  <a:cubicBezTo>
                    <a:pt x="853" y="1880"/>
                    <a:pt x="677" y="1779"/>
                    <a:pt x="452" y="1754"/>
                  </a:cubicBezTo>
                  <a:cubicBezTo>
                    <a:pt x="426" y="1754"/>
                    <a:pt x="351" y="1729"/>
                    <a:pt x="326" y="1754"/>
                  </a:cubicBezTo>
                  <a:cubicBezTo>
                    <a:pt x="251" y="1805"/>
                    <a:pt x="251" y="1880"/>
                    <a:pt x="251" y="1930"/>
                  </a:cubicBezTo>
                  <a:cubicBezTo>
                    <a:pt x="276" y="2005"/>
                    <a:pt x="301" y="2055"/>
                    <a:pt x="351" y="2105"/>
                  </a:cubicBezTo>
                  <a:cubicBezTo>
                    <a:pt x="577" y="2431"/>
                    <a:pt x="827" y="2707"/>
                    <a:pt x="1103" y="2982"/>
                  </a:cubicBezTo>
                  <a:cubicBezTo>
                    <a:pt x="1379" y="3208"/>
                    <a:pt x="1730" y="3534"/>
                    <a:pt x="2056" y="3609"/>
                  </a:cubicBezTo>
                  <a:cubicBezTo>
                    <a:pt x="1579" y="3509"/>
                    <a:pt x="1153" y="3308"/>
                    <a:pt x="802" y="2982"/>
                  </a:cubicBezTo>
                  <a:cubicBezTo>
                    <a:pt x="627" y="2832"/>
                    <a:pt x="452" y="2657"/>
                    <a:pt x="201" y="2632"/>
                  </a:cubicBezTo>
                  <a:cubicBezTo>
                    <a:pt x="151" y="2632"/>
                    <a:pt x="51" y="2632"/>
                    <a:pt x="25" y="2707"/>
                  </a:cubicBezTo>
                  <a:cubicBezTo>
                    <a:pt x="0" y="2757"/>
                    <a:pt x="25" y="2832"/>
                    <a:pt x="51" y="2907"/>
                  </a:cubicBezTo>
                  <a:cubicBezTo>
                    <a:pt x="301" y="3333"/>
                    <a:pt x="677" y="3835"/>
                    <a:pt x="1153" y="4035"/>
                  </a:cubicBezTo>
                  <a:cubicBezTo>
                    <a:pt x="1379" y="4160"/>
                    <a:pt x="1604" y="4361"/>
                    <a:pt x="1855" y="4486"/>
                  </a:cubicBezTo>
                  <a:cubicBezTo>
                    <a:pt x="2106" y="4662"/>
                    <a:pt x="2381" y="4787"/>
                    <a:pt x="2632" y="4962"/>
                  </a:cubicBezTo>
                  <a:cubicBezTo>
                    <a:pt x="3234" y="5313"/>
                    <a:pt x="3985" y="5689"/>
                    <a:pt x="4662" y="5890"/>
                  </a:cubicBezTo>
                  <a:cubicBezTo>
                    <a:pt x="4863" y="5940"/>
                    <a:pt x="5063" y="5965"/>
                    <a:pt x="5264" y="5965"/>
                  </a:cubicBezTo>
                  <a:cubicBezTo>
                    <a:pt x="5489" y="5965"/>
                    <a:pt x="5614" y="5915"/>
                    <a:pt x="5765" y="5764"/>
                  </a:cubicBezTo>
                  <a:cubicBezTo>
                    <a:pt x="6041" y="5539"/>
                    <a:pt x="6241" y="5188"/>
                    <a:pt x="6316" y="4837"/>
                  </a:cubicBezTo>
                  <a:cubicBezTo>
                    <a:pt x="6416" y="4386"/>
                    <a:pt x="6366" y="3960"/>
                    <a:pt x="6291" y="3509"/>
                  </a:cubicBezTo>
                  <a:cubicBezTo>
                    <a:pt x="6241" y="3358"/>
                    <a:pt x="6216" y="3183"/>
                    <a:pt x="6141" y="300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6"/>
            <p:cNvSpPr/>
            <p:nvPr/>
          </p:nvSpPr>
          <p:spPr>
            <a:xfrm>
              <a:off x="4334125" y="1724975"/>
              <a:ext cx="120325" cy="162925"/>
            </a:xfrm>
            <a:custGeom>
              <a:avLst/>
              <a:gdLst/>
              <a:ahLst/>
              <a:cxnLst/>
              <a:rect l="l" t="t" r="r" b="b"/>
              <a:pathLst>
                <a:path w="4813" h="6517" extrusionOk="0">
                  <a:moveTo>
                    <a:pt x="4737" y="4185"/>
                  </a:moveTo>
                  <a:cubicBezTo>
                    <a:pt x="4536" y="3033"/>
                    <a:pt x="4261" y="1679"/>
                    <a:pt x="3559" y="727"/>
                  </a:cubicBezTo>
                  <a:cubicBezTo>
                    <a:pt x="3509" y="702"/>
                    <a:pt x="3484" y="652"/>
                    <a:pt x="3434" y="652"/>
                  </a:cubicBezTo>
                  <a:cubicBezTo>
                    <a:pt x="3333" y="602"/>
                    <a:pt x="3233" y="752"/>
                    <a:pt x="3233" y="877"/>
                  </a:cubicBezTo>
                  <a:cubicBezTo>
                    <a:pt x="3183" y="1203"/>
                    <a:pt x="3333" y="1529"/>
                    <a:pt x="3459" y="1855"/>
                  </a:cubicBezTo>
                  <a:cubicBezTo>
                    <a:pt x="3559" y="2206"/>
                    <a:pt x="3559" y="2607"/>
                    <a:pt x="3509" y="3008"/>
                  </a:cubicBezTo>
                  <a:cubicBezTo>
                    <a:pt x="3484" y="2982"/>
                    <a:pt x="3459" y="2957"/>
                    <a:pt x="3434" y="2907"/>
                  </a:cubicBezTo>
                  <a:cubicBezTo>
                    <a:pt x="2857" y="2155"/>
                    <a:pt x="2556" y="1103"/>
                    <a:pt x="2180" y="226"/>
                  </a:cubicBezTo>
                  <a:cubicBezTo>
                    <a:pt x="2130" y="125"/>
                    <a:pt x="2080" y="0"/>
                    <a:pt x="1955" y="0"/>
                  </a:cubicBezTo>
                  <a:cubicBezTo>
                    <a:pt x="1805" y="0"/>
                    <a:pt x="1729" y="201"/>
                    <a:pt x="1729" y="351"/>
                  </a:cubicBezTo>
                  <a:cubicBezTo>
                    <a:pt x="1754" y="1053"/>
                    <a:pt x="1880" y="1679"/>
                    <a:pt x="2206" y="2331"/>
                  </a:cubicBezTo>
                  <a:cubicBezTo>
                    <a:pt x="1880" y="1855"/>
                    <a:pt x="1629" y="1353"/>
                    <a:pt x="1429" y="827"/>
                  </a:cubicBezTo>
                  <a:cubicBezTo>
                    <a:pt x="1378" y="702"/>
                    <a:pt x="1303" y="551"/>
                    <a:pt x="1153" y="551"/>
                  </a:cubicBezTo>
                  <a:cubicBezTo>
                    <a:pt x="602" y="501"/>
                    <a:pt x="1303" y="2657"/>
                    <a:pt x="1404" y="2932"/>
                  </a:cubicBezTo>
                  <a:cubicBezTo>
                    <a:pt x="1128" y="2531"/>
                    <a:pt x="927" y="2055"/>
                    <a:pt x="827" y="1579"/>
                  </a:cubicBezTo>
                  <a:cubicBezTo>
                    <a:pt x="802" y="1479"/>
                    <a:pt x="777" y="1404"/>
                    <a:pt x="727" y="1303"/>
                  </a:cubicBezTo>
                  <a:cubicBezTo>
                    <a:pt x="677" y="1228"/>
                    <a:pt x="526" y="1128"/>
                    <a:pt x="426" y="1228"/>
                  </a:cubicBezTo>
                  <a:cubicBezTo>
                    <a:pt x="376" y="1303"/>
                    <a:pt x="351" y="1529"/>
                    <a:pt x="351" y="1629"/>
                  </a:cubicBezTo>
                  <a:cubicBezTo>
                    <a:pt x="301" y="1955"/>
                    <a:pt x="401" y="2281"/>
                    <a:pt x="501" y="2556"/>
                  </a:cubicBezTo>
                  <a:cubicBezTo>
                    <a:pt x="677" y="2982"/>
                    <a:pt x="927" y="3383"/>
                    <a:pt x="1053" y="3810"/>
                  </a:cubicBezTo>
                  <a:lnTo>
                    <a:pt x="326" y="2907"/>
                  </a:lnTo>
                  <a:cubicBezTo>
                    <a:pt x="276" y="2857"/>
                    <a:pt x="201" y="2782"/>
                    <a:pt x="125" y="2807"/>
                  </a:cubicBezTo>
                  <a:cubicBezTo>
                    <a:pt x="25" y="2807"/>
                    <a:pt x="0" y="2957"/>
                    <a:pt x="25" y="3058"/>
                  </a:cubicBezTo>
                  <a:cubicBezTo>
                    <a:pt x="251" y="3734"/>
                    <a:pt x="602" y="4386"/>
                    <a:pt x="1103" y="4937"/>
                  </a:cubicBezTo>
                  <a:cubicBezTo>
                    <a:pt x="1328" y="5213"/>
                    <a:pt x="1629" y="5414"/>
                    <a:pt x="1855" y="5689"/>
                  </a:cubicBezTo>
                  <a:cubicBezTo>
                    <a:pt x="2080" y="5940"/>
                    <a:pt x="2381" y="6165"/>
                    <a:pt x="2707" y="6291"/>
                  </a:cubicBezTo>
                  <a:cubicBezTo>
                    <a:pt x="3058" y="6441"/>
                    <a:pt x="3434" y="6516"/>
                    <a:pt x="3810" y="6491"/>
                  </a:cubicBezTo>
                  <a:cubicBezTo>
                    <a:pt x="4085" y="6466"/>
                    <a:pt x="4261" y="6391"/>
                    <a:pt x="4436" y="6165"/>
                  </a:cubicBezTo>
                  <a:cubicBezTo>
                    <a:pt x="4561" y="5990"/>
                    <a:pt x="4712" y="5739"/>
                    <a:pt x="4762" y="5489"/>
                  </a:cubicBezTo>
                  <a:cubicBezTo>
                    <a:pt x="4812" y="5063"/>
                    <a:pt x="4812" y="4637"/>
                    <a:pt x="4737" y="418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6"/>
            <p:cNvSpPr/>
            <p:nvPr/>
          </p:nvSpPr>
          <p:spPr>
            <a:xfrm>
              <a:off x="4585375" y="1535100"/>
              <a:ext cx="270075" cy="468700"/>
            </a:xfrm>
            <a:custGeom>
              <a:avLst/>
              <a:gdLst/>
              <a:ahLst/>
              <a:cxnLst/>
              <a:rect l="l" t="t" r="r" b="b"/>
              <a:pathLst>
                <a:path w="10803" h="18748" extrusionOk="0">
                  <a:moveTo>
                    <a:pt x="1253" y="11179"/>
                  </a:moveTo>
                  <a:lnTo>
                    <a:pt x="5990" y="12808"/>
                  </a:lnTo>
                  <a:cubicBezTo>
                    <a:pt x="5514" y="6592"/>
                    <a:pt x="6617" y="1"/>
                    <a:pt x="9198" y="2357"/>
                  </a:cubicBezTo>
                  <a:cubicBezTo>
                    <a:pt x="10702" y="3735"/>
                    <a:pt x="10802" y="15314"/>
                    <a:pt x="9649" y="17044"/>
                  </a:cubicBezTo>
                  <a:cubicBezTo>
                    <a:pt x="8496" y="18748"/>
                    <a:pt x="3559" y="16292"/>
                    <a:pt x="100" y="14562"/>
                  </a:cubicBezTo>
                  <a:cubicBezTo>
                    <a:pt x="0" y="13059"/>
                    <a:pt x="1253" y="11179"/>
                    <a:pt x="1253" y="11179"/>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6"/>
            <p:cNvSpPr/>
            <p:nvPr/>
          </p:nvSpPr>
          <p:spPr>
            <a:xfrm>
              <a:off x="2447500" y="2677350"/>
              <a:ext cx="261950" cy="288875"/>
            </a:xfrm>
            <a:custGeom>
              <a:avLst/>
              <a:gdLst/>
              <a:ahLst/>
              <a:cxnLst/>
              <a:rect l="l" t="t" r="r" b="b"/>
              <a:pathLst>
                <a:path w="10478" h="11555" extrusionOk="0">
                  <a:moveTo>
                    <a:pt x="2557" y="226"/>
                  </a:moveTo>
                  <a:cubicBezTo>
                    <a:pt x="3735" y="51"/>
                    <a:pt x="5339" y="0"/>
                    <a:pt x="6467" y="351"/>
                  </a:cubicBezTo>
                  <a:cubicBezTo>
                    <a:pt x="8372" y="903"/>
                    <a:pt x="9425" y="2131"/>
                    <a:pt x="9876" y="3935"/>
                  </a:cubicBezTo>
                  <a:cubicBezTo>
                    <a:pt x="10352" y="5765"/>
                    <a:pt x="10477" y="8797"/>
                    <a:pt x="9425" y="10502"/>
                  </a:cubicBezTo>
                  <a:cubicBezTo>
                    <a:pt x="8773" y="11554"/>
                    <a:pt x="7319" y="11354"/>
                    <a:pt x="6292" y="11078"/>
                  </a:cubicBezTo>
                  <a:cubicBezTo>
                    <a:pt x="5039" y="10752"/>
                    <a:pt x="3384" y="10201"/>
                    <a:pt x="2357" y="9424"/>
                  </a:cubicBezTo>
                  <a:cubicBezTo>
                    <a:pt x="928" y="8346"/>
                    <a:pt x="151" y="5965"/>
                    <a:pt x="76" y="4261"/>
                  </a:cubicBezTo>
                  <a:cubicBezTo>
                    <a:pt x="1" y="2782"/>
                    <a:pt x="753" y="527"/>
                    <a:pt x="2557" y="22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6"/>
            <p:cNvSpPr/>
            <p:nvPr/>
          </p:nvSpPr>
          <p:spPr>
            <a:xfrm>
              <a:off x="2445625" y="2635375"/>
              <a:ext cx="261950" cy="302650"/>
            </a:xfrm>
            <a:custGeom>
              <a:avLst/>
              <a:gdLst/>
              <a:ahLst/>
              <a:cxnLst/>
              <a:rect l="l" t="t" r="r" b="b"/>
              <a:pathLst>
                <a:path w="10478" h="12106" extrusionOk="0">
                  <a:moveTo>
                    <a:pt x="1154" y="2256"/>
                  </a:moveTo>
                  <a:cubicBezTo>
                    <a:pt x="1" y="3008"/>
                    <a:pt x="76" y="4737"/>
                    <a:pt x="151" y="5940"/>
                  </a:cubicBezTo>
                  <a:cubicBezTo>
                    <a:pt x="226" y="7644"/>
                    <a:pt x="1003" y="10025"/>
                    <a:pt x="2432" y="11103"/>
                  </a:cubicBezTo>
                  <a:cubicBezTo>
                    <a:pt x="3209" y="11705"/>
                    <a:pt x="3259" y="11780"/>
                    <a:pt x="4312" y="12106"/>
                  </a:cubicBezTo>
                  <a:cubicBezTo>
                    <a:pt x="4412" y="12055"/>
                    <a:pt x="4662" y="11905"/>
                    <a:pt x="4938" y="11705"/>
                  </a:cubicBezTo>
                  <a:cubicBezTo>
                    <a:pt x="5515" y="11253"/>
                    <a:pt x="5815" y="10502"/>
                    <a:pt x="5590" y="9800"/>
                  </a:cubicBezTo>
                  <a:cubicBezTo>
                    <a:pt x="5364" y="9098"/>
                    <a:pt x="5364" y="8271"/>
                    <a:pt x="5740" y="8070"/>
                  </a:cubicBezTo>
                  <a:cubicBezTo>
                    <a:pt x="6392" y="7720"/>
                    <a:pt x="6818" y="8948"/>
                    <a:pt x="6818" y="8948"/>
                  </a:cubicBezTo>
                  <a:cubicBezTo>
                    <a:pt x="7169" y="8822"/>
                    <a:pt x="7745" y="8396"/>
                    <a:pt x="7444" y="7644"/>
                  </a:cubicBezTo>
                  <a:cubicBezTo>
                    <a:pt x="7119" y="6918"/>
                    <a:pt x="7444" y="6141"/>
                    <a:pt x="7444" y="6141"/>
                  </a:cubicBezTo>
                  <a:cubicBezTo>
                    <a:pt x="8572" y="6166"/>
                    <a:pt x="9099" y="4612"/>
                    <a:pt x="9449" y="4411"/>
                  </a:cubicBezTo>
                  <a:cubicBezTo>
                    <a:pt x="10226" y="3985"/>
                    <a:pt x="10477" y="3810"/>
                    <a:pt x="10352" y="3083"/>
                  </a:cubicBezTo>
                  <a:cubicBezTo>
                    <a:pt x="10277" y="2607"/>
                    <a:pt x="10076" y="2131"/>
                    <a:pt x="9725" y="1805"/>
                  </a:cubicBezTo>
                  <a:cubicBezTo>
                    <a:pt x="9324" y="1429"/>
                    <a:pt x="7971" y="928"/>
                    <a:pt x="7444" y="802"/>
                  </a:cubicBezTo>
                  <a:cubicBezTo>
                    <a:pt x="4287" y="0"/>
                    <a:pt x="1855" y="577"/>
                    <a:pt x="1154" y="22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6"/>
            <p:cNvSpPr/>
            <p:nvPr/>
          </p:nvSpPr>
          <p:spPr>
            <a:xfrm>
              <a:off x="2268325" y="2903550"/>
              <a:ext cx="521950" cy="731225"/>
            </a:xfrm>
            <a:custGeom>
              <a:avLst/>
              <a:gdLst/>
              <a:ahLst/>
              <a:cxnLst/>
              <a:rect l="l" t="t" r="r" b="b"/>
              <a:pathLst>
                <a:path w="20878" h="29249" extrusionOk="0">
                  <a:moveTo>
                    <a:pt x="15263" y="2907"/>
                  </a:moveTo>
                  <a:cubicBezTo>
                    <a:pt x="12431" y="1855"/>
                    <a:pt x="9148" y="0"/>
                    <a:pt x="4586" y="3659"/>
                  </a:cubicBezTo>
                  <a:cubicBezTo>
                    <a:pt x="0" y="7318"/>
                    <a:pt x="1253" y="22181"/>
                    <a:pt x="2381" y="25564"/>
                  </a:cubicBezTo>
                  <a:cubicBezTo>
                    <a:pt x="3509" y="28973"/>
                    <a:pt x="11103" y="29248"/>
                    <a:pt x="13384" y="28948"/>
                  </a:cubicBezTo>
                  <a:cubicBezTo>
                    <a:pt x="15639" y="28647"/>
                    <a:pt x="13409" y="24737"/>
                    <a:pt x="14160" y="22131"/>
                  </a:cubicBezTo>
                  <a:cubicBezTo>
                    <a:pt x="14912" y="19549"/>
                    <a:pt x="20877" y="4988"/>
                    <a:pt x="15263" y="290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6"/>
            <p:cNvSpPr/>
            <p:nvPr/>
          </p:nvSpPr>
          <p:spPr>
            <a:xfrm>
              <a:off x="2551525" y="2936125"/>
              <a:ext cx="370950" cy="500025"/>
            </a:xfrm>
            <a:custGeom>
              <a:avLst/>
              <a:gdLst/>
              <a:ahLst/>
              <a:cxnLst/>
              <a:rect l="l" t="t" r="r" b="b"/>
              <a:pathLst>
                <a:path w="14838" h="20001" extrusionOk="0">
                  <a:moveTo>
                    <a:pt x="5439" y="2206"/>
                  </a:moveTo>
                  <a:cubicBezTo>
                    <a:pt x="6617" y="2933"/>
                    <a:pt x="9725" y="11980"/>
                    <a:pt x="9725" y="11980"/>
                  </a:cubicBezTo>
                  <a:lnTo>
                    <a:pt x="10828" y="4888"/>
                  </a:lnTo>
                  <a:cubicBezTo>
                    <a:pt x="10828" y="4888"/>
                    <a:pt x="13359" y="3685"/>
                    <a:pt x="14838" y="5289"/>
                  </a:cubicBezTo>
                  <a:cubicBezTo>
                    <a:pt x="13835" y="12156"/>
                    <a:pt x="13284" y="19198"/>
                    <a:pt x="10828" y="19599"/>
                  </a:cubicBezTo>
                  <a:cubicBezTo>
                    <a:pt x="8396" y="20000"/>
                    <a:pt x="4361" y="13484"/>
                    <a:pt x="2181" y="10301"/>
                  </a:cubicBezTo>
                  <a:cubicBezTo>
                    <a:pt x="0" y="7118"/>
                    <a:pt x="1805" y="0"/>
                    <a:pt x="5439" y="220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6"/>
            <p:cNvSpPr/>
            <p:nvPr/>
          </p:nvSpPr>
          <p:spPr>
            <a:xfrm>
              <a:off x="2873575" y="2904175"/>
              <a:ext cx="72700" cy="55775"/>
            </a:xfrm>
            <a:custGeom>
              <a:avLst/>
              <a:gdLst/>
              <a:ahLst/>
              <a:cxnLst/>
              <a:rect l="l" t="t" r="r" b="b"/>
              <a:pathLst>
                <a:path w="2908" h="2231" extrusionOk="0">
                  <a:moveTo>
                    <a:pt x="2908" y="0"/>
                  </a:moveTo>
                  <a:lnTo>
                    <a:pt x="2306" y="176"/>
                  </a:lnTo>
                  <a:lnTo>
                    <a:pt x="1" y="1905"/>
                  </a:lnTo>
                  <a:lnTo>
                    <a:pt x="176" y="2231"/>
                  </a:lnTo>
                  <a:lnTo>
                    <a:pt x="2632" y="401"/>
                  </a:lnTo>
                  <a:lnTo>
                    <a:pt x="2908" y="0"/>
                  </a:ln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6"/>
            <p:cNvSpPr/>
            <p:nvPr/>
          </p:nvSpPr>
          <p:spPr>
            <a:xfrm>
              <a:off x="2813425" y="2924850"/>
              <a:ext cx="134125" cy="169825"/>
            </a:xfrm>
            <a:custGeom>
              <a:avLst/>
              <a:gdLst/>
              <a:ahLst/>
              <a:cxnLst/>
              <a:rect l="l" t="t" r="r" b="b"/>
              <a:pathLst>
                <a:path w="5365" h="6793" extrusionOk="0">
                  <a:moveTo>
                    <a:pt x="878" y="5740"/>
                  </a:moveTo>
                  <a:cubicBezTo>
                    <a:pt x="878" y="5539"/>
                    <a:pt x="1" y="3359"/>
                    <a:pt x="352" y="2557"/>
                  </a:cubicBezTo>
                  <a:cubicBezTo>
                    <a:pt x="702" y="1755"/>
                    <a:pt x="1154" y="1228"/>
                    <a:pt x="1154" y="1228"/>
                  </a:cubicBezTo>
                  <a:cubicBezTo>
                    <a:pt x="1529" y="0"/>
                    <a:pt x="2582" y="126"/>
                    <a:pt x="3384" y="928"/>
                  </a:cubicBezTo>
                  <a:cubicBezTo>
                    <a:pt x="4211" y="1755"/>
                    <a:pt x="5364" y="3760"/>
                    <a:pt x="3885" y="5439"/>
                  </a:cubicBezTo>
                  <a:cubicBezTo>
                    <a:pt x="2306" y="6792"/>
                    <a:pt x="878" y="5740"/>
                    <a:pt x="878" y="574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6"/>
            <p:cNvSpPr/>
            <p:nvPr/>
          </p:nvSpPr>
          <p:spPr>
            <a:xfrm>
              <a:off x="2027075" y="3121575"/>
              <a:ext cx="414200" cy="794525"/>
            </a:xfrm>
            <a:custGeom>
              <a:avLst/>
              <a:gdLst/>
              <a:ahLst/>
              <a:cxnLst/>
              <a:rect l="l" t="t" r="r" b="b"/>
              <a:pathLst>
                <a:path w="16568" h="31781" extrusionOk="0">
                  <a:moveTo>
                    <a:pt x="3084" y="1"/>
                  </a:moveTo>
                  <a:cubicBezTo>
                    <a:pt x="3084" y="1"/>
                    <a:pt x="3084" y="26"/>
                    <a:pt x="3084" y="101"/>
                  </a:cubicBezTo>
                  <a:cubicBezTo>
                    <a:pt x="2181" y="26"/>
                    <a:pt x="1179" y="803"/>
                    <a:pt x="753" y="1856"/>
                  </a:cubicBezTo>
                  <a:cubicBezTo>
                    <a:pt x="1" y="3785"/>
                    <a:pt x="1003" y="24688"/>
                    <a:pt x="2808" y="24237"/>
                  </a:cubicBezTo>
                  <a:cubicBezTo>
                    <a:pt x="3359" y="24838"/>
                    <a:pt x="15841" y="31781"/>
                    <a:pt x="15841" y="31781"/>
                  </a:cubicBezTo>
                  <a:lnTo>
                    <a:pt x="16567" y="7745"/>
                  </a:lnTo>
                  <a:cubicBezTo>
                    <a:pt x="16567" y="7745"/>
                    <a:pt x="7745" y="126"/>
                    <a:pt x="3084" y="1"/>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6"/>
            <p:cNvSpPr/>
            <p:nvPr/>
          </p:nvSpPr>
          <p:spPr>
            <a:xfrm>
              <a:off x="2353525" y="3285125"/>
              <a:ext cx="188625" cy="642250"/>
            </a:xfrm>
            <a:custGeom>
              <a:avLst/>
              <a:gdLst/>
              <a:ahLst/>
              <a:cxnLst/>
              <a:rect l="l" t="t" r="r" b="b"/>
              <a:pathLst>
                <a:path w="7545" h="25690" extrusionOk="0">
                  <a:moveTo>
                    <a:pt x="2783" y="25239"/>
                  </a:moveTo>
                  <a:cubicBezTo>
                    <a:pt x="1003" y="25690"/>
                    <a:pt x="1" y="4787"/>
                    <a:pt x="752" y="2858"/>
                  </a:cubicBezTo>
                  <a:cubicBezTo>
                    <a:pt x="1479" y="928"/>
                    <a:pt x="4186" y="0"/>
                    <a:pt x="4662" y="3158"/>
                  </a:cubicBezTo>
                  <a:cubicBezTo>
                    <a:pt x="5113" y="6316"/>
                    <a:pt x="7544" y="24061"/>
                    <a:pt x="2783" y="25239"/>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6"/>
            <p:cNvSpPr/>
            <p:nvPr/>
          </p:nvSpPr>
          <p:spPr>
            <a:xfrm>
              <a:off x="3652400" y="2356550"/>
              <a:ext cx="60175" cy="25700"/>
            </a:xfrm>
            <a:custGeom>
              <a:avLst/>
              <a:gdLst/>
              <a:ahLst/>
              <a:cxnLst/>
              <a:rect l="l" t="t" r="r" b="b"/>
              <a:pathLst>
                <a:path w="2407" h="1028" extrusionOk="0">
                  <a:moveTo>
                    <a:pt x="1" y="0"/>
                  </a:moveTo>
                  <a:cubicBezTo>
                    <a:pt x="903" y="451"/>
                    <a:pt x="2407" y="176"/>
                    <a:pt x="2407" y="351"/>
                  </a:cubicBezTo>
                  <a:cubicBezTo>
                    <a:pt x="2407" y="527"/>
                    <a:pt x="2106" y="1028"/>
                    <a:pt x="1479" y="1028"/>
                  </a:cubicBezTo>
                  <a:cubicBezTo>
                    <a:pt x="853" y="1028"/>
                    <a:pt x="1" y="0"/>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6"/>
            <p:cNvSpPr/>
            <p:nvPr/>
          </p:nvSpPr>
          <p:spPr>
            <a:xfrm>
              <a:off x="3590375" y="2343375"/>
              <a:ext cx="163550" cy="109050"/>
            </a:xfrm>
            <a:custGeom>
              <a:avLst/>
              <a:gdLst/>
              <a:ahLst/>
              <a:cxnLst/>
              <a:rect l="l" t="t" r="r" b="b"/>
              <a:pathLst>
                <a:path w="6542" h="4362" extrusionOk="0">
                  <a:moveTo>
                    <a:pt x="0" y="1906"/>
                  </a:moveTo>
                  <a:cubicBezTo>
                    <a:pt x="502" y="1329"/>
                    <a:pt x="1830" y="1"/>
                    <a:pt x="2908" y="703"/>
                  </a:cubicBezTo>
                  <a:cubicBezTo>
                    <a:pt x="3960" y="1379"/>
                    <a:pt x="4637" y="1379"/>
                    <a:pt x="4988" y="1505"/>
                  </a:cubicBezTo>
                  <a:cubicBezTo>
                    <a:pt x="5339" y="978"/>
                    <a:pt x="5840" y="1379"/>
                    <a:pt x="6191" y="2131"/>
                  </a:cubicBezTo>
                  <a:cubicBezTo>
                    <a:pt x="6542" y="2883"/>
                    <a:pt x="4311" y="3811"/>
                    <a:pt x="3960" y="4086"/>
                  </a:cubicBezTo>
                  <a:cubicBezTo>
                    <a:pt x="3610" y="4362"/>
                    <a:pt x="0" y="3785"/>
                    <a:pt x="0" y="378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6"/>
            <p:cNvSpPr/>
            <p:nvPr/>
          </p:nvSpPr>
          <p:spPr>
            <a:xfrm>
              <a:off x="4332225" y="3053300"/>
              <a:ext cx="461200" cy="458050"/>
            </a:xfrm>
            <a:custGeom>
              <a:avLst/>
              <a:gdLst/>
              <a:ahLst/>
              <a:cxnLst/>
              <a:rect l="l" t="t" r="r" b="b"/>
              <a:pathLst>
                <a:path w="18448" h="18322" extrusionOk="0">
                  <a:moveTo>
                    <a:pt x="17169" y="3183"/>
                  </a:moveTo>
                  <a:cubicBezTo>
                    <a:pt x="17169" y="3183"/>
                    <a:pt x="7871" y="0"/>
                    <a:pt x="3936" y="476"/>
                  </a:cubicBezTo>
                  <a:cubicBezTo>
                    <a:pt x="1" y="953"/>
                    <a:pt x="878" y="17970"/>
                    <a:pt x="878" y="17970"/>
                  </a:cubicBezTo>
                  <a:cubicBezTo>
                    <a:pt x="878" y="17970"/>
                    <a:pt x="2958" y="18321"/>
                    <a:pt x="5038" y="17970"/>
                  </a:cubicBezTo>
                  <a:cubicBezTo>
                    <a:pt x="5916" y="13233"/>
                    <a:pt x="7344" y="8045"/>
                    <a:pt x="7344" y="8045"/>
                  </a:cubicBezTo>
                  <a:cubicBezTo>
                    <a:pt x="7344" y="8045"/>
                    <a:pt x="15891" y="10501"/>
                    <a:pt x="17169" y="9273"/>
                  </a:cubicBezTo>
                  <a:cubicBezTo>
                    <a:pt x="18447" y="8045"/>
                    <a:pt x="17169" y="3183"/>
                    <a:pt x="17169" y="3183"/>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6"/>
            <p:cNvSpPr/>
            <p:nvPr/>
          </p:nvSpPr>
          <p:spPr>
            <a:xfrm>
              <a:off x="4470075" y="3480600"/>
              <a:ext cx="480600" cy="277600"/>
            </a:xfrm>
            <a:custGeom>
              <a:avLst/>
              <a:gdLst/>
              <a:ahLst/>
              <a:cxnLst/>
              <a:rect l="l" t="t" r="r" b="b"/>
              <a:pathLst>
                <a:path w="19224" h="11104" extrusionOk="0">
                  <a:moveTo>
                    <a:pt x="1" y="7695"/>
                  </a:moveTo>
                  <a:cubicBezTo>
                    <a:pt x="1" y="7821"/>
                    <a:pt x="51" y="7921"/>
                    <a:pt x="151" y="8046"/>
                  </a:cubicBezTo>
                  <a:cubicBezTo>
                    <a:pt x="276" y="8196"/>
                    <a:pt x="477" y="8297"/>
                    <a:pt x="702" y="8372"/>
                  </a:cubicBezTo>
                  <a:cubicBezTo>
                    <a:pt x="1053" y="8472"/>
                    <a:pt x="1454" y="8472"/>
                    <a:pt x="1830" y="8372"/>
                  </a:cubicBezTo>
                  <a:lnTo>
                    <a:pt x="6392" y="7169"/>
                  </a:lnTo>
                  <a:cubicBezTo>
                    <a:pt x="7169" y="6968"/>
                    <a:pt x="8046" y="7219"/>
                    <a:pt x="8196" y="7695"/>
                  </a:cubicBezTo>
                  <a:lnTo>
                    <a:pt x="9199" y="10527"/>
                  </a:lnTo>
                  <a:cubicBezTo>
                    <a:pt x="9299" y="10878"/>
                    <a:pt x="9850" y="11104"/>
                    <a:pt x="10452" y="11104"/>
                  </a:cubicBezTo>
                  <a:cubicBezTo>
                    <a:pt x="10527" y="11104"/>
                    <a:pt x="10577" y="11104"/>
                    <a:pt x="10652" y="11104"/>
                  </a:cubicBezTo>
                  <a:cubicBezTo>
                    <a:pt x="11053" y="11079"/>
                    <a:pt x="11379" y="10928"/>
                    <a:pt x="11580" y="10728"/>
                  </a:cubicBezTo>
                  <a:cubicBezTo>
                    <a:pt x="11680" y="10653"/>
                    <a:pt x="11730" y="10552"/>
                    <a:pt x="11755" y="10452"/>
                  </a:cubicBezTo>
                  <a:lnTo>
                    <a:pt x="11755" y="10427"/>
                  </a:lnTo>
                  <a:cubicBezTo>
                    <a:pt x="11755" y="10377"/>
                    <a:pt x="11755" y="10327"/>
                    <a:pt x="11755" y="10277"/>
                  </a:cubicBezTo>
                  <a:lnTo>
                    <a:pt x="11354" y="8272"/>
                  </a:lnTo>
                  <a:lnTo>
                    <a:pt x="11204" y="7420"/>
                  </a:lnTo>
                  <a:cubicBezTo>
                    <a:pt x="11103" y="6918"/>
                    <a:pt x="11805" y="6517"/>
                    <a:pt x="12632" y="6567"/>
                  </a:cubicBezTo>
                  <a:lnTo>
                    <a:pt x="17670" y="6893"/>
                  </a:lnTo>
                  <a:cubicBezTo>
                    <a:pt x="17720" y="6893"/>
                    <a:pt x="17770" y="6893"/>
                    <a:pt x="17820" y="6893"/>
                  </a:cubicBezTo>
                  <a:cubicBezTo>
                    <a:pt x="18021" y="6893"/>
                    <a:pt x="18246" y="6868"/>
                    <a:pt x="18422" y="6818"/>
                  </a:cubicBezTo>
                  <a:cubicBezTo>
                    <a:pt x="18773" y="6718"/>
                    <a:pt x="19048" y="6517"/>
                    <a:pt x="19099" y="6267"/>
                  </a:cubicBezTo>
                  <a:cubicBezTo>
                    <a:pt x="19224" y="5866"/>
                    <a:pt x="18773" y="5490"/>
                    <a:pt x="18096" y="5415"/>
                  </a:cubicBezTo>
                  <a:lnTo>
                    <a:pt x="13159" y="4838"/>
                  </a:lnTo>
                  <a:cubicBezTo>
                    <a:pt x="12933" y="4813"/>
                    <a:pt x="12758" y="4763"/>
                    <a:pt x="12582" y="4688"/>
                  </a:cubicBezTo>
                  <a:cubicBezTo>
                    <a:pt x="12156" y="4487"/>
                    <a:pt x="11981" y="4136"/>
                    <a:pt x="12231" y="3810"/>
                  </a:cubicBezTo>
                  <a:lnTo>
                    <a:pt x="13986" y="1605"/>
                  </a:lnTo>
                  <a:lnTo>
                    <a:pt x="14337" y="1154"/>
                  </a:lnTo>
                  <a:cubicBezTo>
                    <a:pt x="14412" y="1079"/>
                    <a:pt x="14437" y="978"/>
                    <a:pt x="14462" y="903"/>
                  </a:cubicBezTo>
                  <a:cubicBezTo>
                    <a:pt x="14462" y="878"/>
                    <a:pt x="14462" y="853"/>
                    <a:pt x="14462" y="853"/>
                  </a:cubicBezTo>
                  <a:cubicBezTo>
                    <a:pt x="14462" y="577"/>
                    <a:pt x="14211" y="302"/>
                    <a:pt x="13760" y="176"/>
                  </a:cubicBezTo>
                  <a:cubicBezTo>
                    <a:pt x="13134" y="1"/>
                    <a:pt x="12382" y="126"/>
                    <a:pt x="12031" y="477"/>
                  </a:cubicBezTo>
                  <a:lnTo>
                    <a:pt x="9525" y="3008"/>
                  </a:lnTo>
                  <a:cubicBezTo>
                    <a:pt x="9124" y="3435"/>
                    <a:pt x="8146" y="3535"/>
                    <a:pt x="7545" y="3209"/>
                  </a:cubicBezTo>
                  <a:lnTo>
                    <a:pt x="3835" y="1254"/>
                  </a:lnTo>
                  <a:cubicBezTo>
                    <a:pt x="3585" y="1104"/>
                    <a:pt x="3259" y="1054"/>
                    <a:pt x="2958" y="1054"/>
                  </a:cubicBezTo>
                  <a:cubicBezTo>
                    <a:pt x="2632" y="1054"/>
                    <a:pt x="2281" y="1129"/>
                    <a:pt x="2031" y="1279"/>
                  </a:cubicBezTo>
                  <a:cubicBezTo>
                    <a:pt x="1755" y="1430"/>
                    <a:pt x="1630" y="1630"/>
                    <a:pt x="1655" y="1831"/>
                  </a:cubicBezTo>
                  <a:cubicBezTo>
                    <a:pt x="1655" y="2006"/>
                    <a:pt x="1780" y="2181"/>
                    <a:pt x="1981" y="2307"/>
                  </a:cubicBezTo>
                  <a:lnTo>
                    <a:pt x="2281" y="2482"/>
                  </a:lnTo>
                  <a:lnTo>
                    <a:pt x="5389" y="4437"/>
                  </a:lnTo>
                  <a:cubicBezTo>
                    <a:pt x="5941" y="4788"/>
                    <a:pt x="5790" y="5339"/>
                    <a:pt x="5088" y="5590"/>
                  </a:cubicBezTo>
                  <a:cubicBezTo>
                    <a:pt x="5088" y="5590"/>
                    <a:pt x="5063" y="5590"/>
                    <a:pt x="5063" y="5590"/>
                  </a:cubicBezTo>
                  <a:lnTo>
                    <a:pt x="652" y="7044"/>
                  </a:lnTo>
                  <a:cubicBezTo>
                    <a:pt x="251" y="7194"/>
                    <a:pt x="1" y="7445"/>
                    <a:pt x="1" y="7695"/>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6"/>
            <p:cNvSpPr/>
            <p:nvPr/>
          </p:nvSpPr>
          <p:spPr>
            <a:xfrm>
              <a:off x="4769575" y="3503175"/>
              <a:ext cx="62050" cy="94625"/>
            </a:xfrm>
            <a:custGeom>
              <a:avLst/>
              <a:gdLst/>
              <a:ahLst/>
              <a:cxnLst/>
              <a:rect l="l" t="t" r="r" b="b"/>
              <a:pathLst>
                <a:path w="2482" h="3785" extrusionOk="0">
                  <a:moveTo>
                    <a:pt x="602" y="3785"/>
                  </a:moveTo>
                  <a:lnTo>
                    <a:pt x="2357" y="1579"/>
                  </a:lnTo>
                  <a:cubicBezTo>
                    <a:pt x="2432" y="1504"/>
                    <a:pt x="2457" y="1404"/>
                    <a:pt x="2482" y="1329"/>
                  </a:cubicBezTo>
                  <a:lnTo>
                    <a:pt x="2482" y="0"/>
                  </a:lnTo>
                  <a:cubicBezTo>
                    <a:pt x="2457" y="75"/>
                    <a:pt x="2432" y="176"/>
                    <a:pt x="2357" y="251"/>
                  </a:cubicBezTo>
                  <a:lnTo>
                    <a:pt x="2006" y="702"/>
                  </a:lnTo>
                  <a:lnTo>
                    <a:pt x="251" y="2907"/>
                  </a:lnTo>
                  <a:cubicBezTo>
                    <a:pt x="1" y="3233"/>
                    <a:pt x="176" y="3584"/>
                    <a:pt x="602" y="3785"/>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6"/>
            <p:cNvSpPr/>
            <p:nvPr/>
          </p:nvSpPr>
          <p:spPr>
            <a:xfrm>
              <a:off x="4568450" y="3597150"/>
              <a:ext cx="25" cy="3150"/>
            </a:xfrm>
            <a:custGeom>
              <a:avLst/>
              <a:gdLst/>
              <a:ahLst/>
              <a:cxnLst/>
              <a:rect l="l" t="t" r="r" b="b"/>
              <a:pathLst>
                <a:path w="1" h="126" extrusionOk="0">
                  <a:moveTo>
                    <a:pt x="1" y="126"/>
                  </a:moveTo>
                  <a:cubicBezTo>
                    <a:pt x="1" y="101"/>
                    <a:pt x="1" y="76"/>
                    <a:pt x="1" y="76"/>
                  </a:cubicBezTo>
                  <a:cubicBezTo>
                    <a:pt x="1" y="51"/>
                    <a:pt x="1" y="26"/>
                    <a:pt x="1" y="1"/>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6"/>
            <p:cNvSpPr/>
            <p:nvPr/>
          </p:nvSpPr>
          <p:spPr>
            <a:xfrm>
              <a:off x="4747650" y="3637250"/>
              <a:ext cx="199900" cy="50150"/>
            </a:xfrm>
            <a:custGeom>
              <a:avLst/>
              <a:gdLst/>
              <a:ahLst/>
              <a:cxnLst/>
              <a:rect l="l" t="t" r="r" b="b"/>
              <a:pathLst>
                <a:path w="7996" h="2006" extrusionOk="0">
                  <a:moveTo>
                    <a:pt x="101" y="1154"/>
                  </a:moveTo>
                  <a:lnTo>
                    <a:pt x="251" y="2006"/>
                  </a:lnTo>
                  <a:cubicBezTo>
                    <a:pt x="502" y="1780"/>
                    <a:pt x="1003" y="1605"/>
                    <a:pt x="1529" y="1655"/>
                  </a:cubicBezTo>
                  <a:lnTo>
                    <a:pt x="6567" y="1956"/>
                  </a:lnTo>
                  <a:cubicBezTo>
                    <a:pt x="6617" y="1956"/>
                    <a:pt x="6667" y="1981"/>
                    <a:pt x="6717" y="1981"/>
                  </a:cubicBezTo>
                  <a:cubicBezTo>
                    <a:pt x="7344" y="1981"/>
                    <a:pt x="7895" y="1705"/>
                    <a:pt x="7996" y="1329"/>
                  </a:cubicBezTo>
                  <a:lnTo>
                    <a:pt x="7996" y="1"/>
                  </a:lnTo>
                  <a:cubicBezTo>
                    <a:pt x="7945" y="251"/>
                    <a:pt x="7670" y="452"/>
                    <a:pt x="7319" y="552"/>
                  </a:cubicBezTo>
                  <a:cubicBezTo>
                    <a:pt x="7143" y="602"/>
                    <a:pt x="6918" y="627"/>
                    <a:pt x="6717" y="627"/>
                  </a:cubicBezTo>
                  <a:cubicBezTo>
                    <a:pt x="6667" y="627"/>
                    <a:pt x="6617" y="627"/>
                    <a:pt x="6567" y="627"/>
                  </a:cubicBezTo>
                  <a:lnTo>
                    <a:pt x="1529" y="301"/>
                  </a:lnTo>
                  <a:cubicBezTo>
                    <a:pt x="702" y="251"/>
                    <a:pt x="0" y="652"/>
                    <a:pt x="101" y="1154"/>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6"/>
            <p:cNvSpPr/>
            <p:nvPr/>
          </p:nvSpPr>
          <p:spPr>
            <a:xfrm>
              <a:off x="4684375" y="3728725"/>
              <a:ext cx="650" cy="5675"/>
            </a:xfrm>
            <a:custGeom>
              <a:avLst/>
              <a:gdLst/>
              <a:ahLst/>
              <a:cxnLst/>
              <a:rect l="l" t="t" r="r" b="b"/>
              <a:pathLst>
                <a:path w="26" h="227" extrusionOk="0">
                  <a:moveTo>
                    <a:pt x="0" y="1"/>
                  </a:moveTo>
                  <a:lnTo>
                    <a:pt x="0" y="226"/>
                  </a:lnTo>
                  <a:cubicBezTo>
                    <a:pt x="25" y="151"/>
                    <a:pt x="25" y="76"/>
                    <a:pt x="0" y="1"/>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6"/>
            <p:cNvSpPr/>
            <p:nvPr/>
          </p:nvSpPr>
          <p:spPr>
            <a:xfrm>
              <a:off x="4470075" y="3654800"/>
              <a:ext cx="293900" cy="137250"/>
            </a:xfrm>
            <a:custGeom>
              <a:avLst/>
              <a:gdLst/>
              <a:ahLst/>
              <a:cxnLst/>
              <a:rect l="l" t="t" r="r" b="b"/>
              <a:pathLst>
                <a:path w="11756" h="5490" extrusionOk="0">
                  <a:moveTo>
                    <a:pt x="1" y="727"/>
                  </a:moveTo>
                  <a:lnTo>
                    <a:pt x="1" y="2081"/>
                  </a:lnTo>
                  <a:cubicBezTo>
                    <a:pt x="1" y="2181"/>
                    <a:pt x="51" y="2306"/>
                    <a:pt x="151" y="2406"/>
                  </a:cubicBezTo>
                  <a:cubicBezTo>
                    <a:pt x="452" y="2757"/>
                    <a:pt x="1204" y="2908"/>
                    <a:pt x="1830" y="2732"/>
                  </a:cubicBezTo>
                  <a:lnTo>
                    <a:pt x="6392" y="1529"/>
                  </a:lnTo>
                  <a:cubicBezTo>
                    <a:pt x="7169" y="1329"/>
                    <a:pt x="8046" y="1579"/>
                    <a:pt x="8196" y="2056"/>
                  </a:cubicBezTo>
                  <a:lnTo>
                    <a:pt x="9199" y="4888"/>
                  </a:lnTo>
                  <a:cubicBezTo>
                    <a:pt x="9299" y="5239"/>
                    <a:pt x="9850" y="5489"/>
                    <a:pt x="10452" y="5489"/>
                  </a:cubicBezTo>
                  <a:cubicBezTo>
                    <a:pt x="10502" y="5489"/>
                    <a:pt x="10577" y="5464"/>
                    <a:pt x="10652" y="5464"/>
                  </a:cubicBezTo>
                  <a:cubicBezTo>
                    <a:pt x="11254" y="5414"/>
                    <a:pt x="11705" y="5138"/>
                    <a:pt x="11755" y="4787"/>
                  </a:cubicBezTo>
                  <a:lnTo>
                    <a:pt x="11755" y="4662"/>
                  </a:lnTo>
                  <a:lnTo>
                    <a:pt x="11755" y="3484"/>
                  </a:lnTo>
                  <a:cubicBezTo>
                    <a:pt x="11730" y="3584"/>
                    <a:pt x="11680" y="3685"/>
                    <a:pt x="11580" y="3760"/>
                  </a:cubicBezTo>
                  <a:cubicBezTo>
                    <a:pt x="11379" y="3960"/>
                    <a:pt x="11053" y="4111"/>
                    <a:pt x="10652" y="4136"/>
                  </a:cubicBezTo>
                  <a:cubicBezTo>
                    <a:pt x="10577" y="4136"/>
                    <a:pt x="10527" y="4136"/>
                    <a:pt x="10452" y="4136"/>
                  </a:cubicBezTo>
                  <a:cubicBezTo>
                    <a:pt x="9850" y="4136"/>
                    <a:pt x="9299" y="3910"/>
                    <a:pt x="9199" y="3559"/>
                  </a:cubicBezTo>
                  <a:lnTo>
                    <a:pt x="8196" y="727"/>
                  </a:lnTo>
                  <a:cubicBezTo>
                    <a:pt x="8046" y="251"/>
                    <a:pt x="7169" y="0"/>
                    <a:pt x="6392" y="201"/>
                  </a:cubicBezTo>
                  <a:lnTo>
                    <a:pt x="1830" y="1404"/>
                  </a:lnTo>
                  <a:cubicBezTo>
                    <a:pt x="1454" y="1504"/>
                    <a:pt x="1053" y="1504"/>
                    <a:pt x="702" y="1404"/>
                  </a:cubicBezTo>
                  <a:cubicBezTo>
                    <a:pt x="477" y="1329"/>
                    <a:pt x="276" y="1228"/>
                    <a:pt x="151" y="1078"/>
                  </a:cubicBezTo>
                  <a:cubicBezTo>
                    <a:pt x="51" y="953"/>
                    <a:pt x="1" y="853"/>
                    <a:pt x="1" y="727"/>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6"/>
            <p:cNvSpPr/>
            <p:nvPr/>
          </p:nvSpPr>
          <p:spPr>
            <a:xfrm>
              <a:off x="4511425" y="3526350"/>
              <a:ext cx="107175" cy="94000"/>
            </a:xfrm>
            <a:custGeom>
              <a:avLst/>
              <a:gdLst/>
              <a:ahLst/>
              <a:cxnLst/>
              <a:rect l="l" t="t" r="r" b="b"/>
              <a:pathLst>
                <a:path w="4287" h="3760" extrusionOk="0">
                  <a:moveTo>
                    <a:pt x="1" y="1"/>
                  </a:moveTo>
                  <a:lnTo>
                    <a:pt x="1" y="1304"/>
                  </a:lnTo>
                  <a:cubicBezTo>
                    <a:pt x="1" y="1479"/>
                    <a:pt x="101" y="1655"/>
                    <a:pt x="327" y="1805"/>
                  </a:cubicBezTo>
                  <a:lnTo>
                    <a:pt x="3434" y="3760"/>
                  </a:lnTo>
                  <a:cubicBezTo>
                    <a:pt x="4136" y="3509"/>
                    <a:pt x="4287" y="2958"/>
                    <a:pt x="3735" y="2607"/>
                  </a:cubicBezTo>
                  <a:lnTo>
                    <a:pt x="627" y="652"/>
                  </a:lnTo>
                  <a:lnTo>
                    <a:pt x="327" y="477"/>
                  </a:lnTo>
                  <a:cubicBezTo>
                    <a:pt x="126" y="351"/>
                    <a:pt x="1" y="176"/>
                    <a:pt x="1" y="1"/>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6"/>
            <p:cNvSpPr/>
            <p:nvPr/>
          </p:nvSpPr>
          <p:spPr>
            <a:xfrm>
              <a:off x="4471325" y="3702425"/>
              <a:ext cx="59550" cy="59550"/>
            </a:xfrm>
            <a:custGeom>
              <a:avLst/>
              <a:gdLst/>
              <a:ahLst/>
              <a:cxnLst/>
              <a:rect l="l" t="t" r="r" b="b"/>
              <a:pathLst>
                <a:path w="2382" h="2382" extrusionOk="0">
                  <a:moveTo>
                    <a:pt x="51" y="1278"/>
                  </a:moveTo>
                  <a:cubicBezTo>
                    <a:pt x="76" y="1905"/>
                    <a:pt x="627" y="2381"/>
                    <a:pt x="1279" y="2331"/>
                  </a:cubicBezTo>
                  <a:cubicBezTo>
                    <a:pt x="1906" y="2306"/>
                    <a:pt x="2382" y="1755"/>
                    <a:pt x="2357" y="1128"/>
                  </a:cubicBezTo>
                  <a:cubicBezTo>
                    <a:pt x="2307" y="476"/>
                    <a:pt x="1755" y="0"/>
                    <a:pt x="1104" y="50"/>
                  </a:cubicBezTo>
                  <a:cubicBezTo>
                    <a:pt x="477" y="100"/>
                    <a:pt x="1" y="652"/>
                    <a:pt x="51" y="1278"/>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6"/>
            <p:cNvSpPr/>
            <p:nvPr/>
          </p:nvSpPr>
          <p:spPr>
            <a:xfrm>
              <a:off x="4701275" y="3774475"/>
              <a:ext cx="59550" cy="58925"/>
            </a:xfrm>
            <a:custGeom>
              <a:avLst/>
              <a:gdLst/>
              <a:ahLst/>
              <a:cxnLst/>
              <a:rect l="l" t="t" r="r" b="b"/>
              <a:pathLst>
                <a:path w="2382" h="2357" extrusionOk="0">
                  <a:moveTo>
                    <a:pt x="51" y="1254"/>
                  </a:moveTo>
                  <a:cubicBezTo>
                    <a:pt x="76" y="1880"/>
                    <a:pt x="627" y="2356"/>
                    <a:pt x="1279" y="2331"/>
                  </a:cubicBezTo>
                  <a:cubicBezTo>
                    <a:pt x="1906" y="2281"/>
                    <a:pt x="2382" y="1730"/>
                    <a:pt x="2357" y="1103"/>
                  </a:cubicBezTo>
                  <a:cubicBezTo>
                    <a:pt x="2307" y="477"/>
                    <a:pt x="1755" y="0"/>
                    <a:pt x="1104" y="25"/>
                  </a:cubicBezTo>
                  <a:cubicBezTo>
                    <a:pt x="477" y="76"/>
                    <a:pt x="1" y="627"/>
                    <a:pt x="51" y="1254"/>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6"/>
            <p:cNvSpPr/>
            <p:nvPr/>
          </p:nvSpPr>
          <p:spPr>
            <a:xfrm>
              <a:off x="4889250" y="3670450"/>
              <a:ext cx="60175" cy="59550"/>
            </a:xfrm>
            <a:custGeom>
              <a:avLst/>
              <a:gdLst/>
              <a:ahLst/>
              <a:cxnLst/>
              <a:rect l="l" t="t" r="r" b="b"/>
              <a:pathLst>
                <a:path w="2407" h="2382" extrusionOk="0">
                  <a:moveTo>
                    <a:pt x="51" y="1254"/>
                  </a:moveTo>
                  <a:cubicBezTo>
                    <a:pt x="101" y="1881"/>
                    <a:pt x="627" y="2382"/>
                    <a:pt x="1279" y="2332"/>
                  </a:cubicBezTo>
                  <a:cubicBezTo>
                    <a:pt x="1905" y="2282"/>
                    <a:pt x="2407" y="1730"/>
                    <a:pt x="2357" y="1104"/>
                  </a:cubicBezTo>
                  <a:cubicBezTo>
                    <a:pt x="2306" y="477"/>
                    <a:pt x="1755" y="1"/>
                    <a:pt x="1128" y="51"/>
                  </a:cubicBezTo>
                  <a:cubicBezTo>
                    <a:pt x="477" y="76"/>
                    <a:pt x="1" y="628"/>
                    <a:pt x="51" y="1254"/>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6"/>
            <p:cNvSpPr/>
            <p:nvPr/>
          </p:nvSpPr>
          <p:spPr>
            <a:xfrm>
              <a:off x="4784000" y="3549525"/>
              <a:ext cx="59550" cy="59550"/>
            </a:xfrm>
            <a:custGeom>
              <a:avLst/>
              <a:gdLst/>
              <a:ahLst/>
              <a:cxnLst/>
              <a:rect l="l" t="t" r="r" b="b"/>
              <a:pathLst>
                <a:path w="2382" h="2382" extrusionOk="0">
                  <a:moveTo>
                    <a:pt x="50" y="1254"/>
                  </a:moveTo>
                  <a:cubicBezTo>
                    <a:pt x="75" y="1906"/>
                    <a:pt x="627" y="2382"/>
                    <a:pt x="1278" y="2332"/>
                  </a:cubicBezTo>
                  <a:cubicBezTo>
                    <a:pt x="1905" y="2282"/>
                    <a:pt x="2381" y="1755"/>
                    <a:pt x="2356" y="1104"/>
                  </a:cubicBezTo>
                  <a:cubicBezTo>
                    <a:pt x="2306" y="477"/>
                    <a:pt x="1755" y="1"/>
                    <a:pt x="1128" y="51"/>
                  </a:cubicBezTo>
                  <a:cubicBezTo>
                    <a:pt x="476" y="76"/>
                    <a:pt x="0" y="627"/>
                    <a:pt x="50" y="1254"/>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6"/>
            <p:cNvSpPr/>
            <p:nvPr/>
          </p:nvSpPr>
          <p:spPr>
            <a:xfrm>
              <a:off x="4500150" y="3562075"/>
              <a:ext cx="59550" cy="59550"/>
            </a:xfrm>
            <a:custGeom>
              <a:avLst/>
              <a:gdLst/>
              <a:ahLst/>
              <a:cxnLst/>
              <a:rect l="l" t="t" r="r" b="b"/>
              <a:pathLst>
                <a:path w="2382" h="2382" extrusionOk="0">
                  <a:moveTo>
                    <a:pt x="51" y="1278"/>
                  </a:moveTo>
                  <a:cubicBezTo>
                    <a:pt x="76" y="1905"/>
                    <a:pt x="627" y="2381"/>
                    <a:pt x="1279" y="2331"/>
                  </a:cubicBezTo>
                  <a:cubicBezTo>
                    <a:pt x="1905" y="2306"/>
                    <a:pt x="2382" y="1755"/>
                    <a:pt x="2357" y="1128"/>
                  </a:cubicBezTo>
                  <a:cubicBezTo>
                    <a:pt x="2306" y="476"/>
                    <a:pt x="1755" y="0"/>
                    <a:pt x="1128" y="50"/>
                  </a:cubicBezTo>
                  <a:cubicBezTo>
                    <a:pt x="477" y="100"/>
                    <a:pt x="1" y="652"/>
                    <a:pt x="51" y="1278"/>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6"/>
            <p:cNvSpPr/>
            <p:nvPr/>
          </p:nvSpPr>
          <p:spPr>
            <a:xfrm>
              <a:off x="4661800" y="3372225"/>
              <a:ext cx="81500" cy="303275"/>
            </a:xfrm>
            <a:custGeom>
              <a:avLst/>
              <a:gdLst/>
              <a:ahLst/>
              <a:cxnLst/>
              <a:rect l="l" t="t" r="r" b="b"/>
              <a:pathLst>
                <a:path w="3260" h="12131" extrusionOk="0">
                  <a:moveTo>
                    <a:pt x="1" y="10602"/>
                  </a:moveTo>
                  <a:cubicBezTo>
                    <a:pt x="1" y="12130"/>
                    <a:pt x="3259" y="11830"/>
                    <a:pt x="3259" y="10602"/>
                  </a:cubicBezTo>
                  <a:lnTo>
                    <a:pt x="3259" y="0"/>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6"/>
            <p:cNvSpPr/>
            <p:nvPr/>
          </p:nvSpPr>
          <p:spPr>
            <a:xfrm>
              <a:off x="4357300" y="3252550"/>
              <a:ext cx="395375" cy="303275"/>
            </a:xfrm>
            <a:custGeom>
              <a:avLst/>
              <a:gdLst/>
              <a:ahLst/>
              <a:cxnLst/>
              <a:rect l="l" t="t" r="r" b="b"/>
              <a:pathLst>
                <a:path w="15815" h="12131" extrusionOk="0">
                  <a:moveTo>
                    <a:pt x="953" y="4737"/>
                  </a:moveTo>
                  <a:cubicBezTo>
                    <a:pt x="1780" y="5514"/>
                    <a:pt x="11680" y="10978"/>
                    <a:pt x="13509" y="11980"/>
                  </a:cubicBezTo>
                  <a:cubicBezTo>
                    <a:pt x="13760" y="12105"/>
                    <a:pt x="14036" y="12130"/>
                    <a:pt x="14261" y="11980"/>
                  </a:cubicBezTo>
                  <a:cubicBezTo>
                    <a:pt x="14261" y="11980"/>
                    <a:pt x="14261" y="11980"/>
                    <a:pt x="14261" y="11980"/>
                  </a:cubicBezTo>
                  <a:lnTo>
                    <a:pt x="14261" y="11980"/>
                  </a:lnTo>
                  <a:cubicBezTo>
                    <a:pt x="15289" y="11328"/>
                    <a:pt x="15815" y="8998"/>
                    <a:pt x="13810" y="7519"/>
                  </a:cubicBezTo>
                  <a:cubicBezTo>
                    <a:pt x="13234" y="7093"/>
                    <a:pt x="2707" y="0"/>
                    <a:pt x="1028" y="501"/>
                  </a:cubicBezTo>
                  <a:lnTo>
                    <a:pt x="1028" y="501"/>
                  </a:lnTo>
                  <a:cubicBezTo>
                    <a:pt x="1003" y="501"/>
                    <a:pt x="978" y="501"/>
                    <a:pt x="953" y="501"/>
                  </a:cubicBezTo>
                  <a:cubicBezTo>
                    <a:pt x="903" y="526"/>
                    <a:pt x="852" y="577"/>
                    <a:pt x="802" y="602"/>
                  </a:cubicBezTo>
                  <a:cubicBezTo>
                    <a:pt x="0" y="1278"/>
                    <a:pt x="101" y="3935"/>
                    <a:pt x="953" y="473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6"/>
            <p:cNvSpPr/>
            <p:nvPr/>
          </p:nvSpPr>
          <p:spPr>
            <a:xfrm>
              <a:off x="4382975" y="3075850"/>
              <a:ext cx="665450" cy="476225"/>
            </a:xfrm>
            <a:custGeom>
              <a:avLst/>
              <a:gdLst/>
              <a:ahLst/>
              <a:cxnLst/>
              <a:rect l="l" t="t" r="r" b="b"/>
              <a:pathLst>
                <a:path w="26618" h="19049" extrusionOk="0">
                  <a:moveTo>
                    <a:pt x="1" y="7569"/>
                  </a:moveTo>
                  <a:cubicBezTo>
                    <a:pt x="1680" y="7068"/>
                    <a:pt x="12207" y="14161"/>
                    <a:pt x="12783" y="14587"/>
                  </a:cubicBezTo>
                  <a:cubicBezTo>
                    <a:pt x="14788" y="16066"/>
                    <a:pt x="14262" y="18396"/>
                    <a:pt x="13234" y="19048"/>
                  </a:cubicBezTo>
                  <a:lnTo>
                    <a:pt x="24938" y="12281"/>
                  </a:lnTo>
                  <a:lnTo>
                    <a:pt x="25339" y="12031"/>
                  </a:lnTo>
                  <a:lnTo>
                    <a:pt x="25339" y="12031"/>
                  </a:lnTo>
                  <a:cubicBezTo>
                    <a:pt x="26267" y="11254"/>
                    <a:pt x="26618" y="9098"/>
                    <a:pt x="24738" y="7695"/>
                  </a:cubicBezTo>
                  <a:cubicBezTo>
                    <a:pt x="24161" y="7244"/>
                    <a:pt x="13384" y="0"/>
                    <a:pt x="11881" y="677"/>
                  </a:cubicBezTo>
                  <a:lnTo>
                    <a:pt x="11806" y="727"/>
                  </a:ln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6"/>
            <p:cNvSpPr/>
            <p:nvPr/>
          </p:nvSpPr>
          <p:spPr>
            <a:xfrm>
              <a:off x="4056550" y="2804550"/>
              <a:ext cx="193625" cy="109675"/>
            </a:xfrm>
            <a:custGeom>
              <a:avLst/>
              <a:gdLst/>
              <a:ahLst/>
              <a:cxnLst/>
              <a:rect l="l" t="t" r="r" b="b"/>
              <a:pathLst>
                <a:path w="7745" h="4387" extrusionOk="0">
                  <a:moveTo>
                    <a:pt x="7193" y="2231"/>
                  </a:moveTo>
                  <a:cubicBezTo>
                    <a:pt x="7193" y="2231"/>
                    <a:pt x="6943" y="1429"/>
                    <a:pt x="6391" y="1003"/>
                  </a:cubicBezTo>
                  <a:cubicBezTo>
                    <a:pt x="5840" y="577"/>
                    <a:pt x="5013" y="0"/>
                    <a:pt x="4637" y="226"/>
                  </a:cubicBezTo>
                  <a:cubicBezTo>
                    <a:pt x="4236" y="451"/>
                    <a:pt x="5489" y="1429"/>
                    <a:pt x="5489" y="1429"/>
                  </a:cubicBezTo>
                  <a:cubicBezTo>
                    <a:pt x="4136" y="877"/>
                    <a:pt x="2857" y="777"/>
                    <a:pt x="2281" y="727"/>
                  </a:cubicBezTo>
                  <a:cubicBezTo>
                    <a:pt x="1704" y="702"/>
                    <a:pt x="0" y="1354"/>
                    <a:pt x="326" y="1880"/>
                  </a:cubicBezTo>
                  <a:cubicBezTo>
                    <a:pt x="677" y="2381"/>
                    <a:pt x="2030" y="3108"/>
                    <a:pt x="2607" y="3434"/>
                  </a:cubicBezTo>
                  <a:cubicBezTo>
                    <a:pt x="3183" y="3785"/>
                    <a:pt x="5038" y="4386"/>
                    <a:pt x="6391" y="4211"/>
                  </a:cubicBezTo>
                  <a:cubicBezTo>
                    <a:pt x="7745" y="4035"/>
                    <a:pt x="7193" y="2231"/>
                    <a:pt x="7193" y="223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6"/>
            <p:cNvSpPr/>
            <p:nvPr/>
          </p:nvSpPr>
          <p:spPr>
            <a:xfrm>
              <a:off x="4151775" y="3142900"/>
              <a:ext cx="619700" cy="481225"/>
            </a:xfrm>
            <a:custGeom>
              <a:avLst/>
              <a:gdLst/>
              <a:ahLst/>
              <a:cxnLst/>
              <a:rect l="l" t="t" r="r" b="b"/>
              <a:pathLst>
                <a:path w="24788" h="19249" extrusionOk="0">
                  <a:moveTo>
                    <a:pt x="24387" y="852"/>
                  </a:moveTo>
                  <a:cubicBezTo>
                    <a:pt x="24788" y="7118"/>
                    <a:pt x="17720" y="10075"/>
                    <a:pt x="7570" y="7243"/>
                  </a:cubicBezTo>
                  <a:cubicBezTo>
                    <a:pt x="7570" y="7243"/>
                    <a:pt x="6868" y="10125"/>
                    <a:pt x="4888" y="18822"/>
                  </a:cubicBezTo>
                  <a:cubicBezTo>
                    <a:pt x="2081" y="19248"/>
                    <a:pt x="302" y="18822"/>
                    <a:pt x="302" y="18822"/>
                  </a:cubicBezTo>
                  <a:cubicBezTo>
                    <a:pt x="302" y="18822"/>
                    <a:pt x="1" y="1830"/>
                    <a:pt x="4888" y="1078"/>
                  </a:cubicBezTo>
                  <a:cubicBezTo>
                    <a:pt x="9775" y="326"/>
                    <a:pt x="19575" y="226"/>
                    <a:pt x="195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6"/>
            <p:cNvSpPr/>
            <p:nvPr/>
          </p:nvSpPr>
          <p:spPr>
            <a:xfrm>
              <a:off x="4458175" y="2281975"/>
              <a:ext cx="261925" cy="288875"/>
            </a:xfrm>
            <a:custGeom>
              <a:avLst/>
              <a:gdLst/>
              <a:ahLst/>
              <a:cxnLst/>
              <a:rect l="l" t="t" r="r" b="b"/>
              <a:pathLst>
                <a:path w="10477" h="11555" extrusionOk="0">
                  <a:moveTo>
                    <a:pt x="7920" y="226"/>
                  </a:moveTo>
                  <a:cubicBezTo>
                    <a:pt x="6742" y="26"/>
                    <a:pt x="5138" y="1"/>
                    <a:pt x="4011" y="327"/>
                  </a:cubicBezTo>
                  <a:cubicBezTo>
                    <a:pt x="2106" y="903"/>
                    <a:pt x="1053" y="2106"/>
                    <a:pt x="602" y="3936"/>
                  </a:cubicBezTo>
                  <a:cubicBezTo>
                    <a:pt x="126" y="5740"/>
                    <a:pt x="0" y="8798"/>
                    <a:pt x="1053" y="10502"/>
                  </a:cubicBezTo>
                  <a:cubicBezTo>
                    <a:pt x="1705" y="11555"/>
                    <a:pt x="3158" y="11354"/>
                    <a:pt x="4186" y="11079"/>
                  </a:cubicBezTo>
                  <a:cubicBezTo>
                    <a:pt x="5439" y="10753"/>
                    <a:pt x="7093" y="10201"/>
                    <a:pt x="8121" y="9424"/>
                  </a:cubicBezTo>
                  <a:cubicBezTo>
                    <a:pt x="9549" y="8347"/>
                    <a:pt x="10301" y="5966"/>
                    <a:pt x="10402" y="4236"/>
                  </a:cubicBezTo>
                  <a:cubicBezTo>
                    <a:pt x="10477" y="2758"/>
                    <a:pt x="9725" y="527"/>
                    <a:pt x="7920" y="22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6"/>
            <p:cNvSpPr/>
            <p:nvPr/>
          </p:nvSpPr>
          <p:spPr>
            <a:xfrm>
              <a:off x="4460050" y="2240000"/>
              <a:ext cx="261925" cy="302650"/>
            </a:xfrm>
            <a:custGeom>
              <a:avLst/>
              <a:gdLst/>
              <a:ahLst/>
              <a:cxnLst/>
              <a:rect l="l" t="t" r="r" b="b"/>
              <a:pathLst>
                <a:path w="10477" h="12106" extrusionOk="0">
                  <a:moveTo>
                    <a:pt x="9324" y="2231"/>
                  </a:moveTo>
                  <a:cubicBezTo>
                    <a:pt x="10477" y="3008"/>
                    <a:pt x="10377" y="4737"/>
                    <a:pt x="10327" y="5915"/>
                  </a:cubicBezTo>
                  <a:cubicBezTo>
                    <a:pt x="10226" y="7645"/>
                    <a:pt x="9474" y="10026"/>
                    <a:pt x="8046" y="11103"/>
                  </a:cubicBezTo>
                  <a:cubicBezTo>
                    <a:pt x="7244" y="11705"/>
                    <a:pt x="7219" y="11780"/>
                    <a:pt x="6141" y="12106"/>
                  </a:cubicBezTo>
                  <a:cubicBezTo>
                    <a:pt x="6066" y="12056"/>
                    <a:pt x="5815" y="11880"/>
                    <a:pt x="5540" y="11680"/>
                  </a:cubicBezTo>
                  <a:cubicBezTo>
                    <a:pt x="4938" y="11254"/>
                    <a:pt x="4662" y="10477"/>
                    <a:pt x="4888" y="9775"/>
                  </a:cubicBezTo>
                  <a:cubicBezTo>
                    <a:pt x="5088" y="9098"/>
                    <a:pt x="5113" y="8271"/>
                    <a:pt x="4738" y="8046"/>
                  </a:cubicBezTo>
                  <a:cubicBezTo>
                    <a:pt x="4086" y="7695"/>
                    <a:pt x="3660" y="8948"/>
                    <a:pt x="3660" y="8948"/>
                  </a:cubicBezTo>
                  <a:cubicBezTo>
                    <a:pt x="3284" y="8798"/>
                    <a:pt x="2732" y="8372"/>
                    <a:pt x="3033" y="7645"/>
                  </a:cubicBezTo>
                  <a:cubicBezTo>
                    <a:pt x="3359" y="6918"/>
                    <a:pt x="3033" y="6141"/>
                    <a:pt x="3033" y="6141"/>
                  </a:cubicBezTo>
                  <a:cubicBezTo>
                    <a:pt x="1905" y="6166"/>
                    <a:pt x="1379" y="4612"/>
                    <a:pt x="1028" y="4412"/>
                  </a:cubicBezTo>
                  <a:cubicBezTo>
                    <a:pt x="251" y="3986"/>
                    <a:pt x="1" y="3810"/>
                    <a:pt x="126" y="3083"/>
                  </a:cubicBezTo>
                  <a:cubicBezTo>
                    <a:pt x="201" y="2607"/>
                    <a:pt x="402" y="2131"/>
                    <a:pt x="753" y="1805"/>
                  </a:cubicBezTo>
                  <a:cubicBezTo>
                    <a:pt x="1154" y="1429"/>
                    <a:pt x="2507" y="928"/>
                    <a:pt x="3033" y="778"/>
                  </a:cubicBezTo>
                  <a:cubicBezTo>
                    <a:pt x="6166" y="1"/>
                    <a:pt x="8597" y="552"/>
                    <a:pt x="9324" y="2231"/>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6"/>
            <p:cNvSpPr/>
            <p:nvPr/>
          </p:nvSpPr>
          <p:spPr>
            <a:xfrm>
              <a:off x="4382975" y="2480600"/>
              <a:ext cx="493150" cy="758175"/>
            </a:xfrm>
            <a:custGeom>
              <a:avLst/>
              <a:gdLst/>
              <a:ahLst/>
              <a:cxnLst/>
              <a:rect l="l" t="t" r="r" b="b"/>
              <a:pathLst>
                <a:path w="19726" h="30327" extrusionOk="0">
                  <a:moveTo>
                    <a:pt x="4913" y="3986"/>
                  </a:moveTo>
                  <a:cubicBezTo>
                    <a:pt x="7369" y="2281"/>
                    <a:pt x="10577" y="1"/>
                    <a:pt x="15164" y="3685"/>
                  </a:cubicBezTo>
                  <a:cubicBezTo>
                    <a:pt x="19725" y="7344"/>
                    <a:pt x="19400" y="23259"/>
                    <a:pt x="18272" y="26668"/>
                  </a:cubicBezTo>
                  <a:cubicBezTo>
                    <a:pt x="17144" y="30051"/>
                    <a:pt x="9550" y="30327"/>
                    <a:pt x="7269" y="30026"/>
                  </a:cubicBezTo>
                  <a:cubicBezTo>
                    <a:pt x="5013" y="29725"/>
                    <a:pt x="7244" y="25815"/>
                    <a:pt x="6492" y="23234"/>
                  </a:cubicBezTo>
                  <a:cubicBezTo>
                    <a:pt x="5740" y="20627"/>
                    <a:pt x="1" y="7444"/>
                    <a:pt x="4913" y="398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6"/>
            <p:cNvSpPr/>
            <p:nvPr/>
          </p:nvSpPr>
          <p:spPr>
            <a:xfrm>
              <a:off x="4455675" y="2611550"/>
              <a:ext cx="160425" cy="339000"/>
            </a:xfrm>
            <a:custGeom>
              <a:avLst/>
              <a:gdLst/>
              <a:ahLst/>
              <a:cxnLst/>
              <a:rect l="l" t="t" r="r" b="b"/>
              <a:pathLst>
                <a:path w="6417" h="13560" extrusionOk="0">
                  <a:moveTo>
                    <a:pt x="978" y="2206"/>
                  </a:moveTo>
                  <a:cubicBezTo>
                    <a:pt x="727" y="2357"/>
                    <a:pt x="401" y="2883"/>
                    <a:pt x="50" y="3635"/>
                  </a:cubicBezTo>
                  <a:cubicBezTo>
                    <a:pt x="0" y="6743"/>
                    <a:pt x="1053" y="10577"/>
                    <a:pt x="2055" y="13560"/>
                  </a:cubicBezTo>
                  <a:cubicBezTo>
                    <a:pt x="2807" y="12432"/>
                    <a:pt x="3559" y="11279"/>
                    <a:pt x="4236" y="10302"/>
                  </a:cubicBezTo>
                  <a:cubicBezTo>
                    <a:pt x="6416" y="7119"/>
                    <a:pt x="4612" y="1"/>
                    <a:pt x="978" y="220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6"/>
            <p:cNvSpPr/>
            <p:nvPr/>
          </p:nvSpPr>
          <p:spPr>
            <a:xfrm>
              <a:off x="4726350" y="2725600"/>
              <a:ext cx="414175" cy="794500"/>
            </a:xfrm>
            <a:custGeom>
              <a:avLst/>
              <a:gdLst/>
              <a:ahLst/>
              <a:cxnLst/>
              <a:rect l="l" t="t" r="r" b="b"/>
              <a:pathLst>
                <a:path w="16567" h="31780" extrusionOk="0">
                  <a:moveTo>
                    <a:pt x="13459" y="0"/>
                  </a:moveTo>
                  <a:cubicBezTo>
                    <a:pt x="13459" y="0"/>
                    <a:pt x="13459" y="50"/>
                    <a:pt x="13459" y="126"/>
                  </a:cubicBezTo>
                  <a:cubicBezTo>
                    <a:pt x="14386" y="50"/>
                    <a:pt x="15389" y="802"/>
                    <a:pt x="15815" y="1880"/>
                  </a:cubicBezTo>
                  <a:cubicBezTo>
                    <a:pt x="16567" y="3785"/>
                    <a:pt x="15564" y="24712"/>
                    <a:pt x="13760" y="24261"/>
                  </a:cubicBezTo>
                  <a:cubicBezTo>
                    <a:pt x="13183" y="24863"/>
                    <a:pt x="702" y="31780"/>
                    <a:pt x="702" y="31780"/>
                  </a:cubicBezTo>
                  <a:lnTo>
                    <a:pt x="0" y="7770"/>
                  </a:lnTo>
                  <a:cubicBezTo>
                    <a:pt x="0" y="7770"/>
                    <a:pt x="8797" y="126"/>
                    <a:pt x="13459" y="0"/>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6"/>
            <p:cNvSpPr/>
            <p:nvPr/>
          </p:nvSpPr>
          <p:spPr>
            <a:xfrm>
              <a:off x="4625475" y="2889750"/>
              <a:ext cx="188625" cy="641650"/>
            </a:xfrm>
            <a:custGeom>
              <a:avLst/>
              <a:gdLst/>
              <a:ahLst/>
              <a:cxnLst/>
              <a:rect l="l" t="t" r="r" b="b"/>
              <a:pathLst>
                <a:path w="7545" h="25666" extrusionOk="0">
                  <a:moveTo>
                    <a:pt x="4737" y="25214"/>
                  </a:moveTo>
                  <a:cubicBezTo>
                    <a:pt x="6542" y="25665"/>
                    <a:pt x="7544" y="4763"/>
                    <a:pt x="6792" y="2858"/>
                  </a:cubicBezTo>
                  <a:cubicBezTo>
                    <a:pt x="6040" y="928"/>
                    <a:pt x="3359" y="1"/>
                    <a:pt x="2882" y="3159"/>
                  </a:cubicBezTo>
                  <a:cubicBezTo>
                    <a:pt x="2431" y="6317"/>
                    <a:pt x="0" y="24061"/>
                    <a:pt x="4737" y="25214"/>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6"/>
            <p:cNvSpPr/>
            <p:nvPr/>
          </p:nvSpPr>
          <p:spPr>
            <a:xfrm>
              <a:off x="4186875" y="2550775"/>
              <a:ext cx="435475" cy="460550"/>
            </a:xfrm>
            <a:custGeom>
              <a:avLst/>
              <a:gdLst/>
              <a:ahLst/>
              <a:cxnLst/>
              <a:rect l="l" t="t" r="r" b="b"/>
              <a:pathLst>
                <a:path w="17419" h="18422" extrusionOk="0">
                  <a:moveTo>
                    <a:pt x="11980" y="2206"/>
                  </a:moveTo>
                  <a:cubicBezTo>
                    <a:pt x="10777" y="2933"/>
                    <a:pt x="7369" y="13109"/>
                    <a:pt x="7369" y="13109"/>
                  </a:cubicBezTo>
                  <a:lnTo>
                    <a:pt x="2206" y="11605"/>
                  </a:lnTo>
                  <a:cubicBezTo>
                    <a:pt x="1554" y="11630"/>
                    <a:pt x="0" y="12783"/>
                    <a:pt x="326" y="14287"/>
                  </a:cubicBezTo>
                  <a:cubicBezTo>
                    <a:pt x="3559" y="16718"/>
                    <a:pt x="5339" y="17620"/>
                    <a:pt x="7770" y="18021"/>
                  </a:cubicBezTo>
                  <a:cubicBezTo>
                    <a:pt x="10226" y="18422"/>
                    <a:pt x="13058" y="13459"/>
                    <a:pt x="15238" y="10277"/>
                  </a:cubicBezTo>
                  <a:cubicBezTo>
                    <a:pt x="17419" y="7094"/>
                    <a:pt x="15614" y="1"/>
                    <a:pt x="11980" y="220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6"/>
            <p:cNvSpPr/>
            <p:nvPr/>
          </p:nvSpPr>
          <p:spPr>
            <a:xfrm>
              <a:off x="3460675" y="3072100"/>
              <a:ext cx="456800" cy="264425"/>
            </a:xfrm>
            <a:custGeom>
              <a:avLst/>
              <a:gdLst/>
              <a:ahLst/>
              <a:cxnLst/>
              <a:rect l="l" t="t" r="r" b="b"/>
              <a:pathLst>
                <a:path w="18272" h="10577" extrusionOk="0">
                  <a:moveTo>
                    <a:pt x="17870" y="3659"/>
                  </a:moveTo>
                  <a:lnTo>
                    <a:pt x="11529" y="0"/>
                  </a:lnTo>
                  <a:lnTo>
                    <a:pt x="828" y="6165"/>
                  </a:lnTo>
                  <a:lnTo>
                    <a:pt x="1" y="6291"/>
                  </a:lnTo>
                  <a:lnTo>
                    <a:pt x="1" y="6516"/>
                  </a:lnTo>
                  <a:cubicBezTo>
                    <a:pt x="1" y="6592"/>
                    <a:pt x="26" y="6667"/>
                    <a:pt x="101" y="6717"/>
                  </a:cubicBezTo>
                  <a:lnTo>
                    <a:pt x="6567" y="10451"/>
                  </a:lnTo>
                  <a:cubicBezTo>
                    <a:pt x="6767" y="10577"/>
                    <a:pt x="7118" y="10551"/>
                    <a:pt x="7344" y="10426"/>
                  </a:cubicBezTo>
                  <a:lnTo>
                    <a:pt x="18071" y="4236"/>
                  </a:lnTo>
                  <a:cubicBezTo>
                    <a:pt x="18196" y="4160"/>
                    <a:pt x="18271" y="4035"/>
                    <a:pt x="18246" y="3960"/>
                  </a:cubicBezTo>
                  <a:lnTo>
                    <a:pt x="18246" y="3584"/>
                  </a:ln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6"/>
            <p:cNvSpPr/>
            <p:nvPr/>
          </p:nvSpPr>
          <p:spPr>
            <a:xfrm>
              <a:off x="3391125" y="2839000"/>
              <a:ext cx="357800" cy="390375"/>
            </a:xfrm>
            <a:custGeom>
              <a:avLst/>
              <a:gdLst/>
              <a:ahLst/>
              <a:cxnLst/>
              <a:rect l="l" t="t" r="r" b="b"/>
              <a:pathLst>
                <a:path w="14312" h="15615" extrusionOk="0">
                  <a:moveTo>
                    <a:pt x="14311" y="8948"/>
                  </a:moveTo>
                  <a:lnTo>
                    <a:pt x="2783" y="15615"/>
                  </a:lnTo>
                  <a:lnTo>
                    <a:pt x="76" y="7093"/>
                  </a:lnTo>
                  <a:cubicBezTo>
                    <a:pt x="1" y="6843"/>
                    <a:pt x="101" y="6542"/>
                    <a:pt x="276" y="6417"/>
                  </a:cubicBezTo>
                  <a:lnTo>
                    <a:pt x="11204" y="126"/>
                  </a:lnTo>
                  <a:cubicBezTo>
                    <a:pt x="11379" y="1"/>
                    <a:pt x="11605" y="126"/>
                    <a:pt x="11680" y="37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6"/>
            <p:cNvSpPr/>
            <p:nvPr/>
          </p:nvSpPr>
          <p:spPr>
            <a:xfrm>
              <a:off x="3406175" y="2864075"/>
              <a:ext cx="327700" cy="344000"/>
            </a:xfrm>
            <a:custGeom>
              <a:avLst/>
              <a:gdLst/>
              <a:ahLst/>
              <a:cxnLst/>
              <a:rect l="l" t="t" r="r" b="b"/>
              <a:pathLst>
                <a:path w="13108" h="13760" extrusionOk="0">
                  <a:moveTo>
                    <a:pt x="13108" y="7594"/>
                  </a:moveTo>
                  <a:lnTo>
                    <a:pt x="2456" y="13760"/>
                  </a:lnTo>
                  <a:lnTo>
                    <a:pt x="0" y="6216"/>
                  </a:lnTo>
                  <a:lnTo>
                    <a:pt x="10777" y="0"/>
                  </a:ln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6"/>
            <p:cNvSpPr/>
            <p:nvPr/>
          </p:nvSpPr>
          <p:spPr>
            <a:xfrm>
              <a:off x="3460675" y="3062700"/>
              <a:ext cx="458050" cy="264425"/>
            </a:xfrm>
            <a:custGeom>
              <a:avLst/>
              <a:gdLst/>
              <a:ahLst/>
              <a:cxnLst/>
              <a:rect l="l" t="t" r="r" b="b"/>
              <a:pathLst>
                <a:path w="18322" h="10577" extrusionOk="0">
                  <a:moveTo>
                    <a:pt x="18071" y="4261"/>
                  </a:moveTo>
                  <a:lnTo>
                    <a:pt x="7344" y="10451"/>
                  </a:lnTo>
                  <a:cubicBezTo>
                    <a:pt x="7118" y="10577"/>
                    <a:pt x="6767" y="10577"/>
                    <a:pt x="6567" y="10476"/>
                  </a:cubicBezTo>
                  <a:lnTo>
                    <a:pt x="1" y="6667"/>
                  </a:lnTo>
                  <a:lnTo>
                    <a:pt x="11529" y="0"/>
                  </a:lnTo>
                  <a:lnTo>
                    <a:pt x="18121" y="3810"/>
                  </a:lnTo>
                  <a:cubicBezTo>
                    <a:pt x="18321" y="3910"/>
                    <a:pt x="18296" y="4110"/>
                    <a:pt x="18071" y="426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6"/>
            <p:cNvSpPr/>
            <p:nvPr/>
          </p:nvSpPr>
          <p:spPr>
            <a:xfrm>
              <a:off x="3460675" y="3062700"/>
              <a:ext cx="458050" cy="264425"/>
            </a:xfrm>
            <a:custGeom>
              <a:avLst/>
              <a:gdLst/>
              <a:ahLst/>
              <a:cxnLst/>
              <a:rect l="l" t="t" r="r" b="b"/>
              <a:pathLst>
                <a:path w="18322" h="10577" extrusionOk="0">
                  <a:moveTo>
                    <a:pt x="18071" y="4261"/>
                  </a:moveTo>
                  <a:lnTo>
                    <a:pt x="7344" y="10451"/>
                  </a:lnTo>
                  <a:cubicBezTo>
                    <a:pt x="7118" y="10577"/>
                    <a:pt x="6767" y="10577"/>
                    <a:pt x="6567" y="10476"/>
                  </a:cubicBezTo>
                  <a:lnTo>
                    <a:pt x="1" y="6667"/>
                  </a:lnTo>
                  <a:lnTo>
                    <a:pt x="11529" y="0"/>
                  </a:lnTo>
                  <a:lnTo>
                    <a:pt x="18121" y="3810"/>
                  </a:lnTo>
                  <a:cubicBezTo>
                    <a:pt x="18321" y="3910"/>
                    <a:pt x="18296" y="4110"/>
                    <a:pt x="18071" y="426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6"/>
            <p:cNvSpPr/>
            <p:nvPr/>
          </p:nvSpPr>
          <p:spPr>
            <a:xfrm>
              <a:off x="3489500" y="3079600"/>
              <a:ext cx="339000" cy="196150"/>
            </a:xfrm>
            <a:custGeom>
              <a:avLst/>
              <a:gdLst/>
              <a:ahLst/>
              <a:cxnLst/>
              <a:rect l="l" t="t" r="r" b="b"/>
              <a:pathLst>
                <a:path w="13560" h="7846" extrusionOk="0">
                  <a:moveTo>
                    <a:pt x="13559" y="1805"/>
                  </a:moveTo>
                  <a:lnTo>
                    <a:pt x="3108" y="7845"/>
                  </a:lnTo>
                  <a:lnTo>
                    <a:pt x="0" y="6041"/>
                  </a:lnTo>
                  <a:lnTo>
                    <a:pt x="10452" y="1"/>
                  </a:lnTo>
                  <a:close/>
                </a:path>
              </a:pathLst>
            </a:custGeom>
            <a:solidFill>
              <a:srgbClr val="112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6"/>
            <p:cNvSpPr/>
            <p:nvPr/>
          </p:nvSpPr>
          <p:spPr>
            <a:xfrm>
              <a:off x="3684975" y="3192400"/>
              <a:ext cx="110950" cy="64550"/>
            </a:xfrm>
            <a:custGeom>
              <a:avLst/>
              <a:gdLst/>
              <a:ahLst/>
              <a:cxnLst/>
              <a:rect l="l" t="t" r="r" b="b"/>
              <a:pathLst>
                <a:path w="4438" h="2582" extrusionOk="0">
                  <a:moveTo>
                    <a:pt x="4287" y="1053"/>
                  </a:moveTo>
                  <a:lnTo>
                    <a:pt x="1806" y="2481"/>
                  </a:lnTo>
                  <a:cubicBezTo>
                    <a:pt x="1655" y="2556"/>
                    <a:pt x="1455" y="2582"/>
                    <a:pt x="1329" y="2506"/>
                  </a:cubicBezTo>
                  <a:lnTo>
                    <a:pt x="126" y="1805"/>
                  </a:lnTo>
                  <a:cubicBezTo>
                    <a:pt x="1" y="1754"/>
                    <a:pt x="26" y="1629"/>
                    <a:pt x="176" y="1529"/>
                  </a:cubicBezTo>
                  <a:lnTo>
                    <a:pt x="2658" y="100"/>
                  </a:lnTo>
                  <a:cubicBezTo>
                    <a:pt x="2808" y="25"/>
                    <a:pt x="3009" y="0"/>
                    <a:pt x="3134" y="75"/>
                  </a:cubicBezTo>
                  <a:lnTo>
                    <a:pt x="4337" y="777"/>
                  </a:lnTo>
                  <a:cubicBezTo>
                    <a:pt x="4437" y="852"/>
                    <a:pt x="4437" y="952"/>
                    <a:pt x="4287" y="1053"/>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6"/>
            <p:cNvSpPr/>
            <p:nvPr/>
          </p:nvSpPr>
          <p:spPr>
            <a:xfrm>
              <a:off x="2398650" y="3548900"/>
              <a:ext cx="619700" cy="481250"/>
            </a:xfrm>
            <a:custGeom>
              <a:avLst/>
              <a:gdLst/>
              <a:ahLst/>
              <a:cxnLst/>
              <a:rect l="l" t="t" r="r" b="b"/>
              <a:pathLst>
                <a:path w="24788" h="19250" extrusionOk="0">
                  <a:moveTo>
                    <a:pt x="401" y="853"/>
                  </a:moveTo>
                  <a:cubicBezTo>
                    <a:pt x="0" y="7119"/>
                    <a:pt x="7068" y="10076"/>
                    <a:pt x="17218" y="7244"/>
                  </a:cubicBezTo>
                  <a:cubicBezTo>
                    <a:pt x="17218" y="7244"/>
                    <a:pt x="17920" y="10126"/>
                    <a:pt x="19875" y="18823"/>
                  </a:cubicBezTo>
                  <a:cubicBezTo>
                    <a:pt x="22682" y="19249"/>
                    <a:pt x="24386" y="16818"/>
                    <a:pt x="24386" y="16818"/>
                  </a:cubicBezTo>
                  <a:cubicBezTo>
                    <a:pt x="24386" y="16818"/>
                    <a:pt x="24787" y="1830"/>
                    <a:pt x="19875" y="1078"/>
                  </a:cubicBezTo>
                  <a:cubicBezTo>
                    <a:pt x="14988" y="327"/>
                    <a:pt x="5213" y="226"/>
                    <a:pt x="5213" y="1"/>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6"/>
            <p:cNvSpPr/>
            <p:nvPr/>
          </p:nvSpPr>
          <p:spPr>
            <a:xfrm>
              <a:off x="2447500" y="2677350"/>
              <a:ext cx="261950" cy="288875"/>
            </a:xfrm>
            <a:custGeom>
              <a:avLst/>
              <a:gdLst/>
              <a:ahLst/>
              <a:cxnLst/>
              <a:rect l="l" t="t" r="r" b="b"/>
              <a:pathLst>
                <a:path w="10478" h="11555" extrusionOk="0">
                  <a:moveTo>
                    <a:pt x="2557" y="226"/>
                  </a:moveTo>
                  <a:cubicBezTo>
                    <a:pt x="3735" y="51"/>
                    <a:pt x="5339" y="0"/>
                    <a:pt x="6467" y="351"/>
                  </a:cubicBezTo>
                  <a:cubicBezTo>
                    <a:pt x="8372" y="903"/>
                    <a:pt x="9425" y="2131"/>
                    <a:pt x="9876" y="3935"/>
                  </a:cubicBezTo>
                  <a:cubicBezTo>
                    <a:pt x="10352" y="5765"/>
                    <a:pt x="10477" y="8797"/>
                    <a:pt x="9425" y="10502"/>
                  </a:cubicBezTo>
                  <a:cubicBezTo>
                    <a:pt x="8773" y="11554"/>
                    <a:pt x="7319" y="11354"/>
                    <a:pt x="6292" y="11078"/>
                  </a:cubicBezTo>
                  <a:cubicBezTo>
                    <a:pt x="5039" y="10752"/>
                    <a:pt x="3384" y="10201"/>
                    <a:pt x="2357" y="9424"/>
                  </a:cubicBezTo>
                  <a:cubicBezTo>
                    <a:pt x="928" y="8346"/>
                    <a:pt x="151" y="5965"/>
                    <a:pt x="76" y="4261"/>
                  </a:cubicBezTo>
                  <a:cubicBezTo>
                    <a:pt x="1" y="2782"/>
                    <a:pt x="753" y="527"/>
                    <a:pt x="2557" y="22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6"/>
            <p:cNvSpPr/>
            <p:nvPr/>
          </p:nvSpPr>
          <p:spPr>
            <a:xfrm>
              <a:off x="2445000" y="2635375"/>
              <a:ext cx="262575" cy="302650"/>
            </a:xfrm>
            <a:custGeom>
              <a:avLst/>
              <a:gdLst/>
              <a:ahLst/>
              <a:cxnLst/>
              <a:rect l="l" t="t" r="r" b="b"/>
              <a:pathLst>
                <a:path w="10503" h="12106" extrusionOk="0">
                  <a:moveTo>
                    <a:pt x="1179" y="2256"/>
                  </a:moveTo>
                  <a:cubicBezTo>
                    <a:pt x="26" y="3008"/>
                    <a:pt x="1" y="4812"/>
                    <a:pt x="51" y="6015"/>
                  </a:cubicBezTo>
                  <a:cubicBezTo>
                    <a:pt x="151" y="7720"/>
                    <a:pt x="1028" y="10025"/>
                    <a:pt x="2457" y="11103"/>
                  </a:cubicBezTo>
                  <a:cubicBezTo>
                    <a:pt x="3234" y="11705"/>
                    <a:pt x="3284" y="11780"/>
                    <a:pt x="4337" y="12106"/>
                  </a:cubicBezTo>
                  <a:cubicBezTo>
                    <a:pt x="4437" y="12055"/>
                    <a:pt x="4687" y="11905"/>
                    <a:pt x="4963" y="11705"/>
                  </a:cubicBezTo>
                  <a:cubicBezTo>
                    <a:pt x="5540" y="11253"/>
                    <a:pt x="5840" y="10502"/>
                    <a:pt x="5615" y="9800"/>
                  </a:cubicBezTo>
                  <a:cubicBezTo>
                    <a:pt x="5389" y="9098"/>
                    <a:pt x="5389" y="8271"/>
                    <a:pt x="5765" y="8070"/>
                  </a:cubicBezTo>
                  <a:cubicBezTo>
                    <a:pt x="6417" y="7720"/>
                    <a:pt x="6843" y="8948"/>
                    <a:pt x="6843" y="8948"/>
                  </a:cubicBezTo>
                  <a:cubicBezTo>
                    <a:pt x="7194" y="8822"/>
                    <a:pt x="7770" y="8396"/>
                    <a:pt x="7469" y="7644"/>
                  </a:cubicBezTo>
                  <a:cubicBezTo>
                    <a:pt x="7144" y="6918"/>
                    <a:pt x="7469" y="6141"/>
                    <a:pt x="7469" y="6141"/>
                  </a:cubicBezTo>
                  <a:cubicBezTo>
                    <a:pt x="8597" y="6166"/>
                    <a:pt x="9124" y="4612"/>
                    <a:pt x="9474" y="4411"/>
                  </a:cubicBezTo>
                  <a:cubicBezTo>
                    <a:pt x="10251" y="3985"/>
                    <a:pt x="10502" y="3810"/>
                    <a:pt x="10377" y="3083"/>
                  </a:cubicBezTo>
                  <a:cubicBezTo>
                    <a:pt x="10302" y="2607"/>
                    <a:pt x="10101" y="2131"/>
                    <a:pt x="9750" y="1805"/>
                  </a:cubicBezTo>
                  <a:cubicBezTo>
                    <a:pt x="9349" y="1429"/>
                    <a:pt x="7996" y="928"/>
                    <a:pt x="7469" y="802"/>
                  </a:cubicBezTo>
                  <a:cubicBezTo>
                    <a:pt x="4312" y="0"/>
                    <a:pt x="1880" y="577"/>
                    <a:pt x="1179" y="2256"/>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6"/>
            <p:cNvSpPr/>
            <p:nvPr/>
          </p:nvSpPr>
          <p:spPr>
            <a:xfrm>
              <a:off x="2268325" y="2903550"/>
              <a:ext cx="521950" cy="731225"/>
            </a:xfrm>
            <a:custGeom>
              <a:avLst/>
              <a:gdLst/>
              <a:ahLst/>
              <a:cxnLst/>
              <a:rect l="l" t="t" r="r" b="b"/>
              <a:pathLst>
                <a:path w="20878" h="29249" extrusionOk="0">
                  <a:moveTo>
                    <a:pt x="15263" y="2907"/>
                  </a:moveTo>
                  <a:cubicBezTo>
                    <a:pt x="12431" y="1855"/>
                    <a:pt x="9148" y="0"/>
                    <a:pt x="4586" y="3659"/>
                  </a:cubicBezTo>
                  <a:cubicBezTo>
                    <a:pt x="0" y="7318"/>
                    <a:pt x="1253" y="22181"/>
                    <a:pt x="2381" y="25564"/>
                  </a:cubicBezTo>
                  <a:cubicBezTo>
                    <a:pt x="3509" y="28973"/>
                    <a:pt x="11103" y="29248"/>
                    <a:pt x="13384" y="28948"/>
                  </a:cubicBezTo>
                  <a:cubicBezTo>
                    <a:pt x="15639" y="28647"/>
                    <a:pt x="13409" y="24737"/>
                    <a:pt x="14160" y="22131"/>
                  </a:cubicBezTo>
                  <a:cubicBezTo>
                    <a:pt x="14912" y="19549"/>
                    <a:pt x="20877" y="4988"/>
                    <a:pt x="15263" y="290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6"/>
            <p:cNvSpPr/>
            <p:nvPr/>
          </p:nvSpPr>
          <p:spPr>
            <a:xfrm>
              <a:off x="2551525" y="2936125"/>
              <a:ext cx="370950" cy="500025"/>
            </a:xfrm>
            <a:custGeom>
              <a:avLst/>
              <a:gdLst/>
              <a:ahLst/>
              <a:cxnLst/>
              <a:rect l="l" t="t" r="r" b="b"/>
              <a:pathLst>
                <a:path w="14838" h="20001" extrusionOk="0">
                  <a:moveTo>
                    <a:pt x="5439" y="2206"/>
                  </a:moveTo>
                  <a:cubicBezTo>
                    <a:pt x="6617" y="2933"/>
                    <a:pt x="9725" y="11980"/>
                    <a:pt x="9725" y="11980"/>
                  </a:cubicBezTo>
                  <a:lnTo>
                    <a:pt x="10828" y="4888"/>
                  </a:lnTo>
                  <a:cubicBezTo>
                    <a:pt x="10828" y="4888"/>
                    <a:pt x="13359" y="3685"/>
                    <a:pt x="14838" y="5289"/>
                  </a:cubicBezTo>
                  <a:cubicBezTo>
                    <a:pt x="13835" y="12156"/>
                    <a:pt x="13284" y="19198"/>
                    <a:pt x="10828" y="19599"/>
                  </a:cubicBezTo>
                  <a:cubicBezTo>
                    <a:pt x="8396" y="20000"/>
                    <a:pt x="4361" y="13484"/>
                    <a:pt x="2181" y="10301"/>
                  </a:cubicBezTo>
                  <a:cubicBezTo>
                    <a:pt x="0" y="7118"/>
                    <a:pt x="1805" y="0"/>
                    <a:pt x="5439" y="2206"/>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6"/>
            <p:cNvSpPr/>
            <p:nvPr/>
          </p:nvSpPr>
          <p:spPr>
            <a:xfrm>
              <a:off x="2873575" y="2904175"/>
              <a:ext cx="72700" cy="55775"/>
            </a:xfrm>
            <a:custGeom>
              <a:avLst/>
              <a:gdLst/>
              <a:ahLst/>
              <a:cxnLst/>
              <a:rect l="l" t="t" r="r" b="b"/>
              <a:pathLst>
                <a:path w="2908" h="2231" extrusionOk="0">
                  <a:moveTo>
                    <a:pt x="2908" y="0"/>
                  </a:moveTo>
                  <a:lnTo>
                    <a:pt x="2306" y="176"/>
                  </a:lnTo>
                  <a:lnTo>
                    <a:pt x="1" y="1905"/>
                  </a:lnTo>
                  <a:lnTo>
                    <a:pt x="176" y="2231"/>
                  </a:lnTo>
                  <a:lnTo>
                    <a:pt x="2632" y="401"/>
                  </a:lnTo>
                  <a:lnTo>
                    <a:pt x="2908" y="0"/>
                  </a:ln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6"/>
            <p:cNvSpPr/>
            <p:nvPr/>
          </p:nvSpPr>
          <p:spPr>
            <a:xfrm>
              <a:off x="2813425" y="2924850"/>
              <a:ext cx="134125" cy="169825"/>
            </a:xfrm>
            <a:custGeom>
              <a:avLst/>
              <a:gdLst/>
              <a:ahLst/>
              <a:cxnLst/>
              <a:rect l="l" t="t" r="r" b="b"/>
              <a:pathLst>
                <a:path w="5365" h="6793" extrusionOk="0">
                  <a:moveTo>
                    <a:pt x="878" y="5740"/>
                  </a:moveTo>
                  <a:cubicBezTo>
                    <a:pt x="878" y="5539"/>
                    <a:pt x="1" y="3359"/>
                    <a:pt x="352" y="2557"/>
                  </a:cubicBezTo>
                  <a:cubicBezTo>
                    <a:pt x="702" y="1755"/>
                    <a:pt x="1154" y="1228"/>
                    <a:pt x="1154" y="1228"/>
                  </a:cubicBezTo>
                  <a:cubicBezTo>
                    <a:pt x="1529" y="0"/>
                    <a:pt x="2582" y="126"/>
                    <a:pt x="3384" y="928"/>
                  </a:cubicBezTo>
                  <a:cubicBezTo>
                    <a:pt x="4211" y="1755"/>
                    <a:pt x="5364" y="3760"/>
                    <a:pt x="3885" y="5439"/>
                  </a:cubicBezTo>
                  <a:cubicBezTo>
                    <a:pt x="2306" y="6792"/>
                    <a:pt x="878" y="5740"/>
                    <a:pt x="878" y="574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6"/>
            <p:cNvSpPr/>
            <p:nvPr/>
          </p:nvSpPr>
          <p:spPr>
            <a:xfrm>
              <a:off x="2027075" y="3121575"/>
              <a:ext cx="414200" cy="794525"/>
            </a:xfrm>
            <a:custGeom>
              <a:avLst/>
              <a:gdLst/>
              <a:ahLst/>
              <a:cxnLst/>
              <a:rect l="l" t="t" r="r" b="b"/>
              <a:pathLst>
                <a:path w="16568" h="31781" extrusionOk="0">
                  <a:moveTo>
                    <a:pt x="3084" y="1"/>
                  </a:moveTo>
                  <a:cubicBezTo>
                    <a:pt x="3084" y="1"/>
                    <a:pt x="3084" y="26"/>
                    <a:pt x="3084" y="101"/>
                  </a:cubicBezTo>
                  <a:cubicBezTo>
                    <a:pt x="2181" y="26"/>
                    <a:pt x="1179" y="803"/>
                    <a:pt x="753" y="1856"/>
                  </a:cubicBezTo>
                  <a:cubicBezTo>
                    <a:pt x="1" y="3785"/>
                    <a:pt x="1003" y="24688"/>
                    <a:pt x="2808" y="24237"/>
                  </a:cubicBezTo>
                  <a:cubicBezTo>
                    <a:pt x="3359" y="24838"/>
                    <a:pt x="15841" y="31781"/>
                    <a:pt x="15841" y="31781"/>
                  </a:cubicBezTo>
                  <a:lnTo>
                    <a:pt x="16567" y="7745"/>
                  </a:lnTo>
                  <a:cubicBezTo>
                    <a:pt x="16567" y="7745"/>
                    <a:pt x="7745" y="126"/>
                    <a:pt x="3084" y="1"/>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6"/>
            <p:cNvSpPr/>
            <p:nvPr/>
          </p:nvSpPr>
          <p:spPr>
            <a:xfrm>
              <a:off x="2353525" y="3285125"/>
              <a:ext cx="188625" cy="642250"/>
            </a:xfrm>
            <a:custGeom>
              <a:avLst/>
              <a:gdLst/>
              <a:ahLst/>
              <a:cxnLst/>
              <a:rect l="l" t="t" r="r" b="b"/>
              <a:pathLst>
                <a:path w="7545" h="25690" extrusionOk="0">
                  <a:moveTo>
                    <a:pt x="2783" y="25239"/>
                  </a:moveTo>
                  <a:cubicBezTo>
                    <a:pt x="1003" y="25690"/>
                    <a:pt x="1" y="4787"/>
                    <a:pt x="752" y="2858"/>
                  </a:cubicBezTo>
                  <a:cubicBezTo>
                    <a:pt x="1479" y="928"/>
                    <a:pt x="4186" y="0"/>
                    <a:pt x="4662" y="3158"/>
                  </a:cubicBezTo>
                  <a:cubicBezTo>
                    <a:pt x="5113" y="6316"/>
                    <a:pt x="7544" y="24061"/>
                    <a:pt x="2783" y="2523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6"/>
            <p:cNvSpPr/>
            <p:nvPr/>
          </p:nvSpPr>
          <p:spPr>
            <a:xfrm>
              <a:off x="3970700" y="4185500"/>
              <a:ext cx="292000" cy="128475"/>
            </a:xfrm>
            <a:custGeom>
              <a:avLst/>
              <a:gdLst/>
              <a:ahLst/>
              <a:cxnLst/>
              <a:rect l="l" t="t" r="r" b="b"/>
              <a:pathLst>
                <a:path w="11680" h="5139" extrusionOk="0">
                  <a:moveTo>
                    <a:pt x="11053" y="377"/>
                  </a:moveTo>
                  <a:lnTo>
                    <a:pt x="7118" y="1"/>
                  </a:lnTo>
                  <a:cubicBezTo>
                    <a:pt x="7118" y="1"/>
                    <a:pt x="4587" y="727"/>
                    <a:pt x="3083" y="928"/>
                  </a:cubicBezTo>
                  <a:cubicBezTo>
                    <a:pt x="1580" y="1153"/>
                    <a:pt x="502" y="903"/>
                    <a:pt x="151" y="1429"/>
                  </a:cubicBezTo>
                  <a:cubicBezTo>
                    <a:pt x="101" y="1529"/>
                    <a:pt x="76" y="1655"/>
                    <a:pt x="76" y="1805"/>
                  </a:cubicBezTo>
                  <a:lnTo>
                    <a:pt x="76" y="1805"/>
                  </a:lnTo>
                  <a:cubicBezTo>
                    <a:pt x="76" y="1805"/>
                    <a:pt x="76" y="1805"/>
                    <a:pt x="76" y="1830"/>
                  </a:cubicBezTo>
                  <a:cubicBezTo>
                    <a:pt x="1" y="2607"/>
                    <a:pt x="702" y="3334"/>
                    <a:pt x="1078" y="3635"/>
                  </a:cubicBezTo>
                  <a:cubicBezTo>
                    <a:pt x="1855" y="4186"/>
                    <a:pt x="2707" y="4537"/>
                    <a:pt x="5013" y="4336"/>
                  </a:cubicBezTo>
                  <a:cubicBezTo>
                    <a:pt x="5615" y="4086"/>
                    <a:pt x="6717" y="3935"/>
                    <a:pt x="7118" y="4537"/>
                  </a:cubicBezTo>
                  <a:cubicBezTo>
                    <a:pt x="7720" y="4838"/>
                    <a:pt x="10026" y="5138"/>
                    <a:pt x="11053" y="4537"/>
                  </a:cubicBezTo>
                  <a:lnTo>
                    <a:pt x="11053" y="4011"/>
                  </a:lnTo>
                  <a:cubicBezTo>
                    <a:pt x="11680" y="3409"/>
                    <a:pt x="11053" y="377"/>
                    <a:pt x="11053" y="37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6"/>
            <p:cNvSpPr/>
            <p:nvPr/>
          </p:nvSpPr>
          <p:spPr>
            <a:xfrm>
              <a:off x="4041500" y="3283875"/>
              <a:ext cx="281975" cy="953025"/>
            </a:xfrm>
            <a:custGeom>
              <a:avLst/>
              <a:gdLst/>
              <a:ahLst/>
              <a:cxnLst/>
              <a:rect l="l" t="t" r="r" b="b"/>
              <a:pathLst>
                <a:path w="11279" h="38121" extrusionOk="0">
                  <a:moveTo>
                    <a:pt x="9976" y="0"/>
                  </a:moveTo>
                  <a:cubicBezTo>
                    <a:pt x="11279" y="6742"/>
                    <a:pt x="6592" y="14111"/>
                    <a:pt x="6993" y="19549"/>
                  </a:cubicBezTo>
                  <a:cubicBezTo>
                    <a:pt x="7494" y="27018"/>
                    <a:pt x="7795" y="30276"/>
                    <a:pt x="8547" y="36341"/>
                  </a:cubicBezTo>
                  <a:cubicBezTo>
                    <a:pt x="8547" y="36341"/>
                    <a:pt x="5540" y="38121"/>
                    <a:pt x="3309" y="36066"/>
                  </a:cubicBezTo>
                  <a:cubicBezTo>
                    <a:pt x="1003" y="24186"/>
                    <a:pt x="1" y="22055"/>
                    <a:pt x="327" y="2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6"/>
            <p:cNvSpPr/>
            <p:nvPr/>
          </p:nvSpPr>
          <p:spPr>
            <a:xfrm>
              <a:off x="3796525" y="2397900"/>
              <a:ext cx="266300" cy="388500"/>
            </a:xfrm>
            <a:custGeom>
              <a:avLst/>
              <a:gdLst/>
              <a:ahLst/>
              <a:cxnLst/>
              <a:rect l="l" t="t" r="r" b="b"/>
              <a:pathLst>
                <a:path w="10652" h="15540" extrusionOk="0">
                  <a:moveTo>
                    <a:pt x="1354" y="4462"/>
                  </a:moveTo>
                  <a:cubicBezTo>
                    <a:pt x="0" y="6016"/>
                    <a:pt x="1128" y="12432"/>
                    <a:pt x="3008" y="13985"/>
                  </a:cubicBezTo>
                  <a:cubicBezTo>
                    <a:pt x="4887" y="15539"/>
                    <a:pt x="6441" y="14988"/>
                    <a:pt x="8070" y="13584"/>
                  </a:cubicBezTo>
                  <a:cubicBezTo>
                    <a:pt x="9699" y="12206"/>
                    <a:pt x="10652" y="8772"/>
                    <a:pt x="10276" y="6166"/>
                  </a:cubicBezTo>
                  <a:cubicBezTo>
                    <a:pt x="9725" y="2632"/>
                    <a:pt x="5163" y="0"/>
                    <a:pt x="1354" y="446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6"/>
            <p:cNvSpPr/>
            <p:nvPr/>
          </p:nvSpPr>
          <p:spPr>
            <a:xfrm>
              <a:off x="3785875" y="2426100"/>
              <a:ext cx="286350" cy="335850"/>
            </a:xfrm>
            <a:custGeom>
              <a:avLst/>
              <a:gdLst/>
              <a:ahLst/>
              <a:cxnLst/>
              <a:rect l="l" t="t" r="r" b="b"/>
              <a:pathLst>
                <a:path w="11454" h="13434" extrusionOk="0">
                  <a:moveTo>
                    <a:pt x="1303" y="3985"/>
                  </a:moveTo>
                  <a:cubicBezTo>
                    <a:pt x="1303" y="3985"/>
                    <a:pt x="1028" y="4662"/>
                    <a:pt x="1178" y="5815"/>
                  </a:cubicBezTo>
                  <a:cubicBezTo>
                    <a:pt x="1353" y="6943"/>
                    <a:pt x="1754" y="7569"/>
                    <a:pt x="1955" y="8096"/>
                  </a:cubicBezTo>
                  <a:cubicBezTo>
                    <a:pt x="2181" y="8622"/>
                    <a:pt x="2105" y="8998"/>
                    <a:pt x="2331" y="9198"/>
                  </a:cubicBezTo>
                  <a:cubicBezTo>
                    <a:pt x="2556" y="9399"/>
                    <a:pt x="2506" y="7720"/>
                    <a:pt x="3033" y="7294"/>
                  </a:cubicBezTo>
                  <a:cubicBezTo>
                    <a:pt x="3559" y="6893"/>
                    <a:pt x="4336" y="8697"/>
                    <a:pt x="3258" y="9825"/>
                  </a:cubicBezTo>
                  <a:cubicBezTo>
                    <a:pt x="3108" y="10953"/>
                    <a:pt x="4536" y="12807"/>
                    <a:pt x="5063" y="13133"/>
                  </a:cubicBezTo>
                  <a:cubicBezTo>
                    <a:pt x="5614" y="13434"/>
                    <a:pt x="7795" y="13083"/>
                    <a:pt x="9148" y="11755"/>
                  </a:cubicBezTo>
                  <a:cubicBezTo>
                    <a:pt x="10501" y="10401"/>
                    <a:pt x="10802" y="8271"/>
                    <a:pt x="11128" y="5464"/>
                  </a:cubicBezTo>
                  <a:cubicBezTo>
                    <a:pt x="11454" y="2682"/>
                    <a:pt x="9374" y="1780"/>
                    <a:pt x="9374" y="1780"/>
                  </a:cubicBezTo>
                  <a:cubicBezTo>
                    <a:pt x="9323" y="0"/>
                    <a:pt x="3409" y="476"/>
                    <a:pt x="1278" y="1429"/>
                  </a:cubicBezTo>
                  <a:cubicBezTo>
                    <a:pt x="0" y="2055"/>
                    <a:pt x="1303" y="3985"/>
                    <a:pt x="1303" y="398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6"/>
            <p:cNvSpPr/>
            <p:nvPr/>
          </p:nvSpPr>
          <p:spPr>
            <a:xfrm>
              <a:off x="3418075" y="3327725"/>
              <a:ext cx="196750" cy="73325"/>
            </a:xfrm>
            <a:custGeom>
              <a:avLst/>
              <a:gdLst/>
              <a:ahLst/>
              <a:cxnLst/>
              <a:rect l="l" t="t" r="r" b="b"/>
              <a:pathLst>
                <a:path w="7870" h="2933" extrusionOk="0">
                  <a:moveTo>
                    <a:pt x="7870" y="1956"/>
                  </a:moveTo>
                  <a:cubicBezTo>
                    <a:pt x="7870" y="1956"/>
                    <a:pt x="7519" y="2081"/>
                    <a:pt x="6642" y="2457"/>
                  </a:cubicBezTo>
                  <a:cubicBezTo>
                    <a:pt x="5790" y="2808"/>
                    <a:pt x="3935" y="2933"/>
                    <a:pt x="2757" y="2758"/>
                  </a:cubicBezTo>
                  <a:cubicBezTo>
                    <a:pt x="1604" y="2557"/>
                    <a:pt x="0" y="2306"/>
                    <a:pt x="326" y="1880"/>
                  </a:cubicBezTo>
                  <a:cubicBezTo>
                    <a:pt x="627" y="1454"/>
                    <a:pt x="6466" y="1"/>
                    <a:pt x="6717" y="126"/>
                  </a:cubicBezTo>
                  <a:cubicBezTo>
                    <a:pt x="6968" y="226"/>
                    <a:pt x="7870" y="1956"/>
                    <a:pt x="7870" y="195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6"/>
            <p:cNvSpPr/>
            <p:nvPr/>
          </p:nvSpPr>
          <p:spPr>
            <a:xfrm>
              <a:off x="3781475" y="4275725"/>
              <a:ext cx="291375" cy="127850"/>
            </a:xfrm>
            <a:custGeom>
              <a:avLst/>
              <a:gdLst/>
              <a:ahLst/>
              <a:cxnLst/>
              <a:rect l="l" t="t" r="r" b="b"/>
              <a:pathLst>
                <a:path w="11655" h="5114" extrusionOk="0">
                  <a:moveTo>
                    <a:pt x="11053" y="352"/>
                  </a:moveTo>
                  <a:lnTo>
                    <a:pt x="7093" y="1"/>
                  </a:lnTo>
                  <a:cubicBezTo>
                    <a:pt x="7093" y="1"/>
                    <a:pt x="4562" y="702"/>
                    <a:pt x="3083" y="928"/>
                  </a:cubicBezTo>
                  <a:cubicBezTo>
                    <a:pt x="1580" y="1128"/>
                    <a:pt x="502" y="878"/>
                    <a:pt x="151" y="1429"/>
                  </a:cubicBezTo>
                  <a:cubicBezTo>
                    <a:pt x="76" y="1504"/>
                    <a:pt x="51" y="1630"/>
                    <a:pt x="76" y="1780"/>
                  </a:cubicBezTo>
                  <a:lnTo>
                    <a:pt x="76" y="1780"/>
                  </a:lnTo>
                  <a:cubicBezTo>
                    <a:pt x="76" y="1780"/>
                    <a:pt x="76" y="1780"/>
                    <a:pt x="76" y="1780"/>
                  </a:cubicBezTo>
                  <a:cubicBezTo>
                    <a:pt x="76" y="1780"/>
                    <a:pt x="76" y="1805"/>
                    <a:pt x="76" y="1805"/>
                  </a:cubicBezTo>
                  <a:cubicBezTo>
                    <a:pt x="1" y="2582"/>
                    <a:pt x="677" y="3334"/>
                    <a:pt x="1078" y="3610"/>
                  </a:cubicBezTo>
                  <a:cubicBezTo>
                    <a:pt x="1855" y="4186"/>
                    <a:pt x="2707" y="4512"/>
                    <a:pt x="5013" y="4311"/>
                  </a:cubicBezTo>
                  <a:cubicBezTo>
                    <a:pt x="5615" y="4086"/>
                    <a:pt x="6692" y="3910"/>
                    <a:pt x="7093" y="4512"/>
                  </a:cubicBezTo>
                  <a:cubicBezTo>
                    <a:pt x="7695" y="4813"/>
                    <a:pt x="10026" y="5113"/>
                    <a:pt x="11053" y="4512"/>
                  </a:cubicBezTo>
                  <a:lnTo>
                    <a:pt x="11053" y="4011"/>
                  </a:lnTo>
                  <a:cubicBezTo>
                    <a:pt x="11655" y="3384"/>
                    <a:pt x="11053" y="352"/>
                    <a:pt x="11053" y="35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6"/>
            <p:cNvSpPr/>
            <p:nvPr/>
          </p:nvSpPr>
          <p:spPr>
            <a:xfrm>
              <a:off x="3895525" y="3326475"/>
              <a:ext cx="330850" cy="1037625"/>
            </a:xfrm>
            <a:custGeom>
              <a:avLst/>
              <a:gdLst/>
              <a:ahLst/>
              <a:cxnLst/>
              <a:rect l="l" t="t" r="r" b="b"/>
              <a:pathLst>
                <a:path w="13234" h="41505" extrusionOk="0">
                  <a:moveTo>
                    <a:pt x="12807" y="1"/>
                  </a:moveTo>
                  <a:cubicBezTo>
                    <a:pt x="13233" y="6868"/>
                    <a:pt x="7619" y="14387"/>
                    <a:pt x="7293" y="19925"/>
                  </a:cubicBezTo>
                  <a:cubicBezTo>
                    <a:pt x="6842" y="27545"/>
                    <a:pt x="6817" y="32908"/>
                    <a:pt x="6817" y="39098"/>
                  </a:cubicBezTo>
                  <a:cubicBezTo>
                    <a:pt x="6817" y="39098"/>
                    <a:pt x="1754" y="41504"/>
                    <a:pt x="1529" y="37795"/>
                  </a:cubicBezTo>
                  <a:cubicBezTo>
                    <a:pt x="777" y="25665"/>
                    <a:pt x="0" y="22482"/>
                    <a:pt x="3133" y="276"/>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6"/>
            <p:cNvSpPr/>
            <p:nvPr/>
          </p:nvSpPr>
          <p:spPr>
            <a:xfrm>
              <a:off x="3812800" y="2644150"/>
              <a:ext cx="497525" cy="817700"/>
            </a:xfrm>
            <a:custGeom>
              <a:avLst/>
              <a:gdLst/>
              <a:ahLst/>
              <a:cxnLst/>
              <a:rect l="l" t="t" r="r" b="b"/>
              <a:pathLst>
                <a:path w="19901" h="32708" extrusionOk="0">
                  <a:moveTo>
                    <a:pt x="2883" y="5263"/>
                  </a:moveTo>
                  <a:cubicBezTo>
                    <a:pt x="5690" y="3860"/>
                    <a:pt x="10277" y="0"/>
                    <a:pt x="14011" y="5038"/>
                  </a:cubicBezTo>
                  <a:cubicBezTo>
                    <a:pt x="17520" y="9775"/>
                    <a:pt x="18973" y="23985"/>
                    <a:pt x="19374" y="26817"/>
                  </a:cubicBezTo>
                  <a:cubicBezTo>
                    <a:pt x="19901" y="30652"/>
                    <a:pt x="9224" y="32707"/>
                    <a:pt x="6843" y="32607"/>
                  </a:cubicBezTo>
                  <a:cubicBezTo>
                    <a:pt x="6292" y="32582"/>
                    <a:pt x="5966" y="32331"/>
                    <a:pt x="5815" y="31805"/>
                  </a:cubicBezTo>
                  <a:cubicBezTo>
                    <a:pt x="5615" y="31103"/>
                    <a:pt x="6191" y="30602"/>
                    <a:pt x="6041" y="29950"/>
                  </a:cubicBezTo>
                  <a:cubicBezTo>
                    <a:pt x="5941" y="29574"/>
                    <a:pt x="5690" y="29273"/>
                    <a:pt x="5464" y="28973"/>
                  </a:cubicBezTo>
                  <a:cubicBezTo>
                    <a:pt x="5239" y="28672"/>
                    <a:pt x="5013" y="28371"/>
                    <a:pt x="4963" y="27995"/>
                  </a:cubicBezTo>
                  <a:cubicBezTo>
                    <a:pt x="4863" y="27369"/>
                    <a:pt x="5239" y="26792"/>
                    <a:pt x="5314" y="26191"/>
                  </a:cubicBezTo>
                  <a:cubicBezTo>
                    <a:pt x="5364" y="25740"/>
                    <a:pt x="5239" y="25288"/>
                    <a:pt x="5139" y="24862"/>
                  </a:cubicBezTo>
                  <a:cubicBezTo>
                    <a:pt x="4161" y="21253"/>
                    <a:pt x="2482" y="17920"/>
                    <a:pt x="1530" y="14286"/>
                  </a:cubicBezTo>
                  <a:cubicBezTo>
                    <a:pt x="903" y="11805"/>
                    <a:pt x="1" y="7920"/>
                    <a:pt x="2031" y="5865"/>
                  </a:cubicBezTo>
                  <a:cubicBezTo>
                    <a:pt x="2231" y="5664"/>
                    <a:pt x="2582" y="5338"/>
                    <a:pt x="2883" y="5263"/>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6"/>
            <p:cNvSpPr/>
            <p:nvPr/>
          </p:nvSpPr>
          <p:spPr>
            <a:xfrm>
              <a:off x="3567200" y="2752525"/>
              <a:ext cx="406650" cy="625350"/>
            </a:xfrm>
            <a:custGeom>
              <a:avLst/>
              <a:gdLst/>
              <a:ahLst/>
              <a:cxnLst/>
              <a:rect l="l" t="t" r="r" b="b"/>
              <a:pathLst>
                <a:path w="16266" h="25014" extrusionOk="0">
                  <a:moveTo>
                    <a:pt x="10978" y="2833"/>
                  </a:moveTo>
                  <a:cubicBezTo>
                    <a:pt x="8697" y="10001"/>
                    <a:pt x="8496" y="13560"/>
                    <a:pt x="6291" y="16392"/>
                  </a:cubicBezTo>
                  <a:cubicBezTo>
                    <a:pt x="6115" y="16593"/>
                    <a:pt x="0" y="23134"/>
                    <a:pt x="0" y="23134"/>
                  </a:cubicBezTo>
                  <a:cubicBezTo>
                    <a:pt x="0" y="23134"/>
                    <a:pt x="827" y="24638"/>
                    <a:pt x="2958" y="25014"/>
                  </a:cubicBezTo>
                  <a:cubicBezTo>
                    <a:pt x="6366" y="23560"/>
                    <a:pt x="10251" y="18197"/>
                    <a:pt x="11278" y="17019"/>
                  </a:cubicBezTo>
                  <a:cubicBezTo>
                    <a:pt x="11880" y="16367"/>
                    <a:pt x="15238" y="10176"/>
                    <a:pt x="15765" y="7044"/>
                  </a:cubicBezTo>
                  <a:cubicBezTo>
                    <a:pt x="16266" y="3886"/>
                    <a:pt x="11905" y="1"/>
                    <a:pt x="10978" y="2833"/>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6"/>
            <p:cNvSpPr/>
            <p:nvPr/>
          </p:nvSpPr>
          <p:spPr>
            <a:xfrm>
              <a:off x="3483225" y="2283225"/>
              <a:ext cx="456800" cy="264450"/>
            </a:xfrm>
            <a:custGeom>
              <a:avLst/>
              <a:gdLst/>
              <a:ahLst/>
              <a:cxnLst/>
              <a:rect l="l" t="t" r="r" b="b"/>
              <a:pathLst>
                <a:path w="18272" h="10578" extrusionOk="0">
                  <a:moveTo>
                    <a:pt x="17871" y="3660"/>
                  </a:moveTo>
                  <a:lnTo>
                    <a:pt x="11530" y="1"/>
                  </a:lnTo>
                  <a:lnTo>
                    <a:pt x="828" y="6191"/>
                  </a:lnTo>
                  <a:lnTo>
                    <a:pt x="1" y="6292"/>
                  </a:lnTo>
                  <a:lnTo>
                    <a:pt x="1" y="6517"/>
                  </a:lnTo>
                  <a:cubicBezTo>
                    <a:pt x="1" y="6592"/>
                    <a:pt x="26" y="6668"/>
                    <a:pt x="126" y="6718"/>
                  </a:cubicBezTo>
                  <a:lnTo>
                    <a:pt x="6567" y="10452"/>
                  </a:lnTo>
                  <a:cubicBezTo>
                    <a:pt x="6768" y="10577"/>
                    <a:pt x="7119" y="10552"/>
                    <a:pt x="7344" y="10427"/>
                  </a:cubicBezTo>
                  <a:lnTo>
                    <a:pt x="18071" y="4237"/>
                  </a:lnTo>
                  <a:cubicBezTo>
                    <a:pt x="18196" y="4161"/>
                    <a:pt x="18272" y="4036"/>
                    <a:pt x="18246" y="3961"/>
                  </a:cubicBezTo>
                  <a:lnTo>
                    <a:pt x="18246" y="3610"/>
                  </a:ln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6"/>
            <p:cNvSpPr/>
            <p:nvPr/>
          </p:nvSpPr>
          <p:spPr>
            <a:xfrm>
              <a:off x="3483225" y="2273850"/>
              <a:ext cx="458050" cy="264425"/>
            </a:xfrm>
            <a:custGeom>
              <a:avLst/>
              <a:gdLst/>
              <a:ahLst/>
              <a:cxnLst/>
              <a:rect l="l" t="t" r="r" b="b"/>
              <a:pathLst>
                <a:path w="18322" h="10577" extrusionOk="0">
                  <a:moveTo>
                    <a:pt x="18071" y="4261"/>
                  </a:moveTo>
                  <a:lnTo>
                    <a:pt x="7344" y="10451"/>
                  </a:lnTo>
                  <a:cubicBezTo>
                    <a:pt x="7119" y="10577"/>
                    <a:pt x="6768" y="10577"/>
                    <a:pt x="6567" y="10476"/>
                  </a:cubicBezTo>
                  <a:lnTo>
                    <a:pt x="1" y="6667"/>
                  </a:lnTo>
                  <a:lnTo>
                    <a:pt x="11530" y="0"/>
                  </a:lnTo>
                  <a:lnTo>
                    <a:pt x="18121" y="3810"/>
                  </a:lnTo>
                  <a:cubicBezTo>
                    <a:pt x="18322" y="3935"/>
                    <a:pt x="18297" y="4110"/>
                    <a:pt x="18071" y="426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6"/>
            <p:cNvSpPr/>
            <p:nvPr/>
          </p:nvSpPr>
          <p:spPr>
            <a:xfrm>
              <a:off x="3483225" y="2273850"/>
              <a:ext cx="458050" cy="264425"/>
            </a:xfrm>
            <a:custGeom>
              <a:avLst/>
              <a:gdLst/>
              <a:ahLst/>
              <a:cxnLst/>
              <a:rect l="l" t="t" r="r" b="b"/>
              <a:pathLst>
                <a:path w="18322" h="10577" extrusionOk="0">
                  <a:moveTo>
                    <a:pt x="18071" y="4261"/>
                  </a:moveTo>
                  <a:lnTo>
                    <a:pt x="7344" y="10451"/>
                  </a:lnTo>
                  <a:cubicBezTo>
                    <a:pt x="7119" y="10577"/>
                    <a:pt x="6768" y="10577"/>
                    <a:pt x="6567" y="10476"/>
                  </a:cubicBezTo>
                  <a:lnTo>
                    <a:pt x="1" y="6667"/>
                  </a:lnTo>
                  <a:lnTo>
                    <a:pt x="11530" y="0"/>
                  </a:lnTo>
                  <a:lnTo>
                    <a:pt x="18121" y="3810"/>
                  </a:lnTo>
                  <a:cubicBezTo>
                    <a:pt x="18322" y="3935"/>
                    <a:pt x="18297" y="4110"/>
                    <a:pt x="18071" y="426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6"/>
            <p:cNvSpPr/>
            <p:nvPr/>
          </p:nvSpPr>
          <p:spPr>
            <a:xfrm>
              <a:off x="3580975" y="2332725"/>
              <a:ext cx="339000" cy="196150"/>
            </a:xfrm>
            <a:custGeom>
              <a:avLst/>
              <a:gdLst/>
              <a:ahLst/>
              <a:cxnLst/>
              <a:rect l="l" t="t" r="r" b="b"/>
              <a:pathLst>
                <a:path w="13560" h="7846" extrusionOk="0">
                  <a:moveTo>
                    <a:pt x="13560" y="1805"/>
                  </a:moveTo>
                  <a:lnTo>
                    <a:pt x="3133" y="7846"/>
                  </a:lnTo>
                  <a:lnTo>
                    <a:pt x="1" y="6041"/>
                  </a:lnTo>
                  <a:lnTo>
                    <a:pt x="10452" y="1"/>
                  </a:ln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6"/>
            <p:cNvSpPr/>
            <p:nvPr/>
          </p:nvSpPr>
          <p:spPr>
            <a:xfrm>
              <a:off x="3626725" y="2346525"/>
              <a:ext cx="110925" cy="63925"/>
            </a:xfrm>
            <a:custGeom>
              <a:avLst/>
              <a:gdLst/>
              <a:ahLst/>
              <a:cxnLst/>
              <a:rect l="l" t="t" r="r" b="b"/>
              <a:pathLst>
                <a:path w="4437" h="2557" extrusionOk="0">
                  <a:moveTo>
                    <a:pt x="4286" y="1028"/>
                  </a:moveTo>
                  <a:lnTo>
                    <a:pt x="1805" y="2456"/>
                  </a:lnTo>
                  <a:cubicBezTo>
                    <a:pt x="1654" y="2532"/>
                    <a:pt x="1454" y="2557"/>
                    <a:pt x="1328" y="2482"/>
                  </a:cubicBezTo>
                  <a:lnTo>
                    <a:pt x="125" y="1805"/>
                  </a:lnTo>
                  <a:cubicBezTo>
                    <a:pt x="0" y="1730"/>
                    <a:pt x="25" y="1604"/>
                    <a:pt x="151" y="1529"/>
                  </a:cubicBezTo>
                  <a:lnTo>
                    <a:pt x="2657" y="75"/>
                  </a:lnTo>
                  <a:cubicBezTo>
                    <a:pt x="2782" y="0"/>
                    <a:pt x="3008" y="0"/>
                    <a:pt x="3133" y="50"/>
                  </a:cubicBezTo>
                  <a:lnTo>
                    <a:pt x="4311" y="752"/>
                  </a:lnTo>
                  <a:cubicBezTo>
                    <a:pt x="4436" y="827"/>
                    <a:pt x="4436" y="953"/>
                    <a:pt x="4286" y="1028"/>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6"/>
            <p:cNvSpPr/>
            <p:nvPr/>
          </p:nvSpPr>
          <p:spPr>
            <a:xfrm>
              <a:off x="3169950" y="2040750"/>
              <a:ext cx="442375" cy="429850"/>
            </a:xfrm>
            <a:custGeom>
              <a:avLst/>
              <a:gdLst/>
              <a:ahLst/>
              <a:cxnLst/>
              <a:rect l="l" t="t" r="r" b="b"/>
              <a:pathLst>
                <a:path w="17695" h="17194" extrusionOk="0">
                  <a:moveTo>
                    <a:pt x="3810" y="953"/>
                  </a:moveTo>
                  <a:cubicBezTo>
                    <a:pt x="6692" y="2357"/>
                    <a:pt x="6943" y="10778"/>
                    <a:pt x="9148" y="12883"/>
                  </a:cubicBezTo>
                  <a:cubicBezTo>
                    <a:pt x="10376" y="14061"/>
                    <a:pt x="15339" y="13134"/>
                    <a:pt x="17043" y="13159"/>
                  </a:cubicBezTo>
                  <a:cubicBezTo>
                    <a:pt x="17695" y="14637"/>
                    <a:pt x="16792" y="16442"/>
                    <a:pt x="16792" y="16442"/>
                  </a:cubicBezTo>
                  <a:cubicBezTo>
                    <a:pt x="7344" y="16918"/>
                    <a:pt x="6216" y="17194"/>
                    <a:pt x="3810" y="12607"/>
                  </a:cubicBezTo>
                  <a:cubicBezTo>
                    <a:pt x="1930" y="9023"/>
                    <a:pt x="0" y="1"/>
                    <a:pt x="3810" y="95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6"/>
            <p:cNvSpPr/>
            <p:nvPr/>
          </p:nvSpPr>
          <p:spPr>
            <a:xfrm>
              <a:off x="3453775" y="1955550"/>
              <a:ext cx="303300" cy="409800"/>
            </a:xfrm>
            <a:custGeom>
              <a:avLst/>
              <a:gdLst/>
              <a:ahLst/>
              <a:cxnLst/>
              <a:rect l="l" t="t" r="r" b="b"/>
              <a:pathLst>
                <a:path w="12132" h="16392" extrusionOk="0">
                  <a:moveTo>
                    <a:pt x="11480" y="14161"/>
                  </a:moveTo>
                  <a:cubicBezTo>
                    <a:pt x="8948" y="12907"/>
                    <a:pt x="8397" y="11905"/>
                    <a:pt x="7169" y="10827"/>
                  </a:cubicBezTo>
                  <a:cubicBezTo>
                    <a:pt x="4963" y="8897"/>
                    <a:pt x="4111" y="1253"/>
                    <a:pt x="2282" y="276"/>
                  </a:cubicBezTo>
                  <a:cubicBezTo>
                    <a:pt x="1079" y="0"/>
                    <a:pt x="452" y="577"/>
                    <a:pt x="201" y="1579"/>
                  </a:cubicBezTo>
                  <a:cubicBezTo>
                    <a:pt x="151" y="1780"/>
                    <a:pt x="126" y="2005"/>
                    <a:pt x="101" y="2256"/>
                  </a:cubicBezTo>
                  <a:cubicBezTo>
                    <a:pt x="1" y="3509"/>
                    <a:pt x="327" y="5188"/>
                    <a:pt x="853" y="6767"/>
                  </a:cubicBezTo>
                  <a:cubicBezTo>
                    <a:pt x="1279" y="8095"/>
                    <a:pt x="1855" y="9374"/>
                    <a:pt x="2457" y="10276"/>
                  </a:cubicBezTo>
                  <a:cubicBezTo>
                    <a:pt x="2958" y="11028"/>
                    <a:pt x="3409" y="11704"/>
                    <a:pt x="3911" y="12306"/>
                  </a:cubicBezTo>
                  <a:cubicBezTo>
                    <a:pt x="5164" y="13810"/>
                    <a:pt x="6768" y="15038"/>
                    <a:pt x="10327" y="16391"/>
                  </a:cubicBezTo>
                  <a:cubicBezTo>
                    <a:pt x="10327" y="16391"/>
                    <a:pt x="12131" y="15539"/>
                    <a:pt x="11480" y="1416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6"/>
            <p:cNvSpPr/>
            <p:nvPr/>
          </p:nvSpPr>
          <p:spPr>
            <a:xfrm>
              <a:off x="3706925" y="2317700"/>
              <a:ext cx="142875" cy="124075"/>
            </a:xfrm>
            <a:custGeom>
              <a:avLst/>
              <a:gdLst/>
              <a:ahLst/>
              <a:cxnLst/>
              <a:rect l="l" t="t" r="r" b="b"/>
              <a:pathLst>
                <a:path w="5715" h="4963" extrusionOk="0">
                  <a:moveTo>
                    <a:pt x="326" y="1629"/>
                  </a:moveTo>
                  <a:cubicBezTo>
                    <a:pt x="376" y="1780"/>
                    <a:pt x="877" y="2331"/>
                    <a:pt x="1303" y="2807"/>
                  </a:cubicBezTo>
                  <a:cubicBezTo>
                    <a:pt x="1755" y="3309"/>
                    <a:pt x="2431" y="4161"/>
                    <a:pt x="2657" y="3960"/>
                  </a:cubicBezTo>
                  <a:cubicBezTo>
                    <a:pt x="2882" y="3760"/>
                    <a:pt x="2456" y="2908"/>
                    <a:pt x="2456" y="2908"/>
                  </a:cubicBezTo>
                  <a:cubicBezTo>
                    <a:pt x="2456" y="2908"/>
                    <a:pt x="3760" y="4136"/>
                    <a:pt x="3985" y="4537"/>
                  </a:cubicBezTo>
                  <a:cubicBezTo>
                    <a:pt x="4211" y="4963"/>
                    <a:pt x="4085" y="3760"/>
                    <a:pt x="3760" y="3208"/>
                  </a:cubicBezTo>
                  <a:cubicBezTo>
                    <a:pt x="4587" y="4487"/>
                    <a:pt x="4787" y="4762"/>
                    <a:pt x="4837" y="4437"/>
                  </a:cubicBezTo>
                  <a:cubicBezTo>
                    <a:pt x="4912" y="4136"/>
                    <a:pt x="4211" y="2431"/>
                    <a:pt x="4311" y="2582"/>
                  </a:cubicBezTo>
                  <a:cubicBezTo>
                    <a:pt x="5263" y="4036"/>
                    <a:pt x="5639" y="4236"/>
                    <a:pt x="5539" y="3559"/>
                  </a:cubicBezTo>
                  <a:cubicBezTo>
                    <a:pt x="5439" y="2908"/>
                    <a:pt x="4511" y="1780"/>
                    <a:pt x="3935" y="1454"/>
                  </a:cubicBezTo>
                  <a:cubicBezTo>
                    <a:pt x="5614" y="2532"/>
                    <a:pt x="5714" y="2431"/>
                    <a:pt x="5313" y="1930"/>
                  </a:cubicBezTo>
                  <a:cubicBezTo>
                    <a:pt x="4887" y="1454"/>
                    <a:pt x="3359" y="276"/>
                    <a:pt x="1303" y="0"/>
                  </a:cubicBezTo>
                  <a:cubicBezTo>
                    <a:pt x="0" y="1228"/>
                    <a:pt x="326" y="1629"/>
                    <a:pt x="326" y="162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6"/>
            <p:cNvSpPr/>
            <p:nvPr/>
          </p:nvSpPr>
          <p:spPr>
            <a:xfrm>
              <a:off x="3575975" y="2368450"/>
              <a:ext cx="183600" cy="92750"/>
            </a:xfrm>
            <a:custGeom>
              <a:avLst/>
              <a:gdLst/>
              <a:ahLst/>
              <a:cxnLst/>
              <a:rect l="l" t="t" r="r" b="b"/>
              <a:pathLst>
                <a:path w="7344" h="3710" extrusionOk="0">
                  <a:moveTo>
                    <a:pt x="6667" y="2231"/>
                  </a:moveTo>
                  <a:cubicBezTo>
                    <a:pt x="6115" y="1404"/>
                    <a:pt x="5338" y="452"/>
                    <a:pt x="4361" y="176"/>
                  </a:cubicBezTo>
                  <a:cubicBezTo>
                    <a:pt x="3659" y="0"/>
                    <a:pt x="2932" y="126"/>
                    <a:pt x="2231" y="351"/>
                  </a:cubicBezTo>
                  <a:cubicBezTo>
                    <a:pt x="1704" y="527"/>
                    <a:pt x="902" y="602"/>
                    <a:pt x="376" y="853"/>
                  </a:cubicBezTo>
                  <a:cubicBezTo>
                    <a:pt x="125" y="1479"/>
                    <a:pt x="0" y="2056"/>
                    <a:pt x="0" y="2607"/>
                  </a:cubicBezTo>
                  <a:cubicBezTo>
                    <a:pt x="100" y="2657"/>
                    <a:pt x="226" y="2682"/>
                    <a:pt x="376" y="2707"/>
                  </a:cubicBezTo>
                  <a:cubicBezTo>
                    <a:pt x="927" y="2757"/>
                    <a:pt x="1529" y="2958"/>
                    <a:pt x="2105" y="2958"/>
                  </a:cubicBezTo>
                  <a:cubicBezTo>
                    <a:pt x="2481" y="2933"/>
                    <a:pt x="3108" y="3058"/>
                    <a:pt x="3459" y="2958"/>
                  </a:cubicBezTo>
                  <a:cubicBezTo>
                    <a:pt x="3308" y="3008"/>
                    <a:pt x="3158" y="3058"/>
                    <a:pt x="3133" y="3209"/>
                  </a:cubicBezTo>
                  <a:cubicBezTo>
                    <a:pt x="3108" y="3334"/>
                    <a:pt x="3208" y="3459"/>
                    <a:pt x="3333" y="3484"/>
                  </a:cubicBezTo>
                  <a:cubicBezTo>
                    <a:pt x="4186" y="3710"/>
                    <a:pt x="4937" y="2682"/>
                    <a:pt x="5439" y="2206"/>
                  </a:cubicBezTo>
                  <a:cubicBezTo>
                    <a:pt x="5389" y="2256"/>
                    <a:pt x="7343" y="3309"/>
                    <a:pt x="6667" y="223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6"/>
            <p:cNvSpPr/>
            <p:nvPr/>
          </p:nvSpPr>
          <p:spPr>
            <a:xfrm>
              <a:off x="3403025" y="1729975"/>
              <a:ext cx="146650" cy="272575"/>
            </a:xfrm>
            <a:custGeom>
              <a:avLst/>
              <a:gdLst/>
              <a:ahLst/>
              <a:cxnLst/>
              <a:rect l="l" t="t" r="r" b="b"/>
              <a:pathLst>
                <a:path w="5866" h="10903" extrusionOk="0">
                  <a:moveTo>
                    <a:pt x="4687" y="903"/>
                  </a:moveTo>
                  <a:cubicBezTo>
                    <a:pt x="4687" y="928"/>
                    <a:pt x="4713" y="928"/>
                    <a:pt x="4713" y="953"/>
                  </a:cubicBezTo>
                  <a:cubicBezTo>
                    <a:pt x="5063" y="1529"/>
                    <a:pt x="5114" y="2256"/>
                    <a:pt x="5063" y="2933"/>
                  </a:cubicBezTo>
                  <a:cubicBezTo>
                    <a:pt x="4988" y="4161"/>
                    <a:pt x="4161" y="5665"/>
                    <a:pt x="4738" y="6868"/>
                  </a:cubicBezTo>
                  <a:cubicBezTo>
                    <a:pt x="4988" y="7369"/>
                    <a:pt x="5489" y="7720"/>
                    <a:pt x="5665" y="8271"/>
                  </a:cubicBezTo>
                  <a:cubicBezTo>
                    <a:pt x="5865" y="9023"/>
                    <a:pt x="5339" y="9775"/>
                    <a:pt x="4687" y="10201"/>
                  </a:cubicBezTo>
                  <a:cubicBezTo>
                    <a:pt x="3860" y="10727"/>
                    <a:pt x="2833" y="10903"/>
                    <a:pt x="1905" y="10602"/>
                  </a:cubicBezTo>
                  <a:cubicBezTo>
                    <a:pt x="1003" y="10301"/>
                    <a:pt x="251" y="9449"/>
                    <a:pt x="151" y="8497"/>
                  </a:cubicBezTo>
                  <a:cubicBezTo>
                    <a:pt x="1" y="7344"/>
                    <a:pt x="728" y="6266"/>
                    <a:pt x="1379" y="5289"/>
                  </a:cubicBezTo>
                  <a:cubicBezTo>
                    <a:pt x="1755" y="4737"/>
                    <a:pt x="2256" y="3985"/>
                    <a:pt x="2307" y="3309"/>
                  </a:cubicBezTo>
                  <a:cubicBezTo>
                    <a:pt x="2357" y="2657"/>
                    <a:pt x="2006" y="2106"/>
                    <a:pt x="2131" y="1404"/>
                  </a:cubicBezTo>
                  <a:cubicBezTo>
                    <a:pt x="2231" y="928"/>
                    <a:pt x="2507" y="452"/>
                    <a:pt x="2983" y="251"/>
                  </a:cubicBezTo>
                  <a:cubicBezTo>
                    <a:pt x="3585" y="1"/>
                    <a:pt x="4312" y="351"/>
                    <a:pt x="4687" y="903"/>
                  </a:cubicBezTo>
                  <a:close/>
                </a:path>
              </a:pathLst>
            </a:custGeom>
            <a:solidFill>
              <a:srgbClr val="606B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6"/>
            <p:cNvSpPr/>
            <p:nvPr/>
          </p:nvSpPr>
          <p:spPr>
            <a:xfrm>
              <a:off x="3322200" y="1887875"/>
              <a:ext cx="131600" cy="177975"/>
            </a:xfrm>
            <a:custGeom>
              <a:avLst/>
              <a:gdLst/>
              <a:ahLst/>
              <a:cxnLst/>
              <a:rect l="l" t="t" r="r" b="b"/>
              <a:pathLst>
                <a:path w="5264" h="7119" extrusionOk="0">
                  <a:moveTo>
                    <a:pt x="1028" y="0"/>
                  </a:moveTo>
                  <a:cubicBezTo>
                    <a:pt x="1028" y="0"/>
                    <a:pt x="1780" y="2632"/>
                    <a:pt x="51" y="3735"/>
                  </a:cubicBezTo>
                  <a:cubicBezTo>
                    <a:pt x="1" y="4386"/>
                    <a:pt x="1830" y="7118"/>
                    <a:pt x="3660" y="6642"/>
                  </a:cubicBezTo>
                  <a:cubicBezTo>
                    <a:pt x="4712" y="6366"/>
                    <a:pt x="5264" y="4863"/>
                    <a:pt x="5264" y="4863"/>
                  </a:cubicBezTo>
                  <a:cubicBezTo>
                    <a:pt x="5164" y="3910"/>
                    <a:pt x="4612" y="1905"/>
                    <a:pt x="4612" y="190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6"/>
            <p:cNvSpPr/>
            <p:nvPr/>
          </p:nvSpPr>
          <p:spPr>
            <a:xfrm>
              <a:off x="3318450" y="1686750"/>
              <a:ext cx="195500" cy="280100"/>
            </a:xfrm>
            <a:custGeom>
              <a:avLst/>
              <a:gdLst/>
              <a:ahLst/>
              <a:cxnLst/>
              <a:rect l="l" t="t" r="r" b="b"/>
              <a:pathLst>
                <a:path w="7820" h="11204" extrusionOk="0">
                  <a:moveTo>
                    <a:pt x="7344" y="2682"/>
                  </a:moveTo>
                  <a:cubicBezTo>
                    <a:pt x="7344" y="2682"/>
                    <a:pt x="7820" y="4361"/>
                    <a:pt x="7644" y="5664"/>
                  </a:cubicBezTo>
                  <a:cubicBezTo>
                    <a:pt x="7469" y="6968"/>
                    <a:pt x="7344" y="9549"/>
                    <a:pt x="6191" y="10376"/>
                  </a:cubicBezTo>
                  <a:cubicBezTo>
                    <a:pt x="5038" y="11203"/>
                    <a:pt x="3409" y="10226"/>
                    <a:pt x="2306" y="9298"/>
                  </a:cubicBezTo>
                  <a:cubicBezTo>
                    <a:pt x="1228" y="8371"/>
                    <a:pt x="50" y="6667"/>
                    <a:pt x="25" y="4612"/>
                  </a:cubicBezTo>
                  <a:cubicBezTo>
                    <a:pt x="0" y="2532"/>
                    <a:pt x="827" y="0"/>
                    <a:pt x="3810" y="125"/>
                  </a:cubicBezTo>
                  <a:cubicBezTo>
                    <a:pt x="6792" y="251"/>
                    <a:pt x="7344" y="2682"/>
                    <a:pt x="7344" y="268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6"/>
            <p:cNvSpPr/>
            <p:nvPr/>
          </p:nvSpPr>
          <p:spPr>
            <a:xfrm>
              <a:off x="3238250" y="1676100"/>
              <a:ext cx="231225" cy="354025"/>
            </a:xfrm>
            <a:custGeom>
              <a:avLst/>
              <a:gdLst/>
              <a:ahLst/>
              <a:cxnLst/>
              <a:rect l="l" t="t" r="r" b="b"/>
              <a:pathLst>
                <a:path w="9249" h="14161" extrusionOk="0">
                  <a:moveTo>
                    <a:pt x="8471" y="1855"/>
                  </a:moveTo>
                  <a:cubicBezTo>
                    <a:pt x="9248" y="2807"/>
                    <a:pt x="8872" y="3960"/>
                    <a:pt x="7920" y="4662"/>
                  </a:cubicBezTo>
                  <a:cubicBezTo>
                    <a:pt x="7469" y="4988"/>
                    <a:pt x="6918" y="5188"/>
                    <a:pt x="6466" y="5539"/>
                  </a:cubicBezTo>
                  <a:cubicBezTo>
                    <a:pt x="6015" y="5865"/>
                    <a:pt x="5639" y="6391"/>
                    <a:pt x="5715" y="6968"/>
                  </a:cubicBezTo>
                  <a:cubicBezTo>
                    <a:pt x="5790" y="7469"/>
                    <a:pt x="6241" y="7920"/>
                    <a:pt x="6116" y="8421"/>
                  </a:cubicBezTo>
                  <a:cubicBezTo>
                    <a:pt x="6015" y="8847"/>
                    <a:pt x="5564" y="9098"/>
                    <a:pt x="5489" y="9499"/>
                  </a:cubicBezTo>
                  <a:cubicBezTo>
                    <a:pt x="5389" y="9925"/>
                    <a:pt x="5715" y="10301"/>
                    <a:pt x="5915" y="10677"/>
                  </a:cubicBezTo>
                  <a:cubicBezTo>
                    <a:pt x="6266" y="11303"/>
                    <a:pt x="6266" y="12080"/>
                    <a:pt x="5965" y="12707"/>
                  </a:cubicBezTo>
                  <a:cubicBezTo>
                    <a:pt x="5263" y="14161"/>
                    <a:pt x="3484" y="14060"/>
                    <a:pt x="2231" y="13459"/>
                  </a:cubicBezTo>
                  <a:cubicBezTo>
                    <a:pt x="902" y="12832"/>
                    <a:pt x="0" y="11328"/>
                    <a:pt x="401" y="9850"/>
                  </a:cubicBezTo>
                  <a:cubicBezTo>
                    <a:pt x="602" y="9073"/>
                    <a:pt x="1128" y="8421"/>
                    <a:pt x="1379" y="7644"/>
                  </a:cubicBezTo>
                  <a:cubicBezTo>
                    <a:pt x="1730" y="6692"/>
                    <a:pt x="1629" y="5639"/>
                    <a:pt x="1679" y="4612"/>
                  </a:cubicBezTo>
                  <a:cubicBezTo>
                    <a:pt x="1805" y="2657"/>
                    <a:pt x="3258" y="501"/>
                    <a:pt x="5314" y="201"/>
                  </a:cubicBezTo>
                  <a:cubicBezTo>
                    <a:pt x="6642" y="0"/>
                    <a:pt x="7669" y="877"/>
                    <a:pt x="8471" y="1855"/>
                  </a:cubicBezTo>
                  <a:close/>
                </a:path>
              </a:pathLst>
            </a:custGeom>
            <a:solidFill>
              <a:srgbClr val="606B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6"/>
            <p:cNvSpPr/>
            <p:nvPr/>
          </p:nvSpPr>
          <p:spPr>
            <a:xfrm>
              <a:off x="3400525" y="1664800"/>
              <a:ext cx="138500" cy="157925"/>
            </a:xfrm>
            <a:custGeom>
              <a:avLst/>
              <a:gdLst/>
              <a:ahLst/>
              <a:cxnLst/>
              <a:rect l="l" t="t" r="r" b="b"/>
              <a:pathLst>
                <a:path w="5540" h="6317" extrusionOk="0">
                  <a:moveTo>
                    <a:pt x="3008" y="1154"/>
                  </a:moveTo>
                  <a:cubicBezTo>
                    <a:pt x="2983" y="1154"/>
                    <a:pt x="2983" y="1129"/>
                    <a:pt x="2983" y="1129"/>
                  </a:cubicBezTo>
                  <a:cubicBezTo>
                    <a:pt x="2407" y="753"/>
                    <a:pt x="26" y="1"/>
                    <a:pt x="26" y="1229"/>
                  </a:cubicBezTo>
                  <a:cubicBezTo>
                    <a:pt x="0" y="2432"/>
                    <a:pt x="1780" y="3635"/>
                    <a:pt x="2707" y="4161"/>
                  </a:cubicBezTo>
                  <a:cubicBezTo>
                    <a:pt x="3133" y="4412"/>
                    <a:pt x="3559" y="4587"/>
                    <a:pt x="3935" y="4888"/>
                  </a:cubicBezTo>
                  <a:cubicBezTo>
                    <a:pt x="4412" y="5264"/>
                    <a:pt x="4462" y="5991"/>
                    <a:pt x="4888" y="6317"/>
                  </a:cubicBezTo>
                  <a:cubicBezTo>
                    <a:pt x="5539" y="5690"/>
                    <a:pt x="5389" y="4136"/>
                    <a:pt x="5113" y="3359"/>
                  </a:cubicBezTo>
                  <a:cubicBezTo>
                    <a:pt x="4762" y="2332"/>
                    <a:pt x="3860" y="1730"/>
                    <a:pt x="3008" y="1154"/>
                  </a:cubicBezTo>
                  <a:close/>
                </a:path>
              </a:pathLst>
            </a:custGeom>
            <a:solidFill>
              <a:srgbClr val="606B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6"/>
            <p:cNvSpPr/>
            <p:nvPr/>
          </p:nvSpPr>
          <p:spPr>
            <a:xfrm>
              <a:off x="3666825" y="2171075"/>
              <a:ext cx="367825" cy="364075"/>
            </a:xfrm>
            <a:custGeom>
              <a:avLst/>
              <a:gdLst/>
              <a:ahLst/>
              <a:cxnLst/>
              <a:rect l="l" t="t" r="r" b="b"/>
              <a:pathLst>
                <a:path w="14713" h="14563" extrusionOk="0">
                  <a:moveTo>
                    <a:pt x="10727" y="8372"/>
                  </a:moveTo>
                  <a:lnTo>
                    <a:pt x="0" y="14562"/>
                  </a:lnTo>
                  <a:lnTo>
                    <a:pt x="3810" y="6592"/>
                  </a:lnTo>
                  <a:cubicBezTo>
                    <a:pt x="3935" y="6342"/>
                    <a:pt x="4186" y="6041"/>
                    <a:pt x="4386" y="5916"/>
                  </a:cubicBezTo>
                  <a:lnTo>
                    <a:pt x="14461" y="101"/>
                  </a:lnTo>
                  <a:cubicBezTo>
                    <a:pt x="14662" y="1"/>
                    <a:pt x="14712" y="101"/>
                    <a:pt x="14587" y="35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6"/>
            <p:cNvSpPr/>
            <p:nvPr/>
          </p:nvSpPr>
          <p:spPr>
            <a:xfrm>
              <a:off x="2463800" y="2917950"/>
              <a:ext cx="144150" cy="42000"/>
            </a:xfrm>
            <a:custGeom>
              <a:avLst/>
              <a:gdLst/>
              <a:ahLst/>
              <a:cxnLst/>
              <a:rect l="l" t="t" r="r" b="b"/>
              <a:pathLst>
                <a:path w="5766" h="1680" extrusionOk="0">
                  <a:moveTo>
                    <a:pt x="5765" y="1680"/>
                  </a:moveTo>
                  <a:lnTo>
                    <a:pt x="5765" y="1078"/>
                  </a:lnTo>
                  <a:cubicBezTo>
                    <a:pt x="5765" y="1078"/>
                    <a:pt x="4211" y="51"/>
                    <a:pt x="2582" y="26"/>
                  </a:cubicBezTo>
                  <a:cubicBezTo>
                    <a:pt x="953" y="1"/>
                    <a:pt x="201" y="377"/>
                    <a:pt x="126" y="577"/>
                  </a:cubicBezTo>
                  <a:cubicBezTo>
                    <a:pt x="76" y="752"/>
                    <a:pt x="1" y="1329"/>
                    <a:pt x="1" y="132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6"/>
            <p:cNvSpPr/>
            <p:nvPr/>
          </p:nvSpPr>
          <p:spPr>
            <a:xfrm>
              <a:off x="3438750" y="1953650"/>
              <a:ext cx="30100" cy="41400"/>
            </a:xfrm>
            <a:custGeom>
              <a:avLst/>
              <a:gdLst/>
              <a:ahLst/>
              <a:cxnLst/>
              <a:rect l="l" t="t" r="r" b="b"/>
              <a:pathLst>
                <a:path w="1204" h="1656" extrusionOk="0">
                  <a:moveTo>
                    <a:pt x="151" y="1"/>
                  </a:moveTo>
                  <a:cubicBezTo>
                    <a:pt x="151" y="1"/>
                    <a:pt x="0" y="1079"/>
                    <a:pt x="50" y="1254"/>
                  </a:cubicBezTo>
                  <a:cubicBezTo>
                    <a:pt x="126" y="1430"/>
                    <a:pt x="476" y="1655"/>
                    <a:pt x="476" y="1655"/>
                  </a:cubicBezTo>
                  <a:lnTo>
                    <a:pt x="1203" y="1655"/>
                  </a:lnTo>
                  <a:close/>
                </a:path>
              </a:pathLst>
            </a:custGeom>
            <a:solidFill>
              <a:srgbClr val="606B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6"/>
            <p:cNvSpPr/>
            <p:nvPr/>
          </p:nvSpPr>
          <p:spPr>
            <a:xfrm>
              <a:off x="3532725" y="2051400"/>
              <a:ext cx="29475" cy="211800"/>
            </a:xfrm>
            <a:custGeom>
              <a:avLst/>
              <a:gdLst/>
              <a:ahLst/>
              <a:cxnLst/>
              <a:rect l="l" t="t" r="r" b="b"/>
              <a:pathLst>
                <a:path w="1179" h="8472" extrusionOk="0">
                  <a:moveTo>
                    <a:pt x="1129" y="3008"/>
                  </a:moveTo>
                  <a:cubicBezTo>
                    <a:pt x="1078" y="1555"/>
                    <a:pt x="828" y="627"/>
                    <a:pt x="552" y="1"/>
                  </a:cubicBezTo>
                  <a:cubicBezTo>
                    <a:pt x="552" y="176"/>
                    <a:pt x="577" y="352"/>
                    <a:pt x="577" y="527"/>
                  </a:cubicBezTo>
                  <a:cubicBezTo>
                    <a:pt x="652" y="2432"/>
                    <a:pt x="327" y="5239"/>
                    <a:pt x="1" y="7494"/>
                  </a:cubicBezTo>
                  <a:cubicBezTo>
                    <a:pt x="251" y="7845"/>
                    <a:pt x="502" y="8171"/>
                    <a:pt x="753" y="8472"/>
                  </a:cubicBezTo>
                  <a:cubicBezTo>
                    <a:pt x="1003" y="6567"/>
                    <a:pt x="1179" y="4512"/>
                    <a:pt x="1129" y="3008"/>
                  </a:cubicBezTo>
                  <a:close/>
                </a:path>
              </a:pathLst>
            </a:custGeom>
            <a:solidFill>
              <a:srgbClr val="EABD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6"/>
            <p:cNvSpPr/>
            <p:nvPr/>
          </p:nvSpPr>
          <p:spPr>
            <a:xfrm>
              <a:off x="2889875" y="2349025"/>
              <a:ext cx="43875" cy="235000"/>
            </a:xfrm>
            <a:custGeom>
              <a:avLst/>
              <a:gdLst/>
              <a:ahLst/>
              <a:cxnLst/>
              <a:rect l="l" t="t" r="r" b="b"/>
              <a:pathLst>
                <a:path w="1755" h="9400" extrusionOk="0">
                  <a:moveTo>
                    <a:pt x="1304" y="1"/>
                  </a:moveTo>
                  <a:cubicBezTo>
                    <a:pt x="1304" y="2206"/>
                    <a:pt x="602" y="5790"/>
                    <a:pt x="0" y="8472"/>
                  </a:cubicBezTo>
                  <a:cubicBezTo>
                    <a:pt x="251" y="8798"/>
                    <a:pt x="476" y="9123"/>
                    <a:pt x="702" y="9399"/>
                  </a:cubicBezTo>
                  <a:cubicBezTo>
                    <a:pt x="1228" y="6818"/>
                    <a:pt x="1755" y="3810"/>
                    <a:pt x="1705" y="2006"/>
                  </a:cubicBezTo>
                  <a:cubicBezTo>
                    <a:pt x="1654" y="1153"/>
                    <a:pt x="1504" y="502"/>
                    <a:pt x="1304" y="1"/>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6"/>
            <p:cNvSpPr/>
            <p:nvPr/>
          </p:nvSpPr>
          <p:spPr>
            <a:xfrm>
              <a:off x="2894250" y="1685500"/>
              <a:ext cx="68325" cy="224950"/>
            </a:xfrm>
            <a:custGeom>
              <a:avLst/>
              <a:gdLst/>
              <a:ahLst/>
              <a:cxnLst/>
              <a:rect l="l" t="t" r="r" b="b"/>
              <a:pathLst>
                <a:path w="2733" h="8998" extrusionOk="0">
                  <a:moveTo>
                    <a:pt x="2733" y="8998"/>
                  </a:moveTo>
                  <a:lnTo>
                    <a:pt x="1" y="7419"/>
                  </a:lnTo>
                  <a:lnTo>
                    <a:pt x="1" y="0"/>
                  </a:lnTo>
                  <a:lnTo>
                    <a:pt x="2733" y="1579"/>
                  </a:ln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6"/>
            <p:cNvSpPr/>
            <p:nvPr/>
          </p:nvSpPr>
          <p:spPr>
            <a:xfrm>
              <a:off x="2787100" y="1553275"/>
              <a:ext cx="67700" cy="295150"/>
            </a:xfrm>
            <a:custGeom>
              <a:avLst/>
              <a:gdLst/>
              <a:ahLst/>
              <a:cxnLst/>
              <a:rect l="l" t="t" r="r" b="b"/>
              <a:pathLst>
                <a:path w="2708" h="11806" extrusionOk="0">
                  <a:moveTo>
                    <a:pt x="2708" y="11805"/>
                  </a:moveTo>
                  <a:lnTo>
                    <a:pt x="1" y="10226"/>
                  </a:lnTo>
                  <a:lnTo>
                    <a:pt x="1" y="1"/>
                  </a:lnTo>
                  <a:lnTo>
                    <a:pt x="2708" y="1580"/>
                  </a:lnTo>
                  <a:close/>
                </a:path>
              </a:pathLst>
            </a:custGeom>
            <a:solidFill>
              <a:srgbClr val="2B3B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6"/>
            <p:cNvSpPr/>
            <p:nvPr/>
          </p:nvSpPr>
          <p:spPr>
            <a:xfrm>
              <a:off x="3002025" y="1557050"/>
              <a:ext cx="68325" cy="415425"/>
            </a:xfrm>
            <a:custGeom>
              <a:avLst/>
              <a:gdLst/>
              <a:ahLst/>
              <a:cxnLst/>
              <a:rect l="l" t="t" r="r" b="b"/>
              <a:pathLst>
                <a:path w="2733" h="16617" extrusionOk="0">
                  <a:moveTo>
                    <a:pt x="2732" y="16617"/>
                  </a:moveTo>
                  <a:lnTo>
                    <a:pt x="1" y="15063"/>
                  </a:lnTo>
                  <a:lnTo>
                    <a:pt x="1" y="0"/>
                  </a:lnTo>
                  <a:lnTo>
                    <a:pt x="2732" y="1579"/>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6"/>
            <p:cNvSpPr/>
            <p:nvPr/>
          </p:nvSpPr>
          <p:spPr>
            <a:xfrm>
              <a:off x="3812175" y="1713050"/>
              <a:ext cx="173600" cy="189250"/>
            </a:xfrm>
            <a:custGeom>
              <a:avLst/>
              <a:gdLst/>
              <a:ahLst/>
              <a:cxnLst/>
              <a:rect l="l" t="t" r="r" b="b"/>
              <a:pathLst>
                <a:path w="6944" h="7570" extrusionOk="0">
                  <a:moveTo>
                    <a:pt x="6943" y="2206"/>
                  </a:moveTo>
                  <a:lnTo>
                    <a:pt x="6943" y="2206"/>
                  </a:lnTo>
                  <a:cubicBezTo>
                    <a:pt x="6943" y="1680"/>
                    <a:pt x="6592" y="1179"/>
                    <a:pt x="5916" y="803"/>
                  </a:cubicBezTo>
                  <a:cubicBezTo>
                    <a:pt x="4562" y="1"/>
                    <a:pt x="2357" y="1"/>
                    <a:pt x="1028" y="778"/>
                  </a:cubicBezTo>
                  <a:cubicBezTo>
                    <a:pt x="327" y="1179"/>
                    <a:pt x="1" y="1680"/>
                    <a:pt x="1" y="2206"/>
                  </a:cubicBezTo>
                  <a:lnTo>
                    <a:pt x="1" y="5364"/>
                  </a:lnTo>
                  <a:lnTo>
                    <a:pt x="1" y="5364"/>
                  </a:lnTo>
                  <a:lnTo>
                    <a:pt x="1" y="5364"/>
                  </a:lnTo>
                  <a:cubicBezTo>
                    <a:pt x="1" y="5866"/>
                    <a:pt x="352" y="6392"/>
                    <a:pt x="1028" y="6768"/>
                  </a:cubicBezTo>
                  <a:cubicBezTo>
                    <a:pt x="2382" y="7570"/>
                    <a:pt x="4587" y="7570"/>
                    <a:pt x="5941" y="6793"/>
                  </a:cubicBezTo>
                  <a:cubicBezTo>
                    <a:pt x="6617" y="6392"/>
                    <a:pt x="6943" y="5891"/>
                    <a:pt x="6943" y="5364"/>
                  </a:cubicBezTo>
                  <a:lnTo>
                    <a:pt x="6943" y="5364"/>
                  </a:ln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6"/>
            <p:cNvSpPr/>
            <p:nvPr/>
          </p:nvSpPr>
          <p:spPr>
            <a:xfrm>
              <a:off x="3684350" y="1236250"/>
              <a:ext cx="418575" cy="562675"/>
            </a:xfrm>
            <a:custGeom>
              <a:avLst/>
              <a:gdLst/>
              <a:ahLst/>
              <a:cxnLst/>
              <a:rect l="l" t="t" r="r" b="b"/>
              <a:pathLst>
                <a:path w="16743" h="22507" extrusionOk="0">
                  <a:moveTo>
                    <a:pt x="14813" y="14236"/>
                  </a:moveTo>
                  <a:cubicBezTo>
                    <a:pt x="15264" y="13509"/>
                    <a:pt x="15715" y="12757"/>
                    <a:pt x="15991" y="11930"/>
                  </a:cubicBezTo>
                  <a:cubicBezTo>
                    <a:pt x="16392" y="10727"/>
                    <a:pt x="16643" y="9474"/>
                    <a:pt x="16693" y="8221"/>
                  </a:cubicBezTo>
                  <a:cubicBezTo>
                    <a:pt x="16743" y="5790"/>
                    <a:pt x="15866" y="3358"/>
                    <a:pt x="13610" y="1805"/>
                  </a:cubicBezTo>
                  <a:cubicBezTo>
                    <a:pt x="13435" y="1704"/>
                    <a:pt x="13259" y="1604"/>
                    <a:pt x="13059" y="1504"/>
                  </a:cubicBezTo>
                  <a:cubicBezTo>
                    <a:pt x="10978" y="526"/>
                    <a:pt x="6743" y="0"/>
                    <a:pt x="3585" y="2231"/>
                  </a:cubicBezTo>
                  <a:cubicBezTo>
                    <a:pt x="1831" y="2957"/>
                    <a:pt x="1" y="5940"/>
                    <a:pt x="627" y="9248"/>
                  </a:cubicBezTo>
                  <a:cubicBezTo>
                    <a:pt x="1003" y="11278"/>
                    <a:pt x="1755" y="13283"/>
                    <a:pt x="2908" y="15063"/>
                  </a:cubicBezTo>
                  <a:cubicBezTo>
                    <a:pt x="4011" y="16792"/>
                    <a:pt x="4913" y="18371"/>
                    <a:pt x="5239" y="20376"/>
                  </a:cubicBezTo>
                  <a:lnTo>
                    <a:pt x="5264" y="20476"/>
                  </a:lnTo>
                  <a:cubicBezTo>
                    <a:pt x="5189" y="20953"/>
                    <a:pt x="5515" y="21454"/>
                    <a:pt x="6242" y="21830"/>
                  </a:cubicBezTo>
                  <a:cubicBezTo>
                    <a:pt x="7545" y="22481"/>
                    <a:pt x="9675" y="22506"/>
                    <a:pt x="10978" y="21830"/>
                  </a:cubicBezTo>
                  <a:cubicBezTo>
                    <a:pt x="11680" y="21454"/>
                    <a:pt x="12006" y="20953"/>
                    <a:pt x="11931" y="20451"/>
                  </a:cubicBezTo>
                  <a:cubicBezTo>
                    <a:pt x="12257" y="18772"/>
                    <a:pt x="12983" y="17318"/>
                    <a:pt x="13861" y="15815"/>
                  </a:cubicBezTo>
                  <a:cubicBezTo>
                    <a:pt x="14161" y="15263"/>
                    <a:pt x="14487" y="14762"/>
                    <a:pt x="14813" y="1423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6"/>
            <p:cNvSpPr/>
            <p:nvPr/>
          </p:nvSpPr>
          <p:spPr>
            <a:xfrm>
              <a:off x="3829100" y="1415900"/>
              <a:ext cx="147275" cy="347400"/>
            </a:xfrm>
            <a:custGeom>
              <a:avLst/>
              <a:gdLst/>
              <a:ahLst/>
              <a:cxnLst/>
              <a:rect l="l" t="t" r="r" b="b"/>
              <a:pathLst>
                <a:path w="5891" h="13896" extrusionOk="0">
                  <a:moveTo>
                    <a:pt x="278" y="1"/>
                  </a:moveTo>
                  <a:cubicBezTo>
                    <a:pt x="253" y="1"/>
                    <a:pt x="227" y="3"/>
                    <a:pt x="201" y="7"/>
                  </a:cubicBezTo>
                  <a:cubicBezTo>
                    <a:pt x="76" y="57"/>
                    <a:pt x="0" y="208"/>
                    <a:pt x="0" y="333"/>
                  </a:cubicBezTo>
                  <a:lnTo>
                    <a:pt x="1329" y="12614"/>
                  </a:lnTo>
                  <a:cubicBezTo>
                    <a:pt x="1352" y="12774"/>
                    <a:pt x="1479" y="12893"/>
                    <a:pt x="1616" y="12893"/>
                  </a:cubicBezTo>
                  <a:cubicBezTo>
                    <a:pt x="1629" y="12893"/>
                    <a:pt x="1642" y="12891"/>
                    <a:pt x="1655" y="12889"/>
                  </a:cubicBezTo>
                  <a:cubicBezTo>
                    <a:pt x="1830" y="12864"/>
                    <a:pt x="1955" y="12714"/>
                    <a:pt x="1930" y="12564"/>
                  </a:cubicBezTo>
                  <a:lnTo>
                    <a:pt x="752" y="1561"/>
                  </a:lnTo>
                  <a:lnTo>
                    <a:pt x="1529" y="2789"/>
                  </a:lnTo>
                  <a:cubicBezTo>
                    <a:pt x="1580" y="2874"/>
                    <a:pt x="1678" y="2925"/>
                    <a:pt x="1782" y="2925"/>
                  </a:cubicBezTo>
                  <a:cubicBezTo>
                    <a:pt x="1831" y="2925"/>
                    <a:pt x="1882" y="2913"/>
                    <a:pt x="1930" y="2889"/>
                  </a:cubicBezTo>
                  <a:lnTo>
                    <a:pt x="2933" y="2313"/>
                  </a:lnTo>
                  <a:lnTo>
                    <a:pt x="3785" y="4067"/>
                  </a:lnTo>
                  <a:cubicBezTo>
                    <a:pt x="3841" y="4180"/>
                    <a:pt x="3954" y="4236"/>
                    <a:pt x="4070" y="4236"/>
                  </a:cubicBezTo>
                  <a:cubicBezTo>
                    <a:pt x="4109" y="4236"/>
                    <a:pt x="4148" y="4230"/>
                    <a:pt x="4186" y="4218"/>
                  </a:cubicBezTo>
                  <a:lnTo>
                    <a:pt x="5213" y="3817"/>
                  </a:lnTo>
                  <a:lnTo>
                    <a:pt x="3710" y="13541"/>
                  </a:lnTo>
                  <a:cubicBezTo>
                    <a:pt x="3685" y="13691"/>
                    <a:pt x="3785" y="13867"/>
                    <a:pt x="3960" y="13892"/>
                  </a:cubicBezTo>
                  <a:cubicBezTo>
                    <a:pt x="3973" y="13894"/>
                    <a:pt x="3986" y="13895"/>
                    <a:pt x="3999" y="13895"/>
                  </a:cubicBezTo>
                  <a:cubicBezTo>
                    <a:pt x="4140" y="13895"/>
                    <a:pt x="4288" y="13777"/>
                    <a:pt x="4311" y="13616"/>
                  </a:cubicBezTo>
                  <a:lnTo>
                    <a:pt x="5890" y="3391"/>
                  </a:lnTo>
                  <a:cubicBezTo>
                    <a:pt x="5890" y="3290"/>
                    <a:pt x="5865" y="3190"/>
                    <a:pt x="5765" y="3115"/>
                  </a:cubicBezTo>
                  <a:cubicBezTo>
                    <a:pt x="5716" y="3066"/>
                    <a:pt x="5647" y="3039"/>
                    <a:pt x="5577" y="3039"/>
                  </a:cubicBezTo>
                  <a:cubicBezTo>
                    <a:pt x="5538" y="3039"/>
                    <a:pt x="5500" y="3047"/>
                    <a:pt x="5464" y="3065"/>
                  </a:cubicBezTo>
                  <a:lnTo>
                    <a:pt x="4211" y="3566"/>
                  </a:lnTo>
                  <a:lnTo>
                    <a:pt x="3334" y="1761"/>
                  </a:lnTo>
                  <a:cubicBezTo>
                    <a:pt x="3309" y="1686"/>
                    <a:pt x="3234" y="1636"/>
                    <a:pt x="3158" y="1611"/>
                  </a:cubicBezTo>
                  <a:cubicBezTo>
                    <a:pt x="3127" y="1601"/>
                    <a:pt x="3092" y="1595"/>
                    <a:pt x="3056" y="1595"/>
                  </a:cubicBezTo>
                  <a:cubicBezTo>
                    <a:pt x="3004" y="1595"/>
                    <a:pt x="2952" y="1607"/>
                    <a:pt x="2908" y="1636"/>
                  </a:cubicBezTo>
                  <a:lnTo>
                    <a:pt x="1880" y="2213"/>
                  </a:lnTo>
                  <a:lnTo>
                    <a:pt x="577" y="132"/>
                  </a:lnTo>
                  <a:cubicBezTo>
                    <a:pt x="515" y="49"/>
                    <a:pt x="401" y="1"/>
                    <a:pt x="2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6"/>
            <p:cNvSpPr/>
            <p:nvPr/>
          </p:nvSpPr>
          <p:spPr>
            <a:xfrm>
              <a:off x="4911800" y="2335875"/>
              <a:ext cx="154175" cy="199900"/>
            </a:xfrm>
            <a:custGeom>
              <a:avLst/>
              <a:gdLst/>
              <a:ahLst/>
              <a:cxnLst/>
              <a:rect l="l" t="t" r="r" b="b"/>
              <a:pathLst>
                <a:path w="6167" h="7996" extrusionOk="0">
                  <a:moveTo>
                    <a:pt x="6166" y="5965"/>
                  </a:moveTo>
                  <a:cubicBezTo>
                    <a:pt x="5765" y="6291"/>
                    <a:pt x="5364" y="6567"/>
                    <a:pt x="4938" y="6792"/>
                  </a:cubicBezTo>
                  <a:cubicBezTo>
                    <a:pt x="2883" y="7995"/>
                    <a:pt x="1054" y="7845"/>
                    <a:pt x="1" y="6617"/>
                  </a:cubicBezTo>
                  <a:lnTo>
                    <a:pt x="4938" y="0"/>
                  </a:ln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6"/>
            <p:cNvSpPr/>
            <p:nvPr/>
          </p:nvSpPr>
          <p:spPr>
            <a:xfrm>
              <a:off x="5035250" y="2117825"/>
              <a:ext cx="148525" cy="367200"/>
            </a:xfrm>
            <a:custGeom>
              <a:avLst/>
              <a:gdLst/>
              <a:ahLst/>
              <a:cxnLst/>
              <a:rect l="l" t="t" r="r" b="b"/>
              <a:pathLst>
                <a:path w="5941" h="14688" extrusionOk="0">
                  <a:moveTo>
                    <a:pt x="5940" y="5289"/>
                  </a:moveTo>
                  <a:cubicBezTo>
                    <a:pt x="5940" y="8572"/>
                    <a:pt x="3910" y="12482"/>
                    <a:pt x="1228" y="14687"/>
                  </a:cubicBezTo>
                  <a:lnTo>
                    <a:pt x="0" y="8722"/>
                  </a:lnTo>
                  <a:lnTo>
                    <a:pt x="0" y="1905"/>
                  </a:lnTo>
                  <a:cubicBezTo>
                    <a:pt x="3284" y="0"/>
                    <a:pt x="5940" y="1529"/>
                    <a:pt x="5940" y="528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6"/>
            <p:cNvSpPr/>
            <p:nvPr/>
          </p:nvSpPr>
          <p:spPr>
            <a:xfrm>
              <a:off x="4887375" y="2165450"/>
              <a:ext cx="147900" cy="335850"/>
            </a:xfrm>
            <a:custGeom>
              <a:avLst/>
              <a:gdLst/>
              <a:ahLst/>
              <a:cxnLst/>
              <a:rect l="l" t="t" r="r" b="b"/>
              <a:pathLst>
                <a:path w="5916" h="13434" extrusionOk="0">
                  <a:moveTo>
                    <a:pt x="5915" y="0"/>
                  </a:moveTo>
                  <a:lnTo>
                    <a:pt x="5915" y="6817"/>
                  </a:lnTo>
                  <a:lnTo>
                    <a:pt x="978" y="13434"/>
                  </a:lnTo>
                  <a:cubicBezTo>
                    <a:pt x="351" y="12707"/>
                    <a:pt x="0" y="11629"/>
                    <a:pt x="0" y="10226"/>
                  </a:cubicBezTo>
                  <a:cubicBezTo>
                    <a:pt x="0" y="6466"/>
                    <a:pt x="2657" y="1880"/>
                    <a:pt x="5915" y="0"/>
                  </a:cubicBezTo>
                  <a:close/>
                </a:path>
              </a:pathLst>
            </a:custGeom>
            <a:solidFill>
              <a:srgbClr val="3C3C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6"/>
            <p:cNvSpPr/>
            <p:nvPr/>
          </p:nvSpPr>
          <p:spPr>
            <a:xfrm>
              <a:off x="2358550" y="1805800"/>
              <a:ext cx="286975" cy="212425"/>
            </a:xfrm>
            <a:custGeom>
              <a:avLst/>
              <a:gdLst/>
              <a:ahLst/>
              <a:cxnLst/>
              <a:rect l="l" t="t" r="r" b="b"/>
              <a:pathLst>
                <a:path w="11479" h="8497" extrusionOk="0">
                  <a:moveTo>
                    <a:pt x="1328" y="3960"/>
                  </a:moveTo>
                  <a:cubicBezTo>
                    <a:pt x="0" y="6166"/>
                    <a:pt x="1228" y="8221"/>
                    <a:pt x="3810" y="8371"/>
                  </a:cubicBezTo>
                  <a:cubicBezTo>
                    <a:pt x="6291" y="8496"/>
                    <a:pt x="8998" y="6642"/>
                    <a:pt x="10251" y="4612"/>
                  </a:cubicBezTo>
                  <a:cubicBezTo>
                    <a:pt x="11003" y="3409"/>
                    <a:pt x="11479" y="1228"/>
                    <a:pt x="10000" y="326"/>
                  </a:cubicBezTo>
                  <a:cubicBezTo>
                    <a:pt x="9524" y="25"/>
                    <a:pt x="8947" y="0"/>
                    <a:pt x="8396" y="25"/>
                  </a:cubicBezTo>
                  <a:cubicBezTo>
                    <a:pt x="5689" y="201"/>
                    <a:pt x="2757" y="1554"/>
                    <a:pt x="1328" y="396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6"/>
            <p:cNvSpPr/>
            <p:nvPr/>
          </p:nvSpPr>
          <p:spPr>
            <a:xfrm>
              <a:off x="4134250" y="1667950"/>
              <a:ext cx="106525" cy="97150"/>
            </a:xfrm>
            <a:custGeom>
              <a:avLst/>
              <a:gdLst/>
              <a:ahLst/>
              <a:cxnLst/>
              <a:rect l="l" t="t" r="r" b="b"/>
              <a:pathLst>
                <a:path w="4261" h="3886" extrusionOk="0">
                  <a:moveTo>
                    <a:pt x="2130" y="25"/>
                  </a:moveTo>
                  <a:cubicBezTo>
                    <a:pt x="2331" y="0"/>
                    <a:pt x="2531" y="25"/>
                    <a:pt x="2757" y="101"/>
                  </a:cubicBezTo>
                  <a:cubicBezTo>
                    <a:pt x="4261" y="577"/>
                    <a:pt x="3935" y="2657"/>
                    <a:pt x="2882" y="3434"/>
                  </a:cubicBezTo>
                  <a:cubicBezTo>
                    <a:pt x="2256" y="3885"/>
                    <a:pt x="1579" y="3710"/>
                    <a:pt x="1053" y="3183"/>
                  </a:cubicBezTo>
                  <a:cubicBezTo>
                    <a:pt x="0" y="2181"/>
                    <a:pt x="777" y="151"/>
                    <a:pt x="2130" y="2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03"/>
        <p:cNvGrpSpPr/>
        <p:nvPr/>
      </p:nvGrpSpPr>
      <p:grpSpPr>
        <a:xfrm>
          <a:off x="0" y="0"/>
          <a:ext cx="0" cy="0"/>
          <a:chOff x="0" y="0"/>
          <a:chExt cx="0" cy="0"/>
        </a:xfrm>
      </p:grpSpPr>
      <p:sp>
        <p:nvSpPr>
          <p:cNvPr id="1804" name="Google Shape;1804;p43"/>
          <p:cNvSpPr txBox="1">
            <a:spLocks noGrp="1"/>
          </p:cNvSpPr>
          <p:nvPr>
            <p:ph type="title"/>
          </p:nvPr>
        </p:nvSpPr>
        <p:spPr>
          <a:xfrm>
            <a:off x="648354" y="222901"/>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Our Team</a:t>
            </a:r>
            <a:endParaRPr sz="2800" dirty="0"/>
          </a:p>
        </p:txBody>
      </p:sp>
      <p:sp>
        <p:nvSpPr>
          <p:cNvPr id="1805" name="Google Shape;1805;p43"/>
          <p:cNvSpPr txBox="1">
            <a:spLocks noGrp="1"/>
          </p:cNvSpPr>
          <p:nvPr>
            <p:ph type="subTitle" idx="1"/>
          </p:nvPr>
        </p:nvSpPr>
        <p:spPr>
          <a:xfrm>
            <a:off x="815142" y="3660270"/>
            <a:ext cx="2277600" cy="354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Noor Fatima</a:t>
            </a:r>
            <a:endParaRPr sz="1800" dirty="0"/>
          </a:p>
        </p:txBody>
      </p:sp>
      <p:sp>
        <p:nvSpPr>
          <p:cNvPr id="1807" name="Google Shape;1807;p43"/>
          <p:cNvSpPr txBox="1">
            <a:spLocks noGrp="1"/>
          </p:cNvSpPr>
          <p:nvPr>
            <p:ph type="subTitle" idx="3"/>
          </p:nvPr>
        </p:nvSpPr>
        <p:spPr>
          <a:xfrm>
            <a:off x="3528377" y="3686740"/>
            <a:ext cx="2277600" cy="354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Faisal Khalid</a:t>
            </a:r>
            <a:endParaRPr sz="1800" dirty="0"/>
          </a:p>
        </p:txBody>
      </p:sp>
      <p:sp>
        <p:nvSpPr>
          <p:cNvPr id="1808" name="Google Shape;1808;p43"/>
          <p:cNvSpPr txBox="1">
            <a:spLocks noGrp="1"/>
          </p:cNvSpPr>
          <p:nvPr>
            <p:ph type="subTitle" idx="4"/>
          </p:nvPr>
        </p:nvSpPr>
        <p:spPr>
          <a:xfrm>
            <a:off x="802451" y="3998493"/>
            <a:ext cx="2277600" cy="46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1200" dirty="0"/>
              <a:t>BCSM-F19-221</a:t>
            </a:r>
          </a:p>
          <a:p>
            <a:pPr marL="0" lvl="0" indent="0" algn="ctr" rtl="0">
              <a:spcBef>
                <a:spcPts val="0"/>
              </a:spcBef>
              <a:spcAft>
                <a:spcPts val="0"/>
              </a:spcAft>
              <a:buNone/>
            </a:pPr>
            <a:r>
              <a:rPr lang="en-GB" sz="1200" dirty="0"/>
              <a:t>Marketing Head</a:t>
            </a:r>
          </a:p>
        </p:txBody>
      </p:sp>
      <p:sp>
        <p:nvSpPr>
          <p:cNvPr id="1810" name="Google Shape;1810;p43"/>
          <p:cNvSpPr txBox="1">
            <a:spLocks noGrp="1"/>
          </p:cNvSpPr>
          <p:nvPr>
            <p:ph type="subTitle" idx="6"/>
          </p:nvPr>
        </p:nvSpPr>
        <p:spPr>
          <a:xfrm>
            <a:off x="3506514" y="4031703"/>
            <a:ext cx="2277600" cy="46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1200" dirty="0"/>
              <a:t>BCSM-F19-342</a:t>
            </a:r>
          </a:p>
          <a:p>
            <a:pPr marL="0" lvl="0" indent="0" algn="ctr" rtl="0">
              <a:spcBef>
                <a:spcPts val="0"/>
              </a:spcBef>
              <a:spcAft>
                <a:spcPts val="0"/>
              </a:spcAft>
              <a:buNone/>
            </a:pPr>
            <a:r>
              <a:rPr lang="en-GB" sz="1200" dirty="0"/>
              <a:t>UI/UX designer</a:t>
            </a:r>
          </a:p>
        </p:txBody>
      </p:sp>
      <p:sp>
        <p:nvSpPr>
          <p:cNvPr id="1811" name="Google Shape;1811;p43"/>
          <p:cNvSpPr txBox="1">
            <a:spLocks noGrp="1"/>
          </p:cNvSpPr>
          <p:nvPr>
            <p:ph type="subTitle" idx="7"/>
          </p:nvPr>
        </p:nvSpPr>
        <p:spPr>
          <a:xfrm>
            <a:off x="767339" y="1857586"/>
            <a:ext cx="2277600" cy="354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ZOHAIB RAFIQUE</a:t>
            </a:r>
            <a:endParaRPr sz="1800" dirty="0"/>
          </a:p>
        </p:txBody>
      </p:sp>
      <p:sp>
        <p:nvSpPr>
          <p:cNvPr id="1812" name="Google Shape;1812;p43"/>
          <p:cNvSpPr txBox="1">
            <a:spLocks noGrp="1"/>
          </p:cNvSpPr>
          <p:nvPr>
            <p:ph type="subTitle" idx="8"/>
          </p:nvPr>
        </p:nvSpPr>
        <p:spPr>
          <a:xfrm>
            <a:off x="3433200" y="1785910"/>
            <a:ext cx="2277600" cy="354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Muhammad Usman</a:t>
            </a:r>
            <a:endParaRPr sz="1800" dirty="0"/>
          </a:p>
        </p:txBody>
      </p:sp>
      <p:sp>
        <p:nvSpPr>
          <p:cNvPr id="1813" name="Google Shape;1813;p43"/>
          <p:cNvSpPr txBox="1">
            <a:spLocks noGrp="1"/>
          </p:cNvSpPr>
          <p:nvPr>
            <p:ph type="subTitle" idx="9"/>
          </p:nvPr>
        </p:nvSpPr>
        <p:spPr>
          <a:xfrm>
            <a:off x="6146400" y="1785910"/>
            <a:ext cx="2277600" cy="354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Danish Safdar</a:t>
            </a:r>
            <a:endParaRPr sz="1800" dirty="0"/>
          </a:p>
        </p:txBody>
      </p:sp>
      <p:sp>
        <p:nvSpPr>
          <p:cNvPr id="1814" name="Google Shape;1814;p43"/>
          <p:cNvSpPr txBox="1">
            <a:spLocks noGrp="1"/>
          </p:cNvSpPr>
          <p:nvPr>
            <p:ph type="subTitle" idx="13"/>
          </p:nvPr>
        </p:nvSpPr>
        <p:spPr>
          <a:xfrm>
            <a:off x="521871" y="2149199"/>
            <a:ext cx="2832670" cy="46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t>BCSM-F19-349</a:t>
            </a:r>
          </a:p>
          <a:p>
            <a:pPr marL="0" lvl="0" indent="0" algn="ctr" rtl="0">
              <a:spcBef>
                <a:spcPts val="0"/>
              </a:spcBef>
              <a:spcAft>
                <a:spcPts val="0"/>
              </a:spcAft>
              <a:buNone/>
            </a:pPr>
            <a:r>
              <a:rPr lang="en" sz="1200" dirty="0"/>
              <a:t>Project Manager &amp; Bussines Unit Manager</a:t>
            </a:r>
            <a:endParaRPr sz="1200" dirty="0"/>
          </a:p>
        </p:txBody>
      </p:sp>
      <p:sp>
        <p:nvSpPr>
          <p:cNvPr id="1815" name="Google Shape;1815;p43"/>
          <p:cNvSpPr txBox="1">
            <a:spLocks noGrp="1"/>
          </p:cNvSpPr>
          <p:nvPr>
            <p:ph type="subTitle" idx="14"/>
          </p:nvPr>
        </p:nvSpPr>
        <p:spPr>
          <a:xfrm>
            <a:off x="3506941" y="2116491"/>
            <a:ext cx="2277600" cy="46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1200" dirty="0"/>
              <a:t>BCSM-F19-337</a:t>
            </a:r>
          </a:p>
          <a:p>
            <a:pPr marL="0" lvl="0" indent="0" algn="ctr" rtl="0">
              <a:spcBef>
                <a:spcPts val="0"/>
              </a:spcBef>
              <a:spcAft>
                <a:spcPts val="0"/>
              </a:spcAft>
              <a:buNone/>
            </a:pPr>
            <a:r>
              <a:rPr lang="en-GB" sz="1200" dirty="0"/>
              <a:t>Co-founder &amp; Finance Head</a:t>
            </a:r>
          </a:p>
        </p:txBody>
      </p:sp>
      <p:sp>
        <p:nvSpPr>
          <p:cNvPr id="1816" name="Google Shape;1816;p43"/>
          <p:cNvSpPr txBox="1">
            <a:spLocks noGrp="1"/>
          </p:cNvSpPr>
          <p:nvPr>
            <p:ph type="subTitle" idx="15"/>
          </p:nvPr>
        </p:nvSpPr>
        <p:spPr>
          <a:xfrm>
            <a:off x="6160663" y="2106257"/>
            <a:ext cx="2277600" cy="46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1200" dirty="0"/>
              <a:t>BCSM-F19-294</a:t>
            </a:r>
          </a:p>
          <a:p>
            <a:pPr marL="0" lvl="0" indent="0" algn="ctr" rtl="0">
              <a:spcBef>
                <a:spcPts val="0"/>
              </a:spcBef>
              <a:spcAft>
                <a:spcPts val="0"/>
              </a:spcAft>
              <a:buNone/>
            </a:pPr>
            <a:r>
              <a:rPr lang="en-GB" sz="1200" dirty="0"/>
              <a:t>Technical Head</a:t>
            </a:r>
          </a:p>
        </p:txBody>
      </p:sp>
      <p:grpSp>
        <p:nvGrpSpPr>
          <p:cNvPr id="1837" name="Google Shape;1837;p43"/>
          <p:cNvGrpSpPr/>
          <p:nvPr/>
        </p:nvGrpSpPr>
        <p:grpSpPr>
          <a:xfrm>
            <a:off x="1611145" y="1095221"/>
            <a:ext cx="648900" cy="648900"/>
            <a:chOff x="1534350" y="3087400"/>
            <a:chExt cx="648900" cy="648900"/>
          </a:xfrm>
        </p:grpSpPr>
        <p:sp>
          <p:nvSpPr>
            <p:cNvPr id="1838" name="Google Shape;1838;p43"/>
            <p:cNvSpPr/>
            <p:nvPr/>
          </p:nvSpPr>
          <p:spPr>
            <a:xfrm>
              <a:off x="1534350" y="3087400"/>
              <a:ext cx="648900" cy="64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nvGrpSpPr>
            <p:cNvPr id="1839" name="Google Shape;1839;p43"/>
            <p:cNvGrpSpPr/>
            <p:nvPr/>
          </p:nvGrpSpPr>
          <p:grpSpPr>
            <a:xfrm>
              <a:off x="1667061" y="3164129"/>
              <a:ext cx="383491" cy="495450"/>
              <a:chOff x="7606826" y="2419290"/>
              <a:chExt cx="274550" cy="354729"/>
            </a:xfrm>
          </p:grpSpPr>
          <p:sp>
            <p:nvSpPr>
              <p:cNvPr id="1840" name="Google Shape;1840;p43"/>
              <p:cNvSpPr/>
              <p:nvPr/>
            </p:nvSpPr>
            <p:spPr>
              <a:xfrm>
                <a:off x="7606826" y="2619370"/>
                <a:ext cx="274550" cy="154649"/>
              </a:xfrm>
              <a:custGeom>
                <a:avLst/>
                <a:gdLst/>
                <a:ahLst/>
                <a:cxnLst/>
                <a:rect l="l" t="t" r="r" b="b"/>
                <a:pathLst>
                  <a:path w="10485" h="5906" extrusionOk="0">
                    <a:moveTo>
                      <a:pt x="3711" y="1"/>
                    </a:moveTo>
                    <a:lnTo>
                      <a:pt x="3711" y="1041"/>
                    </a:lnTo>
                    <a:cubicBezTo>
                      <a:pt x="3711" y="1336"/>
                      <a:pt x="3520" y="1584"/>
                      <a:pt x="3244" y="1670"/>
                    </a:cubicBezTo>
                    <a:lnTo>
                      <a:pt x="935" y="2348"/>
                    </a:lnTo>
                    <a:cubicBezTo>
                      <a:pt x="382" y="2510"/>
                      <a:pt x="0" y="3025"/>
                      <a:pt x="0" y="3607"/>
                    </a:cubicBezTo>
                    <a:lnTo>
                      <a:pt x="0" y="5248"/>
                    </a:lnTo>
                    <a:cubicBezTo>
                      <a:pt x="0" y="5610"/>
                      <a:pt x="286" y="5906"/>
                      <a:pt x="649" y="5906"/>
                    </a:cubicBezTo>
                    <a:lnTo>
                      <a:pt x="9826" y="5906"/>
                    </a:lnTo>
                    <a:cubicBezTo>
                      <a:pt x="10189" y="5906"/>
                      <a:pt x="10485" y="5610"/>
                      <a:pt x="10485" y="5248"/>
                    </a:cubicBezTo>
                    <a:lnTo>
                      <a:pt x="10485" y="3607"/>
                    </a:lnTo>
                    <a:cubicBezTo>
                      <a:pt x="10485" y="3025"/>
                      <a:pt x="10093" y="2510"/>
                      <a:pt x="9540" y="2348"/>
                    </a:cubicBezTo>
                    <a:lnTo>
                      <a:pt x="7241" y="1670"/>
                    </a:lnTo>
                    <a:cubicBezTo>
                      <a:pt x="6955" y="1584"/>
                      <a:pt x="6764" y="1336"/>
                      <a:pt x="6764" y="1041"/>
                    </a:cubicBezTo>
                    <a:lnTo>
                      <a:pt x="67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41" name="Google Shape;1841;p43"/>
              <p:cNvSpPr/>
              <p:nvPr/>
            </p:nvSpPr>
            <p:spPr>
              <a:xfrm>
                <a:off x="7606826" y="2667576"/>
                <a:ext cx="274550" cy="106442"/>
              </a:xfrm>
              <a:custGeom>
                <a:avLst/>
                <a:gdLst/>
                <a:ahLst/>
                <a:cxnLst/>
                <a:rect l="l" t="t" r="r" b="b"/>
                <a:pathLst>
                  <a:path w="10485" h="4065" extrusionOk="0">
                    <a:moveTo>
                      <a:pt x="2671" y="1"/>
                    </a:moveTo>
                    <a:lnTo>
                      <a:pt x="935" y="507"/>
                    </a:lnTo>
                    <a:cubicBezTo>
                      <a:pt x="382" y="669"/>
                      <a:pt x="0" y="1184"/>
                      <a:pt x="0" y="1766"/>
                    </a:cubicBezTo>
                    <a:lnTo>
                      <a:pt x="0" y="3407"/>
                    </a:lnTo>
                    <a:cubicBezTo>
                      <a:pt x="0" y="3769"/>
                      <a:pt x="286" y="4065"/>
                      <a:pt x="649" y="4065"/>
                    </a:cubicBezTo>
                    <a:lnTo>
                      <a:pt x="9826" y="4065"/>
                    </a:lnTo>
                    <a:cubicBezTo>
                      <a:pt x="10189" y="4065"/>
                      <a:pt x="10485" y="3769"/>
                      <a:pt x="10485" y="3407"/>
                    </a:cubicBezTo>
                    <a:lnTo>
                      <a:pt x="10485" y="1766"/>
                    </a:lnTo>
                    <a:cubicBezTo>
                      <a:pt x="10485" y="1184"/>
                      <a:pt x="10093" y="669"/>
                      <a:pt x="9540" y="507"/>
                    </a:cubicBezTo>
                    <a:lnTo>
                      <a:pt x="7804" y="1"/>
                    </a:lnTo>
                    <a:cubicBezTo>
                      <a:pt x="7556" y="1213"/>
                      <a:pt x="6478" y="2090"/>
                      <a:pt x="5238" y="2090"/>
                    </a:cubicBezTo>
                    <a:cubicBezTo>
                      <a:pt x="3997" y="2090"/>
                      <a:pt x="2919" y="1213"/>
                      <a:pt x="2671" y="1"/>
                    </a:cubicBezTo>
                    <a:close/>
                  </a:path>
                </a:pathLst>
              </a:custGeom>
              <a:solidFill>
                <a:srgbClr val="C3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42" name="Google Shape;1842;p43"/>
              <p:cNvSpPr/>
              <p:nvPr/>
            </p:nvSpPr>
            <p:spPr>
              <a:xfrm>
                <a:off x="7703998" y="2619370"/>
                <a:ext cx="79943" cy="22886"/>
              </a:xfrm>
              <a:custGeom>
                <a:avLst/>
                <a:gdLst/>
                <a:ahLst/>
                <a:cxnLst/>
                <a:rect l="l" t="t" r="r" b="b"/>
                <a:pathLst>
                  <a:path w="3053" h="874" extrusionOk="0">
                    <a:moveTo>
                      <a:pt x="0" y="1"/>
                    </a:moveTo>
                    <a:lnTo>
                      <a:pt x="0" y="487"/>
                    </a:lnTo>
                    <a:cubicBezTo>
                      <a:pt x="477" y="745"/>
                      <a:pt x="1002" y="874"/>
                      <a:pt x="1527" y="874"/>
                    </a:cubicBezTo>
                    <a:cubicBezTo>
                      <a:pt x="2051" y="874"/>
                      <a:pt x="2576" y="745"/>
                      <a:pt x="3053" y="487"/>
                    </a:cubicBezTo>
                    <a:lnTo>
                      <a:pt x="3053" y="1"/>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43" name="Google Shape;1843;p43"/>
              <p:cNvSpPr/>
              <p:nvPr/>
            </p:nvSpPr>
            <p:spPr>
              <a:xfrm>
                <a:off x="7647543" y="2470744"/>
                <a:ext cx="192617" cy="160147"/>
              </a:xfrm>
              <a:custGeom>
                <a:avLst/>
                <a:gdLst/>
                <a:ahLst/>
                <a:cxnLst/>
                <a:rect l="l" t="t" r="r" b="b"/>
                <a:pathLst>
                  <a:path w="7356" h="6116" extrusionOk="0">
                    <a:moveTo>
                      <a:pt x="840" y="1"/>
                    </a:moveTo>
                    <a:lnTo>
                      <a:pt x="840" y="2405"/>
                    </a:lnTo>
                    <a:lnTo>
                      <a:pt x="735" y="2405"/>
                    </a:lnTo>
                    <a:cubicBezTo>
                      <a:pt x="0" y="2405"/>
                      <a:pt x="0" y="3492"/>
                      <a:pt x="735" y="3492"/>
                    </a:cubicBezTo>
                    <a:lnTo>
                      <a:pt x="849" y="3492"/>
                    </a:lnTo>
                    <a:cubicBezTo>
                      <a:pt x="964" y="4971"/>
                      <a:pt x="2194" y="6116"/>
                      <a:pt x="3683" y="6116"/>
                    </a:cubicBezTo>
                    <a:cubicBezTo>
                      <a:pt x="5161" y="6116"/>
                      <a:pt x="6392" y="4971"/>
                      <a:pt x="6506" y="3492"/>
                    </a:cubicBezTo>
                    <a:lnTo>
                      <a:pt x="6630" y="3492"/>
                    </a:lnTo>
                    <a:cubicBezTo>
                      <a:pt x="7355" y="3492"/>
                      <a:pt x="7355" y="2405"/>
                      <a:pt x="6630" y="2405"/>
                    </a:cubicBezTo>
                    <a:lnTo>
                      <a:pt x="6525" y="2405"/>
                    </a:lnTo>
                    <a:lnTo>
                      <a:pt x="65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44" name="Google Shape;1844;p43"/>
              <p:cNvSpPr/>
              <p:nvPr/>
            </p:nvSpPr>
            <p:spPr>
              <a:xfrm>
                <a:off x="7651785" y="2470744"/>
                <a:ext cx="166379" cy="160121"/>
              </a:xfrm>
              <a:custGeom>
                <a:avLst/>
                <a:gdLst/>
                <a:ahLst/>
                <a:cxnLst/>
                <a:rect l="l" t="t" r="r" b="b"/>
                <a:pathLst>
                  <a:path w="6354" h="6115" extrusionOk="0">
                    <a:moveTo>
                      <a:pt x="678" y="1"/>
                    </a:moveTo>
                    <a:lnTo>
                      <a:pt x="678" y="2405"/>
                    </a:lnTo>
                    <a:lnTo>
                      <a:pt x="601" y="2405"/>
                    </a:lnTo>
                    <a:cubicBezTo>
                      <a:pt x="595" y="2404"/>
                      <a:pt x="589" y="2404"/>
                      <a:pt x="583" y="2404"/>
                    </a:cubicBezTo>
                    <a:cubicBezTo>
                      <a:pt x="304" y="2404"/>
                      <a:pt x="66" y="2611"/>
                      <a:pt x="29" y="2891"/>
                    </a:cubicBezTo>
                    <a:cubicBezTo>
                      <a:pt x="0" y="3215"/>
                      <a:pt x="248" y="3492"/>
                      <a:pt x="573" y="3492"/>
                    </a:cubicBezTo>
                    <a:lnTo>
                      <a:pt x="687" y="3492"/>
                    </a:lnTo>
                    <a:cubicBezTo>
                      <a:pt x="800" y="4995"/>
                      <a:pt x="2046" y="6115"/>
                      <a:pt x="3499" y="6115"/>
                    </a:cubicBezTo>
                    <a:cubicBezTo>
                      <a:pt x="3650" y="6115"/>
                      <a:pt x="3804" y="6103"/>
                      <a:pt x="3959" y="6077"/>
                    </a:cubicBezTo>
                    <a:cubicBezTo>
                      <a:pt x="2576" y="5868"/>
                      <a:pt x="1555" y="4675"/>
                      <a:pt x="1555" y="3282"/>
                    </a:cubicBezTo>
                    <a:lnTo>
                      <a:pt x="1555" y="1527"/>
                    </a:lnTo>
                    <a:cubicBezTo>
                      <a:pt x="1555" y="1050"/>
                      <a:pt x="1946" y="659"/>
                      <a:pt x="2433" y="659"/>
                    </a:cubicBezTo>
                    <a:lnTo>
                      <a:pt x="3740" y="659"/>
                    </a:lnTo>
                    <a:cubicBezTo>
                      <a:pt x="3932" y="802"/>
                      <a:pt x="4163" y="875"/>
                      <a:pt x="4392" y="875"/>
                    </a:cubicBezTo>
                    <a:cubicBezTo>
                      <a:pt x="4562" y="875"/>
                      <a:pt x="4731" y="835"/>
                      <a:pt x="4885" y="754"/>
                    </a:cubicBezTo>
                    <a:cubicBezTo>
                      <a:pt x="5184" y="972"/>
                      <a:pt x="5547" y="1088"/>
                      <a:pt x="5914" y="1088"/>
                    </a:cubicBezTo>
                    <a:cubicBezTo>
                      <a:pt x="6061" y="1088"/>
                      <a:pt x="6209" y="1069"/>
                      <a:pt x="6354" y="1031"/>
                    </a:cubicBezTo>
                    <a:lnTo>
                      <a:pt x="6354" y="1"/>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45" name="Google Shape;1845;p43"/>
              <p:cNvSpPr/>
              <p:nvPr/>
            </p:nvSpPr>
            <p:spPr>
              <a:xfrm>
                <a:off x="7654770" y="2419290"/>
                <a:ext cx="174156" cy="114428"/>
              </a:xfrm>
              <a:custGeom>
                <a:avLst/>
                <a:gdLst/>
                <a:ahLst/>
                <a:cxnLst/>
                <a:rect l="l" t="t" r="r" b="b"/>
                <a:pathLst>
                  <a:path w="6651" h="4370" extrusionOk="0">
                    <a:moveTo>
                      <a:pt x="1842" y="0"/>
                    </a:moveTo>
                    <a:cubicBezTo>
                      <a:pt x="812" y="0"/>
                      <a:pt x="1" y="897"/>
                      <a:pt x="106" y="1918"/>
                    </a:cubicBezTo>
                    <a:lnTo>
                      <a:pt x="344" y="4370"/>
                    </a:lnTo>
                    <a:lnTo>
                      <a:pt x="564" y="4370"/>
                    </a:lnTo>
                    <a:cubicBezTo>
                      <a:pt x="812" y="4370"/>
                      <a:pt x="1003" y="4169"/>
                      <a:pt x="1003" y="3931"/>
                    </a:cubicBezTo>
                    <a:lnTo>
                      <a:pt x="1003" y="2967"/>
                    </a:lnTo>
                    <a:cubicBezTo>
                      <a:pt x="1003" y="2481"/>
                      <a:pt x="1394" y="2090"/>
                      <a:pt x="1880" y="2090"/>
                    </a:cubicBezTo>
                    <a:lnTo>
                      <a:pt x="5811" y="2090"/>
                    </a:lnTo>
                    <a:lnTo>
                      <a:pt x="5811" y="3931"/>
                    </a:lnTo>
                    <a:cubicBezTo>
                      <a:pt x="5811" y="4169"/>
                      <a:pt x="6011" y="4370"/>
                      <a:pt x="6249" y="4370"/>
                    </a:cubicBezTo>
                    <a:lnTo>
                      <a:pt x="6469" y="4370"/>
                    </a:lnTo>
                    <a:lnTo>
                      <a:pt x="6650" y="2004"/>
                    </a:lnTo>
                    <a:lnTo>
                      <a:pt x="6631" y="2004"/>
                    </a:lnTo>
                    <a:lnTo>
                      <a:pt x="581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46" name="Google Shape;1846;p43"/>
              <p:cNvSpPr/>
              <p:nvPr/>
            </p:nvSpPr>
            <p:spPr>
              <a:xfrm>
                <a:off x="7654770" y="2419290"/>
                <a:ext cx="71983" cy="114428"/>
              </a:xfrm>
              <a:custGeom>
                <a:avLst/>
                <a:gdLst/>
                <a:ahLst/>
                <a:cxnLst/>
                <a:rect l="l" t="t" r="r" b="b"/>
                <a:pathLst>
                  <a:path w="2749" h="4370" extrusionOk="0">
                    <a:moveTo>
                      <a:pt x="1842" y="0"/>
                    </a:moveTo>
                    <a:cubicBezTo>
                      <a:pt x="812" y="0"/>
                      <a:pt x="1" y="888"/>
                      <a:pt x="106" y="1918"/>
                    </a:cubicBezTo>
                    <a:lnTo>
                      <a:pt x="344" y="4370"/>
                    </a:lnTo>
                    <a:lnTo>
                      <a:pt x="564" y="4370"/>
                    </a:lnTo>
                    <a:cubicBezTo>
                      <a:pt x="812" y="4370"/>
                      <a:pt x="1003" y="4169"/>
                      <a:pt x="1003" y="3931"/>
                    </a:cubicBezTo>
                    <a:lnTo>
                      <a:pt x="1003" y="1756"/>
                    </a:lnTo>
                    <a:cubicBezTo>
                      <a:pt x="1003" y="783"/>
                      <a:pt x="1785" y="0"/>
                      <a:pt x="27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47" name="Google Shape;1847;p43"/>
              <p:cNvSpPr/>
              <p:nvPr/>
            </p:nvSpPr>
            <p:spPr>
              <a:xfrm>
                <a:off x="7703998" y="2533640"/>
                <a:ext cx="11495" cy="17308"/>
              </a:xfrm>
              <a:custGeom>
                <a:avLst/>
                <a:gdLst/>
                <a:ahLst/>
                <a:cxnLst/>
                <a:rect l="l" t="t" r="r" b="b"/>
                <a:pathLst>
                  <a:path w="439" h="661" extrusionOk="0">
                    <a:moveTo>
                      <a:pt x="220" y="0"/>
                    </a:moveTo>
                    <a:cubicBezTo>
                      <a:pt x="110" y="0"/>
                      <a:pt x="0" y="74"/>
                      <a:pt x="0" y="222"/>
                    </a:cubicBezTo>
                    <a:lnTo>
                      <a:pt x="0" y="441"/>
                    </a:lnTo>
                    <a:cubicBezTo>
                      <a:pt x="0" y="556"/>
                      <a:pt x="96" y="661"/>
                      <a:pt x="220" y="661"/>
                    </a:cubicBezTo>
                    <a:cubicBezTo>
                      <a:pt x="334" y="661"/>
                      <a:pt x="439" y="556"/>
                      <a:pt x="439" y="441"/>
                    </a:cubicBezTo>
                    <a:lnTo>
                      <a:pt x="439" y="222"/>
                    </a:lnTo>
                    <a:cubicBezTo>
                      <a:pt x="439" y="74"/>
                      <a:pt x="329" y="0"/>
                      <a:pt x="220"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48" name="Google Shape;1848;p43"/>
              <p:cNvSpPr/>
              <p:nvPr/>
            </p:nvSpPr>
            <p:spPr>
              <a:xfrm>
                <a:off x="7772681" y="2533640"/>
                <a:ext cx="11260" cy="17308"/>
              </a:xfrm>
              <a:custGeom>
                <a:avLst/>
                <a:gdLst/>
                <a:ahLst/>
                <a:cxnLst/>
                <a:rect l="l" t="t" r="r" b="b"/>
                <a:pathLst>
                  <a:path w="430" h="661" extrusionOk="0">
                    <a:moveTo>
                      <a:pt x="215" y="0"/>
                    </a:moveTo>
                    <a:cubicBezTo>
                      <a:pt x="108" y="0"/>
                      <a:pt x="1" y="74"/>
                      <a:pt x="1" y="222"/>
                    </a:cubicBezTo>
                    <a:lnTo>
                      <a:pt x="1" y="441"/>
                    </a:lnTo>
                    <a:cubicBezTo>
                      <a:pt x="1" y="556"/>
                      <a:pt x="96" y="661"/>
                      <a:pt x="220" y="661"/>
                    </a:cubicBezTo>
                    <a:cubicBezTo>
                      <a:pt x="335" y="661"/>
                      <a:pt x="430" y="556"/>
                      <a:pt x="430" y="441"/>
                    </a:cubicBezTo>
                    <a:lnTo>
                      <a:pt x="430" y="222"/>
                    </a:lnTo>
                    <a:cubicBezTo>
                      <a:pt x="430" y="74"/>
                      <a:pt x="323" y="0"/>
                      <a:pt x="215"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49" name="Google Shape;1849;p43"/>
              <p:cNvSpPr/>
              <p:nvPr/>
            </p:nvSpPr>
            <p:spPr>
              <a:xfrm>
                <a:off x="7718714" y="2573598"/>
                <a:ext cx="50720" cy="17334"/>
              </a:xfrm>
              <a:custGeom>
                <a:avLst/>
                <a:gdLst/>
                <a:ahLst/>
                <a:cxnLst/>
                <a:rect l="l" t="t" r="r" b="b"/>
                <a:pathLst>
                  <a:path w="1937" h="662" extrusionOk="0">
                    <a:moveTo>
                      <a:pt x="314" y="0"/>
                    </a:moveTo>
                    <a:cubicBezTo>
                      <a:pt x="144" y="0"/>
                      <a:pt x="0" y="221"/>
                      <a:pt x="154" y="375"/>
                    </a:cubicBezTo>
                    <a:cubicBezTo>
                      <a:pt x="372" y="566"/>
                      <a:pt x="643" y="662"/>
                      <a:pt x="924" y="662"/>
                    </a:cubicBezTo>
                    <a:cubicBezTo>
                      <a:pt x="938" y="662"/>
                      <a:pt x="951" y="662"/>
                      <a:pt x="965" y="661"/>
                    </a:cubicBezTo>
                    <a:cubicBezTo>
                      <a:pt x="978" y="662"/>
                      <a:pt x="991" y="662"/>
                      <a:pt x="1005" y="662"/>
                    </a:cubicBezTo>
                    <a:cubicBezTo>
                      <a:pt x="1286" y="662"/>
                      <a:pt x="1557" y="566"/>
                      <a:pt x="1775" y="375"/>
                    </a:cubicBezTo>
                    <a:cubicBezTo>
                      <a:pt x="1936" y="221"/>
                      <a:pt x="1789" y="0"/>
                      <a:pt x="1621" y="0"/>
                    </a:cubicBezTo>
                    <a:cubicBezTo>
                      <a:pt x="1570" y="0"/>
                      <a:pt x="1517" y="21"/>
                      <a:pt x="1470" y="70"/>
                    </a:cubicBezTo>
                    <a:cubicBezTo>
                      <a:pt x="1318" y="170"/>
                      <a:pt x="1141" y="220"/>
                      <a:pt x="966" y="220"/>
                    </a:cubicBezTo>
                    <a:cubicBezTo>
                      <a:pt x="790" y="220"/>
                      <a:pt x="616" y="170"/>
                      <a:pt x="469" y="70"/>
                    </a:cubicBezTo>
                    <a:cubicBezTo>
                      <a:pt x="420" y="21"/>
                      <a:pt x="365" y="0"/>
                      <a:pt x="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50" name="Google Shape;1850;p43"/>
              <p:cNvSpPr/>
              <p:nvPr/>
            </p:nvSpPr>
            <p:spPr>
              <a:xfrm>
                <a:off x="7696483" y="2516463"/>
                <a:ext cx="26525" cy="11521"/>
              </a:xfrm>
              <a:custGeom>
                <a:avLst/>
                <a:gdLst/>
                <a:ahLst/>
                <a:cxnLst/>
                <a:rect l="l" t="t" r="r" b="b"/>
                <a:pathLst>
                  <a:path w="1013" h="440" extrusionOk="0">
                    <a:moveTo>
                      <a:pt x="287" y="0"/>
                    </a:moveTo>
                    <a:cubicBezTo>
                      <a:pt x="1" y="0"/>
                      <a:pt x="1" y="439"/>
                      <a:pt x="287" y="439"/>
                    </a:cubicBezTo>
                    <a:lnTo>
                      <a:pt x="726" y="439"/>
                    </a:lnTo>
                    <a:cubicBezTo>
                      <a:pt x="1012" y="439"/>
                      <a:pt x="1012" y="0"/>
                      <a:pt x="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51" name="Google Shape;1851;p43"/>
              <p:cNvSpPr/>
              <p:nvPr/>
            </p:nvSpPr>
            <p:spPr>
              <a:xfrm>
                <a:off x="7764931" y="2516463"/>
                <a:ext cx="26761" cy="11521"/>
              </a:xfrm>
              <a:custGeom>
                <a:avLst/>
                <a:gdLst/>
                <a:ahLst/>
                <a:cxnLst/>
                <a:rect l="l" t="t" r="r" b="b"/>
                <a:pathLst>
                  <a:path w="1022" h="440" extrusionOk="0">
                    <a:moveTo>
                      <a:pt x="297" y="0"/>
                    </a:moveTo>
                    <a:cubicBezTo>
                      <a:pt x="1" y="0"/>
                      <a:pt x="1" y="439"/>
                      <a:pt x="297" y="439"/>
                    </a:cubicBezTo>
                    <a:lnTo>
                      <a:pt x="726" y="439"/>
                    </a:lnTo>
                    <a:cubicBezTo>
                      <a:pt x="1022" y="439"/>
                      <a:pt x="1022" y="0"/>
                      <a:pt x="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52" name="Google Shape;1852;p43"/>
              <p:cNvSpPr/>
              <p:nvPr/>
            </p:nvSpPr>
            <p:spPr>
              <a:xfrm>
                <a:off x="7772681" y="2419290"/>
                <a:ext cx="68474" cy="68709"/>
              </a:xfrm>
              <a:custGeom>
                <a:avLst/>
                <a:gdLst/>
                <a:ahLst/>
                <a:cxnLst/>
                <a:rect l="l" t="t" r="r" b="b"/>
                <a:pathLst>
                  <a:path w="2615" h="2624" extrusionOk="0">
                    <a:moveTo>
                      <a:pt x="1308" y="0"/>
                    </a:moveTo>
                    <a:cubicBezTo>
                      <a:pt x="583" y="0"/>
                      <a:pt x="1" y="582"/>
                      <a:pt x="1" y="1307"/>
                    </a:cubicBezTo>
                    <a:cubicBezTo>
                      <a:pt x="1" y="2032"/>
                      <a:pt x="583" y="2624"/>
                      <a:pt x="1308" y="2624"/>
                    </a:cubicBezTo>
                    <a:cubicBezTo>
                      <a:pt x="2033" y="2624"/>
                      <a:pt x="2615" y="2032"/>
                      <a:pt x="2615" y="1307"/>
                    </a:cubicBezTo>
                    <a:cubicBezTo>
                      <a:pt x="2615" y="582"/>
                      <a:pt x="2033" y="0"/>
                      <a:pt x="13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53" name="Google Shape;1853;p43"/>
              <p:cNvSpPr/>
              <p:nvPr/>
            </p:nvSpPr>
            <p:spPr>
              <a:xfrm>
                <a:off x="7749717" y="2447753"/>
                <a:ext cx="34224" cy="34512"/>
              </a:xfrm>
              <a:custGeom>
                <a:avLst/>
                <a:gdLst/>
                <a:ahLst/>
                <a:cxnLst/>
                <a:rect l="l" t="t" r="r" b="b"/>
                <a:pathLst>
                  <a:path w="1307" h="1318" extrusionOk="0">
                    <a:moveTo>
                      <a:pt x="658" y="1"/>
                    </a:moveTo>
                    <a:cubicBezTo>
                      <a:pt x="296" y="1"/>
                      <a:pt x="0" y="297"/>
                      <a:pt x="0" y="659"/>
                    </a:cubicBezTo>
                    <a:cubicBezTo>
                      <a:pt x="0" y="1022"/>
                      <a:pt x="296" y="1317"/>
                      <a:pt x="658" y="1317"/>
                    </a:cubicBezTo>
                    <a:cubicBezTo>
                      <a:pt x="1021" y="1317"/>
                      <a:pt x="1307" y="1022"/>
                      <a:pt x="1307" y="659"/>
                    </a:cubicBezTo>
                    <a:cubicBezTo>
                      <a:pt x="1307" y="297"/>
                      <a:pt x="1021" y="1"/>
                      <a:pt x="6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54" name="Google Shape;1854;p43"/>
              <p:cNvSpPr/>
              <p:nvPr/>
            </p:nvSpPr>
            <p:spPr>
              <a:xfrm>
                <a:off x="7654770" y="2667576"/>
                <a:ext cx="178398" cy="77717"/>
              </a:xfrm>
              <a:custGeom>
                <a:avLst/>
                <a:gdLst/>
                <a:ahLst/>
                <a:cxnLst/>
                <a:rect l="l" t="t" r="r" b="b"/>
                <a:pathLst>
                  <a:path w="6813" h="2968" extrusionOk="0">
                    <a:moveTo>
                      <a:pt x="840" y="1"/>
                    </a:moveTo>
                    <a:lnTo>
                      <a:pt x="1" y="249"/>
                    </a:lnTo>
                    <a:cubicBezTo>
                      <a:pt x="363" y="1833"/>
                      <a:pt x="1775" y="2968"/>
                      <a:pt x="3407" y="2968"/>
                    </a:cubicBezTo>
                    <a:cubicBezTo>
                      <a:pt x="5038" y="2968"/>
                      <a:pt x="6459" y="1833"/>
                      <a:pt x="6812" y="249"/>
                    </a:cubicBezTo>
                    <a:lnTo>
                      <a:pt x="5982" y="1"/>
                    </a:lnTo>
                    <a:cubicBezTo>
                      <a:pt x="5725" y="1213"/>
                      <a:pt x="4656" y="2090"/>
                      <a:pt x="3416" y="2090"/>
                    </a:cubicBezTo>
                    <a:cubicBezTo>
                      <a:pt x="2166" y="2090"/>
                      <a:pt x="1098" y="1213"/>
                      <a:pt x="8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grpSp>
      <p:grpSp>
        <p:nvGrpSpPr>
          <p:cNvPr id="1875" name="Google Shape;1875;p43"/>
          <p:cNvGrpSpPr/>
          <p:nvPr/>
        </p:nvGrpSpPr>
        <p:grpSpPr>
          <a:xfrm>
            <a:off x="1594050" y="2976225"/>
            <a:ext cx="648900" cy="648900"/>
            <a:chOff x="1534338" y="1335200"/>
            <a:chExt cx="648900" cy="648900"/>
          </a:xfrm>
        </p:grpSpPr>
        <p:sp>
          <p:nvSpPr>
            <p:cNvPr id="1876" name="Google Shape;1876;p43"/>
            <p:cNvSpPr/>
            <p:nvPr/>
          </p:nvSpPr>
          <p:spPr>
            <a:xfrm>
              <a:off x="1534338" y="1335200"/>
              <a:ext cx="648900" cy="64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nvGrpSpPr>
            <p:cNvPr id="1877" name="Google Shape;1877;p43"/>
            <p:cNvGrpSpPr/>
            <p:nvPr/>
          </p:nvGrpSpPr>
          <p:grpSpPr>
            <a:xfrm>
              <a:off x="1674236" y="1411074"/>
              <a:ext cx="369117" cy="497152"/>
              <a:chOff x="8062968" y="2419290"/>
              <a:chExt cx="263316" cy="354728"/>
            </a:xfrm>
          </p:grpSpPr>
          <p:sp>
            <p:nvSpPr>
              <p:cNvPr id="1878" name="Google Shape;1878;p43"/>
              <p:cNvSpPr/>
              <p:nvPr/>
            </p:nvSpPr>
            <p:spPr>
              <a:xfrm>
                <a:off x="8080198" y="2436520"/>
                <a:ext cx="97434" cy="257320"/>
              </a:xfrm>
              <a:custGeom>
                <a:avLst/>
                <a:gdLst/>
                <a:ahLst/>
                <a:cxnLst/>
                <a:rect l="l" t="t" r="r" b="b"/>
                <a:pathLst>
                  <a:path w="3721" h="9827" extrusionOk="0">
                    <a:moveTo>
                      <a:pt x="2404" y="1"/>
                    </a:moveTo>
                    <a:cubicBezTo>
                      <a:pt x="878" y="869"/>
                      <a:pt x="0" y="2338"/>
                      <a:pt x="0" y="3988"/>
                    </a:cubicBezTo>
                    <a:cubicBezTo>
                      <a:pt x="0" y="6946"/>
                      <a:pt x="1527" y="9827"/>
                      <a:pt x="1527" y="9827"/>
                    </a:cubicBezTo>
                    <a:lnTo>
                      <a:pt x="3721" y="9827"/>
                    </a:lnTo>
                    <a:lnTo>
                      <a:pt x="372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79" name="Google Shape;1879;p43"/>
              <p:cNvSpPr/>
              <p:nvPr/>
            </p:nvSpPr>
            <p:spPr>
              <a:xfrm>
                <a:off x="8131652" y="2419290"/>
                <a:ext cx="183138" cy="268815"/>
              </a:xfrm>
              <a:custGeom>
                <a:avLst/>
                <a:gdLst/>
                <a:ahLst/>
                <a:cxnLst/>
                <a:rect l="l" t="t" r="r" b="b"/>
                <a:pathLst>
                  <a:path w="6994" h="10266" extrusionOk="0">
                    <a:moveTo>
                      <a:pt x="1966" y="0"/>
                    </a:moveTo>
                    <a:cubicBezTo>
                      <a:pt x="878" y="0"/>
                      <a:pt x="1" y="687"/>
                      <a:pt x="1" y="1527"/>
                    </a:cubicBezTo>
                    <a:cubicBezTo>
                      <a:pt x="1" y="2013"/>
                      <a:pt x="392" y="2404"/>
                      <a:pt x="878" y="2404"/>
                    </a:cubicBezTo>
                    <a:lnTo>
                      <a:pt x="1756" y="2404"/>
                    </a:lnTo>
                    <a:lnTo>
                      <a:pt x="1756" y="10265"/>
                    </a:lnTo>
                    <a:lnTo>
                      <a:pt x="5248" y="10265"/>
                    </a:lnTo>
                    <a:cubicBezTo>
                      <a:pt x="5248" y="10265"/>
                      <a:pt x="6993" y="7432"/>
                      <a:pt x="6993" y="4589"/>
                    </a:cubicBezTo>
                    <a:cubicBezTo>
                      <a:pt x="6993" y="2051"/>
                      <a:pt x="4942" y="0"/>
                      <a:pt x="24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80" name="Google Shape;1880;p43"/>
              <p:cNvSpPr/>
              <p:nvPr/>
            </p:nvSpPr>
            <p:spPr>
              <a:xfrm>
                <a:off x="8103188" y="2562182"/>
                <a:ext cx="22755" cy="45928"/>
              </a:xfrm>
              <a:custGeom>
                <a:avLst/>
                <a:gdLst/>
                <a:ahLst/>
                <a:cxnLst/>
                <a:rect l="l" t="t" r="r" b="b"/>
                <a:pathLst>
                  <a:path w="869" h="1754" extrusionOk="0">
                    <a:moveTo>
                      <a:pt x="429" y="0"/>
                    </a:moveTo>
                    <a:cubicBezTo>
                      <a:pt x="429" y="0"/>
                      <a:pt x="0" y="878"/>
                      <a:pt x="0" y="1317"/>
                    </a:cubicBezTo>
                    <a:cubicBezTo>
                      <a:pt x="0" y="1608"/>
                      <a:pt x="217" y="1753"/>
                      <a:pt x="434" y="1753"/>
                    </a:cubicBezTo>
                    <a:cubicBezTo>
                      <a:pt x="651" y="1753"/>
                      <a:pt x="868" y="1608"/>
                      <a:pt x="868" y="1317"/>
                    </a:cubicBezTo>
                    <a:cubicBezTo>
                      <a:pt x="868" y="878"/>
                      <a:pt x="429" y="0"/>
                      <a:pt x="429"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81" name="Google Shape;1881;p43"/>
              <p:cNvSpPr/>
              <p:nvPr/>
            </p:nvSpPr>
            <p:spPr>
              <a:xfrm>
                <a:off x="8103188" y="2562182"/>
                <a:ext cx="11495" cy="45981"/>
              </a:xfrm>
              <a:custGeom>
                <a:avLst/>
                <a:gdLst/>
                <a:ahLst/>
                <a:cxnLst/>
                <a:rect l="l" t="t" r="r" b="b"/>
                <a:pathLst>
                  <a:path w="439" h="1756" extrusionOk="0">
                    <a:moveTo>
                      <a:pt x="439" y="0"/>
                    </a:moveTo>
                    <a:cubicBezTo>
                      <a:pt x="439" y="0"/>
                      <a:pt x="0" y="878"/>
                      <a:pt x="0" y="1317"/>
                    </a:cubicBezTo>
                    <a:cubicBezTo>
                      <a:pt x="0" y="1555"/>
                      <a:pt x="191" y="1755"/>
                      <a:pt x="439" y="1755"/>
                    </a:cubicBezTo>
                    <a:lnTo>
                      <a:pt x="4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82" name="Google Shape;1882;p43"/>
              <p:cNvSpPr/>
              <p:nvPr/>
            </p:nvSpPr>
            <p:spPr>
              <a:xfrm>
                <a:off x="8263310" y="2562182"/>
                <a:ext cx="22755" cy="45928"/>
              </a:xfrm>
              <a:custGeom>
                <a:avLst/>
                <a:gdLst/>
                <a:ahLst/>
                <a:cxnLst/>
                <a:rect l="l" t="t" r="r" b="b"/>
                <a:pathLst>
                  <a:path w="869" h="1754" extrusionOk="0">
                    <a:moveTo>
                      <a:pt x="439" y="0"/>
                    </a:moveTo>
                    <a:cubicBezTo>
                      <a:pt x="439" y="0"/>
                      <a:pt x="0" y="878"/>
                      <a:pt x="0" y="1317"/>
                    </a:cubicBezTo>
                    <a:cubicBezTo>
                      <a:pt x="0" y="1608"/>
                      <a:pt x="217" y="1753"/>
                      <a:pt x="434" y="1753"/>
                    </a:cubicBezTo>
                    <a:cubicBezTo>
                      <a:pt x="651" y="1753"/>
                      <a:pt x="868" y="1608"/>
                      <a:pt x="868" y="1317"/>
                    </a:cubicBezTo>
                    <a:cubicBezTo>
                      <a:pt x="868" y="878"/>
                      <a:pt x="439" y="0"/>
                      <a:pt x="4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83" name="Google Shape;1883;p43"/>
              <p:cNvSpPr/>
              <p:nvPr/>
            </p:nvSpPr>
            <p:spPr>
              <a:xfrm>
                <a:off x="8263310" y="2562182"/>
                <a:ext cx="11495" cy="45981"/>
              </a:xfrm>
              <a:custGeom>
                <a:avLst/>
                <a:gdLst/>
                <a:ahLst/>
                <a:cxnLst/>
                <a:rect l="l" t="t" r="r" b="b"/>
                <a:pathLst>
                  <a:path w="439" h="1756" extrusionOk="0">
                    <a:moveTo>
                      <a:pt x="439" y="0"/>
                    </a:moveTo>
                    <a:cubicBezTo>
                      <a:pt x="439" y="0"/>
                      <a:pt x="0" y="878"/>
                      <a:pt x="0" y="1317"/>
                    </a:cubicBezTo>
                    <a:cubicBezTo>
                      <a:pt x="0" y="1555"/>
                      <a:pt x="191" y="1755"/>
                      <a:pt x="439" y="1755"/>
                    </a:cubicBezTo>
                    <a:lnTo>
                      <a:pt x="439" y="0"/>
                    </a:ln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84" name="Google Shape;1884;p43"/>
              <p:cNvSpPr/>
              <p:nvPr/>
            </p:nvSpPr>
            <p:spPr>
              <a:xfrm>
                <a:off x="8062968" y="2625131"/>
                <a:ext cx="263316" cy="148888"/>
              </a:xfrm>
              <a:custGeom>
                <a:avLst/>
                <a:gdLst/>
                <a:ahLst/>
                <a:cxnLst/>
                <a:rect l="l" t="t" r="r" b="b"/>
                <a:pathLst>
                  <a:path w="10056" h="5686" extrusionOk="0">
                    <a:moveTo>
                      <a:pt x="3711" y="0"/>
                    </a:moveTo>
                    <a:lnTo>
                      <a:pt x="3711" y="1135"/>
                    </a:lnTo>
                    <a:cubicBezTo>
                      <a:pt x="3711" y="1498"/>
                      <a:pt x="3482" y="1832"/>
                      <a:pt x="3129" y="1956"/>
                    </a:cubicBezTo>
                    <a:lnTo>
                      <a:pt x="878" y="2748"/>
                    </a:lnTo>
                    <a:cubicBezTo>
                      <a:pt x="353" y="2938"/>
                      <a:pt x="0" y="3435"/>
                      <a:pt x="0" y="3988"/>
                    </a:cubicBezTo>
                    <a:lnTo>
                      <a:pt x="0" y="5028"/>
                    </a:lnTo>
                    <a:cubicBezTo>
                      <a:pt x="0" y="5390"/>
                      <a:pt x="296" y="5686"/>
                      <a:pt x="658" y="5686"/>
                    </a:cubicBezTo>
                    <a:lnTo>
                      <a:pt x="9397" y="5686"/>
                    </a:lnTo>
                    <a:cubicBezTo>
                      <a:pt x="9759" y="5686"/>
                      <a:pt x="10055" y="5390"/>
                      <a:pt x="10055" y="5028"/>
                    </a:cubicBezTo>
                    <a:lnTo>
                      <a:pt x="10055" y="3988"/>
                    </a:lnTo>
                    <a:cubicBezTo>
                      <a:pt x="10046" y="3435"/>
                      <a:pt x="9702" y="2938"/>
                      <a:pt x="9178" y="2748"/>
                    </a:cubicBezTo>
                    <a:lnTo>
                      <a:pt x="6917" y="1956"/>
                    </a:lnTo>
                    <a:cubicBezTo>
                      <a:pt x="6573" y="1832"/>
                      <a:pt x="6335" y="1498"/>
                      <a:pt x="6335" y="1135"/>
                    </a:cubicBezTo>
                    <a:lnTo>
                      <a:pt x="633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85" name="Google Shape;1885;p43"/>
              <p:cNvSpPr/>
              <p:nvPr/>
            </p:nvSpPr>
            <p:spPr>
              <a:xfrm>
                <a:off x="8160376" y="2625131"/>
                <a:ext cx="68736" cy="22990"/>
              </a:xfrm>
              <a:custGeom>
                <a:avLst/>
                <a:gdLst/>
                <a:ahLst/>
                <a:cxnLst/>
                <a:rect l="l" t="t" r="r" b="b"/>
                <a:pathLst>
                  <a:path w="2625" h="878" extrusionOk="0">
                    <a:moveTo>
                      <a:pt x="1" y="0"/>
                    </a:moveTo>
                    <a:lnTo>
                      <a:pt x="1" y="601"/>
                    </a:lnTo>
                    <a:cubicBezTo>
                      <a:pt x="411" y="782"/>
                      <a:pt x="859" y="878"/>
                      <a:pt x="1308" y="878"/>
                    </a:cubicBezTo>
                    <a:cubicBezTo>
                      <a:pt x="1756" y="878"/>
                      <a:pt x="2204" y="782"/>
                      <a:pt x="2624" y="601"/>
                    </a:cubicBezTo>
                    <a:lnTo>
                      <a:pt x="2624" y="0"/>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86" name="Google Shape;1886;p43"/>
              <p:cNvSpPr/>
              <p:nvPr/>
            </p:nvSpPr>
            <p:spPr>
              <a:xfrm>
                <a:off x="8098187" y="2482239"/>
                <a:ext cx="192617" cy="154387"/>
              </a:xfrm>
              <a:custGeom>
                <a:avLst/>
                <a:gdLst/>
                <a:ahLst/>
                <a:cxnLst/>
                <a:rect l="l" t="t" r="r" b="b"/>
                <a:pathLst>
                  <a:path w="7356" h="5896" extrusionOk="0">
                    <a:moveTo>
                      <a:pt x="2156" y="0"/>
                    </a:moveTo>
                    <a:cubicBezTo>
                      <a:pt x="1431" y="0"/>
                      <a:pt x="840" y="582"/>
                      <a:pt x="840" y="1307"/>
                    </a:cubicBezTo>
                    <a:lnTo>
                      <a:pt x="840" y="2185"/>
                    </a:lnTo>
                    <a:lnTo>
                      <a:pt x="735" y="2185"/>
                    </a:lnTo>
                    <a:cubicBezTo>
                      <a:pt x="0" y="2185"/>
                      <a:pt x="0" y="3273"/>
                      <a:pt x="735" y="3273"/>
                    </a:cubicBezTo>
                    <a:lnTo>
                      <a:pt x="849" y="3273"/>
                    </a:lnTo>
                    <a:cubicBezTo>
                      <a:pt x="964" y="4751"/>
                      <a:pt x="2194" y="5896"/>
                      <a:pt x="3683" y="5896"/>
                    </a:cubicBezTo>
                    <a:cubicBezTo>
                      <a:pt x="5161" y="5896"/>
                      <a:pt x="6392" y="4751"/>
                      <a:pt x="6506" y="3273"/>
                    </a:cubicBezTo>
                    <a:lnTo>
                      <a:pt x="6630" y="3273"/>
                    </a:lnTo>
                    <a:cubicBezTo>
                      <a:pt x="7356" y="3273"/>
                      <a:pt x="7356" y="2185"/>
                      <a:pt x="6630" y="2185"/>
                    </a:cubicBezTo>
                    <a:lnTo>
                      <a:pt x="6526" y="2185"/>
                    </a:lnTo>
                    <a:lnTo>
                      <a:pt x="6526" y="1307"/>
                    </a:lnTo>
                    <a:cubicBezTo>
                      <a:pt x="6526" y="582"/>
                      <a:pt x="5934" y="0"/>
                      <a:pt x="520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87" name="Google Shape;1887;p43"/>
              <p:cNvSpPr/>
              <p:nvPr/>
            </p:nvSpPr>
            <p:spPr>
              <a:xfrm>
                <a:off x="8154642" y="2539872"/>
                <a:ext cx="11521" cy="17334"/>
              </a:xfrm>
              <a:custGeom>
                <a:avLst/>
                <a:gdLst/>
                <a:ahLst/>
                <a:cxnLst/>
                <a:rect l="l" t="t" r="r" b="b"/>
                <a:pathLst>
                  <a:path w="440" h="662" extrusionOk="0">
                    <a:moveTo>
                      <a:pt x="220" y="1"/>
                    </a:moveTo>
                    <a:cubicBezTo>
                      <a:pt x="110" y="1"/>
                      <a:pt x="0" y="75"/>
                      <a:pt x="0" y="222"/>
                    </a:cubicBezTo>
                    <a:lnTo>
                      <a:pt x="0" y="442"/>
                    </a:lnTo>
                    <a:cubicBezTo>
                      <a:pt x="0" y="556"/>
                      <a:pt x="96" y="661"/>
                      <a:pt x="220" y="661"/>
                    </a:cubicBezTo>
                    <a:cubicBezTo>
                      <a:pt x="334" y="652"/>
                      <a:pt x="439" y="556"/>
                      <a:pt x="439" y="442"/>
                    </a:cubicBezTo>
                    <a:lnTo>
                      <a:pt x="439" y="222"/>
                    </a:lnTo>
                    <a:cubicBezTo>
                      <a:pt x="439" y="75"/>
                      <a:pt x="329" y="1"/>
                      <a:pt x="220"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88" name="Google Shape;1888;p43"/>
              <p:cNvSpPr/>
              <p:nvPr/>
            </p:nvSpPr>
            <p:spPr>
              <a:xfrm>
                <a:off x="8223325" y="2539872"/>
                <a:ext cx="11286" cy="17334"/>
              </a:xfrm>
              <a:custGeom>
                <a:avLst/>
                <a:gdLst/>
                <a:ahLst/>
                <a:cxnLst/>
                <a:rect l="l" t="t" r="r" b="b"/>
                <a:pathLst>
                  <a:path w="431" h="662" extrusionOk="0">
                    <a:moveTo>
                      <a:pt x="215" y="1"/>
                    </a:moveTo>
                    <a:cubicBezTo>
                      <a:pt x="108" y="1"/>
                      <a:pt x="1" y="75"/>
                      <a:pt x="1" y="222"/>
                    </a:cubicBezTo>
                    <a:lnTo>
                      <a:pt x="1" y="442"/>
                    </a:lnTo>
                    <a:cubicBezTo>
                      <a:pt x="1" y="556"/>
                      <a:pt x="96" y="661"/>
                      <a:pt x="220" y="661"/>
                    </a:cubicBezTo>
                    <a:cubicBezTo>
                      <a:pt x="335" y="652"/>
                      <a:pt x="430" y="556"/>
                      <a:pt x="430" y="442"/>
                    </a:cubicBezTo>
                    <a:lnTo>
                      <a:pt x="430" y="222"/>
                    </a:lnTo>
                    <a:cubicBezTo>
                      <a:pt x="430" y="75"/>
                      <a:pt x="323" y="1"/>
                      <a:pt x="215"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89" name="Google Shape;1889;p43"/>
              <p:cNvSpPr/>
              <p:nvPr/>
            </p:nvSpPr>
            <p:spPr>
              <a:xfrm>
                <a:off x="8169358" y="2585094"/>
                <a:ext cx="50720" cy="17334"/>
              </a:xfrm>
              <a:custGeom>
                <a:avLst/>
                <a:gdLst/>
                <a:ahLst/>
                <a:cxnLst/>
                <a:rect l="l" t="t" r="r" b="b"/>
                <a:pathLst>
                  <a:path w="1937" h="662" extrusionOk="0">
                    <a:moveTo>
                      <a:pt x="310" y="0"/>
                    </a:moveTo>
                    <a:cubicBezTo>
                      <a:pt x="144" y="0"/>
                      <a:pt x="0" y="221"/>
                      <a:pt x="154" y="375"/>
                    </a:cubicBezTo>
                    <a:cubicBezTo>
                      <a:pt x="373" y="558"/>
                      <a:pt x="645" y="662"/>
                      <a:pt x="928" y="662"/>
                    </a:cubicBezTo>
                    <a:cubicBezTo>
                      <a:pt x="940" y="662"/>
                      <a:pt x="952" y="661"/>
                      <a:pt x="965" y="661"/>
                    </a:cubicBezTo>
                    <a:cubicBezTo>
                      <a:pt x="977" y="661"/>
                      <a:pt x="989" y="662"/>
                      <a:pt x="1002" y="662"/>
                    </a:cubicBezTo>
                    <a:cubicBezTo>
                      <a:pt x="1284" y="662"/>
                      <a:pt x="1556" y="558"/>
                      <a:pt x="1776" y="375"/>
                    </a:cubicBezTo>
                    <a:cubicBezTo>
                      <a:pt x="1936" y="221"/>
                      <a:pt x="1789" y="0"/>
                      <a:pt x="1621" y="0"/>
                    </a:cubicBezTo>
                    <a:cubicBezTo>
                      <a:pt x="1570" y="0"/>
                      <a:pt x="1517" y="21"/>
                      <a:pt x="1470" y="70"/>
                    </a:cubicBezTo>
                    <a:cubicBezTo>
                      <a:pt x="1318" y="170"/>
                      <a:pt x="1141" y="220"/>
                      <a:pt x="965" y="220"/>
                    </a:cubicBezTo>
                    <a:cubicBezTo>
                      <a:pt x="788" y="220"/>
                      <a:pt x="612" y="170"/>
                      <a:pt x="459" y="70"/>
                    </a:cubicBezTo>
                    <a:cubicBezTo>
                      <a:pt x="412" y="21"/>
                      <a:pt x="360" y="0"/>
                      <a:pt x="3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90" name="Google Shape;1890;p43"/>
              <p:cNvSpPr/>
              <p:nvPr/>
            </p:nvSpPr>
            <p:spPr>
              <a:xfrm>
                <a:off x="8146734" y="2519317"/>
                <a:ext cx="23017" cy="14664"/>
              </a:xfrm>
              <a:custGeom>
                <a:avLst/>
                <a:gdLst/>
                <a:ahLst/>
                <a:cxnLst/>
                <a:rect l="l" t="t" r="r" b="b"/>
                <a:pathLst>
                  <a:path w="879" h="560" extrusionOk="0">
                    <a:moveTo>
                      <a:pt x="566" y="1"/>
                    </a:moveTo>
                    <a:cubicBezTo>
                      <a:pt x="534" y="1"/>
                      <a:pt x="500" y="8"/>
                      <a:pt x="464" y="25"/>
                    </a:cubicBezTo>
                    <a:lnTo>
                      <a:pt x="207" y="149"/>
                    </a:lnTo>
                    <a:cubicBezTo>
                      <a:pt x="0" y="243"/>
                      <a:pt x="62" y="559"/>
                      <a:pt x="292" y="559"/>
                    </a:cubicBezTo>
                    <a:cubicBezTo>
                      <a:pt x="295" y="559"/>
                      <a:pt x="299" y="559"/>
                      <a:pt x="302" y="559"/>
                    </a:cubicBezTo>
                    <a:cubicBezTo>
                      <a:pt x="331" y="559"/>
                      <a:pt x="369" y="550"/>
                      <a:pt x="398" y="540"/>
                    </a:cubicBezTo>
                    <a:lnTo>
                      <a:pt x="655" y="426"/>
                    </a:lnTo>
                    <a:cubicBezTo>
                      <a:pt x="878" y="310"/>
                      <a:pt x="772" y="1"/>
                      <a:pt x="56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91" name="Google Shape;1891;p43"/>
              <p:cNvSpPr/>
              <p:nvPr/>
            </p:nvSpPr>
            <p:spPr>
              <a:xfrm>
                <a:off x="8219476" y="2519317"/>
                <a:ext cx="23278" cy="14664"/>
              </a:xfrm>
              <a:custGeom>
                <a:avLst/>
                <a:gdLst/>
                <a:ahLst/>
                <a:cxnLst/>
                <a:rect l="l" t="t" r="r" b="b"/>
                <a:pathLst>
                  <a:path w="889" h="560" extrusionOk="0">
                    <a:moveTo>
                      <a:pt x="313" y="1"/>
                    </a:moveTo>
                    <a:cubicBezTo>
                      <a:pt x="107" y="1"/>
                      <a:pt x="1" y="310"/>
                      <a:pt x="224" y="426"/>
                    </a:cubicBezTo>
                    <a:lnTo>
                      <a:pt x="491" y="540"/>
                    </a:lnTo>
                    <a:cubicBezTo>
                      <a:pt x="520" y="550"/>
                      <a:pt x="548" y="559"/>
                      <a:pt x="577" y="559"/>
                    </a:cubicBezTo>
                    <a:cubicBezTo>
                      <a:pt x="580" y="559"/>
                      <a:pt x="584" y="559"/>
                      <a:pt x="587" y="559"/>
                    </a:cubicBezTo>
                    <a:cubicBezTo>
                      <a:pt x="818" y="559"/>
                      <a:pt x="889" y="243"/>
                      <a:pt x="672" y="149"/>
                    </a:cubicBezTo>
                    <a:lnTo>
                      <a:pt x="415" y="25"/>
                    </a:lnTo>
                    <a:cubicBezTo>
                      <a:pt x="379" y="8"/>
                      <a:pt x="345" y="1"/>
                      <a:pt x="3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92" name="Google Shape;1892;p43"/>
              <p:cNvSpPr/>
              <p:nvPr/>
            </p:nvSpPr>
            <p:spPr>
              <a:xfrm>
                <a:off x="8062968" y="2692321"/>
                <a:ext cx="263316" cy="81697"/>
              </a:xfrm>
              <a:custGeom>
                <a:avLst/>
                <a:gdLst/>
                <a:ahLst/>
                <a:cxnLst/>
                <a:rect l="l" t="t" r="r" b="b"/>
                <a:pathLst>
                  <a:path w="10056" h="3120" extrusionOk="0">
                    <a:moveTo>
                      <a:pt x="1393" y="0"/>
                    </a:moveTo>
                    <a:lnTo>
                      <a:pt x="878" y="182"/>
                    </a:lnTo>
                    <a:cubicBezTo>
                      <a:pt x="353" y="372"/>
                      <a:pt x="0" y="869"/>
                      <a:pt x="0" y="1422"/>
                    </a:cubicBezTo>
                    <a:lnTo>
                      <a:pt x="0" y="2462"/>
                    </a:lnTo>
                    <a:cubicBezTo>
                      <a:pt x="0" y="2824"/>
                      <a:pt x="296" y="3120"/>
                      <a:pt x="658" y="3120"/>
                    </a:cubicBezTo>
                    <a:lnTo>
                      <a:pt x="9397" y="3120"/>
                    </a:lnTo>
                    <a:cubicBezTo>
                      <a:pt x="9759" y="3120"/>
                      <a:pt x="10055" y="2824"/>
                      <a:pt x="10055" y="2462"/>
                    </a:cubicBezTo>
                    <a:lnTo>
                      <a:pt x="10055" y="1422"/>
                    </a:lnTo>
                    <a:cubicBezTo>
                      <a:pt x="10055" y="869"/>
                      <a:pt x="9702" y="372"/>
                      <a:pt x="9178" y="182"/>
                    </a:cubicBezTo>
                    <a:lnTo>
                      <a:pt x="8662" y="0"/>
                    </a:lnTo>
                    <a:cubicBezTo>
                      <a:pt x="7747" y="1202"/>
                      <a:pt x="6387" y="1803"/>
                      <a:pt x="5028" y="1803"/>
                    </a:cubicBezTo>
                    <a:cubicBezTo>
                      <a:pt x="3668" y="1803"/>
                      <a:pt x="2309" y="1202"/>
                      <a:pt x="13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93" name="Google Shape;1893;p43"/>
              <p:cNvSpPr/>
              <p:nvPr/>
            </p:nvSpPr>
            <p:spPr>
              <a:xfrm>
                <a:off x="8087949" y="2692557"/>
                <a:ext cx="213355" cy="58550"/>
              </a:xfrm>
              <a:custGeom>
                <a:avLst/>
                <a:gdLst/>
                <a:ahLst/>
                <a:cxnLst/>
                <a:rect l="l" t="t" r="r" b="b"/>
                <a:pathLst>
                  <a:path w="8148" h="2236" extrusionOk="0">
                    <a:moveTo>
                      <a:pt x="439" y="1"/>
                    </a:moveTo>
                    <a:lnTo>
                      <a:pt x="0" y="154"/>
                    </a:lnTo>
                    <a:cubicBezTo>
                      <a:pt x="1002" y="1542"/>
                      <a:pt x="2538" y="2236"/>
                      <a:pt x="4074" y="2236"/>
                    </a:cubicBezTo>
                    <a:cubicBezTo>
                      <a:pt x="5610" y="2236"/>
                      <a:pt x="7146" y="1542"/>
                      <a:pt x="8147" y="154"/>
                    </a:cubicBezTo>
                    <a:lnTo>
                      <a:pt x="7708" y="1"/>
                    </a:lnTo>
                    <a:cubicBezTo>
                      <a:pt x="6850" y="1127"/>
                      <a:pt x="5505" y="1794"/>
                      <a:pt x="4074" y="1794"/>
                    </a:cubicBezTo>
                    <a:cubicBezTo>
                      <a:pt x="2652" y="1794"/>
                      <a:pt x="1307" y="1127"/>
                      <a:pt x="4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94" name="Google Shape;1894;p43"/>
              <p:cNvSpPr/>
              <p:nvPr/>
            </p:nvSpPr>
            <p:spPr>
              <a:xfrm>
                <a:off x="8102429" y="2482239"/>
                <a:ext cx="138152" cy="154387"/>
              </a:xfrm>
              <a:custGeom>
                <a:avLst/>
                <a:gdLst/>
                <a:ahLst/>
                <a:cxnLst/>
                <a:rect l="l" t="t" r="r" b="b"/>
                <a:pathLst>
                  <a:path w="5276" h="5896" extrusionOk="0">
                    <a:moveTo>
                      <a:pt x="1994" y="0"/>
                    </a:moveTo>
                    <a:cubicBezTo>
                      <a:pt x="1269" y="0"/>
                      <a:pt x="678" y="582"/>
                      <a:pt x="678" y="1307"/>
                    </a:cubicBezTo>
                    <a:lnTo>
                      <a:pt x="678" y="2185"/>
                    </a:lnTo>
                    <a:lnTo>
                      <a:pt x="611" y="2185"/>
                    </a:lnTo>
                    <a:cubicBezTo>
                      <a:pt x="604" y="2185"/>
                      <a:pt x="598" y="2185"/>
                      <a:pt x="592" y="2185"/>
                    </a:cubicBezTo>
                    <a:cubicBezTo>
                      <a:pt x="304" y="2185"/>
                      <a:pt x="66" y="2392"/>
                      <a:pt x="29" y="2672"/>
                    </a:cubicBezTo>
                    <a:cubicBezTo>
                      <a:pt x="0" y="2996"/>
                      <a:pt x="248" y="3273"/>
                      <a:pt x="573" y="3273"/>
                    </a:cubicBezTo>
                    <a:lnTo>
                      <a:pt x="697" y="3273"/>
                    </a:lnTo>
                    <a:cubicBezTo>
                      <a:pt x="800" y="4776"/>
                      <a:pt x="2054" y="5895"/>
                      <a:pt x="3501" y="5895"/>
                    </a:cubicBezTo>
                    <a:cubicBezTo>
                      <a:pt x="3652" y="5895"/>
                      <a:pt x="3805" y="5883"/>
                      <a:pt x="3959" y="5858"/>
                    </a:cubicBezTo>
                    <a:cubicBezTo>
                      <a:pt x="2576" y="5648"/>
                      <a:pt x="1555" y="4455"/>
                      <a:pt x="1555" y="3053"/>
                    </a:cubicBezTo>
                    <a:lnTo>
                      <a:pt x="1555" y="1307"/>
                    </a:lnTo>
                    <a:cubicBezTo>
                      <a:pt x="1555" y="830"/>
                      <a:pt x="1947" y="439"/>
                      <a:pt x="2433" y="439"/>
                    </a:cubicBezTo>
                    <a:lnTo>
                      <a:pt x="4837" y="439"/>
                    </a:lnTo>
                    <a:cubicBezTo>
                      <a:pt x="5076" y="439"/>
                      <a:pt x="5276" y="239"/>
                      <a:pt x="5276" y="0"/>
                    </a:cubicBez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grpSp>
      <p:grpSp>
        <p:nvGrpSpPr>
          <p:cNvPr id="1895" name="Google Shape;1895;p43"/>
          <p:cNvGrpSpPr/>
          <p:nvPr/>
        </p:nvGrpSpPr>
        <p:grpSpPr>
          <a:xfrm>
            <a:off x="4239269" y="3019965"/>
            <a:ext cx="648900" cy="648900"/>
            <a:chOff x="6960800" y="3087400"/>
            <a:chExt cx="648900" cy="648900"/>
          </a:xfrm>
        </p:grpSpPr>
        <p:sp>
          <p:nvSpPr>
            <p:cNvPr id="1896" name="Google Shape;1896;p43"/>
            <p:cNvSpPr/>
            <p:nvPr/>
          </p:nvSpPr>
          <p:spPr>
            <a:xfrm>
              <a:off x="6960800" y="3087400"/>
              <a:ext cx="648900" cy="64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nvGrpSpPr>
            <p:cNvPr id="1897" name="Google Shape;1897;p43"/>
            <p:cNvGrpSpPr/>
            <p:nvPr/>
          </p:nvGrpSpPr>
          <p:grpSpPr>
            <a:xfrm>
              <a:off x="7093511" y="3164132"/>
              <a:ext cx="383491" cy="495449"/>
              <a:chOff x="7606826" y="2419290"/>
              <a:chExt cx="274550" cy="354728"/>
            </a:xfrm>
          </p:grpSpPr>
          <p:sp>
            <p:nvSpPr>
              <p:cNvPr id="1898" name="Google Shape;1898;p43"/>
              <p:cNvSpPr/>
              <p:nvPr/>
            </p:nvSpPr>
            <p:spPr>
              <a:xfrm>
                <a:off x="7606826" y="2619370"/>
                <a:ext cx="274550" cy="154649"/>
              </a:xfrm>
              <a:custGeom>
                <a:avLst/>
                <a:gdLst/>
                <a:ahLst/>
                <a:cxnLst/>
                <a:rect l="l" t="t" r="r" b="b"/>
                <a:pathLst>
                  <a:path w="10485" h="5906" extrusionOk="0">
                    <a:moveTo>
                      <a:pt x="3711" y="1"/>
                    </a:moveTo>
                    <a:lnTo>
                      <a:pt x="3711" y="1041"/>
                    </a:lnTo>
                    <a:cubicBezTo>
                      <a:pt x="3711" y="1336"/>
                      <a:pt x="3520" y="1584"/>
                      <a:pt x="3244" y="1670"/>
                    </a:cubicBezTo>
                    <a:lnTo>
                      <a:pt x="935" y="2348"/>
                    </a:lnTo>
                    <a:cubicBezTo>
                      <a:pt x="382" y="2510"/>
                      <a:pt x="0" y="3025"/>
                      <a:pt x="0" y="3607"/>
                    </a:cubicBezTo>
                    <a:lnTo>
                      <a:pt x="0" y="5248"/>
                    </a:lnTo>
                    <a:cubicBezTo>
                      <a:pt x="0" y="5610"/>
                      <a:pt x="286" y="5906"/>
                      <a:pt x="649" y="5906"/>
                    </a:cubicBezTo>
                    <a:lnTo>
                      <a:pt x="9826" y="5906"/>
                    </a:lnTo>
                    <a:cubicBezTo>
                      <a:pt x="10189" y="5906"/>
                      <a:pt x="10485" y="5610"/>
                      <a:pt x="10485" y="5248"/>
                    </a:cubicBezTo>
                    <a:lnTo>
                      <a:pt x="10485" y="3607"/>
                    </a:lnTo>
                    <a:cubicBezTo>
                      <a:pt x="10485" y="3025"/>
                      <a:pt x="10093" y="2510"/>
                      <a:pt x="9540" y="2348"/>
                    </a:cubicBezTo>
                    <a:lnTo>
                      <a:pt x="7241" y="1670"/>
                    </a:lnTo>
                    <a:cubicBezTo>
                      <a:pt x="6955" y="1584"/>
                      <a:pt x="6764" y="1336"/>
                      <a:pt x="6764" y="1041"/>
                    </a:cubicBezTo>
                    <a:lnTo>
                      <a:pt x="67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899" name="Google Shape;1899;p43"/>
              <p:cNvSpPr/>
              <p:nvPr/>
            </p:nvSpPr>
            <p:spPr>
              <a:xfrm>
                <a:off x="7606826" y="2667576"/>
                <a:ext cx="274550" cy="106442"/>
              </a:xfrm>
              <a:custGeom>
                <a:avLst/>
                <a:gdLst/>
                <a:ahLst/>
                <a:cxnLst/>
                <a:rect l="l" t="t" r="r" b="b"/>
                <a:pathLst>
                  <a:path w="10485" h="4065" extrusionOk="0">
                    <a:moveTo>
                      <a:pt x="2671" y="1"/>
                    </a:moveTo>
                    <a:lnTo>
                      <a:pt x="935" y="507"/>
                    </a:lnTo>
                    <a:cubicBezTo>
                      <a:pt x="382" y="669"/>
                      <a:pt x="0" y="1184"/>
                      <a:pt x="0" y="1766"/>
                    </a:cubicBezTo>
                    <a:lnTo>
                      <a:pt x="0" y="3407"/>
                    </a:lnTo>
                    <a:cubicBezTo>
                      <a:pt x="0" y="3769"/>
                      <a:pt x="286" y="4065"/>
                      <a:pt x="649" y="4065"/>
                    </a:cubicBezTo>
                    <a:lnTo>
                      <a:pt x="9826" y="4065"/>
                    </a:lnTo>
                    <a:cubicBezTo>
                      <a:pt x="10189" y="4065"/>
                      <a:pt x="10485" y="3769"/>
                      <a:pt x="10485" y="3407"/>
                    </a:cubicBezTo>
                    <a:lnTo>
                      <a:pt x="10485" y="1766"/>
                    </a:lnTo>
                    <a:cubicBezTo>
                      <a:pt x="10485" y="1184"/>
                      <a:pt x="10093" y="669"/>
                      <a:pt x="9540" y="507"/>
                    </a:cubicBezTo>
                    <a:lnTo>
                      <a:pt x="7804" y="1"/>
                    </a:lnTo>
                    <a:cubicBezTo>
                      <a:pt x="7556" y="1213"/>
                      <a:pt x="6478" y="2090"/>
                      <a:pt x="5238" y="2090"/>
                    </a:cubicBezTo>
                    <a:cubicBezTo>
                      <a:pt x="3997" y="2090"/>
                      <a:pt x="2919" y="1213"/>
                      <a:pt x="26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00" name="Google Shape;1900;p43"/>
              <p:cNvSpPr/>
              <p:nvPr/>
            </p:nvSpPr>
            <p:spPr>
              <a:xfrm>
                <a:off x="7703998" y="2619370"/>
                <a:ext cx="79943" cy="22886"/>
              </a:xfrm>
              <a:custGeom>
                <a:avLst/>
                <a:gdLst/>
                <a:ahLst/>
                <a:cxnLst/>
                <a:rect l="l" t="t" r="r" b="b"/>
                <a:pathLst>
                  <a:path w="3053" h="874" extrusionOk="0">
                    <a:moveTo>
                      <a:pt x="0" y="1"/>
                    </a:moveTo>
                    <a:lnTo>
                      <a:pt x="0" y="487"/>
                    </a:lnTo>
                    <a:cubicBezTo>
                      <a:pt x="477" y="745"/>
                      <a:pt x="1002" y="874"/>
                      <a:pt x="1527" y="874"/>
                    </a:cubicBezTo>
                    <a:cubicBezTo>
                      <a:pt x="2051" y="874"/>
                      <a:pt x="2576" y="745"/>
                      <a:pt x="3053" y="487"/>
                    </a:cubicBezTo>
                    <a:lnTo>
                      <a:pt x="3053" y="1"/>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01" name="Google Shape;1901;p43"/>
              <p:cNvSpPr/>
              <p:nvPr/>
            </p:nvSpPr>
            <p:spPr>
              <a:xfrm>
                <a:off x="7647543" y="2470744"/>
                <a:ext cx="192617" cy="160147"/>
              </a:xfrm>
              <a:custGeom>
                <a:avLst/>
                <a:gdLst/>
                <a:ahLst/>
                <a:cxnLst/>
                <a:rect l="l" t="t" r="r" b="b"/>
                <a:pathLst>
                  <a:path w="7356" h="6116" extrusionOk="0">
                    <a:moveTo>
                      <a:pt x="840" y="1"/>
                    </a:moveTo>
                    <a:lnTo>
                      <a:pt x="840" y="2405"/>
                    </a:lnTo>
                    <a:lnTo>
                      <a:pt x="735" y="2405"/>
                    </a:lnTo>
                    <a:cubicBezTo>
                      <a:pt x="0" y="2405"/>
                      <a:pt x="0" y="3492"/>
                      <a:pt x="735" y="3492"/>
                    </a:cubicBezTo>
                    <a:lnTo>
                      <a:pt x="849" y="3492"/>
                    </a:lnTo>
                    <a:cubicBezTo>
                      <a:pt x="964" y="4971"/>
                      <a:pt x="2194" y="6116"/>
                      <a:pt x="3683" y="6116"/>
                    </a:cubicBezTo>
                    <a:cubicBezTo>
                      <a:pt x="5161" y="6116"/>
                      <a:pt x="6392" y="4971"/>
                      <a:pt x="6506" y="3492"/>
                    </a:cubicBezTo>
                    <a:lnTo>
                      <a:pt x="6630" y="3492"/>
                    </a:lnTo>
                    <a:cubicBezTo>
                      <a:pt x="7355" y="3492"/>
                      <a:pt x="7355" y="2405"/>
                      <a:pt x="6630" y="2405"/>
                    </a:cubicBezTo>
                    <a:lnTo>
                      <a:pt x="6525" y="2405"/>
                    </a:lnTo>
                    <a:lnTo>
                      <a:pt x="65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02" name="Google Shape;1902;p43"/>
              <p:cNvSpPr/>
              <p:nvPr/>
            </p:nvSpPr>
            <p:spPr>
              <a:xfrm>
                <a:off x="7651785" y="2470744"/>
                <a:ext cx="166379" cy="160121"/>
              </a:xfrm>
              <a:custGeom>
                <a:avLst/>
                <a:gdLst/>
                <a:ahLst/>
                <a:cxnLst/>
                <a:rect l="l" t="t" r="r" b="b"/>
                <a:pathLst>
                  <a:path w="6354" h="6115" extrusionOk="0">
                    <a:moveTo>
                      <a:pt x="678" y="1"/>
                    </a:moveTo>
                    <a:lnTo>
                      <a:pt x="678" y="2405"/>
                    </a:lnTo>
                    <a:lnTo>
                      <a:pt x="601" y="2405"/>
                    </a:lnTo>
                    <a:cubicBezTo>
                      <a:pt x="595" y="2404"/>
                      <a:pt x="589" y="2404"/>
                      <a:pt x="583" y="2404"/>
                    </a:cubicBezTo>
                    <a:cubicBezTo>
                      <a:pt x="304" y="2404"/>
                      <a:pt x="66" y="2611"/>
                      <a:pt x="29" y="2891"/>
                    </a:cubicBezTo>
                    <a:cubicBezTo>
                      <a:pt x="0" y="3215"/>
                      <a:pt x="248" y="3492"/>
                      <a:pt x="573" y="3492"/>
                    </a:cubicBezTo>
                    <a:lnTo>
                      <a:pt x="687" y="3492"/>
                    </a:lnTo>
                    <a:cubicBezTo>
                      <a:pt x="800" y="4995"/>
                      <a:pt x="2046" y="6115"/>
                      <a:pt x="3499" y="6115"/>
                    </a:cubicBezTo>
                    <a:cubicBezTo>
                      <a:pt x="3650" y="6115"/>
                      <a:pt x="3804" y="6103"/>
                      <a:pt x="3959" y="6077"/>
                    </a:cubicBezTo>
                    <a:cubicBezTo>
                      <a:pt x="2576" y="5868"/>
                      <a:pt x="1555" y="4675"/>
                      <a:pt x="1555" y="3282"/>
                    </a:cubicBezTo>
                    <a:lnTo>
                      <a:pt x="1555" y="1527"/>
                    </a:lnTo>
                    <a:cubicBezTo>
                      <a:pt x="1555" y="1050"/>
                      <a:pt x="1946" y="659"/>
                      <a:pt x="2433" y="659"/>
                    </a:cubicBezTo>
                    <a:lnTo>
                      <a:pt x="3740" y="659"/>
                    </a:lnTo>
                    <a:cubicBezTo>
                      <a:pt x="3932" y="802"/>
                      <a:pt x="4163" y="875"/>
                      <a:pt x="4392" y="875"/>
                    </a:cubicBezTo>
                    <a:cubicBezTo>
                      <a:pt x="4562" y="875"/>
                      <a:pt x="4731" y="835"/>
                      <a:pt x="4885" y="754"/>
                    </a:cubicBezTo>
                    <a:cubicBezTo>
                      <a:pt x="5184" y="972"/>
                      <a:pt x="5547" y="1088"/>
                      <a:pt x="5914" y="1088"/>
                    </a:cubicBezTo>
                    <a:cubicBezTo>
                      <a:pt x="6061" y="1088"/>
                      <a:pt x="6209" y="1069"/>
                      <a:pt x="6354" y="1031"/>
                    </a:cubicBezTo>
                    <a:lnTo>
                      <a:pt x="6354" y="1"/>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03" name="Google Shape;1903;p43"/>
              <p:cNvSpPr/>
              <p:nvPr/>
            </p:nvSpPr>
            <p:spPr>
              <a:xfrm>
                <a:off x="7654770" y="2419290"/>
                <a:ext cx="174156" cy="114428"/>
              </a:xfrm>
              <a:custGeom>
                <a:avLst/>
                <a:gdLst/>
                <a:ahLst/>
                <a:cxnLst/>
                <a:rect l="l" t="t" r="r" b="b"/>
                <a:pathLst>
                  <a:path w="6651" h="4370" extrusionOk="0">
                    <a:moveTo>
                      <a:pt x="1842" y="0"/>
                    </a:moveTo>
                    <a:cubicBezTo>
                      <a:pt x="812" y="0"/>
                      <a:pt x="1" y="897"/>
                      <a:pt x="106" y="1918"/>
                    </a:cubicBezTo>
                    <a:lnTo>
                      <a:pt x="344" y="4370"/>
                    </a:lnTo>
                    <a:lnTo>
                      <a:pt x="564" y="4370"/>
                    </a:lnTo>
                    <a:cubicBezTo>
                      <a:pt x="812" y="4370"/>
                      <a:pt x="1003" y="4169"/>
                      <a:pt x="1003" y="3931"/>
                    </a:cubicBezTo>
                    <a:lnTo>
                      <a:pt x="1003" y="2967"/>
                    </a:lnTo>
                    <a:cubicBezTo>
                      <a:pt x="1003" y="2481"/>
                      <a:pt x="1394" y="2090"/>
                      <a:pt x="1880" y="2090"/>
                    </a:cubicBezTo>
                    <a:lnTo>
                      <a:pt x="5811" y="2090"/>
                    </a:lnTo>
                    <a:lnTo>
                      <a:pt x="5811" y="3931"/>
                    </a:lnTo>
                    <a:cubicBezTo>
                      <a:pt x="5811" y="4169"/>
                      <a:pt x="6011" y="4370"/>
                      <a:pt x="6249" y="4370"/>
                    </a:cubicBezTo>
                    <a:lnTo>
                      <a:pt x="6469" y="4370"/>
                    </a:lnTo>
                    <a:lnTo>
                      <a:pt x="6650" y="2004"/>
                    </a:lnTo>
                    <a:lnTo>
                      <a:pt x="6631" y="2004"/>
                    </a:lnTo>
                    <a:lnTo>
                      <a:pt x="58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04" name="Google Shape;1904;p43"/>
              <p:cNvSpPr/>
              <p:nvPr/>
            </p:nvSpPr>
            <p:spPr>
              <a:xfrm>
                <a:off x="7654770" y="2419290"/>
                <a:ext cx="71983" cy="114428"/>
              </a:xfrm>
              <a:custGeom>
                <a:avLst/>
                <a:gdLst/>
                <a:ahLst/>
                <a:cxnLst/>
                <a:rect l="l" t="t" r="r" b="b"/>
                <a:pathLst>
                  <a:path w="2749" h="4370" extrusionOk="0">
                    <a:moveTo>
                      <a:pt x="1842" y="0"/>
                    </a:moveTo>
                    <a:cubicBezTo>
                      <a:pt x="812" y="0"/>
                      <a:pt x="1" y="888"/>
                      <a:pt x="106" y="1918"/>
                    </a:cubicBezTo>
                    <a:lnTo>
                      <a:pt x="344" y="4370"/>
                    </a:lnTo>
                    <a:lnTo>
                      <a:pt x="564" y="4370"/>
                    </a:lnTo>
                    <a:cubicBezTo>
                      <a:pt x="812" y="4370"/>
                      <a:pt x="1003" y="4169"/>
                      <a:pt x="1003" y="3931"/>
                    </a:cubicBezTo>
                    <a:lnTo>
                      <a:pt x="1003" y="1756"/>
                    </a:lnTo>
                    <a:cubicBezTo>
                      <a:pt x="1003" y="783"/>
                      <a:pt x="1785" y="0"/>
                      <a:pt x="27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05" name="Google Shape;1905;p43"/>
              <p:cNvSpPr/>
              <p:nvPr/>
            </p:nvSpPr>
            <p:spPr>
              <a:xfrm>
                <a:off x="7703998" y="2533640"/>
                <a:ext cx="11495" cy="17308"/>
              </a:xfrm>
              <a:custGeom>
                <a:avLst/>
                <a:gdLst/>
                <a:ahLst/>
                <a:cxnLst/>
                <a:rect l="l" t="t" r="r" b="b"/>
                <a:pathLst>
                  <a:path w="439" h="661" extrusionOk="0">
                    <a:moveTo>
                      <a:pt x="220" y="0"/>
                    </a:moveTo>
                    <a:cubicBezTo>
                      <a:pt x="110" y="0"/>
                      <a:pt x="0" y="74"/>
                      <a:pt x="0" y="222"/>
                    </a:cubicBezTo>
                    <a:lnTo>
                      <a:pt x="0" y="441"/>
                    </a:lnTo>
                    <a:cubicBezTo>
                      <a:pt x="0" y="556"/>
                      <a:pt x="96" y="661"/>
                      <a:pt x="220" y="661"/>
                    </a:cubicBezTo>
                    <a:cubicBezTo>
                      <a:pt x="334" y="661"/>
                      <a:pt x="439" y="556"/>
                      <a:pt x="439" y="441"/>
                    </a:cubicBezTo>
                    <a:lnTo>
                      <a:pt x="439" y="222"/>
                    </a:lnTo>
                    <a:cubicBezTo>
                      <a:pt x="439" y="74"/>
                      <a:pt x="329" y="0"/>
                      <a:pt x="220"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06" name="Google Shape;1906;p43"/>
              <p:cNvSpPr/>
              <p:nvPr/>
            </p:nvSpPr>
            <p:spPr>
              <a:xfrm>
                <a:off x="7772681" y="2533640"/>
                <a:ext cx="11260" cy="17308"/>
              </a:xfrm>
              <a:custGeom>
                <a:avLst/>
                <a:gdLst/>
                <a:ahLst/>
                <a:cxnLst/>
                <a:rect l="l" t="t" r="r" b="b"/>
                <a:pathLst>
                  <a:path w="430" h="661" extrusionOk="0">
                    <a:moveTo>
                      <a:pt x="215" y="0"/>
                    </a:moveTo>
                    <a:cubicBezTo>
                      <a:pt x="108" y="0"/>
                      <a:pt x="1" y="74"/>
                      <a:pt x="1" y="222"/>
                    </a:cubicBezTo>
                    <a:lnTo>
                      <a:pt x="1" y="441"/>
                    </a:lnTo>
                    <a:cubicBezTo>
                      <a:pt x="1" y="556"/>
                      <a:pt x="96" y="661"/>
                      <a:pt x="220" y="661"/>
                    </a:cubicBezTo>
                    <a:cubicBezTo>
                      <a:pt x="335" y="661"/>
                      <a:pt x="430" y="556"/>
                      <a:pt x="430" y="441"/>
                    </a:cubicBezTo>
                    <a:lnTo>
                      <a:pt x="430" y="222"/>
                    </a:lnTo>
                    <a:cubicBezTo>
                      <a:pt x="430" y="74"/>
                      <a:pt x="323" y="0"/>
                      <a:pt x="215"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07" name="Google Shape;1907;p43"/>
              <p:cNvSpPr/>
              <p:nvPr/>
            </p:nvSpPr>
            <p:spPr>
              <a:xfrm>
                <a:off x="7718714" y="2573598"/>
                <a:ext cx="50720" cy="17334"/>
              </a:xfrm>
              <a:custGeom>
                <a:avLst/>
                <a:gdLst/>
                <a:ahLst/>
                <a:cxnLst/>
                <a:rect l="l" t="t" r="r" b="b"/>
                <a:pathLst>
                  <a:path w="1937" h="662" extrusionOk="0">
                    <a:moveTo>
                      <a:pt x="314" y="0"/>
                    </a:moveTo>
                    <a:cubicBezTo>
                      <a:pt x="144" y="0"/>
                      <a:pt x="0" y="221"/>
                      <a:pt x="154" y="375"/>
                    </a:cubicBezTo>
                    <a:cubicBezTo>
                      <a:pt x="372" y="566"/>
                      <a:pt x="643" y="662"/>
                      <a:pt x="924" y="662"/>
                    </a:cubicBezTo>
                    <a:cubicBezTo>
                      <a:pt x="938" y="662"/>
                      <a:pt x="951" y="662"/>
                      <a:pt x="965" y="661"/>
                    </a:cubicBezTo>
                    <a:cubicBezTo>
                      <a:pt x="978" y="662"/>
                      <a:pt x="991" y="662"/>
                      <a:pt x="1005" y="662"/>
                    </a:cubicBezTo>
                    <a:cubicBezTo>
                      <a:pt x="1286" y="662"/>
                      <a:pt x="1557" y="566"/>
                      <a:pt x="1775" y="375"/>
                    </a:cubicBezTo>
                    <a:cubicBezTo>
                      <a:pt x="1936" y="221"/>
                      <a:pt x="1789" y="0"/>
                      <a:pt x="1621" y="0"/>
                    </a:cubicBezTo>
                    <a:cubicBezTo>
                      <a:pt x="1570" y="0"/>
                      <a:pt x="1517" y="21"/>
                      <a:pt x="1470" y="70"/>
                    </a:cubicBezTo>
                    <a:cubicBezTo>
                      <a:pt x="1318" y="170"/>
                      <a:pt x="1141" y="220"/>
                      <a:pt x="966" y="220"/>
                    </a:cubicBezTo>
                    <a:cubicBezTo>
                      <a:pt x="790" y="220"/>
                      <a:pt x="616" y="170"/>
                      <a:pt x="469" y="70"/>
                    </a:cubicBezTo>
                    <a:cubicBezTo>
                      <a:pt x="420" y="21"/>
                      <a:pt x="365" y="0"/>
                      <a:pt x="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08" name="Google Shape;1908;p43"/>
              <p:cNvSpPr/>
              <p:nvPr/>
            </p:nvSpPr>
            <p:spPr>
              <a:xfrm>
                <a:off x="7696483" y="2516463"/>
                <a:ext cx="26525" cy="11521"/>
              </a:xfrm>
              <a:custGeom>
                <a:avLst/>
                <a:gdLst/>
                <a:ahLst/>
                <a:cxnLst/>
                <a:rect l="l" t="t" r="r" b="b"/>
                <a:pathLst>
                  <a:path w="1013" h="440" extrusionOk="0">
                    <a:moveTo>
                      <a:pt x="287" y="0"/>
                    </a:moveTo>
                    <a:cubicBezTo>
                      <a:pt x="1" y="0"/>
                      <a:pt x="1" y="439"/>
                      <a:pt x="287" y="439"/>
                    </a:cubicBezTo>
                    <a:lnTo>
                      <a:pt x="726" y="439"/>
                    </a:lnTo>
                    <a:cubicBezTo>
                      <a:pt x="1012" y="439"/>
                      <a:pt x="1012" y="0"/>
                      <a:pt x="7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09" name="Google Shape;1909;p43"/>
              <p:cNvSpPr/>
              <p:nvPr/>
            </p:nvSpPr>
            <p:spPr>
              <a:xfrm>
                <a:off x="7764931" y="2516463"/>
                <a:ext cx="26761" cy="11521"/>
              </a:xfrm>
              <a:custGeom>
                <a:avLst/>
                <a:gdLst/>
                <a:ahLst/>
                <a:cxnLst/>
                <a:rect l="l" t="t" r="r" b="b"/>
                <a:pathLst>
                  <a:path w="1022" h="440" extrusionOk="0">
                    <a:moveTo>
                      <a:pt x="297" y="0"/>
                    </a:moveTo>
                    <a:cubicBezTo>
                      <a:pt x="1" y="0"/>
                      <a:pt x="1" y="439"/>
                      <a:pt x="297" y="439"/>
                    </a:cubicBezTo>
                    <a:lnTo>
                      <a:pt x="726" y="439"/>
                    </a:lnTo>
                    <a:cubicBezTo>
                      <a:pt x="1022" y="439"/>
                      <a:pt x="1022" y="0"/>
                      <a:pt x="7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10" name="Google Shape;1910;p43"/>
              <p:cNvSpPr/>
              <p:nvPr/>
            </p:nvSpPr>
            <p:spPr>
              <a:xfrm>
                <a:off x="7772681" y="2419290"/>
                <a:ext cx="68474" cy="68709"/>
              </a:xfrm>
              <a:custGeom>
                <a:avLst/>
                <a:gdLst/>
                <a:ahLst/>
                <a:cxnLst/>
                <a:rect l="l" t="t" r="r" b="b"/>
                <a:pathLst>
                  <a:path w="2615" h="2624" extrusionOk="0">
                    <a:moveTo>
                      <a:pt x="1308" y="0"/>
                    </a:moveTo>
                    <a:cubicBezTo>
                      <a:pt x="583" y="0"/>
                      <a:pt x="1" y="582"/>
                      <a:pt x="1" y="1307"/>
                    </a:cubicBezTo>
                    <a:cubicBezTo>
                      <a:pt x="1" y="2032"/>
                      <a:pt x="583" y="2624"/>
                      <a:pt x="1308" y="2624"/>
                    </a:cubicBezTo>
                    <a:cubicBezTo>
                      <a:pt x="2033" y="2624"/>
                      <a:pt x="2615" y="2032"/>
                      <a:pt x="2615" y="1307"/>
                    </a:cubicBezTo>
                    <a:cubicBezTo>
                      <a:pt x="2615" y="582"/>
                      <a:pt x="2033" y="0"/>
                      <a:pt x="13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11" name="Google Shape;1911;p43"/>
              <p:cNvSpPr/>
              <p:nvPr/>
            </p:nvSpPr>
            <p:spPr>
              <a:xfrm>
                <a:off x="7749717" y="2447753"/>
                <a:ext cx="34224" cy="34512"/>
              </a:xfrm>
              <a:custGeom>
                <a:avLst/>
                <a:gdLst/>
                <a:ahLst/>
                <a:cxnLst/>
                <a:rect l="l" t="t" r="r" b="b"/>
                <a:pathLst>
                  <a:path w="1307" h="1318" extrusionOk="0">
                    <a:moveTo>
                      <a:pt x="658" y="1"/>
                    </a:moveTo>
                    <a:cubicBezTo>
                      <a:pt x="296" y="1"/>
                      <a:pt x="0" y="297"/>
                      <a:pt x="0" y="659"/>
                    </a:cubicBezTo>
                    <a:cubicBezTo>
                      <a:pt x="0" y="1022"/>
                      <a:pt x="296" y="1317"/>
                      <a:pt x="658" y="1317"/>
                    </a:cubicBezTo>
                    <a:cubicBezTo>
                      <a:pt x="1021" y="1317"/>
                      <a:pt x="1307" y="1022"/>
                      <a:pt x="1307" y="659"/>
                    </a:cubicBezTo>
                    <a:cubicBezTo>
                      <a:pt x="1307" y="297"/>
                      <a:pt x="1021" y="1"/>
                      <a:pt x="6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12" name="Google Shape;1912;p43"/>
              <p:cNvSpPr/>
              <p:nvPr/>
            </p:nvSpPr>
            <p:spPr>
              <a:xfrm>
                <a:off x="7654770" y="2667576"/>
                <a:ext cx="178398" cy="77717"/>
              </a:xfrm>
              <a:custGeom>
                <a:avLst/>
                <a:gdLst/>
                <a:ahLst/>
                <a:cxnLst/>
                <a:rect l="l" t="t" r="r" b="b"/>
                <a:pathLst>
                  <a:path w="6813" h="2968" extrusionOk="0">
                    <a:moveTo>
                      <a:pt x="840" y="1"/>
                    </a:moveTo>
                    <a:lnTo>
                      <a:pt x="1" y="249"/>
                    </a:lnTo>
                    <a:cubicBezTo>
                      <a:pt x="363" y="1833"/>
                      <a:pt x="1775" y="2968"/>
                      <a:pt x="3407" y="2968"/>
                    </a:cubicBezTo>
                    <a:cubicBezTo>
                      <a:pt x="5038" y="2968"/>
                      <a:pt x="6459" y="1833"/>
                      <a:pt x="6812" y="249"/>
                    </a:cubicBezTo>
                    <a:lnTo>
                      <a:pt x="5982" y="1"/>
                    </a:lnTo>
                    <a:cubicBezTo>
                      <a:pt x="5725" y="1213"/>
                      <a:pt x="4656" y="2090"/>
                      <a:pt x="3416" y="2090"/>
                    </a:cubicBezTo>
                    <a:cubicBezTo>
                      <a:pt x="2166" y="2090"/>
                      <a:pt x="1098" y="1213"/>
                      <a:pt x="8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grpSp>
      <p:grpSp>
        <p:nvGrpSpPr>
          <p:cNvPr id="1913" name="Google Shape;1913;p43"/>
          <p:cNvGrpSpPr/>
          <p:nvPr/>
        </p:nvGrpSpPr>
        <p:grpSpPr>
          <a:xfrm>
            <a:off x="6960800" y="1097973"/>
            <a:ext cx="648900" cy="648900"/>
            <a:chOff x="6960800" y="1377863"/>
            <a:chExt cx="648900" cy="648900"/>
          </a:xfrm>
        </p:grpSpPr>
        <p:sp>
          <p:nvSpPr>
            <p:cNvPr id="1914" name="Google Shape;1914;p43"/>
            <p:cNvSpPr/>
            <p:nvPr/>
          </p:nvSpPr>
          <p:spPr>
            <a:xfrm>
              <a:off x="6960800" y="1377863"/>
              <a:ext cx="648900" cy="64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nvGrpSpPr>
            <p:cNvPr id="1915" name="Google Shape;1915;p43"/>
            <p:cNvGrpSpPr/>
            <p:nvPr/>
          </p:nvGrpSpPr>
          <p:grpSpPr>
            <a:xfrm>
              <a:off x="7093511" y="1454595"/>
              <a:ext cx="383491" cy="495449"/>
              <a:chOff x="7606826" y="2419290"/>
              <a:chExt cx="274550" cy="354728"/>
            </a:xfrm>
          </p:grpSpPr>
          <p:sp>
            <p:nvSpPr>
              <p:cNvPr id="1916" name="Google Shape;1916;p43"/>
              <p:cNvSpPr/>
              <p:nvPr/>
            </p:nvSpPr>
            <p:spPr>
              <a:xfrm>
                <a:off x="7606826" y="2619370"/>
                <a:ext cx="274550" cy="154649"/>
              </a:xfrm>
              <a:custGeom>
                <a:avLst/>
                <a:gdLst/>
                <a:ahLst/>
                <a:cxnLst/>
                <a:rect l="l" t="t" r="r" b="b"/>
                <a:pathLst>
                  <a:path w="10485" h="5906" extrusionOk="0">
                    <a:moveTo>
                      <a:pt x="3711" y="1"/>
                    </a:moveTo>
                    <a:lnTo>
                      <a:pt x="3711" y="1041"/>
                    </a:lnTo>
                    <a:cubicBezTo>
                      <a:pt x="3711" y="1336"/>
                      <a:pt x="3520" y="1584"/>
                      <a:pt x="3244" y="1670"/>
                    </a:cubicBezTo>
                    <a:lnTo>
                      <a:pt x="935" y="2348"/>
                    </a:lnTo>
                    <a:cubicBezTo>
                      <a:pt x="382" y="2510"/>
                      <a:pt x="0" y="3025"/>
                      <a:pt x="0" y="3607"/>
                    </a:cubicBezTo>
                    <a:lnTo>
                      <a:pt x="0" y="5248"/>
                    </a:lnTo>
                    <a:cubicBezTo>
                      <a:pt x="0" y="5610"/>
                      <a:pt x="286" y="5906"/>
                      <a:pt x="649" y="5906"/>
                    </a:cubicBezTo>
                    <a:lnTo>
                      <a:pt x="9826" y="5906"/>
                    </a:lnTo>
                    <a:cubicBezTo>
                      <a:pt x="10189" y="5906"/>
                      <a:pt x="10485" y="5610"/>
                      <a:pt x="10485" y="5248"/>
                    </a:cubicBezTo>
                    <a:lnTo>
                      <a:pt x="10485" y="3607"/>
                    </a:lnTo>
                    <a:cubicBezTo>
                      <a:pt x="10485" y="3025"/>
                      <a:pt x="10093" y="2510"/>
                      <a:pt x="9540" y="2348"/>
                    </a:cubicBezTo>
                    <a:lnTo>
                      <a:pt x="7241" y="1670"/>
                    </a:lnTo>
                    <a:cubicBezTo>
                      <a:pt x="6955" y="1584"/>
                      <a:pt x="6764" y="1336"/>
                      <a:pt x="6764" y="1041"/>
                    </a:cubicBezTo>
                    <a:lnTo>
                      <a:pt x="67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17" name="Google Shape;1917;p43"/>
              <p:cNvSpPr/>
              <p:nvPr/>
            </p:nvSpPr>
            <p:spPr>
              <a:xfrm>
                <a:off x="7606826" y="2667576"/>
                <a:ext cx="274550" cy="106442"/>
              </a:xfrm>
              <a:custGeom>
                <a:avLst/>
                <a:gdLst/>
                <a:ahLst/>
                <a:cxnLst/>
                <a:rect l="l" t="t" r="r" b="b"/>
                <a:pathLst>
                  <a:path w="10485" h="4065" extrusionOk="0">
                    <a:moveTo>
                      <a:pt x="2671" y="1"/>
                    </a:moveTo>
                    <a:lnTo>
                      <a:pt x="935" y="507"/>
                    </a:lnTo>
                    <a:cubicBezTo>
                      <a:pt x="382" y="669"/>
                      <a:pt x="0" y="1184"/>
                      <a:pt x="0" y="1766"/>
                    </a:cubicBezTo>
                    <a:lnTo>
                      <a:pt x="0" y="3407"/>
                    </a:lnTo>
                    <a:cubicBezTo>
                      <a:pt x="0" y="3769"/>
                      <a:pt x="286" y="4065"/>
                      <a:pt x="649" y="4065"/>
                    </a:cubicBezTo>
                    <a:lnTo>
                      <a:pt x="9826" y="4065"/>
                    </a:lnTo>
                    <a:cubicBezTo>
                      <a:pt x="10189" y="4065"/>
                      <a:pt x="10485" y="3769"/>
                      <a:pt x="10485" y="3407"/>
                    </a:cubicBezTo>
                    <a:lnTo>
                      <a:pt x="10485" y="1766"/>
                    </a:lnTo>
                    <a:cubicBezTo>
                      <a:pt x="10485" y="1184"/>
                      <a:pt x="10093" y="669"/>
                      <a:pt x="9540" y="507"/>
                    </a:cubicBezTo>
                    <a:lnTo>
                      <a:pt x="7804" y="1"/>
                    </a:lnTo>
                    <a:cubicBezTo>
                      <a:pt x="7556" y="1213"/>
                      <a:pt x="6478" y="2090"/>
                      <a:pt x="5238" y="2090"/>
                    </a:cubicBezTo>
                    <a:cubicBezTo>
                      <a:pt x="3997" y="2090"/>
                      <a:pt x="2919" y="1213"/>
                      <a:pt x="267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18" name="Google Shape;1918;p43"/>
              <p:cNvSpPr/>
              <p:nvPr/>
            </p:nvSpPr>
            <p:spPr>
              <a:xfrm>
                <a:off x="7703998" y="2619370"/>
                <a:ext cx="79943" cy="22886"/>
              </a:xfrm>
              <a:custGeom>
                <a:avLst/>
                <a:gdLst/>
                <a:ahLst/>
                <a:cxnLst/>
                <a:rect l="l" t="t" r="r" b="b"/>
                <a:pathLst>
                  <a:path w="3053" h="874" extrusionOk="0">
                    <a:moveTo>
                      <a:pt x="0" y="1"/>
                    </a:moveTo>
                    <a:lnTo>
                      <a:pt x="0" y="487"/>
                    </a:lnTo>
                    <a:cubicBezTo>
                      <a:pt x="477" y="745"/>
                      <a:pt x="1002" y="874"/>
                      <a:pt x="1527" y="874"/>
                    </a:cubicBezTo>
                    <a:cubicBezTo>
                      <a:pt x="2051" y="874"/>
                      <a:pt x="2576" y="745"/>
                      <a:pt x="3053" y="487"/>
                    </a:cubicBezTo>
                    <a:lnTo>
                      <a:pt x="3053" y="1"/>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19" name="Google Shape;1919;p43"/>
              <p:cNvSpPr/>
              <p:nvPr/>
            </p:nvSpPr>
            <p:spPr>
              <a:xfrm>
                <a:off x="7647543" y="2470744"/>
                <a:ext cx="192617" cy="160147"/>
              </a:xfrm>
              <a:custGeom>
                <a:avLst/>
                <a:gdLst/>
                <a:ahLst/>
                <a:cxnLst/>
                <a:rect l="l" t="t" r="r" b="b"/>
                <a:pathLst>
                  <a:path w="7356" h="6116" extrusionOk="0">
                    <a:moveTo>
                      <a:pt x="840" y="1"/>
                    </a:moveTo>
                    <a:lnTo>
                      <a:pt x="840" y="2405"/>
                    </a:lnTo>
                    <a:lnTo>
                      <a:pt x="735" y="2405"/>
                    </a:lnTo>
                    <a:cubicBezTo>
                      <a:pt x="0" y="2405"/>
                      <a:pt x="0" y="3492"/>
                      <a:pt x="735" y="3492"/>
                    </a:cubicBezTo>
                    <a:lnTo>
                      <a:pt x="849" y="3492"/>
                    </a:lnTo>
                    <a:cubicBezTo>
                      <a:pt x="964" y="4971"/>
                      <a:pt x="2194" y="6116"/>
                      <a:pt x="3683" y="6116"/>
                    </a:cubicBezTo>
                    <a:cubicBezTo>
                      <a:pt x="5161" y="6116"/>
                      <a:pt x="6392" y="4971"/>
                      <a:pt x="6506" y="3492"/>
                    </a:cubicBezTo>
                    <a:lnTo>
                      <a:pt x="6630" y="3492"/>
                    </a:lnTo>
                    <a:cubicBezTo>
                      <a:pt x="7355" y="3492"/>
                      <a:pt x="7355" y="2405"/>
                      <a:pt x="6630" y="2405"/>
                    </a:cubicBezTo>
                    <a:lnTo>
                      <a:pt x="6525" y="2405"/>
                    </a:lnTo>
                    <a:lnTo>
                      <a:pt x="65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20" name="Google Shape;1920;p43"/>
              <p:cNvSpPr/>
              <p:nvPr/>
            </p:nvSpPr>
            <p:spPr>
              <a:xfrm>
                <a:off x="7651785" y="2470744"/>
                <a:ext cx="166379" cy="160121"/>
              </a:xfrm>
              <a:custGeom>
                <a:avLst/>
                <a:gdLst/>
                <a:ahLst/>
                <a:cxnLst/>
                <a:rect l="l" t="t" r="r" b="b"/>
                <a:pathLst>
                  <a:path w="6354" h="6115" extrusionOk="0">
                    <a:moveTo>
                      <a:pt x="678" y="1"/>
                    </a:moveTo>
                    <a:lnTo>
                      <a:pt x="678" y="2405"/>
                    </a:lnTo>
                    <a:lnTo>
                      <a:pt x="601" y="2405"/>
                    </a:lnTo>
                    <a:cubicBezTo>
                      <a:pt x="595" y="2404"/>
                      <a:pt x="589" y="2404"/>
                      <a:pt x="583" y="2404"/>
                    </a:cubicBezTo>
                    <a:cubicBezTo>
                      <a:pt x="304" y="2404"/>
                      <a:pt x="66" y="2611"/>
                      <a:pt x="29" y="2891"/>
                    </a:cubicBezTo>
                    <a:cubicBezTo>
                      <a:pt x="0" y="3215"/>
                      <a:pt x="248" y="3492"/>
                      <a:pt x="573" y="3492"/>
                    </a:cubicBezTo>
                    <a:lnTo>
                      <a:pt x="687" y="3492"/>
                    </a:lnTo>
                    <a:cubicBezTo>
                      <a:pt x="800" y="4995"/>
                      <a:pt x="2046" y="6115"/>
                      <a:pt x="3499" y="6115"/>
                    </a:cubicBezTo>
                    <a:cubicBezTo>
                      <a:pt x="3650" y="6115"/>
                      <a:pt x="3804" y="6103"/>
                      <a:pt x="3959" y="6077"/>
                    </a:cubicBezTo>
                    <a:cubicBezTo>
                      <a:pt x="2576" y="5868"/>
                      <a:pt x="1555" y="4675"/>
                      <a:pt x="1555" y="3282"/>
                    </a:cubicBezTo>
                    <a:lnTo>
                      <a:pt x="1555" y="1527"/>
                    </a:lnTo>
                    <a:cubicBezTo>
                      <a:pt x="1555" y="1050"/>
                      <a:pt x="1946" y="659"/>
                      <a:pt x="2433" y="659"/>
                    </a:cubicBezTo>
                    <a:lnTo>
                      <a:pt x="3740" y="659"/>
                    </a:lnTo>
                    <a:cubicBezTo>
                      <a:pt x="3932" y="802"/>
                      <a:pt x="4163" y="875"/>
                      <a:pt x="4392" y="875"/>
                    </a:cubicBezTo>
                    <a:cubicBezTo>
                      <a:pt x="4562" y="875"/>
                      <a:pt x="4731" y="835"/>
                      <a:pt x="4885" y="754"/>
                    </a:cubicBezTo>
                    <a:cubicBezTo>
                      <a:pt x="5184" y="972"/>
                      <a:pt x="5547" y="1088"/>
                      <a:pt x="5914" y="1088"/>
                    </a:cubicBezTo>
                    <a:cubicBezTo>
                      <a:pt x="6061" y="1088"/>
                      <a:pt x="6209" y="1069"/>
                      <a:pt x="6354" y="1031"/>
                    </a:cubicBezTo>
                    <a:lnTo>
                      <a:pt x="6354" y="1"/>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21" name="Google Shape;1921;p43"/>
              <p:cNvSpPr/>
              <p:nvPr/>
            </p:nvSpPr>
            <p:spPr>
              <a:xfrm>
                <a:off x="7654770" y="2419290"/>
                <a:ext cx="174156" cy="114428"/>
              </a:xfrm>
              <a:custGeom>
                <a:avLst/>
                <a:gdLst/>
                <a:ahLst/>
                <a:cxnLst/>
                <a:rect l="l" t="t" r="r" b="b"/>
                <a:pathLst>
                  <a:path w="6651" h="4370" extrusionOk="0">
                    <a:moveTo>
                      <a:pt x="1842" y="0"/>
                    </a:moveTo>
                    <a:cubicBezTo>
                      <a:pt x="812" y="0"/>
                      <a:pt x="1" y="897"/>
                      <a:pt x="106" y="1918"/>
                    </a:cubicBezTo>
                    <a:lnTo>
                      <a:pt x="344" y="4370"/>
                    </a:lnTo>
                    <a:lnTo>
                      <a:pt x="564" y="4370"/>
                    </a:lnTo>
                    <a:cubicBezTo>
                      <a:pt x="812" y="4370"/>
                      <a:pt x="1003" y="4169"/>
                      <a:pt x="1003" y="3931"/>
                    </a:cubicBezTo>
                    <a:lnTo>
                      <a:pt x="1003" y="2967"/>
                    </a:lnTo>
                    <a:cubicBezTo>
                      <a:pt x="1003" y="2481"/>
                      <a:pt x="1394" y="2090"/>
                      <a:pt x="1880" y="2090"/>
                    </a:cubicBezTo>
                    <a:lnTo>
                      <a:pt x="5811" y="2090"/>
                    </a:lnTo>
                    <a:lnTo>
                      <a:pt x="5811" y="3931"/>
                    </a:lnTo>
                    <a:cubicBezTo>
                      <a:pt x="5811" y="4169"/>
                      <a:pt x="6011" y="4370"/>
                      <a:pt x="6249" y="4370"/>
                    </a:cubicBezTo>
                    <a:lnTo>
                      <a:pt x="6469" y="4370"/>
                    </a:lnTo>
                    <a:lnTo>
                      <a:pt x="6650" y="2004"/>
                    </a:lnTo>
                    <a:lnTo>
                      <a:pt x="6631" y="2004"/>
                    </a:lnTo>
                    <a:lnTo>
                      <a:pt x="581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22" name="Google Shape;1922;p43"/>
              <p:cNvSpPr/>
              <p:nvPr/>
            </p:nvSpPr>
            <p:spPr>
              <a:xfrm>
                <a:off x="7654770" y="2419290"/>
                <a:ext cx="71983" cy="114428"/>
              </a:xfrm>
              <a:custGeom>
                <a:avLst/>
                <a:gdLst/>
                <a:ahLst/>
                <a:cxnLst/>
                <a:rect l="l" t="t" r="r" b="b"/>
                <a:pathLst>
                  <a:path w="2749" h="4370" extrusionOk="0">
                    <a:moveTo>
                      <a:pt x="1842" y="0"/>
                    </a:moveTo>
                    <a:cubicBezTo>
                      <a:pt x="812" y="0"/>
                      <a:pt x="1" y="888"/>
                      <a:pt x="106" y="1918"/>
                    </a:cubicBezTo>
                    <a:lnTo>
                      <a:pt x="344" y="4370"/>
                    </a:lnTo>
                    <a:lnTo>
                      <a:pt x="564" y="4370"/>
                    </a:lnTo>
                    <a:cubicBezTo>
                      <a:pt x="812" y="4370"/>
                      <a:pt x="1003" y="4169"/>
                      <a:pt x="1003" y="3931"/>
                    </a:cubicBezTo>
                    <a:lnTo>
                      <a:pt x="1003" y="1756"/>
                    </a:lnTo>
                    <a:cubicBezTo>
                      <a:pt x="1003" y="783"/>
                      <a:pt x="1785" y="0"/>
                      <a:pt x="2748"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23" name="Google Shape;1923;p43"/>
              <p:cNvSpPr/>
              <p:nvPr/>
            </p:nvSpPr>
            <p:spPr>
              <a:xfrm>
                <a:off x="7703998" y="2533640"/>
                <a:ext cx="11495" cy="17308"/>
              </a:xfrm>
              <a:custGeom>
                <a:avLst/>
                <a:gdLst/>
                <a:ahLst/>
                <a:cxnLst/>
                <a:rect l="l" t="t" r="r" b="b"/>
                <a:pathLst>
                  <a:path w="439" h="661" extrusionOk="0">
                    <a:moveTo>
                      <a:pt x="220" y="0"/>
                    </a:moveTo>
                    <a:cubicBezTo>
                      <a:pt x="110" y="0"/>
                      <a:pt x="0" y="74"/>
                      <a:pt x="0" y="222"/>
                    </a:cubicBezTo>
                    <a:lnTo>
                      <a:pt x="0" y="441"/>
                    </a:lnTo>
                    <a:cubicBezTo>
                      <a:pt x="0" y="556"/>
                      <a:pt x="96" y="661"/>
                      <a:pt x="220" y="661"/>
                    </a:cubicBezTo>
                    <a:cubicBezTo>
                      <a:pt x="334" y="661"/>
                      <a:pt x="439" y="556"/>
                      <a:pt x="439" y="441"/>
                    </a:cubicBezTo>
                    <a:lnTo>
                      <a:pt x="439" y="222"/>
                    </a:lnTo>
                    <a:cubicBezTo>
                      <a:pt x="439" y="74"/>
                      <a:pt x="329" y="0"/>
                      <a:pt x="220"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24" name="Google Shape;1924;p43"/>
              <p:cNvSpPr/>
              <p:nvPr/>
            </p:nvSpPr>
            <p:spPr>
              <a:xfrm>
                <a:off x="7772681" y="2533640"/>
                <a:ext cx="11260" cy="17308"/>
              </a:xfrm>
              <a:custGeom>
                <a:avLst/>
                <a:gdLst/>
                <a:ahLst/>
                <a:cxnLst/>
                <a:rect l="l" t="t" r="r" b="b"/>
                <a:pathLst>
                  <a:path w="430" h="661" extrusionOk="0">
                    <a:moveTo>
                      <a:pt x="215" y="0"/>
                    </a:moveTo>
                    <a:cubicBezTo>
                      <a:pt x="108" y="0"/>
                      <a:pt x="1" y="74"/>
                      <a:pt x="1" y="222"/>
                    </a:cubicBezTo>
                    <a:lnTo>
                      <a:pt x="1" y="441"/>
                    </a:lnTo>
                    <a:cubicBezTo>
                      <a:pt x="1" y="556"/>
                      <a:pt x="96" y="661"/>
                      <a:pt x="220" y="661"/>
                    </a:cubicBezTo>
                    <a:cubicBezTo>
                      <a:pt x="335" y="661"/>
                      <a:pt x="430" y="556"/>
                      <a:pt x="430" y="441"/>
                    </a:cubicBezTo>
                    <a:lnTo>
                      <a:pt x="430" y="222"/>
                    </a:lnTo>
                    <a:cubicBezTo>
                      <a:pt x="430" y="74"/>
                      <a:pt x="323" y="0"/>
                      <a:pt x="215"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25" name="Google Shape;1925;p43"/>
              <p:cNvSpPr/>
              <p:nvPr/>
            </p:nvSpPr>
            <p:spPr>
              <a:xfrm>
                <a:off x="7718714" y="2573598"/>
                <a:ext cx="50720" cy="17334"/>
              </a:xfrm>
              <a:custGeom>
                <a:avLst/>
                <a:gdLst/>
                <a:ahLst/>
                <a:cxnLst/>
                <a:rect l="l" t="t" r="r" b="b"/>
                <a:pathLst>
                  <a:path w="1937" h="662" extrusionOk="0">
                    <a:moveTo>
                      <a:pt x="314" y="0"/>
                    </a:moveTo>
                    <a:cubicBezTo>
                      <a:pt x="144" y="0"/>
                      <a:pt x="0" y="221"/>
                      <a:pt x="154" y="375"/>
                    </a:cubicBezTo>
                    <a:cubicBezTo>
                      <a:pt x="372" y="566"/>
                      <a:pt x="643" y="662"/>
                      <a:pt x="924" y="662"/>
                    </a:cubicBezTo>
                    <a:cubicBezTo>
                      <a:pt x="938" y="662"/>
                      <a:pt x="951" y="662"/>
                      <a:pt x="965" y="661"/>
                    </a:cubicBezTo>
                    <a:cubicBezTo>
                      <a:pt x="978" y="662"/>
                      <a:pt x="991" y="662"/>
                      <a:pt x="1005" y="662"/>
                    </a:cubicBezTo>
                    <a:cubicBezTo>
                      <a:pt x="1286" y="662"/>
                      <a:pt x="1557" y="566"/>
                      <a:pt x="1775" y="375"/>
                    </a:cubicBezTo>
                    <a:cubicBezTo>
                      <a:pt x="1936" y="221"/>
                      <a:pt x="1789" y="0"/>
                      <a:pt x="1621" y="0"/>
                    </a:cubicBezTo>
                    <a:cubicBezTo>
                      <a:pt x="1570" y="0"/>
                      <a:pt x="1517" y="21"/>
                      <a:pt x="1470" y="70"/>
                    </a:cubicBezTo>
                    <a:cubicBezTo>
                      <a:pt x="1318" y="170"/>
                      <a:pt x="1141" y="220"/>
                      <a:pt x="966" y="220"/>
                    </a:cubicBezTo>
                    <a:cubicBezTo>
                      <a:pt x="790" y="220"/>
                      <a:pt x="616" y="170"/>
                      <a:pt x="469" y="70"/>
                    </a:cubicBezTo>
                    <a:cubicBezTo>
                      <a:pt x="420" y="21"/>
                      <a:pt x="365" y="0"/>
                      <a:pt x="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26" name="Google Shape;1926;p43"/>
              <p:cNvSpPr/>
              <p:nvPr/>
            </p:nvSpPr>
            <p:spPr>
              <a:xfrm>
                <a:off x="7696483" y="2516463"/>
                <a:ext cx="26525" cy="11521"/>
              </a:xfrm>
              <a:custGeom>
                <a:avLst/>
                <a:gdLst/>
                <a:ahLst/>
                <a:cxnLst/>
                <a:rect l="l" t="t" r="r" b="b"/>
                <a:pathLst>
                  <a:path w="1013" h="440" extrusionOk="0">
                    <a:moveTo>
                      <a:pt x="287" y="0"/>
                    </a:moveTo>
                    <a:cubicBezTo>
                      <a:pt x="1" y="0"/>
                      <a:pt x="1" y="439"/>
                      <a:pt x="287" y="439"/>
                    </a:cubicBezTo>
                    <a:lnTo>
                      <a:pt x="726" y="439"/>
                    </a:lnTo>
                    <a:cubicBezTo>
                      <a:pt x="1012" y="439"/>
                      <a:pt x="1012" y="0"/>
                      <a:pt x="726"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27" name="Google Shape;1927;p43"/>
              <p:cNvSpPr/>
              <p:nvPr/>
            </p:nvSpPr>
            <p:spPr>
              <a:xfrm>
                <a:off x="7764931" y="2516463"/>
                <a:ext cx="26761" cy="11521"/>
              </a:xfrm>
              <a:custGeom>
                <a:avLst/>
                <a:gdLst/>
                <a:ahLst/>
                <a:cxnLst/>
                <a:rect l="l" t="t" r="r" b="b"/>
                <a:pathLst>
                  <a:path w="1022" h="440" extrusionOk="0">
                    <a:moveTo>
                      <a:pt x="297" y="0"/>
                    </a:moveTo>
                    <a:cubicBezTo>
                      <a:pt x="1" y="0"/>
                      <a:pt x="1" y="439"/>
                      <a:pt x="297" y="439"/>
                    </a:cubicBezTo>
                    <a:lnTo>
                      <a:pt x="726" y="439"/>
                    </a:lnTo>
                    <a:cubicBezTo>
                      <a:pt x="1022" y="439"/>
                      <a:pt x="1022" y="0"/>
                      <a:pt x="726"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28" name="Google Shape;1928;p43"/>
              <p:cNvSpPr/>
              <p:nvPr/>
            </p:nvSpPr>
            <p:spPr>
              <a:xfrm>
                <a:off x="7772681" y="2419290"/>
                <a:ext cx="68474" cy="68709"/>
              </a:xfrm>
              <a:custGeom>
                <a:avLst/>
                <a:gdLst/>
                <a:ahLst/>
                <a:cxnLst/>
                <a:rect l="l" t="t" r="r" b="b"/>
                <a:pathLst>
                  <a:path w="2615" h="2624" extrusionOk="0">
                    <a:moveTo>
                      <a:pt x="1308" y="0"/>
                    </a:moveTo>
                    <a:cubicBezTo>
                      <a:pt x="583" y="0"/>
                      <a:pt x="1" y="582"/>
                      <a:pt x="1" y="1307"/>
                    </a:cubicBezTo>
                    <a:cubicBezTo>
                      <a:pt x="1" y="2032"/>
                      <a:pt x="583" y="2624"/>
                      <a:pt x="1308" y="2624"/>
                    </a:cubicBezTo>
                    <a:cubicBezTo>
                      <a:pt x="2033" y="2624"/>
                      <a:pt x="2615" y="2032"/>
                      <a:pt x="2615" y="1307"/>
                    </a:cubicBezTo>
                    <a:cubicBezTo>
                      <a:pt x="2615" y="582"/>
                      <a:pt x="2033" y="0"/>
                      <a:pt x="13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29" name="Google Shape;1929;p43"/>
              <p:cNvSpPr/>
              <p:nvPr/>
            </p:nvSpPr>
            <p:spPr>
              <a:xfrm>
                <a:off x="7749717" y="2447753"/>
                <a:ext cx="34224" cy="34512"/>
              </a:xfrm>
              <a:custGeom>
                <a:avLst/>
                <a:gdLst/>
                <a:ahLst/>
                <a:cxnLst/>
                <a:rect l="l" t="t" r="r" b="b"/>
                <a:pathLst>
                  <a:path w="1307" h="1318" extrusionOk="0">
                    <a:moveTo>
                      <a:pt x="658" y="1"/>
                    </a:moveTo>
                    <a:cubicBezTo>
                      <a:pt x="296" y="1"/>
                      <a:pt x="0" y="297"/>
                      <a:pt x="0" y="659"/>
                    </a:cubicBezTo>
                    <a:cubicBezTo>
                      <a:pt x="0" y="1022"/>
                      <a:pt x="296" y="1317"/>
                      <a:pt x="658" y="1317"/>
                    </a:cubicBezTo>
                    <a:cubicBezTo>
                      <a:pt x="1021" y="1317"/>
                      <a:pt x="1307" y="1022"/>
                      <a:pt x="1307" y="659"/>
                    </a:cubicBezTo>
                    <a:cubicBezTo>
                      <a:pt x="1307" y="297"/>
                      <a:pt x="1021" y="1"/>
                      <a:pt x="6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930" name="Google Shape;1930;p43"/>
              <p:cNvSpPr/>
              <p:nvPr/>
            </p:nvSpPr>
            <p:spPr>
              <a:xfrm>
                <a:off x="7654770" y="2667576"/>
                <a:ext cx="178398" cy="77717"/>
              </a:xfrm>
              <a:custGeom>
                <a:avLst/>
                <a:gdLst/>
                <a:ahLst/>
                <a:cxnLst/>
                <a:rect l="l" t="t" r="r" b="b"/>
                <a:pathLst>
                  <a:path w="6813" h="2968" extrusionOk="0">
                    <a:moveTo>
                      <a:pt x="840" y="1"/>
                    </a:moveTo>
                    <a:lnTo>
                      <a:pt x="1" y="249"/>
                    </a:lnTo>
                    <a:cubicBezTo>
                      <a:pt x="363" y="1833"/>
                      <a:pt x="1775" y="2968"/>
                      <a:pt x="3407" y="2968"/>
                    </a:cubicBezTo>
                    <a:cubicBezTo>
                      <a:pt x="5038" y="2968"/>
                      <a:pt x="6459" y="1833"/>
                      <a:pt x="6812" y="249"/>
                    </a:cubicBezTo>
                    <a:lnTo>
                      <a:pt x="5982" y="1"/>
                    </a:lnTo>
                    <a:cubicBezTo>
                      <a:pt x="5725" y="1213"/>
                      <a:pt x="4656" y="2090"/>
                      <a:pt x="3416" y="2090"/>
                    </a:cubicBezTo>
                    <a:cubicBezTo>
                      <a:pt x="2166" y="2090"/>
                      <a:pt x="1098" y="1213"/>
                      <a:pt x="84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grpSp>
      <p:grpSp>
        <p:nvGrpSpPr>
          <p:cNvPr id="133" name="Google Shape;1837;p43">
            <a:extLst>
              <a:ext uri="{FF2B5EF4-FFF2-40B4-BE49-F238E27FC236}">
                <a16:creationId xmlns:a16="http://schemas.microsoft.com/office/drawing/2014/main" id="{0855BD4A-5773-45D7-8AE6-919A2160DD50}"/>
              </a:ext>
            </a:extLst>
          </p:cNvPr>
          <p:cNvGrpSpPr/>
          <p:nvPr/>
        </p:nvGrpSpPr>
        <p:grpSpPr>
          <a:xfrm>
            <a:off x="4242410" y="1111410"/>
            <a:ext cx="648900" cy="648900"/>
            <a:chOff x="1534350" y="3087400"/>
            <a:chExt cx="648900" cy="648900"/>
          </a:xfrm>
        </p:grpSpPr>
        <p:sp>
          <p:nvSpPr>
            <p:cNvPr id="134" name="Google Shape;1838;p43">
              <a:extLst>
                <a:ext uri="{FF2B5EF4-FFF2-40B4-BE49-F238E27FC236}">
                  <a16:creationId xmlns:a16="http://schemas.microsoft.com/office/drawing/2014/main" id="{01918B37-D5BB-491E-9D78-CB8ADC236454}"/>
                </a:ext>
              </a:extLst>
            </p:cNvPr>
            <p:cNvSpPr/>
            <p:nvPr/>
          </p:nvSpPr>
          <p:spPr>
            <a:xfrm>
              <a:off x="1534350" y="3087400"/>
              <a:ext cx="648900" cy="64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nvGrpSpPr>
            <p:cNvPr id="135" name="Google Shape;1839;p43">
              <a:extLst>
                <a:ext uri="{FF2B5EF4-FFF2-40B4-BE49-F238E27FC236}">
                  <a16:creationId xmlns:a16="http://schemas.microsoft.com/office/drawing/2014/main" id="{C1991292-439C-4588-A161-537020E7DF7E}"/>
                </a:ext>
              </a:extLst>
            </p:cNvPr>
            <p:cNvGrpSpPr/>
            <p:nvPr/>
          </p:nvGrpSpPr>
          <p:grpSpPr>
            <a:xfrm>
              <a:off x="1667061" y="3164129"/>
              <a:ext cx="383491" cy="495450"/>
              <a:chOff x="7606826" y="2419290"/>
              <a:chExt cx="274550" cy="354729"/>
            </a:xfrm>
          </p:grpSpPr>
          <p:sp>
            <p:nvSpPr>
              <p:cNvPr id="136" name="Google Shape;1840;p43">
                <a:extLst>
                  <a:ext uri="{FF2B5EF4-FFF2-40B4-BE49-F238E27FC236}">
                    <a16:creationId xmlns:a16="http://schemas.microsoft.com/office/drawing/2014/main" id="{6C69EE3D-37D3-453C-A57D-41C5561A9922}"/>
                  </a:ext>
                </a:extLst>
              </p:cNvPr>
              <p:cNvSpPr/>
              <p:nvPr/>
            </p:nvSpPr>
            <p:spPr>
              <a:xfrm>
                <a:off x="7606826" y="2619370"/>
                <a:ext cx="274550" cy="154649"/>
              </a:xfrm>
              <a:custGeom>
                <a:avLst/>
                <a:gdLst/>
                <a:ahLst/>
                <a:cxnLst/>
                <a:rect l="l" t="t" r="r" b="b"/>
                <a:pathLst>
                  <a:path w="10485" h="5906" extrusionOk="0">
                    <a:moveTo>
                      <a:pt x="3711" y="1"/>
                    </a:moveTo>
                    <a:lnTo>
                      <a:pt x="3711" y="1041"/>
                    </a:lnTo>
                    <a:cubicBezTo>
                      <a:pt x="3711" y="1336"/>
                      <a:pt x="3520" y="1584"/>
                      <a:pt x="3244" y="1670"/>
                    </a:cubicBezTo>
                    <a:lnTo>
                      <a:pt x="935" y="2348"/>
                    </a:lnTo>
                    <a:cubicBezTo>
                      <a:pt x="382" y="2510"/>
                      <a:pt x="0" y="3025"/>
                      <a:pt x="0" y="3607"/>
                    </a:cubicBezTo>
                    <a:lnTo>
                      <a:pt x="0" y="5248"/>
                    </a:lnTo>
                    <a:cubicBezTo>
                      <a:pt x="0" y="5610"/>
                      <a:pt x="286" y="5906"/>
                      <a:pt x="649" y="5906"/>
                    </a:cubicBezTo>
                    <a:lnTo>
                      <a:pt x="9826" y="5906"/>
                    </a:lnTo>
                    <a:cubicBezTo>
                      <a:pt x="10189" y="5906"/>
                      <a:pt x="10485" y="5610"/>
                      <a:pt x="10485" y="5248"/>
                    </a:cubicBezTo>
                    <a:lnTo>
                      <a:pt x="10485" y="3607"/>
                    </a:lnTo>
                    <a:cubicBezTo>
                      <a:pt x="10485" y="3025"/>
                      <a:pt x="10093" y="2510"/>
                      <a:pt x="9540" y="2348"/>
                    </a:cubicBezTo>
                    <a:lnTo>
                      <a:pt x="7241" y="1670"/>
                    </a:lnTo>
                    <a:cubicBezTo>
                      <a:pt x="6955" y="1584"/>
                      <a:pt x="6764" y="1336"/>
                      <a:pt x="6764" y="1041"/>
                    </a:cubicBezTo>
                    <a:lnTo>
                      <a:pt x="67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37" name="Google Shape;1841;p43">
                <a:extLst>
                  <a:ext uri="{FF2B5EF4-FFF2-40B4-BE49-F238E27FC236}">
                    <a16:creationId xmlns:a16="http://schemas.microsoft.com/office/drawing/2014/main" id="{1CDEBA0D-D4F3-4EED-BAB5-CA6ACB7E7A9E}"/>
                  </a:ext>
                </a:extLst>
              </p:cNvPr>
              <p:cNvSpPr/>
              <p:nvPr/>
            </p:nvSpPr>
            <p:spPr>
              <a:xfrm>
                <a:off x="7606826" y="2667576"/>
                <a:ext cx="274550" cy="106442"/>
              </a:xfrm>
              <a:custGeom>
                <a:avLst/>
                <a:gdLst/>
                <a:ahLst/>
                <a:cxnLst/>
                <a:rect l="l" t="t" r="r" b="b"/>
                <a:pathLst>
                  <a:path w="10485" h="4065" extrusionOk="0">
                    <a:moveTo>
                      <a:pt x="2671" y="1"/>
                    </a:moveTo>
                    <a:lnTo>
                      <a:pt x="935" y="507"/>
                    </a:lnTo>
                    <a:cubicBezTo>
                      <a:pt x="382" y="669"/>
                      <a:pt x="0" y="1184"/>
                      <a:pt x="0" y="1766"/>
                    </a:cubicBezTo>
                    <a:lnTo>
                      <a:pt x="0" y="3407"/>
                    </a:lnTo>
                    <a:cubicBezTo>
                      <a:pt x="0" y="3769"/>
                      <a:pt x="286" y="4065"/>
                      <a:pt x="649" y="4065"/>
                    </a:cubicBezTo>
                    <a:lnTo>
                      <a:pt x="9826" y="4065"/>
                    </a:lnTo>
                    <a:cubicBezTo>
                      <a:pt x="10189" y="4065"/>
                      <a:pt x="10485" y="3769"/>
                      <a:pt x="10485" y="3407"/>
                    </a:cubicBezTo>
                    <a:lnTo>
                      <a:pt x="10485" y="1766"/>
                    </a:lnTo>
                    <a:cubicBezTo>
                      <a:pt x="10485" y="1184"/>
                      <a:pt x="10093" y="669"/>
                      <a:pt x="9540" y="507"/>
                    </a:cubicBezTo>
                    <a:lnTo>
                      <a:pt x="7804" y="1"/>
                    </a:lnTo>
                    <a:cubicBezTo>
                      <a:pt x="7556" y="1213"/>
                      <a:pt x="6478" y="2090"/>
                      <a:pt x="5238" y="2090"/>
                    </a:cubicBezTo>
                    <a:cubicBezTo>
                      <a:pt x="3997" y="2090"/>
                      <a:pt x="2919" y="1213"/>
                      <a:pt x="2671" y="1"/>
                    </a:cubicBezTo>
                    <a:close/>
                  </a:path>
                </a:pathLst>
              </a:custGeom>
              <a:solidFill>
                <a:srgbClr val="C3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38" name="Google Shape;1842;p43">
                <a:extLst>
                  <a:ext uri="{FF2B5EF4-FFF2-40B4-BE49-F238E27FC236}">
                    <a16:creationId xmlns:a16="http://schemas.microsoft.com/office/drawing/2014/main" id="{12B2EEB8-709F-495A-BF2D-06AECF170FFD}"/>
                  </a:ext>
                </a:extLst>
              </p:cNvPr>
              <p:cNvSpPr/>
              <p:nvPr/>
            </p:nvSpPr>
            <p:spPr>
              <a:xfrm>
                <a:off x="7703998" y="2619370"/>
                <a:ext cx="79943" cy="22886"/>
              </a:xfrm>
              <a:custGeom>
                <a:avLst/>
                <a:gdLst/>
                <a:ahLst/>
                <a:cxnLst/>
                <a:rect l="l" t="t" r="r" b="b"/>
                <a:pathLst>
                  <a:path w="3053" h="874" extrusionOk="0">
                    <a:moveTo>
                      <a:pt x="0" y="1"/>
                    </a:moveTo>
                    <a:lnTo>
                      <a:pt x="0" y="487"/>
                    </a:lnTo>
                    <a:cubicBezTo>
                      <a:pt x="477" y="745"/>
                      <a:pt x="1002" y="874"/>
                      <a:pt x="1527" y="874"/>
                    </a:cubicBezTo>
                    <a:cubicBezTo>
                      <a:pt x="2051" y="874"/>
                      <a:pt x="2576" y="745"/>
                      <a:pt x="3053" y="487"/>
                    </a:cubicBezTo>
                    <a:lnTo>
                      <a:pt x="3053" y="1"/>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39" name="Google Shape;1843;p43">
                <a:extLst>
                  <a:ext uri="{FF2B5EF4-FFF2-40B4-BE49-F238E27FC236}">
                    <a16:creationId xmlns:a16="http://schemas.microsoft.com/office/drawing/2014/main" id="{3C44F8C1-11F8-4D00-A863-C31391714DA9}"/>
                  </a:ext>
                </a:extLst>
              </p:cNvPr>
              <p:cNvSpPr/>
              <p:nvPr/>
            </p:nvSpPr>
            <p:spPr>
              <a:xfrm>
                <a:off x="7647543" y="2470744"/>
                <a:ext cx="192617" cy="160147"/>
              </a:xfrm>
              <a:custGeom>
                <a:avLst/>
                <a:gdLst/>
                <a:ahLst/>
                <a:cxnLst/>
                <a:rect l="l" t="t" r="r" b="b"/>
                <a:pathLst>
                  <a:path w="7356" h="6116" extrusionOk="0">
                    <a:moveTo>
                      <a:pt x="840" y="1"/>
                    </a:moveTo>
                    <a:lnTo>
                      <a:pt x="840" y="2405"/>
                    </a:lnTo>
                    <a:lnTo>
                      <a:pt x="735" y="2405"/>
                    </a:lnTo>
                    <a:cubicBezTo>
                      <a:pt x="0" y="2405"/>
                      <a:pt x="0" y="3492"/>
                      <a:pt x="735" y="3492"/>
                    </a:cubicBezTo>
                    <a:lnTo>
                      <a:pt x="849" y="3492"/>
                    </a:lnTo>
                    <a:cubicBezTo>
                      <a:pt x="964" y="4971"/>
                      <a:pt x="2194" y="6116"/>
                      <a:pt x="3683" y="6116"/>
                    </a:cubicBezTo>
                    <a:cubicBezTo>
                      <a:pt x="5161" y="6116"/>
                      <a:pt x="6392" y="4971"/>
                      <a:pt x="6506" y="3492"/>
                    </a:cubicBezTo>
                    <a:lnTo>
                      <a:pt x="6630" y="3492"/>
                    </a:lnTo>
                    <a:cubicBezTo>
                      <a:pt x="7355" y="3492"/>
                      <a:pt x="7355" y="2405"/>
                      <a:pt x="6630" y="2405"/>
                    </a:cubicBezTo>
                    <a:lnTo>
                      <a:pt x="6525" y="2405"/>
                    </a:lnTo>
                    <a:lnTo>
                      <a:pt x="65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40" name="Google Shape;1844;p43">
                <a:extLst>
                  <a:ext uri="{FF2B5EF4-FFF2-40B4-BE49-F238E27FC236}">
                    <a16:creationId xmlns:a16="http://schemas.microsoft.com/office/drawing/2014/main" id="{F250472C-E498-4585-9B95-707330678EEC}"/>
                  </a:ext>
                </a:extLst>
              </p:cNvPr>
              <p:cNvSpPr/>
              <p:nvPr/>
            </p:nvSpPr>
            <p:spPr>
              <a:xfrm>
                <a:off x="7651785" y="2470744"/>
                <a:ext cx="166379" cy="160121"/>
              </a:xfrm>
              <a:custGeom>
                <a:avLst/>
                <a:gdLst/>
                <a:ahLst/>
                <a:cxnLst/>
                <a:rect l="l" t="t" r="r" b="b"/>
                <a:pathLst>
                  <a:path w="6354" h="6115" extrusionOk="0">
                    <a:moveTo>
                      <a:pt x="678" y="1"/>
                    </a:moveTo>
                    <a:lnTo>
                      <a:pt x="678" y="2405"/>
                    </a:lnTo>
                    <a:lnTo>
                      <a:pt x="601" y="2405"/>
                    </a:lnTo>
                    <a:cubicBezTo>
                      <a:pt x="595" y="2404"/>
                      <a:pt x="589" y="2404"/>
                      <a:pt x="583" y="2404"/>
                    </a:cubicBezTo>
                    <a:cubicBezTo>
                      <a:pt x="304" y="2404"/>
                      <a:pt x="66" y="2611"/>
                      <a:pt x="29" y="2891"/>
                    </a:cubicBezTo>
                    <a:cubicBezTo>
                      <a:pt x="0" y="3215"/>
                      <a:pt x="248" y="3492"/>
                      <a:pt x="573" y="3492"/>
                    </a:cubicBezTo>
                    <a:lnTo>
                      <a:pt x="687" y="3492"/>
                    </a:lnTo>
                    <a:cubicBezTo>
                      <a:pt x="800" y="4995"/>
                      <a:pt x="2046" y="6115"/>
                      <a:pt x="3499" y="6115"/>
                    </a:cubicBezTo>
                    <a:cubicBezTo>
                      <a:pt x="3650" y="6115"/>
                      <a:pt x="3804" y="6103"/>
                      <a:pt x="3959" y="6077"/>
                    </a:cubicBezTo>
                    <a:cubicBezTo>
                      <a:pt x="2576" y="5868"/>
                      <a:pt x="1555" y="4675"/>
                      <a:pt x="1555" y="3282"/>
                    </a:cubicBezTo>
                    <a:lnTo>
                      <a:pt x="1555" y="1527"/>
                    </a:lnTo>
                    <a:cubicBezTo>
                      <a:pt x="1555" y="1050"/>
                      <a:pt x="1946" y="659"/>
                      <a:pt x="2433" y="659"/>
                    </a:cubicBezTo>
                    <a:lnTo>
                      <a:pt x="3740" y="659"/>
                    </a:lnTo>
                    <a:cubicBezTo>
                      <a:pt x="3932" y="802"/>
                      <a:pt x="4163" y="875"/>
                      <a:pt x="4392" y="875"/>
                    </a:cubicBezTo>
                    <a:cubicBezTo>
                      <a:pt x="4562" y="875"/>
                      <a:pt x="4731" y="835"/>
                      <a:pt x="4885" y="754"/>
                    </a:cubicBezTo>
                    <a:cubicBezTo>
                      <a:pt x="5184" y="972"/>
                      <a:pt x="5547" y="1088"/>
                      <a:pt x="5914" y="1088"/>
                    </a:cubicBezTo>
                    <a:cubicBezTo>
                      <a:pt x="6061" y="1088"/>
                      <a:pt x="6209" y="1069"/>
                      <a:pt x="6354" y="1031"/>
                    </a:cubicBezTo>
                    <a:lnTo>
                      <a:pt x="6354" y="1"/>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41" name="Google Shape;1845;p43">
                <a:extLst>
                  <a:ext uri="{FF2B5EF4-FFF2-40B4-BE49-F238E27FC236}">
                    <a16:creationId xmlns:a16="http://schemas.microsoft.com/office/drawing/2014/main" id="{43093DD5-F05E-4438-BD59-2330106CAD12}"/>
                  </a:ext>
                </a:extLst>
              </p:cNvPr>
              <p:cNvSpPr/>
              <p:nvPr/>
            </p:nvSpPr>
            <p:spPr>
              <a:xfrm>
                <a:off x="7654770" y="2419290"/>
                <a:ext cx="174156" cy="114428"/>
              </a:xfrm>
              <a:custGeom>
                <a:avLst/>
                <a:gdLst/>
                <a:ahLst/>
                <a:cxnLst/>
                <a:rect l="l" t="t" r="r" b="b"/>
                <a:pathLst>
                  <a:path w="6651" h="4370" extrusionOk="0">
                    <a:moveTo>
                      <a:pt x="1842" y="0"/>
                    </a:moveTo>
                    <a:cubicBezTo>
                      <a:pt x="812" y="0"/>
                      <a:pt x="1" y="897"/>
                      <a:pt x="106" y="1918"/>
                    </a:cubicBezTo>
                    <a:lnTo>
                      <a:pt x="344" y="4370"/>
                    </a:lnTo>
                    <a:lnTo>
                      <a:pt x="564" y="4370"/>
                    </a:lnTo>
                    <a:cubicBezTo>
                      <a:pt x="812" y="4370"/>
                      <a:pt x="1003" y="4169"/>
                      <a:pt x="1003" y="3931"/>
                    </a:cubicBezTo>
                    <a:lnTo>
                      <a:pt x="1003" y="2967"/>
                    </a:lnTo>
                    <a:cubicBezTo>
                      <a:pt x="1003" y="2481"/>
                      <a:pt x="1394" y="2090"/>
                      <a:pt x="1880" y="2090"/>
                    </a:cubicBezTo>
                    <a:lnTo>
                      <a:pt x="5811" y="2090"/>
                    </a:lnTo>
                    <a:lnTo>
                      <a:pt x="5811" y="3931"/>
                    </a:lnTo>
                    <a:cubicBezTo>
                      <a:pt x="5811" y="4169"/>
                      <a:pt x="6011" y="4370"/>
                      <a:pt x="6249" y="4370"/>
                    </a:cubicBezTo>
                    <a:lnTo>
                      <a:pt x="6469" y="4370"/>
                    </a:lnTo>
                    <a:lnTo>
                      <a:pt x="6650" y="2004"/>
                    </a:lnTo>
                    <a:lnTo>
                      <a:pt x="6631" y="2004"/>
                    </a:lnTo>
                    <a:lnTo>
                      <a:pt x="581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42" name="Google Shape;1846;p43">
                <a:extLst>
                  <a:ext uri="{FF2B5EF4-FFF2-40B4-BE49-F238E27FC236}">
                    <a16:creationId xmlns:a16="http://schemas.microsoft.com/office/drawing/2014/main" id="{467FADD7-4D80-46B2-A881-8D0C803D4C0D}"/>
                  </a:ext>
                </a:extLst>
              </p:cNvPr>
              <p:cNvSpPr/>
              <p:nvPr/>
            </p:nvSpPr>
            <p:spPr>
              <a:xfrm>
                <a:off x="7654770" y="2419290"/>
                <a:ext cx="71983" cy="114428"/>
              </a:xfrm>
              <a:custGeom>
                <a:avLst/>
                <a:gdLst/>
                <a:ahLst/>
                <a:cxnLst/>
                <a:rect l="l" t="t" r="r" b="b"/>
                <a:pathLst>
                  <a:path w="2749" h="4370" extrusionOk="0">
                    <a:moveTo>
                      <a:pt x="1842" y="0"/>
                    </a:moveTo>
                    <a:cubicBezTo>
                      <a:pt x="812" y="0"/>
                      <a:pt x="1" y="888"/>
                      <a:pt x="106" y="1918"/>
                    </a:cubicBezTo>
                    <a:lnTo>
                      <a:pt x="344" y="4370"/>
                    </a:lnTo>
                    <a:lnTo>
                      <a:pt x="564" y="4370"/>
                    </a:lnTo>
                    <a:cubicBezTo>
                      <a:pt x="812" y="4370"/>
                      <a:pt x="1003" y="4169"/>
                      <a:pt x="1003" y="3931"/>
                    </a:cubicBezTo>
                    <a:lnTo>
                      <a:pt x="1003" y="1756"/>
                    </a:lnTo>
                    <a:cubicBezTo>
                      <a:pt x="1003" y="783"/>
                      <a:pt x="1785" y="0"/>
                      <a:pt x="27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43" name="Google Shape;1847;p43">
                <a:extLst>
                  <a:ext uri="{FF2B5EF4-FFF2-40B4-BE49-F238E27FC236}">
                    <a16:creationId xmlns:a16="http://schemas.microsoft.com/office/drawing/2014/main" id="{3A2D8B0D-7CBE-484B-A4DA-7A03C545C0D9}"/>
                  </a:ext>
                </a:extLst>
              </p:cNvPr>
              <p:cNvSpPr/>
              <p:nvPr/>
            </p:nvSpPr>
            <p:spPr>
              <a:xfrm>
                <a:off x="7703998" y="2533640"/>
                <a:ext cx="11495" cy="17308"/>
              </a:xfrm>
              <a:custGeom>
                <a:avLst/>
                <a:gdLst/>
                <a:ahLst/>
                <a:cxnLst/>
                <a:rect l="l" t="t" r="r" b="b"/>
                <a:pathLst>
                  <a:path w="439" h="661" extrusionOk="0">
                    <a:moveTo>
                      <a:pt x="220" y="0"/>
                    </a:moveTo>
                    <a:cubicBezTo>
                      <a:pt x="110" y="0"/>
                      <a:pt x="0" y="74"/>
                      <a:pt x="0" y="222"/>
                    </a:cubicBezTo>
                    <a:lnTo>
                      <a:pt x="0" y="441"/>
                    </a:lnTo>
                    <a:cubicBezTo>
                      <a:pt x="0" y="556"/>
                      <a:pt x="96" y="661"/>
                      <a:pt x="220" y="661"/>
                    </a:cubicBezTo>
                    <a:cubicBezTo>
                      <a:pt x="334" y="661"/>
                      <a:pt x="439" y="556"/>
                      <a:pt x="439" y="441"/>
                    </a:cubicBezTo>
                    <a:lnTo>
                      <a:pt x="439" y="222"/>
                    </a:lnTo>
                    <a:cubicBezTo>
                      <a:pt x="439" y="74"/>
                      <a:pt x="329" y="0"/>
                      <a:pt x="220"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44" name="Google Shape;1848;p43">
                <a:extLst>
                  <a:ext uri="{FF2B5EF4-FFF2-40B4-BE49-F238E27FC236}">
                    <a16:creationId xmlns:a16="http://schemas.microsoft.com/office/drawing/2014/main" id="{D115D2AD-058E-4C27-A2EE-D90597FC48D9}"/>
                  </a:ext>
                </a:extLst>
              </p:cNvPr>
              <p:cNvSpPr/>
              <p:nvPr/>
            </p:nvSpPr>
            <p:spPr>
              <a:xfrm>
                <a:off x="7772681" y="2533640"/>
                <a:ext cx="11260" cy="17308"/>
              </a:xfrm>
              <a:custGeom>
                <a:avLst/>
                <a:gdLst/>
                <a:ahLst/>
                <a:cxnLst/>
                <a:rect l="l" t="t" r="r" b="b"/>
                <a:pathLst>
                  <a:path w="430" h="661" extrusionOk="0">
                    <a:moveTo>
                      <a:pt x="215" y="0"/>
                    </a:moveTo>
                    <a:cubicBezTo>
                      <a:pt x="108" y="0"/>
                      <a:pt x="1" y="74"/>
                      <a:pt x="1" y="222"/>
                    </a:cubicBezTo>
                    <a:lnTo>
                      <a:pt x="1" y="441"/>
                    </a:lnTo>
                    <a:cubicBezTo>
                      <a:pt x="1" y="556"/>
                      <a:pt x="96" y="661"/>
                      <a:pt x="220" y="661"/>
                    </a:cubicBezTo>
                    <a:cubicBezTo>
                      <a:pt x="335" y="661"/>
                      <a:pt x="430" y="556"/>
                      <a:pt x="430" y="441"/>
                    </a:cubicBezTo>
                    <a:lnTo>
                      <a:pt x="430" y="222"/>
                    </a:lnTo>
                    <a:cubicBezTo>
                      <a:pt x="430" y="74"/>
                      <a:pt x="323" y="0"/>
                      <a:pt x="215"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45" name="Google Shape;1849;p43">
                <a:extLst>
                  <a:ext uri="{FF2B5EF4-FFF2-40B4-BE49-F238E27FC236}">
                    <a16:creationId xmlns:a16="http://schemas.microsoft.com/office/drawing/2014/main" id="{FF0DB3DA-3BCB-4F33-84D1-6A22A6A5B2B7}"/>
                  </a:ext>
                </a:extLst>
              </p:cNvPr>
              <p:cNvSpPr/>
              <p:nvPr/>
            </p:nvSpPr>
            <p:spPr>
              <a:xfrm>
                <a:off x="7718714" y="2573598"/>
                <a:ext cx="50720" cy="17334"/>
              </a:xfrm>
              <a:custGeom>
                <a:avLst/>
                <a:gdLst/>
                <a:ahLst/>
                <a:cxnLst/>
                <a:rect l="l" t="t" r="r" b="b"/>
                <a:pathLst>
                  <a:path w="1937" h="662" extrusionOk="0">
                    <a:moveTo>
                      <a:pt x="314" y="0"/>
                    </a:moveTo>
                    <a:cubicBezTo>
                      <a:pt x="144" y="0"/>
                      <a:pt x="0" y="221"/>
                      <a:pt x="154" y="375"/>
                    </a:cubicBezTo>
                    <a:cubicBezTo>
                      <a:pt x="372" y="566"/>
                      <a:pt x="643" y="662"/>
                      <a:pt x="924" y="662"/>
                    </a:cubicBezTo>
                    <a:cubicBezTo>
                      <a:pt x="938" y="662"/>
                      <a:pt x="951" y="662"/>
                      <a:pt x="965" y="661"/>
                    </a:cubicBezTo>
                    <a:cubicBezTo>
                      <a:pt x="978" y="662"/>
                      <a:pt x="991" y="662"/>
                      <a:pt x="1005" y="662"/>
                    </a:cubicBezTo>
                    <a:cubicBezTo>
                      <a:pt x="1286" y="662"/>
                      <a:pt x="1557" y="566"/>
                      <a:pt x="1775" y="375"/>
                    </a:cubicBezTo>
                    <a:cubicBezTo>
                      <a:pt x="1936" y="221"/>
                      <a:pt x="1789" y="0"/>
                      <a:pt x="1621" y="0"/>
                    </a:cubicBezTo>
                    <a:cubicBezTo>
                      <a:pt x="1570" y="0"/>
                      <a:pt x="1517" y="21"/>
                      <a:pt x="1470" y="70"/>
                    </a:cubicBezTo>
                    <a:cubicBezTo>
                      <a:pt x="1318" y="170"/>
                      <a:pt x="1141" y="220"/>
                      <a:pt x="966" y="220"/>
                    </a:cubicBezTo>
                    <a:cubicBezTo>
                      <a:pt x="790" y="220"/>
                      <a:pt x="616" y="170"/>
                      <a:pt x="469" y="70"/>
                    </a:cubicBezTo>
                    <a:cubicBezTo>
                      <a:pt x="420" y="21"/>
                      <a:pt x="365" y="0"/>
                      <a:pt x="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46" name="Google Shape;1850;p43">
                <a:extLst>
                  <a:ext uri="{FF2B5EF4-FFF2-40B4-BE49-F238E27FC236}">
                    <a16:creationId xmlns:a16="http://schemas.microsoft.com/office/drawing/2014/main" id="{5C707902-27B1-4471-BB9F-D5AD5447F522}"/>
                  </a:ext>
                </a:extLst>
              </p:cNvPr>
              <p:cNvSpPr/>
              <p:nvPr/>
            </p:nvSpPr>
            <p:spPr>
              <a:xfrm>
                <a:off x="7696483" y="2516463"/>
                <a:ext cx="26525" cy="11521"/>
              </a:xfrm>
              <a:custGeom>
                <a:avLst/>
                <a:gdLst/>
                <a:ahLst/>
                <a:cxnLst/>
                <a:rect l="l" t="t" r="r" b="b"/>
                <a:pathLst>
                  <a:path w="1013" h="440" extrusionOk="0">
                    <a:moveTo>
                      <a:pt x="287" y="0"/>
                    </a:moveTo>
                    <a:cubicBezTo>
                      <a:pt x="1" y="0"/>
                      <a:pt x="1" y="439"/>
                      <a:pt x="287" y="439"/>
                    </a:cubicBezTo>
                    <a:lnTo>
                      <a:pt x="726" y="439"/>
                    </a:lnTo>
                    <a:cubicBezTo>
                      <a:pt x="1012" y="439"/>
                      <a:pt x="1012" y="0"/>
                      <a:pt x="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47" name="Google Shape;1851;p43">
                <a:extLst>
                  <a:ext uri="{FF2B5EF4-FFF2-40B4-BE49-F238E27FC236}">
                    <a16:creationId xmlns:a16="http://schemas.microsoft.com/office/drawing/2014/main" id="{8CC61A72-587E-420B-AFA2-8A6DB519275A}"/>
                  </a:ext>
                </a:extLst>
              </p:cNvPr>
              <p:cNvSpPr/>
              <p:nvPr/>
            </p:nvSpPr>
            <p:spPr>
              <a:xfrm>
                <a:off x="7764931" y="2516463"/>
                <a:ext cx="26761" cy="11521"/>
              </a:xfrm>
              <a:custGeom>
                <a:avLst/>
                <a:gdLst/>
                <a:ahLst/>
                <a:cxnLst/>
                <a:rect l="l" t="t" r="r" b="b"/>
                <a:pathLst>
                  <a:path w="1022" h="440" extrusionOk="0">
                    <a:moveTo>
                      <a:pt x="297" y="0"/>
                    </a:moveTo>
                    <a:cubicBezTo>
                      <a:pt x="1" y="0"/>
                      <a:pt x="1" y="439"/>
                      <a:pt x="297" y="439"/>
                    </a:cubicBezTo>
                    <a:lnTo>
                      <a:pt x="726" y="439"/>
                    </a:lnTo>
                    <a:cubicBezTo>
                      <a:pt x="1022" y="439"/>
                      <a:pt x="1022" y="0"/>
                      <a:pt x="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48" name="Google Shape;1852;p43">
                <a:extLst>
                  <a:ext uri="{FF2B5EF4-FFF2-40B4-BE49-F238E27FC236}">
                    <a16:creationId xmlns:a16="http://schemas.microsoft.com/office/drawing/2014/main" id="{D2058516-F643-4E9C-B8A8-5B46214E557E}"/>
                  </a:ext>
                </a:extLst>
              </p:cNvPr>
              <p:cNvSpPr/>
              <p:nvPr/>
            </p:nvSpPr>
            <p:spPr>
              <a:xfrm>
                <a:off x="7772681" y="2419290"/>
                <a:ext cx="68474" cy="68709"/>
              </a:xfrm>
              <a:custGeom>
                <a:avLst/>
                <a:gdLst/>
                <a:ahLst/>
                <a:cxnLst/>
                <a:rect l="l" t="t" r="r" b="b"/>
                <a:pathLst>
                  <a:path w="2615" h="2624" extrusionOk="0">
                    <a:moveTo>
                      <a:pt x="1308" y="0"/>
                    </a:moveTo>
                    <a:cubicBezTo>
                      <a:pt x="583" y="0"/>
                      <a:pt x="1" y="582"/>
                      <a:pt x="1" y="1307"/>
                    </a:cubicBezTo>
                    <a:cubicBezTo>
                      <a:pt x="1" y="2032"/>
                      <a:pt x="583" y="2624"/>
                      <a:pt x="1308" y="2624"/>
                    </a:cubicBezTo>
                    <a:cubicBezTo>
                      <a:pt x="2033" y="2624"/>
                      <a:pt x="2615" y="2032"/>
                      <a:pt x="2615" y="1307"/>
                    </a:cubicBezTo>
                    <a:cubicBezTo>
                      <a:pt x="2615" y="582"/>
                      <a:pt x="2033" y="0"/>
                      <a:pt x="13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49" name="Google Shape;1853;p43">
                <a:extLst>
                  <a:ext uri="{FF2B5EF4-FFF2-40B4-BE49-F238E27FC236}">
                    <a16:creationId xmlns:a16="http://schemas.microsoft.com/office/drawing/2014/main" id="{5DC67EB5-43B9-4982-8D68-6B5774513F02}"/>
                  </a:ext>
                </a:extLst>
              </p:cNvPr>
              <p:cNvSpPr/>
              <p:nvPr/>
            </p:nvSpPr>
            <p:spPr>
              <a:xfrm>
                <a:off x="7749717" y="2447753"/>
                <a:ext cx="34224" cy="34512"/>
              </a:xfrm>
              <a:custGeom>
                <a:avLst/>
                <a:gdLst/>
                <a:ahLst/>
                <a:cxnLst/>
                <a:rect l="l" t="t" r="r" b="b"/>
                <a:pathLst>
                  <a:path w="1307" h="1318" extrusionOk="0">
                    <a:moveTo>
                      <a:pt x="658" y="1"/>
                    </a:moveTo>
                    <a:cubicBezTo>
                      <a:pt x="296" y="1"/>
                      <a:pt x="0" y="297"/>
                      <a:pt x="0" y="659"/>
                    </a:cubicBezTo>
                    <a:cubicBezTo>
                      <a:pt x="0" y="1022"/>
                      <a:pt x="296" y="1317"/>
                      <a:pt x="658" y="1317"/>
                    </a:cubicBezTo>
                    <a:cubicBezTo>
                      <a:pt x="1021" y="1317"/>
                      <a:pt x="1307" y="1022"/>
                      <a:pt x="1307" y="659"/>
                    </a:cubicBezTo>
                    <a:cubicBezTo>
                      <a:pt x="1307" y="297"/>
                      <a:pt x="1021" y="1"/>
                      <a:pt x="6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50" name="Google Shape;1854;p43">
                <a:extLst>
                  <a:ext uri="{FF2B5EF4-FFF2-40B4-BE49-F238E27FC236}">
                    <a16:creationId xmlns:a16="http://schemas.microsoft.com/office/drawing/2014/main" id="{794FB713-2F67-4D3B-A760-3DD082B20885}"/>
                  </a:ext>
                </a:extLst>
              </p:cNvPr>
              <p:cNvSpPr/>
              <p:nvPr/>
            </p:nvSpPr>
            <p:spPr>
              <a:xfrm>
                <a:off x="7654770" y="2667576"/>
                <a:ext cx="178398" cy="77717"/>
              </a:xfrm>
              <a:custGeom>
                <a:avLst/>
                <a:gdLst/>
                <a:ahLst/>
                <a:cxnLst/>
                <a:rect l="l" t="t" r="r" b="b"/>
                <a:pathLst>
                  <a:path w="6813" h="2968" extrusionOk="0">
                    <a:moveTo>
                      <a:pt x="840" y="1"/>
                    </a:moveTo>
                    <a:lnTo>
                      <a:pt x="1" y="249"/>
                    </a:lnTo>
                    <a:cubicBezTo>
                      <a:pt x="363" y="1833"/>
                      <a:pt x="1775" y="2968"/>
                      <a:pt x="3407" y="2968"/>
                    </a:cubicBezTo>
                    <a:cubicBezTo>
                      <a:pt x="5038" y="2968"/>
                      <a:pt x="6459" y="1833"/>
                      <a:pt x="6812" y="249"/>
                    </a:cubicBezTo>
                    <a:lnTo>
                      <a:pt x="5982" y="1"/>
                    </a:lnTo>
                    <a:cubicBezTo>
                      <a:pt x="5725" y="1213"/>
                      <a:pt x="4656" y="2090"/>
                      <a:pt x="3416" y="2090"/>
                    </a:cubicBezTo>
                    <a:cubicBezTo>
                      <a:pt x="2166" y="2090"/>
                      <a:pt x="1098" y="1213"/>
                      <a:pt x="8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grpSp>
      <p:sp>
        <p:nvSpPr>
          <p:cNvPr id="151" name="Google Shape;1807;p43">
            <a:extLst>
              <a:ext uri="{FF2B5EF4-FFF2-40B4-BE49-F238E27FC236}">
                <a16:creationId xmlns:a16="http://schemas.microsoft.com/office/drawing/2014/main" id="{55AF1FDB-F495-4023-9DEB-2C22C5266FB0}"/>
              </a:ext>
            </a:extLst>
          </p:cNvPr>
          <p:cNvSpPr txBox="1">
            <a:spLocks/>
          </p:cNvSpPr>
          <p:nvPr/>
        </p:nvSpPr>
        <p:spPr>
          <a:xfrm>
            <a:off x="6166535" y="3665950"/>
            <a:ext cx="2277600" cy="354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2"/>
              </a:buClr>
              <a:buSzPts val="2100"/>
              <a:buFont typeface="Source Sans Pro"/>
              <a:buNone/>
              <a:defRPr sz="2000" b="0" i="0" u="none" strike="noStrike" cap="none">
                <a:solidFill>
                  <a:schemeClr val="dk1"/>
                </a:solidFill>
                <a:latin typeface="Overpass ExtraBold"/>
                <a:ea typeface="Overpass ExtraBold"/>
                <a:cs typeface="Overpass ExtraBold"/>
                <a:sym typeface="Overpass ExtraBold"/>
              </a:defRPr>
            </a:lvl1pPr>
            <a:lvl2pPr marL="914400" marR="0" lvl="1"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2pPr>
            <a:lvl3pPr marL="1371600" marR="0" lvl="2"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3pPr>
            <a:lvl4pPr marL="1828800" marR="0" lvl="3"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4pPr>
            <a:lvl5pPr marL="2286000" marR="0" lvl="4"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5pPr>
            <a:lvl6pPr marL="2743200" marR="0" lvl="5"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6pPr>
            <a:lvl7pPr marL="3200400" marR="0" lvl="6"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7pPr>
            <a:lvl8pPr marL="3657600" marR="0" lvl="7"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8pPr>
            <a:lvl9pPr marL="4114800" marR="0" lvl="8"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9pPr>
          </a:lstStyle>
          <a:p>
            <a:pPr marL="0" indent="0"/>
            <a:r>
              <a:rPr lang="en-GB" sz="1800" dirty="0"/>
              <a:t>Muhammad Irfan</a:t>
            </a:r>
          </a:p>
        </p:txBody>
      </p:sp>
      <p:sp>
        <p:nvSpPr>
          <p:cNvPr id="152" name="Google Shape;1810;p43">
            <a:extLst>
              <a:ext uri="{FF2B5EF4-FFF2-40B4-BE49-F238E27FC236}">
                <a16:creationId xmlns:a16="http://schemas.microsoft.com/office/drawing/2014/main" id="{0FC1D2AA-C90E-4491-ADDD-594D51A0886D}"/>
              </a:ext>
            </a:extLst>
          </p:cNvPr>
          <p:cNvSpPr txBox="1">
            <a:spLocks/>
          </p:cNvSpPr>
          <p:nvPr/>
        </p:nvSpPr>
        <p:spPr>
          <a:xfrm>
            <a:off x="6243578" y="4028423"/>
            <a:ext cx="2277600" cy="462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2"/>
              </a:buClr>
              <a:buSzPts val="2100"/>
              <a:buFont typeface="Source Sans Pro"/>
              <a:buNone/>
              <a:defRPr sz="1600" b="0" i="0" u="none" strike="noStrike" cap="none">
                <a:solidFill>
                  <a:schemeClr val="dk2"/>
                </a:solidFill>
                <a:latin typeface="Source Sans Pro"/>
                <a:ea typeface="Source Sans Pro"/>
                <a:cs typeface="Source Sans Pro"/>
                <a:sym typeface="Source Sans Pro"/>
              </a:defRPr>
            </a:lvl1pPr>
            <a:lvl2pPr marL="914400" marR="0" lvl="1"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2pPr>
            <a:lvl3pPr marL="1371600" marR="0" lvl="2"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3pPr>
            <a:lvl4pPr marL="1828800" marR="0" lvl="3"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4pPr>
            <a:lvl5pPr marL="2286000" marR="0" lvl="4"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5pPr>
            <a:lvl6pPr marL="2743200" marR="0" lvl="5"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6pPr>
            <a:lvl7pPr marL="3200400" marR="0" lvl="6"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7pPr>
            <a:lvl8pPr marL="3657600" marR="0" lvl="7"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8pPr>
            <a:lvl9pPr marL="4114800" marR="0" lvl="8" indent="-330200" algn="ctr" rtl="0">
              <a:lnSpc>
                <a:spcPct val="100000"/>
              </a:lnSpc>
              <a:spcBef>
                <a:spcPts val="0"/>
              </a:spcBef>
              <a:spcAft>
                <a:spcPts val="0"/>
              </a:spcAft>
              <a:buClr>
                <a:schemeClr val="dk2"/>
              </a:buClr>
              <a:buSzPts val="2100"/>
              <a:buFont typeface="Source Sans Pro"/>
              <a:buNone/>
              <a:defRPr sz="2100" b="0" i="0" u="none" strike="noStrike" cap="none">
                <a:solidFill>
                  <a:schemeClr val="dk2"/>
                </a:solidFill>
                <a:latin typeface="Source Sans Pro"/>
                <a:ea typeface="Source Sans Pro"/>
                <a:cs typeface="Source Sans Pro"/>
                <a:sym typeface="Source Sans Pro"/>
              </a:defRPr>
            </a:lvl9pPr>
          </a:lstStyle>
          <a:p>
            <a:pPr marL="0" indent="0"/>
            <a:r>
              <a:rPr lang="en-GB" sz="1200" dirty="0"/>
              <a:t>BCSM-F19-365</a:t>
            </a:r>
          </a:p>
          <a:p>
            <a:pPr marL="0" indent="0"/>
            <a:r>
              <a:rPr lang="en-GB" sz="1200" dirty="0"/>
              <a:t>Developer</a:t>
            </a:r>
          </a:p>
        </p:txBody>
      </p:sp>
      <p:grpSp>
        <p:nvGrpSpPr>
          <p:cNvPr id="153" name="Google Shape;1895;p43">
            <a:extLst>
              <a:ext uri="{FF2B5EF4-FFF2-40B4-BE49-F238E27FC236}">
                <a16:creationId xmlns:a16="http://schemas.microsoft.com/office/drawing/2014/main" id="{E1CC6C5D-3D20-4303-BDB8-2C4A8652ADE5}"/>
              </a:ext>
            </a:extLst>
          </p:cNvPr>
          <p:cNvGrpSpPr/>
          <p:nvPr/>
        </p:nvGrpSpPr>
        <p:grpSpPr>
          <a:xfrm>
            <a:off x="6912819" y="3040056"/>
            <a:ext cx="648900" cy="648900"/>
            <a:chOff x="6960800" y="3087400"/>
            <a:chExt cx="648900" cy="648900"/>
          </a:xfrm>
        </p:grpSpPr>
        <p:sp>
          <p:nvSpPr>
            <p:cNvPr id="154" name="Google Shape;1896;p43">
              <a:extLst>
                <a:ext uri="{FF2B5EF4-FFF2-40B4-BE49-F238E27FC236}">
                  <a16:creationId xmlns:a16="http://schemas.microsoft.com/office/drawing/2014/main" id="{14B0A543-249F-4B4C-BB68-4659C5FC7C1C}"/>
                </a:ext>
              </a:extLst>
            </p:cNvPr>
            <p:cNvSpPr/>
            <p:nvPr/>
          </p:nvSpPr>
          <p:spPr>
            <a:xfrm>
              <a:off x="6960800" y="3087400"/>
              <a:ext cx="648900" cy="64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nvGrpSpPr>
            <p:cNvPr id="155" name="Google Shape;1897;p43">
              <a:extLst>
                <a:ext uri="{FF2B5EF4-FFF2-40B4-BE49-F238E27FC236}">
                  <a16:creationId xmlns:a16="http://schemas.microsoft.com/office/drawing/2014/main" id="{132672E1-3695-4034-8393-56C87D618D0F}"/>
                </a:ext>
              </a:extLst>
            </p:cNvPr>
            <p:cNvGrpSpPr/>
            <p:nvPr/>
          </p:nvGrpSpPr>
          <p:grpSpPr>
            <a:xfrm>
              <a:off x="7093511" y="3164132"/>
              <a:ext cx="383491" cy="495449"/>
              <a:chOff x="7606826" y="2419290"/>
              <a:chExt cx="274550" cy="354728"/>
            </a:xfrm>
          </p:grpSpPr>
          <p:sp>
            <p:nvSpPr>
              <p:cNvPr id="156" name="Google Shape;1898;p43">
                <a:extLst>
                  <a:ext uri="{FF2B5EF4-FFF2-40B4-BE49-F238E27FC236}">
                    <a16:creationId xmlns:a16="http://schemas.microsoft.com/office/drawing/2014/main" id="{D4A80CE8-0DB5-427E-9F75-ABFAF62563BA}"/>
                  </a:ext>
                </a:extLst>
              </p:cNvPr>
              <p:cNvSpPr/>
              <p:nvPr/>
            </p:nvSpPr>
            <p:spPr>
              <a:xfrm>
                <a:off x="7606826" y="2619370"/>
                <a:ext cx="274550" cy="154649"/>
              </a:xfrm>
              <a:custGeom>
                <a:avLst/>
                <a:gdLst/>
                <a:ahLst/>
                <a:cxnLst/>
                <a:rect l="l" t="t" r="r" b="b"/>
                <a:pathLst>
                  <a:path w="10485" h="5906" extrusionOk="0">
                    <a:moveTo>
                      <a:pt x="3711" y="1"/>
                    </a:moveTo>
                    <a:lnTo>
                      <a:pt x="3711" y="1041"/>
                    </a:lnTo>
                    <a:cubicBezTo>
                      <a:pt x="3711" y="1336"/>
                      <a:pt x="3520" y="1584"/>
                      <a:pt x="3244" y="1670"/>
                    </a:cubicBezTo>
                    <a:lnTo>
                      <a:pt x="935" y="2348"/>
                    </a:lnTo>
                    <a:cubicBezTo>
                      <a:pt x="382" y="2510"/>
                      <a:pt x="0" y="3025"/>
                      <a:pt x="0" y="3607"/>
                    </a:cubicBezTo>
                    <a:lnTo>
                      <a:pt x="0" y="5248"/>
                    </a:lnTo>
                    <a:cubicBezTo>
                      <a:pt x="0" y="5610"/>
                      <a:pt x="286" y="5906"/>
                      <a:pt x="649" y="5906"/>
                    </a:cubicBezTo>
                    <a:lnTo>
                      <a:pt x="9826" y="5906"/>
                    </a:lnTo>
                    <a:cubicBezTo>
                      <a:pt x="10189" y="5906"/>
                      <a:pt x="10485" y="5610"/>
                      <a:pt x="10485" y="5248"/>
                    </a:cubicBezTo>
                    <a:lnTo>
                      <a:pt x="10485" y="3607"/>
                    </a:lnTo>
                    <a:cubicBezTo>
                      <a:pt x="10485" y="3025"/>
                      <a:pt x="10093" y="2510"/>
                      <a:pt x="9540" y="2348"/>
                    </a:cubicBezTo>
                    <a:lnTo>
                      <a:pt x="7241" y="1670"/>
                    </a:lnTo>
                    <a:cubicBezTo>
                      <a:pt x="6955" y="1584"/>
                      <a:pt x="6764" y="1336"/>
                      <a:pt x="6764" y="1041"/>
                    </a:cubicBezTo>
                    <a:lnTo>
                      <a:pt x="67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57" name="Google Shape;1899;p43">
                <a:extLst>
                  <a:ext uri="{FF2B5EF4-FFF2-40B4-BE49-F238E27FC236}">
                    <a16:creationId xmlns:a16="http://schemas.microsoft.com/office/drawing/2014/main" id="{B046B36E-224B-4E54-9A38-3B716D3D4E83}"/>
                  </a:ext>
                </a:extLst>
              </p:cNvPr>
              <p:cNvSpPr/>
              <p:nvPr/>
            </p:nvSpPr>
            <p:spPr>
              <a:xfrm>
                <a:off x="7606826" y="2667576"/>
                <a:ext cx="274550" cy="106442"/>
              </a:xfrm>
              <a:custGeom>
                <a:avLst/>
                <a:gdLst/>
                <a:ahLst/>
                <a:cxnLst/>
                <a:rect l="l" t="t" r="r" b="b"/>
                <a:pathLst>
                  <a:path w="10485" h="4065" extrusionOk="0">
                    <a:moveTo>
                      <a:pt x="2671" y="1"/>
                    </a:moveTo>
                    <a:lnTo>
                      <a:pt x="935" y="507"/>
                    </a:lnTo>
                    <a:cubicBezTo>
                      <a:pt x="382" y="669"/>
                      <a:pt x="0" y="1184"/>
                      <a:pt x="0" y="1766"/>
                    </a:cubicBezTo>
                    <a:lnTo>
                      <a:pt x="0" y="3407"/>
                    </a:lnTo>
                    <a:cubicBezTo>
                      <a:pt x="0" y="3769"/>
                      <a:pt x="286" y="4065"/>
                      <a:pt x="649" y="4065"/>
                    </a:cubicBezTo>
                    <a:lnTo>
                      <a:pt x="9826" y="4065"/>
                    </a:lnTo>
                    <a:cubicBezTo>
                      <a:pt x="10189" y="4065"/>
                      <a:pt x="10485" y="3769"/>
                      <a:pt x="10485" y="3407"/>
                    </a:cubicBezTo>
                    <a:lnTo>
                      <a:pt x="10485" y="1766"/>
                    </a:lnTo>
                    <a:cubicBezTo>
                      <a:pt x="10485" y="1184"/>
                      <a:pt x="10093" y="669"/>
                      <a:pt x="9540" y="507"/>
                    </a:cubicBezTo>
                    <a:lnTo>
                      <a:pt x="7804" y="1"/>
                    </a:lnTo>
                    <a:cubicBezTo>
                      <a:pt x="7556" y="1213"/>
                      <a:pt x="6478" y="2090"/>
                      <a:pt x="5238" y="2090"/>
                    </a:cubicBezTo>
                    <a:cubicBezTo>
                      <a:pt x="3997" y="2090"/>
                      <a:pt x="2919" y="1213"/>
                      <a:pt x="26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58" name="Google Shape;1900;p43">
                <a:extLst>
                  <a:ext uri="{FF2B5EF4-FFF2-40B4-BE49-F238E27FC236}">
                    <a16:creationId xmlns:a16="http://schemas.microsoft.com/office/drawing/2014/main" id="{3C62EFEE-1822-4F35-88C6-C144535A70B4}"/>
                  </a:ext>
                </a:extLst>
              </p:cNvPr>
              <p:cNvSpPr/>
              <p:nvPr/>
            </p:nvSpPr>
            <p:spPr>
              <a:xfrm>
                <a:off x="7703998" y="2619370"/>
                <a:ext cx="79943" cy="22886"/>
              </a:xfrm>
              <a:custGeom>
                <a:avLst/>
                <a:gdLst/>
                <a:ahLst/>
                <a:cxnLst/>
                <a:rect l="l" t="t" r="r" b="b"/>
                <a:pathLst>
                  <a:path w="3053" h="874" extrusionOk="0">
                    <a:moveTo>
                      <a:pt x="0" y="1"/>
                    </a:moveTo>
                    <a:lnTo>
                      <a:pt x="0" y="487"/>
                    </a:lnTo>
                    <a:cubicBezTo>
                      <a:pt x="477" y="745"/>
                      <a:pt x="1002" y="874"/>
                      <a:pt x="1527" y="874"/>
                    </a:cubicBezTo>
                    <a:cubicBezTo>
                      <a:pt x="2051" y="874"/>
                      <a:pt x="2576" y="745"/>
                      <a:pt x="3053" y="487"/>
                    </a:cubicBezTo>
                    <a:lnTo>
                      <a:pt x="3053" y="1"/>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59" name="Google Shape;1901;p43">
                <a:extLst>
                  <a:ext uri="{FF2B5EF4-FFF2-40B4-BE49-F238E27FC236}">
                    <a16:creationId xmlns:a16="http://schemas.microsoft.com/office/drawing/2014/main" id="{75EE262F-AEEF-4407-9323-20B9AD20B875}"/>
                  </a:ext>
                </a:extLst>
              </p:cNvPr>
              <p:cNvSpPr/>
              <p:nvPr/>
            </p:nvSpPr>
            <p:spPr>
              <a:xfrm>
                <a:off x="7647543" y="2470744"/>
                <a:ext cx="192617" cy="160147"/>
              </a:xfrm>
              <a:custGeom>
                <a:avLst/>
                <a:gdLst/>
                <a:ahLst/>
                <a:cxnLst/>
                <a:rect l="l" t="t" r="r" b="b"/>
                <a:pathLst>
                  <a:path w="7356" h="6116" extrusionOk="0">
                    <a:moveTo>
                      <a:pt x="840" y="1"/>
                    </a:moveTo>
                    <a:lnTo>
                      <a:pt x="840" y="2405"/>
                    </a:lnTo>
                    <a:lnTo>
                      <a:pt x="735" y="2405"/>
                    </a:lnTo>
                    <a:cubicBezTo>
                      <a:pt x="0" y="2405"/>
                      <a:pt x="0" y="3492"/>
                      <a:pt x="735" y="3492"/>
                    </a:cubicBezTo>
                    <a:lnTo>
                      <a:pt x="849" y="3492"/>
                    </a:lnTo>
                    <a:cubicBezTo>
                      <a:pt x="964" y="4971"/>
                      <a:pt x="2194" y="6116"/>
                      <a:pt x="3683" y="6116"/>
                    </a:cubicBezTo>
                    <a:cubicBezTo>
                      <a:pt x="5161" y="6116"/>
                      <a:pt x="6392" y="4971"/>
                      <a:pt x="6506" y="3492"/>
                    </a:cubicBezTo>
                    <a:lnTo>
                      <a:pt x="6630" y="3492"/>
                    </a:lnTo>
                    <a:cubicBezTo>
                      <a:pt x="7355" y="3492"/>
                      <a:pt x="7355" y="2405"/>
                      <a:pt x="6630" y="2405"/>
                    </a:cubicBezTo>
                    <a:lnTo>
                      <a:pt x="6525" y="2405"/>
                    </a:lnTo>
                    <a:lnTo>
                      <a:pt x="65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60" name="Google Shape;1902;p43">
                <a:extLst>
                  <a:ext uri="{FF2B5EF4-FFF2-40B4-BE49-F238E27FC236}">
                    <a16:creationId xmlns:a16="http://schemas.microsoft.com/office/drawing/2014/main" id="{83C41232-1B50-4277-9164-25466271B059}"/>
                  </a:ext>
                </a:extLst>
              </p:cNvPr>
              <p:cNvSpPr/>
              <p:nvPr/>
            </p:nvSpPr>
            <p:spPr>
              <a:xfrm>
                <a:off x="7651785" y="2470744"/>
                <a:ext cx="166379" cy="160121"/>
              </a:xfrm>
              <a:custGeom>
                <a:avLst/>
                <a:gdLst/>
                <a:ahLst/>
                <a:cxnLst/>
                <a:rect l="l" t="t" r="r" b="b"/>
                <a:pathLst>
                  <a:path w="6354" h="6115" extrusionOk="0">
                    <a:moveTo>
                      <a:pt x="678" y="1"/>
                    </a:moveTo>
                    <a:lnTo>
                      <a:pt x="678" y="2405"/>
                    </a:lnTo>
                    <a:lnTo>
                      <a:pt x="601" y="2405"/>
                    </a:lnTo>
                    <a:cubicBezTo>
                      <a:pt x="595" y="2404"/>
                      <a:pt x="589" y="2404"/>
                      <a:pt x="583" y="2404"/>
                    </a:cubicBezTo>
                    <a:cubicBezTo>
                      <a:pt x="304" y="2404"/>
                      <a:pt x="66" y="2611"/>
                      <a:pt x="29" y="2891"/>
                    </a:cubicBezTo>
                    <a:cubicBezTo>
                      <a:pt x="0" y="3215"/>
                      <a:pt x="248" y="3492"/>
                      <a:pt x="573" y="3492"/>
                    </a:cubicBezTo>
                    <a:lnTo>
                      <a:pt x="687" y="3492"/>
                    </a:lnTo>
                    <a:cubicBezTo>
                      <a:pt x="800" y="4995"/>
                      <a:pt x="2046" y="6115"/>
                      <a:pt x="3499" y="6115"/>
                    </a:cubicBezTo>
                    <a:cubicBezTo>
                      <a:pt x="3650" y="6115"/>
                      <a:pt x="3804" y="6103"/>
                      <a:pt x="3959" y="6077"/>
                    </a:cubicBezTo>
                    <a:cubicBezTo>
                      <a:pt x="2576" y="5868"/>
                      <a:pt x="1555" y="4675"/>
                      <a:pt x="1555" y="3282"/>
                    </a:cubicBezTo>
                    <a:lnTo>
                      <a:pt x="1555" y="1527"/>
                    </a:lnTo>
                    <a:cubicBezTo>
                      <a:pt x="1555" y="1050"/>
                      <a:pt x="1946" y="659"/>
                      <a:pt x="2433" y="659"/>
                    </a:cubicBezTo>
                    <a:lnTo>
                      <a:pt x="3740" y="659"/>
                    </a:lnTo>
                    <a:cubicBezTo>
                      <a:pt x="3932" y="802"/>
                      <a:pt x="4163" y="875"/>
                      <a:pt x="4392" y="875"/>
                    </a:cubicBezTo>
                    <a:cubicBezTo>
                      <a:pt x="4562" y="875"/>
                      <a:pt x="4731" y="835"/>
                      <a:pt x="4885" y="754"/>
                    </a:cubicBezTo>
                    <a:cubicBezTo>
                      <a:pt x="5184" y="972"/>
                      <a:pt x="5547" y="1088"/>
                      <a:pt x="5914" y="1088"/>
                    </a:cubicBezTo>
                    <a:cubicBezTo>
                      <a:pt x="6061" y="1088"/>
                      <a:pt x="6209" y="1069"/>
                      <a:pt x="6354" y="1031"/>
                    </a:cubicBezTo>
                    <a:lnTo>
                      <a:pt x="6354" y="1"/>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61" name="Google Shape;1903;p43">
                <a:extLst>
                  <a:ext uri="{FF2B5EF4-FFF2-40B4-BE49-F238E27FC236}">
                    <a16:creationId xmlns:a16="http://schemas.microsoft.com/office/drawing/2014/main" id="{A1AE7EF1-1BF6-470D-A2B8-1EBC95111F1F}"/>
                  </a:ext>
                </a:extLst>
              </p:cNvPr>
              <p:cNvSpPr/>
              <p:nvPr/>
            </p:nvSpPr>
            <p:spPr>
              <a:xfrm>
                <a:off x="7654770" y="2419290"/>
                <a:ext cx="174156" cy="114428"/>
              </a:xfrm>
              <a:custGeom>
                <a:avLst/>
                <a:gdLst/>
                <a:ahLst/>
                <a:cxnLst/>
                <a:rect l="l" t="t" r="r" b="b"/>
                <a:pathLst>
                  <a:path w="6651" h="4370" extrusionOk="0">
                    <a:moveTo>
                      <a:pt x="1842" y="0"/>
                    </a:moveTo>
                    <a:cubicBezTo>
                      <a:pt x="812" y="0"/>
                      <a:pt x="1" y="897"/>
                      <a:pt x="106" y="1918"/>
                    </a:cubicBezTo>
                    <a:lnTo>
                      <a:pt x="344" y="4370"/>
                    </a:lnTo>
                    <a:lnTo>
                      <a:pt x="564" y="4370"/>
                    </a:lnTo>
                    <a:cubicBezTo>
                      <a:pt x="812" y="4370"/>
                      <a:pt x="1003" y="4169"/>
                      <a:pt x="1003" y="3931"/>
                    </a:cubicBezTo>
                    <a:lnTo>
                      <a:pt x="1003" y="2967"/>
                    </a:lnTo>
                    <a:cubicBezTo>
                      <a:pt x="1003" y="2481"/>
                      <a:pt x="1394" y="2090"/>
                      <a:pt x="1880" y="2090"/>
                    </a:cubicBezTo>
                    <a:lnTo>
                      <a:pt x="5811" y="2090"/>
                    </a:lnTo>
                    <a:lnTo>
                      <a:pt x="5811" y="3931"/>
                    </a:lnTo>
                    <a:cubicBezTo>
                      <a:pt x="5811" y="4169"/>
                      <a:pt x="6011" y="4370"/>
                      <a:pt x="6249" y="4370"/>
                    </a:cubicBezTo>
                    <a:lnTo>
                      <a:pt x="6469" y="4370"/>
                    </a:lnTo>
                    <a:lnTo>
                      <a:pt x="6650" y="2004"/>
                    </a:lnTo>
                    <a:lnTo>
                      <a:pt x="6631" y="2004"/>
                    </a:lnTo>
                    <a:lnTo>
                      <a:pt x="58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62" name="Google Shape;1904;p43">
                <a:extLst>
                  <a:ext uri="{FF2B5EF4-FFF2-40B4-BE49-F238E27FC236}">
                    <a16:creationId xmlns:a16="http://schemas.microsoft.com/office/drawing/2014/main" id="{0129747D-FEBB-4B13-8EB3-F2938DA71D19}"/>
                  </a:ext>
                </a:extLst>
              </p:cNvPr>
              <p:cNvSpPr/>
              <p:nvPr/>
            </p:nvSpPr>
            <p:spPr>
              <a:xfrm>
                <a:off x="7654770" y="2419290"/>
                <a:ext cx="71983" cy="114428"/>
              </a:xfrm>
              <a:custGeom>
                <a:avLst/>
                <a:gdLst/>
                <a:ahLst/>
                <a:cxnLst/>
                <a:rect l="l" t="t" r="r" b="b"/>
                <a:pathLst>
                  <a:path w="2749" h="4370" extrusionOk="0">
                    <a:moveTo>
                      <a:pt x="1842" y="0"/>
                    </a:moveTo>
                    <a:cubicBezTo>
                      <a:pt x="812" y="0"/>
                      <a:pt x="1" y="888"/>
                      <a:pt x="106" y="1918"/>
                    </a:cubicBezTo>
                    <a:lnTo>
                      <a:pt x="344" y="4370"/>
                    </a:lnTo>
                    <a:lnTo>
                      <a:pt x="564" y="4370"/>
                    </a:lnTo>
                    <a:cubicBezTo>
                      <a:pt x="812" y="4370"/>
                      <a:pt x="1003" y="4169"/>
                      <a:pt x="1003" y="3931"/>
                    </a:cubicBezTo>
                    <a:lnTo>
                      <a:pt x="1003" y="1756"/>
                    </a:lnTo>
                    <a:cubicBezTo>
                      <a:pt x="1003" y="783"/>
                      <a:pt x="1785" y="0"/>
                      <a:pt x="27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63" name="Google Shape;1905;p43">
                <a:extLst>
                  <a:ext uri="{FF2B5EF4-FFF2-40B4-BE49-F238E27FC236}">
                    <a16:creationId xmlns:a16="http://schemas.microsoft.com/office/drawing/2014/main" id="{E1BB0722-3FAB-406F-ADD4-36573CC01E37}"/>
                  </a:ext>
                </a:extLst>
              </p:cNvPr>
              <p:cNvSpPr/>
              <p:nvPr/>
            </p:nvSpPr>
            <p:spPr>
              <a:xfrm>
                <a:off x="7703998" y="2533640"/>
                <a:ext cx="11495" cy="17308"/>
              </a:xfrm>
              <a:custGeom>
                <a:avLst/>
                <a:gdLst/>
                <a:ahLst/>
                <a:cxnLst/>
                <a:rect l="l" t="t" r="r" b="b"/>
                <a:pathLst>
                  <a:path w="439" h="661" extrusionOk="0">
                    <a:moveTo>
                      <a:pt x="220" y="0"/>
                    </a:moveTo>
                    <a:cubicBezTo>
                      <a:pt x="110" y="0"/>
                      <a:pt x="0" y="74"/>
                      <a:pt x="0" y="222"/>
                    </a:cubicBezTo>
                    <a:lnTo>
                      <a:pt x="0" y="441"/>
                    </a:lnTo>
                    <a:cubicBezTo>
                      <a:pt x="0" y="556"/>
                      <a:pt x="96" y="661"/>
                      <a:pt x="220" y="661"/>
                    </a:cubicBezTo>
                    <a:cubicBezTo>
                      <a:pt x="334" y="661"/>
                      <a:pt x="439" y="556"/>
                      <a:pt x="439" y="441"/>
                    </a:cubicBezTo>
                    <a:lnTo>
                      <a:pt x="439" y="222"/>
                    </a:lnTo>
                    <a:cubicBezTo>
                      <a:pt x="439" y="74"/>
                      <a:pt x="329" y="0"/>
                      <a:pt x="220"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64" name="Google Shape;1906;p43">
                <a:extLst>
                  <a:ext uri="{FF2B5EF4-FFF2-40B4-BE49-F238E27FC236}">
                    <a16:creationId xmlns:a16="http://schemas.microsoft.com/office/drawing/2014/main" id="{49AFB1AF-A677-4B73-AC4C-939F1E3135A4}"/>
                  </a:ext>
                </a:extLst>
              </p:cNvPr>
              <p:cNvSpPr/>
              <p:nvPr/>
            </p:nvSpPr>
            <p:spPr>
              <a:xfrm>
                <a:off x="7772681" y="2533640"/>
                <a:ext cx="11260" cy="17308"/>
              </a:xfrm>
              <a:custGeom>
                <a:avLst/>
                <a:gdLst/>
                <a:ahLst/>
                <a:cxnLst/>
                <a:rect l="l" t="t" r="r" b="b"/>
                <a:pathLst>
                  <a:path w="430" h="661" extrusionOk="0">
                    <a:moveTo>
                      <a:pt x="215" y="0"/>
                    </a:moveTo>
                    <a:cubicBezTo>
                      <a:pt x="108" y="0"/>
                      <a:pt x="1" y="74"/>
                      <a:pt x="1" y="222"/>
                    </a:cubicBezTo>
                    <a:lnTo>
                      <a:pt x="1" y="441"/>
                    </a:lnTo>
                    <a:cubicBezTo>
                      <a:pt x="1" y="556"/>
                      <a:pt x="96" y="661"/>
                      <a:pt x="220" y="661"/>
                    </a:cubicBezTo>
                    <a:cubicBezTo>
                      <a:pt x="335" y="661"/>
                      <a:pt x="430" y="556"/>
                      <a:pt x="430" y="441"/>
                    </a:cubicBezTo>
                    <a:lnTo>
                      <a:pt x="430" y="222"/>
                    </a:lnTo>
                    <a:cubicBezTo>
                      <a:pt x="430" y="74"/>
                      <a:pt x="323" y="0"/>
                      <a:pt x="215"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65" name="Google Shape;1907;p43">
                <a:extLst>
                  <a:ext uri="{FF2B5EF4-FFF2-40B4-BE49-F238E27FC236}">
                    <a16:creationId xmlns:a16="http://schemas.microsoft.com/office/drawing/2014/main" id="{4972C99D-DC2E-484F-B781-04EB6884CB5D}"/>
                  </a:ext>
                </a:extLst>
              </p:cNvPr>
              <p:cNvSpPr/>
              <p:nvPr/>
            </p:nvSpPr>
            <p:spPr>
              <a:xfrm>
                <a:off x="7718714" y="2573598"/>
                <a:ext cx="50720" cy="17334"/>
              </a:xfrm>
              <a:custGeom>
                <a:avLst/>
                <a:gdLst/>
                <a:ahLst/>
                <a:cxnLst/>
                <a:rect l="l" t="t" r="r" b="b"/>
                <a:pathLst>
                  <a:path w="1937" h="662" extrusionOk="0">
                    <a:moveTo>
                      <a:pt x="314" y="0"/>
                    </a:moveTo>
                    <a:cubicBezTo>
                      <a:pt x="144" y="0"/>
                      <a:pt x="0" y="221"/>
                      <a:pt x="154" y="375"/>
                    </a:cubicBezTo>
                    <a:cubicBezTo>
                      <a:pt x="372" y="566"/>
                      <a:pt x="643" y="662"/>
                      <a:pt x="924" y="662"/>
                    </a:cubicBezTo>
                    <a:cubicBezTo>
                      <a:pt x="938" y="662"/>
                      <a:pt x="951" y="662"/>
                      <a:pt x="965" y="661"/>
                    </a:cubicBezTo>
                    <a:cubicBezTo>
                      <a:pt x="978" y="662"/>
                      <a:pt x="991" y="662"/>
                      <a:pt x="1005" y="662"/>
                    </a:cubicBezTo>
                    <a:cubicBezTo>
                      <a:pt x="1286" y="662"/>
                      <a:pt x="1557" y="566"/>
                      <a:pt x="1775" y="375"/>
                    </a:cubicBezTo>
                    <a:cubicBezTo>
                      <a:pt x="1936" y="221"/>
                      <a:pt x="1789" y="0"/>
                      <a:pt x="1621" y="0"/>
                    </a:cubicBezTo>
                    <a:cubicBezTo>
                      <a:pt x="1570" y="0"/>
                      <a:pt x="1517" y="21"/>
                      <a:pt x="1470" y="70"/>
                    </a:cubicBezTo>
                    <a:cubicBezTo>
                      <a:pt x="1318" y="170"/>
                      <a:pt x="1141" y="220"/>
                      <a:pt x="966" y="220"/>
                    </a:cubicBezTo>
                    <a:cubicBezTo>
                      <a:pt x="790" y="220"/>
                      <a:pt x="616" y="170"/>
                      <a:pt x="469" y="70"/>
                    </a:cubicBezTo>
                    <a:cubicBezTo>
                      <a:pt x="420" y="21"/>
                      <a:pt x="365" y="0"/>
                      <a:pt x="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66" name="Google Shape;1908;p43">
                <a:extLst>
                  <a:ext uri="{FF2B5EF4-FFF2-40B4-BE49-F238E27FC236}">
                    <a16:creationId xmlns:a16="http://schemas.microsoft.com/office/drawing/2014/main" id="{11125648-6D96-4258-8B55-E19A93963454}"/>
                  </a:ext>
                </a:extLst>
              </p:cNvPr>
              <p:cNvSpPr/>
              <p:nvPr/>
            </p:nvSpPr>
            <p:spPr>
              <a:xfrm>
                <a:off x="7696483" y="2516463"/>
                <a:ext cx="26525" cy="11521"/>
              </a:xfrm>
              <a:custGeom>
                <a:avLst/>
                <a:gdLst/>
                <a:ahLst/>
                <a:cxnLst/>
                <a:rect l="l" t="t" r="r" b="b"/>
                <a:pathLst>
                  <a:path w="1013" h="440" extrusionOk="0">
                    <a:moveTo>
                      <a:pt x="287" y="0"/>
                    </a:moveTo>
                    <a:cubicBezTo>
                      <a:pt x="1" y="0"/>
                      <a:pt x="1" y="439"/>
                      <a:pt x="287" y="439"/>
                    </a:cubicBezTo>
                    <a:lnTo>
                      <a:pt x="726" y="439"/>
                    </a:lnTo>
                    <a:cubicBezTo>
                      <a:pt x="1012" y="439"/>
                      <a:pt x="1012" y="0"/>
                      <a:pt x="7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67" name="Google Shape;1909;p43">
                <a:extLst>
                  <a:ext uri="{FF2B5EF4-FFF2-40B4-BE49-F238E27FC236}">
                    <a16:creationId xmlns:a16="http://schemas.microsoft.com/office/drawing/2014/main" id="{89191C22-6A00-4B1D-92A8-6093873F4E2C}"/>
                  </a:ext>
                </a:extLst>
              </p:cNvPr>
              <p:cNvSpPr/>
              <p:nvPr/>
            </p:nvSpPr>
            <p:spPr>
              <a:xfrm>
                <a:off x="7764931" y="2516463"/>
                <a:ext cx="26761" cy="11521"/>
              </a:xfrm>
              <a:custGeom>
                <a:avLst/>
                <a:gdLst/>
                <a:ahLst/>
                <a:cxnLst/>
                <a:rect l="l" t="t" r="r" b="b"/>
                <a:pathLst>
                  <a:path w="1022" h="440" extrusionOk="0">
                    <a:moveTo>
                      <a:pt x="297" y="0"/>
                    </a:moveTo>
                    <a:cubicBezTo>
                      <a:pt x="1" y="0"/>
                      <a:pt x="1" y="439"/>
                      <a:pt x="297" y="439"/>
                    </a:cubicBezTo>
                    <a:lnTo>
                      <a:pt x="726" y="439"/>
                    </a:lnTo>
                    <a:cubicBezTo>
                      <a:pt x="1022" y="439"/>
                      <a:pt x="1022" y="0"/>
                      <a:pt x="7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68" name="Google Shape;1910;p43">
                <a:extLst>
                  <a:ext uri="{FF2B5EF4-FFF2-40B4-BE49-F238E27FC236}">
                    <a16:creationId xmlns:a16="http://schemas.microsoft.com/office/drawing/2014/main" id="{367F415C-93A4-46BA-A0DF-970AF10935BE}"/>
                  </a:ext>
                </a:extLst>
              </p:cNvPr>
              <p:cNvSpPr/>
              <p:nvPr/>
            </p:nvSpPr>
            <p:spPr>
              <a:xfrm>
                <a:off x="7772681" y="2419290"/>
                <a:ext cx="68474" cy="68709"/>
              </a:xfrm>
              <a:custGeom>
                <a:avLst/>
                <a:gdLst/>
                <a:ahLst/>
                <a:cxnLst/>
                <a:rect l="l" t="t" r="r" b="b"/>
                <a:pathLst>
                  <a:path w="2615" h="2624" extrusionOk="0">
                    <a:moveTo>
                      <a:pt x="1308" y="0"/>
                    </a:moveTo>
                    <a:cubicBezTo>
                      <a:pt x="583" y="0"/>
                      <a:pt x="1" y="582"/>
                      <a:pt x="1" y="1307"/>
                    </a:cubicBezTo>
                    <a:cubicBezTo>
                      <a:pt x="1" y="2032"/>
                      <a:pt x="583" y="2624"/>
                      <a:pt x="1308" y="2624"/>
                    </a:cubicBezTo>
                    <a:cubicBezTo>
                      <a:pt x="2033" y="2624"/>
                      <a:pt x="2615" y="2032"/>
                      <a:pt x="2615" y="1307"/>
                    </a:cubicBezTo>
                    <a:cubicBezTo>
                      <a:pt x="2615" y="582"/>
                      <a:pt x="2033" y="0"/>
                      <a:pt x="13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69" name="Google Shape;1911;p43">
                <a:extLst>
                  <a:ext uri="{FF2B5EF4-FFF2-40B4-BE49-F238E27FC236}">
                    <a16:creationId xmlns:a16="http://schemas.microsoft.com/office/drawing/2014/main" id="{A52B54FD-3A18-4BE3-89EE-36CA448C4CCF}"/>
                  </a:ext>
                </a:extLst>
              </p:cNvPr>
              <p:cNvSpPr/>
              <p:nvPr/>
            </p:nvSpPr>
            <p:spPr>
              <a:xfrm>
                <a:off x="7749717" y="2447753"/>
                <a:ext cx="34224" cy="34512"/>
              </a:xfrm>
              <a:custGeom>
                <a:avLst/>
                <a:gdLst/>
                <a:ahLst/>
                <a:cxnLst/>
                <a:rect l="l" t="t" r="r" b="b"/>
                <a:pathLst>
                  <a:path w="1307" h="1318" extrusionOk="0">
                    <a:moveTo>
                      <a:pt x="658" y="1"/>
                    </a:moveTo>
                    <a:cubicBezTo>
                      <a:pt x="296" y="1"/>
                      <a:pt x="0" y="297"/>
                      <a:pt x="0" y="659"/>
                    </a:cubicBezTo>
                    <a:cubicBezTo>
                      <a:pt x="0" y="1022"/>
                      <a:pt x="296" y="1317"/>
                      <a:pt x="658" y="1317"/>
                    </a:cubicBezTo>
                    <a:cubicBezTo>
                      <a:pt x="1021" y="1317"/>
                      <a:pt x="1307" y="1022"/>
                      <a:pt x="1307" y="659"/>
                    </a:cubicBezTo>
                    <a:cubicBezTo>
                      <a:pt x="1307" y="297"/>
                      <a:pt x="1021" y="1"/>
                      <a:pt x="6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170" name="Google Shape;1912;p43">
                <a:extLst>
                  <a:ext uri="{FF2B5EF4-FFF2-40B4-BE49-F238E27FC236}">
                    <a16:creationId xmlns:a16="http://schemas.microsoft.com/office/drawing/2014/main" id="{9B96A208-D082-45CD-91F7-3A1B48803DA9}"/>
                  </a:ext>
                </a:extLst>
              </p:cNvPr>
              <p:cNvSpPr/>
              <p:nvPr/>
            </p:nvSpPr>
            <p:spPr>
              <a:xfrm>
                <a:off x="7654770" y="2667576"/>
                <a:ext cx="178398" cy="77717"/>
              </a:xfrm>
              <a:custGeom>
                <a:avLst/>
                <a:gdLst/>
                <a:ahLst/>
                <a:cxnLst/>
                <a:rect l="l" t="t" r="r" b="b"/>
                <a:pathLst>
                  <a:path w="6813" h="2968" extrusionOk="0">
                    <a:moveTo>
                      <a:pt x="840" y="1"/>
                    </a:moveTo>
                    <a:lnTo>
                      <a:pt x="1" y="249"/>
                    </a:lnTo>
                    <a:cubicBezTo>
                      <a:pt x="363" y="1833"/>
                      <a:pt x="1775" y="2968"/>
                      <a:pt x="3407" y="2968"/>
                    </a:cubicBezTo>
                    <a:cubicBezTo>
                      <a:pt x="5038" y="2968"/>
                      <a:pt x="6459" y="1833"/>
                      <a:pt x="6812" y="249"/>
                    </a:cubicBezTo>
                    <a:lnTo>
                      <a:pt x="5982" y="1"/>
                    </a:lnTo>
                    <a:cubicBezTo>
                      <a:pt x="5725" y="1213"/>
                      <a:pt x="4656" y="2090"/>
                      <a:pt x="3416" y="2090"/>
                    </a:cubicBezTo>
                    <a:cubicBezTo>
                      <a:pt x="2166" y="2090"/>
                      <a:pt x="1098" y="1213"/>
                      <a:pt x="8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9"/>
          <p:cNvSpPr txBox="1">
            <a:spLocks noGrp="1"/>
          </p:cNvSpPr>
          <p:nvPr>
            <p:ph type="title"/>
          </p:nvPr>
        </p:nvSpPr>
        <p:spPr>
          <a:xfrm>
            <a:off x="4419520" y="1560824"/>
            <a:ext cx="4099634" cy="755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OUR </a:t>
            </a:r>
            <a:r>
              <a:rPr lang="en" dirty="0">
                <a:solidFill>
                  <a:schemeClr val="accent1"/>
                </a:solidFill>
                <a:latin typeface="Overpass SemiBold"/>
                <a:ea typeface="Overpass SemiBold"/>
                <a:cs typeface="Overpass SemiBold"/>
                <a:sym typeface="Overpass SemiBold"/>
              </a:rPr>
              <a:t>COMPANY SoftEnu</a:t>
            </a:r>
            <a:endParaRPr dirty="0">
              <a:solidFill>
                <a:schemeClr val="accent1"/>
              </a:solidFill>
              <a:latin typeface="Overpass SemiBold"/>
              <a:ea typeface="Overpass SemiBold"/>
              <a:cs typeface="Overpass SemiBold"/>
              <a:sym typeface="Overpass SemiBold"/>
            </a:endParaRPr>
          </a:p>
        </p:txBody>
      </p:sp>
      <p:sp>
        <p:nvSpPr>
          <p:cNvPr id="359" name="Google Shape;359;p29"/>
          <p:cNvSpPr txBox="1">
            <a:spLocks noGrp="1"/>
          </p:cNvSpPr>
          <p:nvPr>
            <p:ph type="subTitle" idx="1"/>
          </p:nvPr>
        </p:nvSpPr>
        <p:spPr>
          <a:xfrm>
            <a:off x="4705165" y="2330400"/>
            <a:ext cx="3718835" cy="1316700"/>
          </a:xfrm>
          <a:prstGeom prst="rect">
            <a:avLst/>
          </a:prstGeom>
        </p:spPr>
        <p:txBody>
          <a:bodyPr spcFirstLastPara="1" wrap="square" lIns="91425" tIns="91425" rIns="91425" bIns="91425" anchor="ctr" anchorCtr="0">
            <a:noAutofit/>
          </a:bodyPr>
          <a:lstStyle/>
          <a:p>
            <a:pPr marL="0" lvl="0" indent="0" algn="just" rtl="0">
              <a:spcBef>
                <a:spcPts val="0"/>
              </a:spcBef>
              <a:spcAft>
                <a:spcPts val="1600"/>
              </a:spcAft>
              <a:buNone/>
            </a:pPr>
            <a:r>
              <a:rPr lang="en" dirty="0"/>
              <a:t>Our Company SoftEnu Launching a Desktop Application for gamers to change the trend of gaming.</a:t>
            </a:r>
            <a:endParaRPr dirty="0"/>
          </a:p>
        </p:txBody>
      </p:sp>
      <p:grpSp>
        <p:nvGrpSpPr>
          <p:cNvPr id="360" name="Google Shape;360;p29"/>
          <p:cNvGrpSpPr/>
          <p:nvPr/>
        </p:nvGrpSpPr>
        <p:grpSpPr>
          <a:xfrm flipH="1">
            <a:off x="720011" y="544670"/>
            <a:ext cx="3420241" cy="4058814"/>
            <a:chOff x="4380325" y="1801525"/>
            <a:chExt cx="1537325" cy="1824350"/>
          </a:xfrm>
        </p:grpSpPr>
        <p:sp>
          <p:nvSpPr>
            <p:cNvPr id="361" name="Google Shape;361;p29"/>
            <p:cNvSpPr/>
            <p:nvPr/>
          </p:nvSpPr>
          <p:spPr>
            <a:xfrm>
              <a:off x="5511325" y="3181325"/>
              <a:ext cx="113575" cy="198025"/>
            </a:xfrm>
            <a:custGeom>
              <a:avLst/>
              <a:gdLst/>
              <a:ahLst/>
              <a:cxnLst/>
              <a:rect l="l" t="t" r="r" b="b"/>
              <a:pathLst>
                <a:path w="4543" h="7921" extrusionOk="0">
                  <a:moveTo>
                    <a:pt x="1" y="0"/>
                  </a:moveTo>
                  <a:lnTo>
                    <a:pt x="1" y="5296"/>
                  </a:lnTo>
                  <a:lnTo>
                    <a:pt x="4543" y="7921"/>
                  </a:lnTo>
                  <a:lnTo>
                    <a:pt x="4543" y="2625"/>
                  </a:lnTo>
                  <a:lnTo>
                    <a:pt x="1"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2" name="Google Shape;362;p29"/>
            <p:cNvGrpSpPr/>
            <p:nvPr/>
          </p:nvGrpSpPr>
          <p:grpSpPr>
            <a:xfrm>
              <a:off x="4380325" y="1801525"/>
              <a:ext cx="1537325" cy="1824350"/>
              <a:chOff x="4380325" y="1801525"/>
              <a:chExt cx="1537325" cy="1824350"/>
            </a:xfrm>
          </p:grpSpPr>
          <p:sp>
            <p:nvSpPr>
              <p:cNvPr id="363" name="Google Shape;363;p29"/>
              <p:cNvSpPr/>
              <p:nvPr/>
            </p:nvSpPr>
            <p:spPr>
              <a:xfrm>
                <a:off x="4580050" y="2872050"/>
                <a:ext cx="639700" cy="371350"/>
              </a:xfrm>
              <a:custGeom>
                <a:avLst/>
                <a:gdLst/>
                <a:ahLst/>
                <a:cxnLst/>
                <a:rect l="l" t="t" r="r" b="b"/>
                <a:pathLst>
                  <a:path w="25588" h="14854" extrusionOk="0">
                    <a:moveTo>
                      <a:pt x="7875" y="0"/>
                    </a:moveTo>
                    <a:cubicBezTo>
                      <a:pt x="7710" y="0"/>
                      <a:pt x="7545" y="46"/>
                      <a:pt x="7396" y="137"/>
                    </a:cubicBezTo>
                    <a:lnTo>
                      <a:pt x="252" y="4268"/>
                    </a:lnTo>
                    <a:cubicBezTo>
                      <a:pt x="1" y="4428"/>
                      <a:pt x="1" y="4793"/>
                      <a:pt x="252" y="4930"/>
                    </a:cubicBezTo>
                    <a:lnTo>
                      <a:pt x="17165" y="14700"/>
                    </a:lnTo>
                    <a:cubicBezTo>
                      <a:pt x="17337" y="14802"/>
                      <a:pt x="17536" y="14854"/>
                      <a:pt x="17739" y="14854"/>
                    </a:cubicBezTo>
                    <a:cubicBezTo>
                      <a:pt x="17941" y="14854"/>
                      <a:pt x="18147" y="14802"/>
                      <a:pt x="18329" y="14700"/>
                    </a:cubicBezTo>
                    <a:lnTo>
                      <a:pt x="25291" y="10637"/>
                    </a:lnTo>
                    <a:cubicBezTo>
                      <a:pt x="25588" y="10477"/>
                      <a:pt x="25588" y="10066"/>
                      <a:pt x="25291" y="9906"/>
                    </a:cubicBezTo>
                    <a:lnTo>
                      <a:pt x="8355" y="137"/>
                    </a:lnTo>
                    <a:cubicBezTo>
                      <a:pt x="8206" y="46"/>
                      <a:pt x="8041" y="0"/>
                      <a:pt x="78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9"/>
              <p:cNvSpPr/>
              <p:nvPr/>
            </p:nvSpPr>
            <p:spPr>
              <a:xfrm>
                <a:off x="4581775" y="2987300"/>
                <a:ext cx="636275" cy="277775"/>
              </a:xfrm>
              <a:custGeom>
                <a:avLst/>
                <a:gdLst/>
                <a:ahLst/>
                <a:cxnLst/>
                <a:rect l="l" t="t" r="r" b="b"/>
                <a:pathLst>
                  <a:path w="25451" h="11111" extrusionOk="0">
                    <a:moveTo>
                      <a:pt x="0" y="1"/>
                    </a:moveTo>
                    <a:lnTo>
                      <a:pt x="0" y="868"/>
                    </a:lnTo>
                    <a:cubicBezTo>
                      <a:pt x="0" y="982"/>
                      <a:pt x="46" y="1119"/>
                      <a:pt x="183" y="1188"/>
                    </a:cubicBezTo>
                    <a:lnTo>
                      <a:pt x="17096" y="10957"/>
                    </a:lnTo>
                    <a:cubicBezTo>
                      <a:pt x="17268" y="11060"/>
                      <a:pt x="17467" y="11111"/>
                      <a:pt x="17670" y="11111"/>
                    </a:cubicBezTo>
                    <a:cubicBezTo>
                      <a:pt x="17872" y="11111"/>
                      <a:pt x="18078" y="11060"/>
                      <a:pt x="18260" y="10957"/>
                    </a:cubicBezTo>
                    <a:lnTo>
                      <a:pt x="25222" y="6894"/>
                    </a:lnTo>
                    <a:cubicBezTo>
                      <a:pt x="25359" y="6826"/>
                      <a:pt x="25428" y="6689"/>
                      <a:pt x="25450" y="6529"/>
                    </a:cubicBezTo>
                    <a:lnTo>
                      <a:pt x="25450" y="5661"/>
                    </a:lnTo>
                    <a:cubicBezTo>
                      <a:pt x="25450" y="5798"/>
                      <a:pt x="25359" y="5958"/>
                      <a:pt x="25222" y="6027"/>
                    </a:cubicBezTo>
                    <a:lnTo>
                      <a:pt x="18260" y="10090"/>
                    </a:lnTo>
                    <a:cubicBezTo>
                      <a:pt x="18078" y="10192"/>
                      <a:pt x="17872" y="10244"/>
                      <a:pt x="17670" y="10244"/>
                    </a:cubicBezTo>
                    <a:cubicBezTo>
                      <a:pt x="17467" y="10244"/>
                      <a:pt x="17268" y="10192"/>
                      <a:pt x="17096" y="10090"/>
                    </a:cubicBezTo>
                    <a:lnTo>
                      <a:pt x="183" y="320"/>
                    </a:lnTo>
                    <a:cubicBezTo>
                      <a:pt x="46" y="252"/>
                      <a:pt x="0" y="115"/>
                      <a:pt x="0" y="1"/>
                    </a:cubicBezTo>
                    <a:close/>
                  </a:path>
                </a:pathLst>
              </a:custGeom>
              <a:solidFill>
                <a:srgbClr val="A7B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9"/>
              <p:cNvSpPr/>
              <p:nvPr/>
            </p:nvSpPr>
            <p:spPr>
              <a:xfrm>
                <a:off x="4581775" y="2987300"/>
                <a:ext cx="440550" cy="277350"/>
              </a:xfrm>
              <a:custGeom>
                <a:avLst/>
                <a:gdLst/>
                <a:ahLst/>
                <a:cxnLst/>
                <a:rect l="l" t="t" r="r" b="b"/>
                <a:pathLst>
                  <a:path w="17622" h="11094" extrusionOk="0">
                    <a:moveTo>
                      <a:pt x="0" y="1"/>
                    </a:moveTo>
                    <a:lnTo>
                      <a:pt x="0" y="868"/>
                    </a:lnTo>
                    <a:cubicBezTo>
                      <a:pt x="0" y="982"/>
                      <a:pt x="46" y="1119"/>
                      <a:pt x="183" y="1188"/>
                    </a:cubicBezTo>
                    <a:lnTo>
                      <a:pt x="17096" y="10957"/>
                    </a:lnTo>
                    <a:cubicBezTo>
                      <a:pt x="17256" y="11048"/>
                      <a:pt x="17439" y="11094"/>
                      <a:pt x="17621" y="11094"/>
                    </a:cubicBezTo>
                    <a:lnTo>
                      <a:pt x="17621" y="10226"/>
                    </a:lnTo>
                    <a:cubicBezTo>
                      <a:pt x="17439" y="10226"/>
                      <a:pt x="17256" y="10181"/>
                      <a:pt x="17096" y="10090"/>
                    </a:cubicBezTo>
                    <a:lnTo>
                      <a:pt x="183" y="320"/>
                    </a:lnTo>
                    <a:cubicBezTo>
                      <a:pt x="46" y="252"/>
                      <a:pt x="0" y="115"/>
                      <a:pt x="0" y="1"/>
                    </a:cubicBez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9"/>
              <p:cNvSpPr/>
              <p:nvPr/>
            </p:nvSpPr>
            <p:spPr>
              <a:xfrm>
                <a:off x="4380325" y="2029775"/>
                <a:ext cx="999775" cy="1315925"/>
              </a:xfrm>
              <a:custGeom>
                <a:avLst/>
                <a:gdLst/>
                <a:ahLst/>
                <a:cxnLst/>
                <a:rect l="l" t="t" r="r" b="b"/>
                <a:pathLst>
                  <a:path w="39991" h="52637" extrusionOk="0">
                    <a:moveTo>
                      <a:pt x="1" y="29331"/>
                    </a:moveTo>
                    <a:lnTo>
                      <a:pt x="39991" y="52636"/>
                    </a:lnTo>
                    <a:lnTo>
                      <a:pt x="39991" y="23191"/>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9"/>
              <p:cNvSpPr/>
              <p:nvPr/>
            </p:nvSpPr>
            <p:spPr>
              <a:xfrm>
                <a:off x="5380075" y="2589575"/>
                <a:ext cx="33125" cy="756125"/>
              </a:xfrm>
              <a:custGeom>
                <a:avLst/>
                <a:gdLst/>
                <a:ahLst/>
                <a:cxnLst/>
                <a:rect l="l" t="t" r="r" b="b"/>
                <a:pathLst>
                  <a:path w="1325" h="30245" extrusionOk="0">
                    <a:moveTo>
                      <a:pt x="1325" y="1"/>
                    </a:moveTo>
                    <a:lnTo>
                      <a:pt x="1" y="799"/>
                    </a:lnTo>
                    <a:lnTo>
                      <a:pt x="1" y="30244"/>
                    </a:lnTo>
                    <a:lnTo>
                      <a:pt x="1325" y="29422"/>
                    </a:lnTo>
                    <a:lnTo>
                      <a:pt x="1325" y="1"/>
                    </a:lnTo>
                    <a:close/>
                  </a:path>
                </a:pathLst>
              </a:custGeom>
              <a:solidFill>
                <a:srgbClr val="A7B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9"/>
              <p:cNvSpPr/>
              <p:nvPr/>
            </p:nvSpPr>
            <p:spPr>
              <a:xfrm>
                <a:off x="4380325" y="2009825"/>
                <a:ext cx="1032875" cy="599750"/>
              </a:xfrm>
              <a:custGeom>
                <a:avLst/>
                <a:gdLst/>
                <a:ahLst/>
                <a:cxnLst/>
                <a:rect l="l" t="t" r="r" b="b"/>
                <a:pathLst>
                  <a:path w="41315" h="23990" extrusionOk="0">
                    <a:moveTo>
                      <a:pt x="1348" y="0"/>
                    </a:moveTo>
                    <a:lnTo>
                      <a:pt x="1" y="799"/>
                    </a:lnTo>
                    <a:lnTo>
                      <a:pt x="39991" y="23989"/>
                    </a:lnTo>
                    <a:lnTo>
                      <a:pt x="41315" y="23191"/>
                    </a:lnTo>
                    <a:lnTo>
                      <a:pt x="13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9"/>
              <p:cNvSpPr/>
              <p:nvPr/>
            </p:nvSpPr>
            <p:spPr>
              <a:xfrm>
                <a:off x="4380325" y="2029775"/>
                <a:ext cx="999775" cy="1315925"/>
              </a:xfrm>
              <a:custGeom>
                <a:avLst/>
                <a:gdLst/>
                <a:ahLst/>
                <a:cxnLst/>
                <a:rect l="l" t="t" r="r" b="b"/>
                <a:pathLst>
                  <a:path w="39991" h="52637" extrusionOk="0">
                    <a:moveTo>
                      <a:pt x="937" y="1644"/>
                    </a:moveTo>
                    <a:lnTo>
                      <a:pt x="39032" y="23739"/>
                    </a:lnTo>
                    <a:lnTo>
                      <a:pt x="39032" y="50970"/>
                    </a:lnTo>
                    <a:lnTo>
                      <a:pt x="937" y="28784"/>
                    </a:lnTo>
                    <a:lnTo>
                      <a:pt x="937" y="1644"/>
                    </a:lnTo>
                    <a:close/>
                    <a:moveTo>
                      <a:pt x="1" y="1"/>
                    </a:moveTo>
                    <a:lnTo>
                      <a:pt x="1" y="29331"/>
                    </a:lnTo>
                    <a:lnTo>
                      <a:pt x="39991" y="52636"/>
                    </a:lnTo>
                    <a:lnTo>
                      <a:pt x="39991" y="23191"/>
                    </a:lnTo>
                    <a:lnTo>
                      <a:pt x="1"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9"/>
              <p:cNvSpPr/>
              <p:nvPr/>
            </p:nvSpPr>
            <p:spPr>
              <a:xfrm>
                <a:off x="5512475" y="2220950"/>
                <a:ext cx="376625" cy="667100"/>
              </a:xfrm>
              <a:custGeom>
                <a:avLst/>
                <a:gdLst/>
                <a:ahLst/>
                <a:cxnLst/>
                <a:rect l="l" t="t" r="r" b="b"/>
                <a:pathLst>
                  <a:path w="15065" h="26684" extrusionOk="0">
                    <a:moveTo>
                      <a:pt x="0" y="0"/>
                    </a:moveTo>
                    <a:lnTo>
                      <a:pt x="0" y="17964"/>
                    </a:lnTo>
                    <a:lnTo>
                      <a:pt x="15065" y="26683"/>
                    </a:lnTo>
                    <a:lnTo>
                      <a:pt x="15065" y="8674"/>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9"/>
              <p:cNvSpPr/>
              <p:nvPr/>
            </p:nvSpPr>
            <p:spPr>
              <a:xfrm>
                <a:off x="5889100" y="2420675"/>
                <a:ext cx="28550" cy="467375"/>
              </a:xfrm>
              <a:custGeom>
                <a:avLst/>
                <a:gdLst/>
                <a:ahLst/>
                <a:cxnLst/>
                <a:rect l="l" t="t" r="r" b="b"/>
                <a:pathLst>
                  <a:path w="1142" h="18695" extrusionOk="0">
                    <a:moveTo>
                      <a:pt x="1141" y="0"/>
                    </a:moveTo>
                    <a:lnTo>
                      <a:pt x="0" y="685"/>
                    </a:lnTo>
                    <a:lnTo>
                      <a:pt x="0" y="18694"/>
                    </a:lnTo>
                    <a:lnTo>
                      <a:pt x="1141" y="18009"/>
                    </a:lnTo>
                    <a:lnTo>
                      <a:pt x="1141" y="0"/>
                    </a:lnTo>
                    <a:close/>
                  </a:path>
                </a:pathLst>
              </a:custGeom>
              <a:solidFill>
                <a:srgbClr val="A7B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9"/>
              <p:cNvSpPr/>
              <p:nvPr/>
            </p:nvSpPr>
            <p:spPr>
              <a:xfrm>
                <a:off x="5512475" y="2204400"/>
                <a:ext cx="405175" cy="233425"/>
              </a:xfrm>
              <a:custGeom>
                <a:avLst/>
                <a:gdLst/>
                <a:ahLst/>
                <a:cxnLst/>
                <a:rect l="l" t="t" r="r" b="b"/>
                <a:pathLst>
                  <a:path w="16207" h="9337" extrusionOk="0">
                    <a:moveTo>
                      <a:pt x="1164" y="0"/>
                    </a:moveTo>
                    <a:lnTo>
                      <a:pt x="0" y="662"/>
                    </a:lnTo>
                    <a:lnTo>
                      <a:pt x="15065" y="9336"/>
                    </a:lnTo>
                    <a:lnTo>
                      <a:pt x="16206" y="8651"/>
                    </a:lnTo>
                    <a:lnTo>
                      <a:pt x="11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9"/>
              <p:cNvSpPr/>
              <p:nvPr/>
            </p:nvSpPr>
            <p:spPr>
              <a:xfrm>
                <a:off x="5544425" y="2277450"/>
                <a:ext cx="313300" cy="554100"/>
              </a:xfrm>
              <a:custGeom>
                <a:avLst/>
                <a:gdLst/>
                <a:ahLst/>
                <a:cxnLst/>
                <a:rect l="l" t="t" r="r" b="b"/>
                <a:pathLst>
                  <a:path w="12532" h="22164" extrusionOk="0">
                    <a:moveTo>
                      <a:pt x="1" y="0"/>
                    </a:moveTo>
                    <a:lnTo>
                      <a:pt x="1" y="14905"/>
                    </a:lnTo>
                    <a:lnTo>
                      <a:pt x="12532" y="22163"/>
                    </a:lnTo>
                    <a:lnTo>
                      <a:pt x="12532" y="7190"/>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9"/>
              <p:cNvSpPr/>
              <p:nvPr/>
            </p:nvSpPr>
            <p:spPr>
              <a:xfrm>
                <a:off x="5567250" y="2531375"/>
                <a:ext cx="57100" cy="134125"/>
              </a:xfrm>
              <a:custGeom>
                <a:avLst/>
                <a:gdLst/>
                <a:ahLst/>
                <a:cxnLst/>
                <a:rect l="l" t="t" r="r" b="b"/>
                <a:pathLst>
                  <a:path w="2284" h="5365" extrusionOk="0">
                    <a:moveTo>
                      <a:pt x="1" y="0"/>
                    </a:moveTo>
                    <a:lnTo>
                      <a:pt x="1" y="4063"/>
                    </a:lnTo>
                    <a:lnTo>
                      <a:pt x="2283" y="5364"/>
                    </a:lnTo>
                    <a:lnTo>
                      <a:pt x="2283" y="1301"/>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9"/>
              <p:cNvSpPr/>
              <p:nvPr/>
            </p:nvSpPr>
            <p:spPr>
              <a:xfrm>
                <a:off x="5538725" y="2607275"/>
                <a:ext cx="17700" cy="20000"/>
              </a:xfrm>
              <a:custGeom>
                <a:avLst/>
                <a:gdLst/>
                <a:ahLst/>
                <a:cxnLst/>
                <a:rect l="l" t="t" r="r" b="b"/>
                <a:pathLst>
                  <a:path w="708" h="800" extrusionOk="0">
                    <a:moveTo>
                      <a:pt x="0" y="0"/>
                    </a:moveTo>
                    <a:lnTo>
                      <a:pt x="0" y="388"/>
                    </a:lnTo>
                    <a:lnTo>
                      <a:pt x="708" y="799"/>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9"/>
              <p:cNvSpPr/>
              <p:nvPr/>
            </p:nvSpPr>
            <p:spPr>
              <a:xfrm>
                <a:off x="5538725" y="2569600"/>
                <a:ext cx="17700" cy="20000"/>
              </a:xfrm>
              <a:custGeom>
                <a:avLst/>
                <a:gdLst/>
                <a:ahLst/>
                <a:cxnLst/>
                <a:rect l="l" t="t" r="r" b="b"/>
                <a:pathLst>
                  <a:path w="708" h="800" extrusionOk="0">
                    <a:moveTo>
                      <a:pt x="0" y="1"/>
                    </a:moveTo>
                    <a:lnTo>
                      <a:pt x="0" y="389"/>
                    </a:lnTo>
                    <a:lnTo>
                      <a:pt x="708" y="800"/>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9"/>
              <p:cNvSpPr/>
              <p:nvPr/>
            </p:nvSpPr>
            <p:spPr>
              <a:xfrm>
                <a:off x="5538725" y="2531950"/>
                <a:ext cx="17700" cy="20000"/>
              </a:xfrm>
              <a:custGeom>
                <a:avLst/>
                <a:gdLst/>
                <a:ahLst/>
                <a:cxnLst/>
                <a:rect l="l" t="t" r="r" b="b"/>
                <a:pathLst>
                  <a:path w="708" h="800" extrusionOk="0">
                    <a:moveTo>
                      <a:pt x="0" y="0"/>
                    </a:moveTo>
                    <a:lnTo>
                      <a:pt x="0" y="388"/>
                    </a:lnTo>
                    <a:lnTo>
                      <a:pt x="708" y="799"/>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9"/>
              <p:cNvSpPr/>
              <p:nvPr/>
            </p:nvSpPr>
            <p:spPr>
              <a:xfrm>
                <a:off x="5538725" y="2494275"/>
                <a:ext cx="17700" cy="20000"/>
              </a:xfrm>
              <a:custGeom>
                <a:avLst/>
                <a:gdLst/>
                <a:ahLst/>
                <a:cxnLst/>
                <a:rect l="l" t="t" r="r" b="b"/>
                <a:pathLst>
                  <a:path w="708" h="800" extrusionOk="0">
                    <a:moveTo>
                      <a:pt x="0" y="1"/>
                    </a:moveTo>
                    <a:lnTo>
                      <a:pt x="0" y="389"/>
                    </a:lnTo>
                    <a:lnTo>
                      <a:pt x="708" y="800"/>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9"/>
              <p:cNvSpPr/>
              <p:nvPr/>
            </p:nvSpPr>
            <p:spPr>
              <a:xfrm>
                <a:off x="5538725" y="2456625"/>
                <a:ext cx="17700" cy="20000"/>
              </a:xfrm>
              <a:custGeom>
                <a:avLst/>
                <a:gdLst/>
                <a:ahLst/>
                <a:cxnLst/>
                <a:rect l="l" t="t" r="r" b="b"/>
                <a:pathLst>
                  <a:path w="708" h="800" extrusionOk="0">
                    <a:moveTo>
                      <a:pt x="0" y="0"/>
                    </a:moveTo>
                    <a:lnTo>
                      <a:pt x="0" y="388"/>
                    </a:lnTo>
                    <a:lnTo>
                      <a:pt x="708" y="799"/>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9"/>
              <p:cNvSpPr/>
              <p:nvPr/>
            </p:nvSpPr>
            <p:spPr>
              <a:xfrm>
                <a:off x="5538725" y="2418950"/>
                <a:ext cx="17700" cy="20000"/>
              </a:xfrm>
              <a:custGeom>
                <a:avLst/>
                <a:gdLst/>
                <a:ahLst/>
                <a:cxnLst/>
                <a:rect l="l" t="t" r="r" b="b"/>
                <a:pathLst>
                  <a:path w="708" h="800" extrusionOk="0">
                    <a:moveTo>
                      <a:pt x="0" y="1"/>
                    </a:moveTo>
                    <a:lnTo>
                      <a:pt x="0" y="389"/>
                    </a:lnTo>
                    <a:lnTo>
                      <a:pt x="708" y="800"/>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9"/>
              <p:cNvSpPr/>
              <p:nvPr/>
            </p:nvSpPr>
            <p:spPr>
              <a:xfrm>
                <a:off x="5538725" y="2381300"/>
                <a:ext cx="17700" cy="20000"/>
              </a:xfrm>
              <a:custGeom>
                <a:avLst/>
                <a:gdLst/>
                <a:ahLst/>
                <a:cxnLst/>
                <a:rect l="l" t="t" r="r" b="b"/>
                <a:pathLst>
                  <a:path w="708" h="800" extrusionOk="0">
                    <a:moveTo>
                      <a:pt x="0" y="0"/>
                    </a:moveTo>
                    <a:lnTo>
                      <a:pt x="0" y="388"/>
                    </a:lnTo>
                    <a:lnTo>
                      <a:pt x="708" y="799"/>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9"/>
              <p:cNvSpPr/>
              <p:nvPr/>
            </p:nvSpPr>
            <p:spPr>
              <a:xfrm>
                <a:off x="5538725" y="2343625"/>
                <a:ext cx="17700" cy="20000"/>
              </a:xfrm>
              <a:custGeom>
                <a:avLst/>
                <a:gdLst/>
                <a:ahLst/>
                <a:cxnLst/>
                <a:rect l="l" t="t" r="r" b="b"/>
                <a:pathLst>
                  <a:path w="708" h="800" extrusionOk="0">
                    <a:moveTo>
                      <a:pt x="0" y="1"/>
                    </a:moveTo>
                    <a:lnTo>
                      <a:pt x="0" y="389"/>
                    </a:lnTo>
                    <a:lnTo>
                      <a:pt x="708" y="800"/>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9"/>
              <p:cNvSpPr/>
              <p:nvPr/>
            </p:nvSpPr>
            <p:spPr>
              <a:xfrm>
                <a:off x="5637450" y="2487425"/>
                <a:ext cx="57075" cy="218575"/>
              </a:xfrm>
              <a:custGeom>
                <a:avLst/>
                <a:gdLst/>
                <a:ahLst/>
                <a:cxnLst/>
                <a:rect l="l" t="t" r="r" b="b"/>
                <a:pathLst>
                  <a:path w="2283" h="8743" extrusionOk="0">
                    <a:moveTo>
                      <a:pt x="0" y="1"/>
                    </a:moveTo>
                    <a:lnTo>
                      <a:pt x="0" y="7442"/>
                    </a:lnTo>
                    <a:lnTo>
                      <a:pt x="2283" y="8743"/>
                    </a:lnTo>
                    <a:lnTo>
                      <a:pt x="2283" y="1302"/>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9"/>
              <p:cNvSpPr/>
              <p:nvPr/>
            </p:nvSpPr>
            <p:spPr>
              <a:xfrm>
                <a:off x="5707625" y="2553050"/>
                <a:ext cx="57100" cy="194050"/>
              </a:xfrm>
              <a:custGeom>
                <a:avLst/>
                <a:gdLst/>
                <a:ahLst/>
                <a:cxnLst/>
                <a:rect l="l" t="t" r="r" b="b"/>
                <a:pathLst>
                  <a:path w="2284" h="7762" extrusionOk="0">
                    <a:moveTo>
                      <a:pt x="1" y="1"/>
                    </a:moveTo>
                    <a:lnTo>
                      <a:pt x="1" y="6437"/>
                    </a:lnTo>
                    <a:lnTo>
                      <a:pt x="2283" y="7761"/>
                    </a:lnTo>
                    <a:lnTo>
                      <a:pt x="2283" y="1325"/>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9"/>
              <p:cNvSpPr/>
              <p:nvPr/>
            </p:nvSpPr>
            <p:spPr>
              <a:xfrm>
                <a:off x="5777825" y="2496575"/>
                <a:ext cx="57075" cy="291025"/>
              </a:xfrm>
              <a:custGeom>
                <a:avLst/>
                <a:gdLst/>
                <a:ahLst/>
                <a:cxnLst/>
                <a:rect l="l" t="t" r="r" b="b"/>
                <a:pathLst>
                  <a:path w="2283" h="11641" extrusionOk="0">
                    <a:moveTo>
                      <a:pt x="0" y="0"/>
                    </a:moveTo>
                    <a:lnTo>
                      <a:pt x="0" y="10340"/>
                    </a:lnTo>
                    <a:lnTo>
                      <a:pt x="2283" y="11641"/>
                    </a:lnTo>
                    <a:lnTo>
                      <a:pt x="2283" y="1301"/>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9"/>
              <p:cNvSpPr/>
              <p:nvPr/>
            </p:nvSpPr>
            <p:spPr>
              <a:xfrm>
                <a:off x="5051975" y="1818075"/>
                <a:ext cx="376625" cy="666525"/>
              </a:xfrm>
              <a:custGeom>
                <a:avLst/>
                <a:gdLst/>
                <a:ahLst/>
                <a:cxnLst/>
                <a:rect l="l" t="t" r="r" b="b"/>
                <a:pathLst>
                  <a:path w="15065" h="26661" extrusionOk="0">
                    <a:moveTo>
                      <a:pt x="0" y="1"/>
                    </a:moveTo>
                    <a:lnTo>
                      <a:pt x="0" y="17941"/>
                    </a:lnTo>
                    <a:lnTo>
                      <a:pt x="15065" y="26661"/>
                    </a:lnTo>
                    <a:lnTo>
                      <a:pt x="15065" y="865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9"/>
              <p:cNvSpPr/>
              <p:nvPr/>
            </p:nvSpPr>
            <p:spPr>
              <a:xfrm>
                <a:off x="5428575" y="2017225"/>
                <a:ext cx="28575" cy="467375"/>
              </a:xfrm>
              <a:custGeom>
                <a:avLst/>
                <a:gdLst/>
                <a:ahLst/>
                <a:cxnLst/>
                <a:rect l="l" t="t" r="r" b="b"/>
                <a:pathLst>
                  <a:path w="1143" h="18695" extrusionOk="0">
                    <a:moveTo>
                      <a:pt x="1142" y="1"/>
                    </a:moveTo>
                    <a:lnTo>
                      <a:pt x="1" y="686"/>
                    </a:lnTo>
                    <a:lnTo>
                      <a:pt x="1" y="18695"/>
                    </a:lnTo>
                    <a:lnTo>
                      <a:pt x="1142" y="18010"/>
                    </a:lnTo>
                    <a:lnTo>
                      <a:pt x="1142" y="1"/>
                    </a:lnTo>
                    <a:close/>
                  </a:path>
                </a:pathLst>
              </a:custGeom>
              <a:solidFill>
                <a:srgbClr val="A7B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9"/>
              <p:cNvSpPr/>
              <p:nvPr/>
            </p:nvSpPr>
            <p:spPr>
              <a:xfrm>
                <a:off x="5051975" y="1801525"/>
                <a:ext cx="405175" cy="232850"/>
              </a:xfrm>
              <a:custGeom>
                <a:avLst/>
                <a:gdLst/>
                <a:ahLst/>
                <a:cxnLst/>
                <a:rect l="l" t="t" r="r" b="b"/>
                <a:pathLst>
                  <a:path w="16207" h="9314" extrusionOk="0">
                    <a:moveTo>
                      <a:pt x="1164" y="1"/>
                    </a:moveTo>
                    <a:lnTo>
                      <a:pt x="0" y="663"/>
                    </a:lnTo>
                    <a:lnTo>
                      <a:pt x="15065" y="9314"/>
                    </a:lnTo>
                    <a:lnTo>
                      <a:pt x="16206" y="8629"/>
                    </a:lnTo>
                    <a:lnTo>
                      <a:pt x="116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9"/>
              <p:cNvSpPr/>
              <p:nvPr/>
            </p:nvSpPr>
            <p:spPr>
              <a:xfrm>
                <a:off x="5083925" y="1874000"/>
                <a:ext cx="313300" cy="554100"/>
              </a:xfrm>
              <a:custGeom>
                <a:avLst/>
                <a:gdLst/>
                <a:ahLst/>
                <a:cxnLst/>
                <a:rect l="l" t="t" r="r" b="b"/>
                <a:pathLst>
                  <a:path w="12532" h="22164" extrusionOk="0">
                    <a:moveTo>
                      <a:pt x="1" y="1"/>
                    </a:moveTo>
                    <a:lnTo>
                      <a:pt x="1" y="14928"/>
                    </a:lnTo>
                    <a:lnTo>
                      <a:pt x="12532" y="22164"/>
                    </a:lnTo>
                    <a:lnTo>
                      <a:pt x="12532" y="7213"/>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9"/>
              <p:cNvSpPr/>
              <p:nvPr/>
            </p:nvSpPr>
            <p:spPr>
              <a:xfrm>
                <a:off x="5078225" y="2203825"/>
                <a:ext cx="17700" cy="20000"/>
              </a:xfrm>
              <a:custGeom>
                <a:avLst/>
                <a:gdLst/>
                <a:ahLst/>
                <a:cxnLst/>
                <a:rect l="l" t="t" r="r" b="b"/>
                <a:pathLst>
                  <a:path w="708" h="800" extrusionOk="0">
                    <a:moveTo>
                      <a:pt x="0" y="1"/>
                    </a:moveTo>
                    <a:lnTo>
                      <a:pt x="0" y="389"/>
                    </a:lnTo>
                    <a:lnTo>
                      <a:pt x="708" y="800"/>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9"/>
              <p:cNvSpPr/>
              <p:nvPr/>
            </p:nvSpPr>
            <p:spPr>
              <a:xfrm>
                <a:off x="5078225" y="2166175"/>
                <a:ext cx="17700" cy="20000"/>
              </a:xfrm>
              <a:custGeom>
                <a:avLst/>
                <a:gdLst/>
                <a:ahLst/>
                <a:cxnLst/>
                <a:rect l="l" t="t" r="r" b="b"/>
                <a:pathLst>
                  <a:path w="708" h="800" extrusionOk="0">
                    <a:moveTo>
                      <a:pt x="0" y="0"/>
                    </a:moveTo>
                    <a:lnTo>
                      <a:pt x="0" y="388"/>
                    </a:lnTo>
                    <a:lnTo>
                      <a:pt x="708" y="799"/>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9"/>
              <p:cNvSpPr/>
              <p:nvPr/>
            </p:nvSpPr>
            <p:spPr>
              <a:xfrm>
                <a:off x="5078225" y="2128500"/>
                <a:ext cx="17700" cy="20000"/>
              </a:xfrm>
              <a:custGeom>
                <a:avLst/>
                <a:gdLst/>
                <a:ahLst/>
                <a:cxnLst/>
                <a:rect l="l" t="t" r="r" b="b"/>
                <a:pathLst>
                  <a:path w="708" h="800" extrusionOk="0">
                    <a:moveTo>
                      <a:pt x="0" y="1"/>
                    </a:moveTo>
                    <a:lnTo>
                      <a:pt x="0" y="389"/>
                    </a:lnTo>
                    <a:lnTo>
                      <a:pt x="708" y="800"/>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9"/>
              <p:cNvSpPr/>
              <p:nvPr/>
            </p:nvSpPr>
            <p:spPr>
              <a:xfrm>
                <a:off x="5078225" y="2090850"/>
                <a:ext cx="17700" cy="20550"/>
              </a:xfrm>
              <a:custGeom>
                <a:avLst/>
                <a:gdLst/>
                <a:ahLst/>
                <a:cxnLst/>
                <a:rect l="l" t="t" r="r" b="b"/>
                <a:pathLst>
                  <a:path w="708" h="822" extrusionOk="0">
                    <a:moveTo>
                      <a:pt x="0" y="0"/>
                    </a:moveTo>
                    <a:lnTo>
                      <a:pt x="0" y="388"/>
                    </a:lnTo>
                    <a:lnTo>
                      <a:pt x="708" y="822"/>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9"/>
              <p:cNvSpPr/>
              <p:nvPr/>
            </p:nvSpPr>
            <p:spPr>
              <a:xfrm>
                <a:off x="5078225" y="2053175"/>
                <a:ext cx="17700" cy="20575"/>
              </a:xfrm>
              <a:custGeom>
                <a:avLst/>
                <a:gdLst/>
                <a:ahLst/>
                <a:cxnLst/>
                <a:rect l="l" t="t" r="r" b="b"/>
                <a:pathLst>
                  <a:path w="708" h="823" extrusionOk="0">
                    <a:moveTo>
                      <a:pt x="0" y="1"/>
                    </a:moveTo>
                    <a:lnTo>
                      <a:pt x="0" y="412"/>
                    </a:lnTo>
                    <a:lnTo>
                      <a:pt x="708" y="823"/>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9"/>
              <p:cNvSpPr/>
              <p:nvPr/>
            </p:nvSpPr>
            <p:spPr>
              <a:xfrm>
                <a:off x="5078225" y="2015525"/>
                <a:ext cx="17700" cy="20575"/>
              </a:xfrm>
              <a:custGeom>
                <a:avLst/>
                <a:gdLst/>
                <a:ahLst/>
                <a:cxnLst/>
                <a:rect l="l" t="t" r="r" b="b"/>
                <a:pathLst>
                  <a:path w="708" h="823" extrusionOk="0">
                    <a:moveTo>
                      <a:pt x="0" y="0"/>
                    </a:moveTo>
                    <a:lnTo>
                      <a:pt x="0" y="411"/>
                    </a:lnTo>
                    <a:lnTo>
                      <a:pt x="708" y="822"/>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9"/>
              <p:cNvSpPr/>
              <p:nvPr/>
            </p:nvSpPr>
            <p:spPr>
              <a:xfrm>
                <a:off x="5078225" y="1977850"/>
                <a:ext cx="17700" cy="20575"/>
              </a:xfrm>
              <a:custGeom>
                <a:avLst/>
                <a:gdLst/>
                <a:ahLst/>
                <a:cxnLst/>
                <a:rect l="l" t="t" r="r" b="b"/>
                <a:pathLst>
                  <a:path w="708" h="823" extrusionOk="0">
                    <a:moveTo>
                      <a:pt x="0" y="1"/>
                    </a:moveTo>
                    <a:lnTo>
                      <a:pt x="0" y="412"/>
                    </a:lnTo>
                    <a:lnTo>
                      <a:pt x="708" y="823"/>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9"/>
              <p:cNvSpPr/>
              <p:nvPr/>
            </p:nvSpPr>
            <p:spPr>
              <a:xfrm>
                <a:off x="5078225" y="1940200"/>
                <a:ext cx="17700" cy="20575"/>
              </a:xfrm>
              <a:custGeom>
                <a:avLst/>
                <a:gdLst/>
                <a:ahLst/>
                <a:cxnLst/>
                <a:rect l="l" t="t" r="r" b="b"/>
                <a:pathLst>
                  <a:path w="708" h="823" extrusionOk="0">
                    <a:moveTo>
                      <a:pt x="0" y="0"/>
                    </a:moveTo>
                    <a:lnTo>
                      <a:pt x="0" y="411"/>
                    </a:lnTo>
                    <a:lnTo>
                      <a:pt x="708" y="822"/>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9"/>
              <p:cNvSpPr/>
              <p:nvPr/>
            </p:nvSpPr>
            <p:spPr>
              <a:xfrm>
                <a:off x="5511325" y="3113425"/>
                <a:ext cx="231700" cy="133550"/>
              </a:xfrm>
              <a:custGeom>
                <a:avLst/>
                <a:gdLst/>
                <a:ahLst/>
                <a:cxnLst/>
                <a:rect l="l" t="t" r="r" b="b"/>
                <a:pathLst>
                  <a:path w="9268" h="5342" extrusionOk="0">
                    <a:moveTo>
                      <a:pt x="4703" y="0"/>
                    </a:moveTo>
                    <a:lnTo>
                      <a:pt x="1" y="2716"/>
                    </a:lnTo>
                    <a:lnTo>
                      <a:pt x="4543" y="5341"/>
                    </a:lnTo>
                    <a:lnTo>
                      <a:pt x="9268" y="2648"/>
                    </a:lnTo>
                    <a:lnTo>
                      <a:pt x="47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9"/>
              <p:cNvSpPr/>
              <p:nvPr/>
            </p:nvSpPr>
            <p:spPr>
              <a:xfrm>
                <a:off x="5624875" y="3179600"/>
                <a:ext cx="118150" cy="199750"/>
              </a:xfrm>
              <a:custGeom>
                <a:avLst/>
                <a:gdLst/>
                <a:ahLst/>
                <a:cxnLst/>
                <a:rect l="l" t="t" r="r" b="b"/>
                <a:pathLst>
                  <a:path w="4726" h="7990" extrusionOk="0">
                    <a:moveTo>
                      <a:pt x="4726" y="1"/>
                    </a:moveTo>
                    <a:lnTo>
                      <a:pt x="1" y="2694"/>
                    </a:lnTo>
                    <a:lnTo>
                      <a:pt x="1" y="7990"/>
                    </a:lnTo>
                    <a:lnTo>
                      <a:pt x="4726" y="5274"/>
                    </a:lnTo>
                    <a:lnTo>
                      <a:pt x="4726" y="1"/>
                    </a:lnTo>
                    <a:close/>
                  </a:path>
                </a:pathLst>
              </a:custGeom>
              <a:solidFill>
                <a:srgbClr val="A7B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9"/>
              <p:cNvSpPr/>
              <p:nvPr/>
            </p:nvSpPr>
            <p:spPr>
              <a:xfrm>
                <a:off x="5122725" y="2107350"/>
                <a:ext cx="241400" cy="162175"/>
              </a:xfrm>
              <a:custGeom>
                <a:avLst/>
                <a:gdLst/>
                <a:ahLst/>
                <a:cxnLst/>
                <a:rect l="l" t="t" r="r" b="b"/>
                <a:pathLst>
                  <a:path w="9656" h="6487" extrusionOk="0">
                    <a:moveTo>
                      <a:pt x="484" y="0"/>
                    </a:moveTo>
                    <a:cubicBezTo>
                      <a:pt x="197" y="0"/>
                      <a:pt x="1" y="228"/>
                      <a:pt x="1" y="618"/>
                    </a:cubicBezTo>
                    <a:cubicBezTo>
                      <a:pt x="1" y="1166"/>
                      <a:pt x="389" y="1828"/>
                      <a:pt x="868" y="2102"/>
                    </a:cubicBezTo>
                    <a:cubicBezTo>
                      <a:pt x="1000" y="2190"/>
                      <a:pt x="1122" y="2231"/>
                      <a:pt x="1235" y="2231"/>
                    </a:cubicBezTo>
                    <a:cubicBezTo>
                      <a:pt x="1298" y="2231"/>
                      <a:pt x="1358" y="2218"/>
                      <a:pt x="1416" y="2193"/>
                    </a:cubicBezTo>
                    <a:lnTo>
                      <a:pt x="3356" y="4750"/>
                    </a:lnTo>
                    <a:cubicBezTo>
                      <a:pt x="3356" y="4796"/>
                      <a:pt x="3356" y="4841"/>
                      <a:pt x="3356" y="4887"/>
                    </a:cubicBezTo>
                    <a:cubicBezTo>
                      <a:pt x="3356" y="5435"/>
                      <a:pt x="3721" y="6097"/>
                      <a:pt x="4200" y="6370"/>
                    </a:cubicBezTo>
                    <a:cubicBezTo>
                      <a:pt x="4338" y="6449"/>
                      <a:pt x="4469" y="6487"/>
                      <a:pt x="4585" y="6487"/>
                    </a:cubicBezTo>
                    <a:cubicBezTo>
                      <a:pt x="4871" y="6487"/>
                      <a:pt x="5068" y="6258"/>
                      <a:pt x="5068" y="5868"/>
                    </a:cubicBezTo>
                    <a:cubicBezTo>
                      <a:pt x="5068" y="5640"/>
                      <a:pt x="4999" y="5412"/>
                      <a:pt x="4885" y="5161"/>
                    </a:cubicBezTo>
                    <a:lnTo>
                      <a:pt x="8400" y="1851"/>
                    </a:lnTo>
                    <a:cubicBezTo>
                      <a:pt x="8514" y="1965"/>
                      <a:pt x="8651" y="2079"/>
                      <a:pt x="8788" y="2171"/>
                    </a:cubicBezTo>
                    <a:cubicBezTo>
                      <a:pt x="8926" y="2249"/>
                      <a:pt x="9057" y="2287"/>
                      <a:pt x="9172" y="2287"/>
                    </a:cubicBezTo>
                    <a:cubicBezTo>
                      <a:pt x="9459" y="2287"/>
                      <a:pt x="9656" y="2059"/>
                      <a:pt x="9656" y="1668"/>
                    </a:cubicBezTo>
                    <a:cubicBezTo>
                      <a:pt x="9656" y="1121"/>
                      <a:pt x="9268" y="459"/>
                      <a:pt x="8788" y="185"/>
                    </a:cubicBezTo>
                    <a:cubicBezTo>
                      <a:pt x="8650" y="106"/>
                      <a:pt x="8520" y="69"/>
                      <a:pt x="8404" y="69"/>
                    </a:cubicBezTo>
                    <a:cubicBezTo>
                      <a:pt x="8118" y="69"/>
                      <a:pt x="7921" y="297"/>
                      <a:pt x="7921" y="687"/>
                    </a:cubicBezTo>
                    <a:cubicBezTo>
                      <a:pt x="7921" y="938"/>
                      <a:pt x="8012" y="1212"/>
                      <a:pt x="8149" y="1486"/>
                    </a:cubicBezTo>
                    <a:lnTo>
                      <a:pt x="4657" y="4796"/>
                    </a:lnTo>
                    <a:cubicBezTo>
                      <a:pt x="4543" y="4613"/>
                      <a:pt x="4383" y="4476"/>
                      <a:pt x="4223" y="4385"/>
                    </a:cubicBezTo>
                    <a:cubicBezTo>
                      <a:pt x="4081" y="4307"/>
                      <a:pt x="3946" y="4266"/>
                      <a:pt x="3826" y="4266"/>
                    </a:cubicBezTo>
                    <a:cubicBezTo>
                      <a:pt x="3735" y="4266"/>
                      <a:pt x="3653" y="4290"/>
                      <a:pt x="3584" y="4339"/>
                    </a:cubicBezTo>
                    <a:lnTo>
                      <a:pt x="1690" y="1851"/>
                    </a:lnTo>
                    <a:cubicBezTo>
                      <a:pt x="1713" y="1783"/>
                      <a:pt x="1713" y="1714"/>
                      <a:pt x="1713" y="1623"/>
                    </a:cubicBezTo>
                    <a:cubicBezTo>
                      <a:pt x="1735" y="1075"/>
                      <a:pt x="1347" y="390"/>
                      <a:pt x="868" y="116"/>
                    </a:cubicBezTo>
                    <a:cubicBezTo>
                      <a:pt x="730" y="38"/>
                      <a:pt x="600" y="0"/>
                      <a:pt x="4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9"/>
              <p:cNvSpPr/>
              <p:nvPr/>
            </p:nvSpPr>
            <p:spPr>
              <a:xfrm>
                <a:off x="5178650" y="3121400"/>
                <a:ext cx="152375" cy="103325"/>
              </a:xfrm>
              <a:custGeom>
                <a:avLst/>
                <a:gdLst/>
                <a:ahLst/>
                <a:cxnLst/>
                <a:rect l="l" t="t" r="r" b="b"/>
                <a:pathLst>
                  <a:path w="6095" h="4133" extrusionOk="0">
                    <a:moveTo>
                      <a:pt x="1" y="1"/>
                    </a:moveTo>
                    <a:lnTo>
                      <a:pt x="1" y="594"/>
                    </a:lnTo>
                    <a:lnTo>
                      <a:pt x="6095" y="4132"/>
                    </a:lnTo>
                    <a:lnTo>
                      <a:pt x="6095" y="3539"/>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9"/>
              <p:cNvSpPr/>
              <p:nvPr/>
            </p:nvSpPr>
            <p:spPr>
              <a:xfrm>
                <a:off x="5002900" y="3019825"/>
                <a:ext cx="152950" cy="103325"/>
              </a:xfrm>
              <a:custGeom>
                <a:avLst/>
                <a:gdLst/>
                <a:ahLst/>
                <a:cxnLst/>
                <a:rect l="l" t="t" r="r" b="b"/>
                <a:pathLst>
                  <a:path w="6118" h="4133" extrusionOk="0">
                    <a:moveTo>
                      <a:pt x="0" y="1"/>
                    </a:moveTo>
                    <a:lnTo>
                      <a:pt x="0" y="594"/>
                    </a:lnTo>
                    <a:lnTo>
                      <a:pt x="6117" y="4132"/>
                    </a:lnTo>
                    <a:lnTo>
                      <a:pt x="6117" y="3539"/>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9"/>
              <p:cNvSpPr/>
              <p:nvPr/>
            </p:nvSpPr>
            <p:spPr>
              <a:xfrm>
                <a:off x="5002900" y="3044950"/>
                <a:ext cx="152950" cy="103300"/>
              </a:xfrm>
              <a:custGeom>
                <a:avLst/>
                <a:gdLst/>
                <a:ahLst/>
                <a:cxnLst/>
                <a:rect l="l" t="t" r="r" b="b"/>
                <a:pathLst>
                  <a:path w="6118" h="4132" extrusionOk="0">
                    <a:moveTo>
                      <a:pt x="0" y="0"/>
                    </a:moveTo>
                    <a:lnTo>
                      <a:pt x="0" y="594"/>
                    </a:lnTo>
                    <a:lnTo>
                      <a:pt x="6117" y="4131"/>
                    </a:lnTo>
                    <a:lnTo>
                      <a:pt x="6117"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9"/>
              <p:cNvSpPr/>
              <p:nvPr/>
            </p:nvSpPr>
            <p:spPr>
              <a:xfrm>
                <a:off x="4827700" y="2918250"/>
                <a:ext cx="152400" cy="103325"/>
              </a:xfrm>
              <a:custGeom>
                <a:avLst/>
                <a:gdLst/>
                <a:ahLst/>
                <a:cxnLst/>
                <a:rect l="l" t="t" r="r" b="b"/>
                <a:pathLst>
                  <a:path w="6096" h="4133" extrusionOk="0">
                    <a:moveTo>
                      <a:pt x="1" y="1"/>
                    </a:moveTo>
                    <a:lnTo>
                      <a:pt x="1" y="594"/>
                    </a:lnTo>
                    <a:lnTo>
                      <a:pt x="6095" y="4132"/>
                    </a:lnTo>
                    <a:lnTo>
                      <a:pt x="6095" y="3539"/>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9"/>
              <p:cNvSpPr/>
              <p:nvPr/>
            </p:nvSpPr>
            <p:spPr>
              <a:xfrm>
                <a:off x="4827700" y="2943375"/>
                <a:ext cx="152400" cy="103300"/>
              </a:xfrm>
              <a:custGeom>
                <a:avLst/>
                <a:gdLst/>
                <a:ahLst/>
                <a:cxnLst/>
                <a:rect l="l" t="t" r="r" b="b"/>
                <a:pathLst>
                  <a:path w="6096" h="4132" extrusionOk="0">
                    <a:moveTo>
                      <a:pt x="1" y="0"/>
                    </a:moveTo>
                    <a:lnTo>
                      <a:pt x="1" y="594"/>
                    </a:lnTo>
                    <a:lnTo>
                      <a:pt x="6095" y="4132"/>
                    </a:lnTo>
                    <a:lnTo>
                      <a:pt x="6095" y="3538"/>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9"/>
              <p:cNvSpPr/>
              <p:nvPr/>
            </p:nvSpPr>
            <p:spPr>
              <a:xfrm>
                <a:off x="4651950" y="2816675"/>
                <a:ext cx="152400" cy="103325"/>
              </a:xfrm>
              <a:custGeom>
                <a:avLst/>
                <a:gdLst/>
                <a:ahLst/>
                <a:cxnLst/>
                <a:rect l="l" t="t" r="r" b="b"/>
                <a:pathLst>
                  <a:path w="6096" h="4133" extrusionOk="0">
                    <a:moveTo>
                      <a:pt x="1" y="1"/>
                    </a:moveTo>
                    <a:lnTo>
                      <a:pt x="1" y="594"/>
                    </a:lnTo>
                    <a:lnTo>
                      <a:pt x="6095" y="4132"/>
                    </a:lnTo>
                    <a:lnTo>
                      <a:pt x="6095" y="3539"/>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9"/>
              <p:cNvSpPr/>
              <p:nvPr/>
            </p:nvSpPr>
            <p:spPr>
              <a:xfrm>
                <a:off x="4651950" y="2841800"/>
                <a:ext cx="152400" cy="103300"/>
              </a:xfrm>
              <a:custGeom>
                <a:avLst/>
                <a:gdLst/>
                <a:ahLst/>
                <a:cxnLst/>
                <a:rect l="l" t="t" r="r" b="b"/>
                <a:pathLst>
                  <a:path w="6096" h="4132" extrusionOk="0">
                    <a:moveTo>
                      <a:pt x="1" y="0"/>
                    </a:moveTo>
                    <a:lnTo>
                      <a:pt x="1" y="594"/>
                    </a:lnTo>
                    <a:lnTo>
                      <a:pt x="6095" y="4132"/>
                    </a:lnTo>
                    <a:lnTo>
                      <a:pt x="6095" y="3538"/>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9"/>
              <p:cNvSpPr/>
              <p:nvPr/>
            </p:nvSpPr>
            <p:spPr>
              <a:xfrm>
                <a:off x="4609150" y="2221525"/>
                <a:ext cx="721875" cy="950700"/>
              </a:xfrm>
              <a:custGeom>
                <a:avLst/>
                <a:gdLst/>
                <a:ahLst/>
                <a:cxnLst/>
                <a:rect l="l" t="t" r="r" b="b"/>
                <a:pathLst>
                  <a:path w="28875" h="38028" extrusionOk="0">
                    <a:moveTo>
                      <a:pt x="1" y="0"/>
                    </a:moveTo>
                    <a:lnTo>
                      <a:pt x="1" y="21205"/>
                    </a:lnTo>
                    <a:lnTo>
                      <a:pt x="28875" y="38027"/>
                    </a:lnTo>
                    <a:lnTo>
                      <a:pt x="28875" y="16754"/>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9"/>
              <p:cNvSpPr/>
              <p:nvPr/>
            </p:nvSpPr>
            <p:spPr>
              <a:xfrm>
                <a:off x="4626850" y="2721975"/>
                <a:ext cx="681350" cy="402875"/>
              </a:xfrm>
              <a:custGeom>
                <a:avLst/>
                <a:gdLst/>
                <a:ahLst/>
                <a:cxnLst/>
                <a:rect l="l" t="t" r="r" b="b"/>
                <a:pathLst>
                  <a:path w="27254" h="16115" extrusionOk="0">
                    <a:moveTo>
                      <a:pt x="0" y="0"/>
                    </a:moveTo>
                    <a:lnTo>
                      <a:pt x="0" y="251"/>
                    </a:lnTo>
                    <a:lnTo>
                      <a:pt x="27254" y="16115"/>
                    </a:lnTo>
                    <a:lnTo>
                      <a:pt x="27254" y="15864"/>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9"/>
              <p:cNvSpPr/>
              <p:nvPr/>
            </p:nvSpPr>
            <p:spPr>
              <a:xfrm>
                <a:off x="4626850" y="2659775"/>
                <a:ext cx="681350" cy="402875"/>
              </a:xfrm>
              <a:custGeom>
                <a:avLst/>
                <a:gdLst/>
                <a:ahLst/>
                <a:cxnLst/>
                <a:rect l="l" t="t" r="r" b="b"/>
                <a:pathLst>
                  <a:path w="27254" h="16115" extrusionOk="0">
                    <a:moveTo>
                      <a:pt x="0" y="0"/>
                    </a:moveTo>
                    <a:lnTo>
                      <a:pt x="0" y="251"/>
                    </a:lnTo>
                    <a:lnTo>
                      <a:pt x="27254" y="16115"/>
                    </a:lnTo>
                    <a:lnTo>
                      <a:pt x="27254" y="15864"/>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9"/>
              <p:cNvSpPr/>
              <p:nvPr/>
            </p:nvSpPr>
            <p:spPr>
              <a:xfrm>
                <a:off x="4626850" y="2597575"/>
                <a:ext cx="681350" cy="402875"/>
              </a:xfrm>
              <a:custGeom>
                <a:avLst/>
                <a:gdLst/>
                <a:ahLst/>
                <a:cxnLst/>
                <a:rect l="l" t="t" r="r" b="b"/>
                <a:pathLst>
                  <a:path w="27254" h="16115" extrusionOk="0">
                    <a:moveTo>
                      <a:pt x="0" y="0"/>
                    </a:moveTo>
                    <a:lnTo>
                      <a:pt x="0" y="251"/>
                    </a:lnTo>
                    <a:lnTo>
                      <a:pt x="27254" y="16115"/>
                    </a:lnTo>
                    <a:lnTo>
                      <a:pt x="27254" y="15886"/>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9"/>
              <p:cNvSpPr/>
              <p:nvPr/>
            </p:nvSpPr>
            <p:spPr>
              <a:xfrm>
                <a:off x="4626850" y="2535925"/>
                <a:ext cx="681350" cy="402325"/>
              </a:xfrm>
              <a:custGeom>
                <a:avLst/>
                <a:gdLst/>
                <a:ahLst/>
                <a:cxnLst/>
                <a:rect l="l" t="t" r="r" b="b"/>
                <a:pathLst>
                  <a:path w="27254" h="16093" extrusionOk="0">
                    <a:moveTo>
                      <a:pt x="0" y="1"/>
                    </a:moveTo>
                    <a:lnTo>
                      <a:pt x="0" y="229"/>
                    </a:lnTo>
                    <a:lnTo>
                      <a:pt x="27254" y="16093"/>
                    </a:lnTo>
                    <a:lnTo>
                      <a:pt x="27254" y="15865"/>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9"/>
              <p:cNvSpPr/>
              <p:nvPr/>
            </p:nvSpPr>
            <p:spPr>
              <a:xfrm>
                <a:off x="4626850" y="2473750"/>
                <a:ext cx="681350" cy="402300"/>
              </a:xfrm>
              <a:custGeom>
                <a:avLst/>
                <a:gdLst/>
                <a:ahLst/>
                <a:cxnLst/>
                <a:rect l="l" t="t" r="r" b="b"/>
                <a:pathLst>
                  <a:path w="27254" h="16092" extrusionOk="0">
                    <a:moveTo>
                      <a:pt x="0" y="0"/>
                    </a:moveTo>
                    <a:lnTo>
                      <a:pt x="0" y="228"/>
                    </a:lnTo>
                    <a:lnTo>
                      <a:pt x="27254" y="16092"/>
                    </a:lnTo>
                    <a:lnTo>
                      <a:pt x="27254" y="15864"/>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9"/>
              <p:cNvSpPr/>
              <p:nvPr/>
            </p:nvSpPr>
            <p:spPr>
              <a:xfrm>
                <a:off x="4626850" y="2411550"/>
                <a:ext cx="681350" cy="402300"/>
              </a:xfrm>
              <a:custGeom>
                <a:avLst/>
                <a:gdLst/>
                <a:ahLst/>
                <a:cxnLst/>
                <a:rect l="l" t="t" r="r" b="b"/>
                <a:pathLst>
                  <a:path w="27254" h="16092" extrusionOk="0">
                    <a:moveTo>
                      <a:pt x="0" y="0"/>
                    </a:moveTo>
                    <a:lnTo>
                      <a:pt x="0" y="228"/>
                    </a:lnTo>
                    <a:lnTo>
                      <a:pt x="27254" y="16092"/>
                    </a:lnTo>
                    <a:lnTo>
                      <a:pt x="27254" y="15864"/>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9"/>
              <p:cNvSpPr/>
              <p:nvPr/>
            </p:nvSpPr>
            <p:spPr>
              <a:xfrm>
                <a:off x="4626850" y="2349350"/>
                <a:ext cx="681350" cy="402300"/>
              </a:xfrm>
              <a:custGeom>
                <a:avLst/>
                <a:gdLst/>
                <a:ahLst/>
                <a:cxnLst/>
                <a:rect l="l" t="t" r="r" b="b"/>
                <a:pathLst>
                  <a:path w="27254" h="16092" extrusionOk="0">
                    <a:moveTo>
                      <a:pt x="0" y="0"/>
                    </a:moveTo>
                    <a:lnTo>
                      <a:pt x="0" y="228"/>
                    </a:lnTo>
                    <a:lnTo>
                      <a:pt x="27254" y="16092"/>
                    </a:lnTo>
                    <a:lnTo>
                      <a:pt x="27254" y="15864"/>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9"/>
              <p:cNvSpPr/>
              <p:nvPr/>
            </p:nvSpPr>
            <p:spPr>
              <a:xfrm>
                <a:off x="4692475" y="2328800"/>
                <a:ext cx="5150" cy="434850"/>
              </a:xfrm>
              <a:custGeom>
                <a:avLst/>
                <a:gdLst/>
                <a:ahLst/>
                <a:cxnLst/>
                <a:rect l="l" t="t" r="r" b="b"/>
                <a:pathLst>
                  <a:path w="206" h="17394" extrusionOk="0">
                    <a:moveTo>
                      <a:pt x="0" y="0"/>
                    </a:moveTo>
                    <a:lnTo>
                      <a:pt x="0" y="17256"/>
                    </a:lnTo>
                    <a:lnTo>
                      <a:pt x="206" y="17393"/>
                    </a:lnTo>
                    <a:lnTo>
                      <a:pt x="206" y="115"/>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9"/>
              <p:cNvSpPr/>
              <p:nvPr/>
            </p:nvSpPr>
            <p:spPr>
              <a:xfrm>
                <a:off x="4758100" y="2367025"/>
                <a:ext cx="5150" cy="434850"/>
              </a:xfrm>
              <a:custGeom>
                <a:avLst/>
                <a:gdLst/>
                <a:ahLst/>
                <a:cxnLst/>
                <a:rect l="l" t="t" r="r" b="b"/>
                <a:pathLst>
                  <a:path w="206" h="17394" extrusionOk="0">
                    <a:moveTo>
                      <a:pt x="0" y="1"/>
                    </a:moveTo>
                    <a:lnTo>
                      <a:pt x="0" y="17257"/>
                    </a:lnTo>
                    <a:lnTo>
                      <a:pt x="206" y="17394"/>
                    </a:lnTo>
                    <a:lnTo>
                      <a:pt x="206" y="115"/>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9"/>
              <p:cNvSpPr/>
              <p:nvPr/>
            </p:nvSpPr>
            <p:spPr>
              <a:xfrm>
                <a:off x="4823150" y="2405250"/>
                <a:ext cx="5725" cy="434850"/>
              </a:xfrm>
              <a:custGeom>
                <a:avLst/>
                <a:gdLst/>
                <a:ahLst/>
                <a:cxnLst/>
                <a:rect l="l" t="t" r="r" b="b"/>
                <a:pathLst>
                  <a:path w="229" h="17394" extrusionOk="0">
                    <a:moveTo>
                      <a:pt x="0" y="1"/>
                    </a:moveTo>
                    <a:lnTo>
                      <a:pt x="0" y="17280"/>
                    </a:lnTo>
                    <a:lnTo>
                      <a:pt x="229" y="17394"/>
                    </a:lnTo>
                    <a:lnTo>
                      <a:pt x="229" y="138"/>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9"/>
              <p:cNvSpPr/>
              <p:nvPr/>
            </p:nvSpPr>
            <p:spPr>
              <a:xfrm>
                <a:off x="4888775" y="2443500"/>
                <a:ext cx="5725" cy="434850"/>
              </a:xfrm>
              <a:custGeom>
                <a:avLst/>
                <a:gdLst/>
                <a:ahLst/>
                <a:cxnLst/>
                <a:rect l="l" t="t" r="r" b="b"/>
                <a:pathLst>
                  <a:path w="229" h="17394" extrusionOk="0">
                    <a:moveTo>
                      <a:pt x="0" y="0"/>
                    </a:moveTo>
                    <a:lnTo>
                      <a:pt x="0" y="17279"/>
                    </a:lnTo>
                    <a:lnTo>
                      <a:pt x="229" y="17393"/>
                    </a:lnTo>
                    <a:lnTo>
                      <a:pt x="229" y="137"/>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9"/>
              <p:cNvSpPr/>
              <p:nvPr/>
            </p:nvSpPr>
            <p:spPr>
              <a:xfrm>
                <a:off x="4954400" y="2481725"/>
                <a:ext cx="5725" cy="434850"/>
              </a:xfrm>
              <a:custGeom>
                <a:avLst/>
                <a:gdLst/>
                <a:ahLst/>
                <a:cxnLst/>
                <a:rect l="l" t="t" r="r" b="b"/>
                <a:pathLst>
                  <a:path w="229" h="17394" extrusionOk="0">
                    <a:moveTo>
                      <a:pt x="0" y="1"/>
                    </a:moveTo>
                    <a:lnTo>
                      <a:pt x="0" y="17279"/>
                    </a:lnTo>
                    <a:lnTo>
                      <a:pt x="228" y="17393"/>
                    </a:lnTo>
                    <a:lnTo>
                      <a:pt x="228" y="138"/>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9"/>
              <p:cNvSpPr/>
              <p:nvPr/>
            </p:nvSpPr>
            <p:spPr>
              <a:xfrm>
                <a:off x="5020025" y="2519950"/>
                <a:ext cx="5150" cy="434850"/>
              </a:xfrm>
              <a:custGeom>
                <a:avLst/>
                <a:gdLst/>
                <a:ahLst/>
                <a:cxnLst/>
                <a:rect l="l" t="t" r="r" b="b"/>
                <a:pathLst>
                  <a:path w="206" h="17394" extrusionOk="0">
                    <a:moveTo>
                      <a:pt x="0" y="1"/>
                    </a:moveTo>
                    <a:lnTo>
                      <a:pt x="0" y="17280"/>
                    </a:lnTo>
                    <a:lnTo>
                      <a:pt x="205" y="17394"/>
                    </a:lnTo>
                    <a:lnTo>
                      <a:pt x="205" y="138"/>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9"/>
              <p:cNvSpPr/>
              <p:nvPr/>
            </p:nvSpPr>
            <p:spPr>
              <a:xfrm>
                <a:off x="5085625" y="2558200"/>
                <a:ext cx="5175" cy="434825"/>
              </a:xfrm>
              <a:custGeom>
                <a:avLst/>
                <a:gdLst/>
                <a:ahLst/>
                <a:cxnLst/>
                <a:rect l="l" t="t" r="r" b="b"/>
                <a:pathLst>
                  <a:path w="207" h="17393" extrusionOk="0">
                    <a:moveTo>
                      <a:pt x="1" y="0"/>
                    </a:moveTo>
                    <a:lnTo>
                      <a:pt x="1" y="17279"/>
                    </a:lnTo>
                    <a:lnTo>
                      <a:pt x="206" y="17393"/>
                    </a:lnTo>
                    <a:lnTo>
                      <a:pt x="206" y="137"/>
                    </a:lnTo>
                    <a:lnTo>
                      <a:pt x="1"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9"/>
              <p:cNvSpPr/>
              <p:nvPr/>
            </p:nvSpPr>
            <p:spPr>
              <a:xfrm>
                <a:off x="5151250" y="2597000"/>
                <a:ext cx="5175" cy="434275"/>
              </a:xfrm>
              <a:custGeom>
                <a:avLst/>
                <a:gdLst/>
                <a:ahLst/>
                <a:cxnLst/>
                <a:rect l="l" t="t" r="r" b="b"/>
                <a:pathLst>
                  <a:path w="207" h="17371" extrusionOk="0">
                    <a:moveTo>
                      <a:pt x="1" y="0"/>
                    </a:moveTo>
                    <a:lnTo>
                      <a:pt x="1" y="17256"/>
                    </a:lnTo>
                    <a:lnTo>
                      <a:pt x="206" y="17370"/>
                    </a:lnTo>
                    <a:lnTo>
                      <a:pt x="206" y="114"/>
                    </a:lnTo>
                    <a:lnTo>
                      <a:pt x="1"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9"/>
              <p:cNvSpPr/>
              <p:nvPr/>
            </p:nvSpPr>
            <p:spPr>
              <a:xfrm>
                <a:off x="5216875" y="2635225"/>
                <a:ext cx="5175" cy="434850"/>
              </a:xfrm>
              <a:custGeom>
                <a:avLst/>
                <a:gdLst/>
                <a:ahLst/>
                <a:cxnLst/>
                <a:rect l="l" t="t" r="r" b="b"/>
                <a:pathLst>
                  <a:path w="207" h="17394" extrusionOk="0">
                    <a:moveTo>
                      <a:pt x="1" y="1"/>
                    </a:moveTo>
                    <a:lnTo>
                      <a:pt x="1" y="17256"/>
                    </a:lnTo>
                    <a:lnTo>
                      <a:pt x="206" y="17393"/>
                    </a:lnTo>
                    <a:lnTo>
                      <a:pt x="206" y="115"/>
                    </a:lnTo>
                    <a:lnTo>
                      <a:pt x="1"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9"/>
              <p:cNvSpPr/>
              <p:nvPr/>
            </p:nvSpPr>
            <p:spPr>
              <a:xfrm>
                <a:off x="5281925" y="2673450"/>
                <a:ext cx="5750" cy="434850"/>
              </a:xfrm>
              <a:custGeom>
                <a:avLst/>
                <a:gdLst/>
                <a:ahLst/>
                <a:cxnLst/>
                <a:rect l="l" t="t" r="r" b="b"/>
                <a:pathLst>
                  <a:path w="230" h="17394" extrusionOk="0">
                    <a:moveTo>
                      <a:pt x="1" y="1"/>
                    </a:moveTo>
                    <a:lnTo>
                      <a:pt x="1" y="17257"/>
                    </a:lnTo>
                    <a:lnTo>
                      <a:pt x="229" y="17394"/>
                    </a:lnTo>
                    <a:lnTo>
                      <a:pt x="229" y="115"/>
                    </a:lnTo>
                    <a:lnTo>
                      <a:pt x="1"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9"/>
              <p:cNvSpPr/>
              <p:nvPr/>
            </p:nvSpPr>
            <p:spPr>
              <a:xfrm>
                <a:off x="4747250" y="2660950"/>
                <a:ext cx="26850" cy="34175"/>
              </a:xfrm>
              <a:custGeom>
                <a:avLst/>
                <a:gdLst/>
                <a:ahLst/>
                <a:cxnLst/>
                <a:rect l="l" t="t" r="r" b="b"/>
                <a:pathLst>
                  <a:path w="1074" h="1367" extrusionOk="0">
                    <a:moveTo>
                      <a:pt x="305" y="1"/>
                    </a:moveTo>
                    <a:cubicBezTo>
                      <a:pt x="130" y="1"/>
                      <a:pt x="1" y="141"/>
                      <a:pt x="1" y="387"/>
                    </a:cubicBezTo>
                    <a:cubicBezTo>
                      <a:pt x="1" y="729"/>
                      <a:pt x="229" y="1140"/>
                      <a:pt x="526" y="1300"/>
                    </a:cubicBezTo>
                    <a:cubicBezTo>
                      <a:pt x="610" y="1345"/>
                      <a:pt x="691" y="1367"/>
                      <a:pt x="763" y="1367"/>
                    </a:cubicBezTo>
                    <a:cubicBezTo>
                      <a:pt x="945" y="1367"/>
                      <a:pt x="1073" y="1232"/>
                      <a:pt x="1073" y="1003"/>
                    </a:cubicBezTo>
                    <a:cubicBezTo>
                      <a:pt x="1073" y="661"/>
                      <a:pt x="822" y="250"/>
                      <a:pt x="526" y="67"/>
                    </a:cubicBezTo>
                    <a:cubicBezTo>
                      <a:pt x="448" y="22"/>
                      <a:pt x="373" y="1"/>
                      <a:pt x="305" y="1"/>
                    </a:cubicBezTo>
                    <a:close/>
                  </a:path>
                </a:pathLst>
              </a:custGeom>
              <a:solidFill>
                <a:srgbClr val="ED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9"/>
              <p:cNvSpPr/>
              <p:nvPr/>
            </p:nvSpPr>
            <p:spPr>
              <a:xfrm>
                <a:off x="4747250" y="2597825"/>
                <a:ext cx="26850" cy="34325"/>
              </a:xfrm>
              <a:custGeom>
                <a:avLst/>
                <a:gdLst/>
                <a:ahLst/>
                <a:cxnLst/>
                <a:rect l="l" t="t" r="r" b="b"/>
                <a:pathLst>
                  <a:path w="1074" h="1373" extrusionOk="0">
                    <a:moveTo>
                      <a:pt x="290" y="0"/>
                    </a:moveTo>
                    <a:cubicBezTo>
                      <a:pt x="123" y="0"/>
                      <a:pt x="1" y="139"/>
                      <a:pt x="1" y="378"/>
                    </a:cubicBezTo>
                    <a:cubicBezTo>
                      <a:pt x="1" y="721"/>
                      <a:pt x="229" y="1131"/>
                      <a:pt x="526" y="1291"/>
                    </a:cubicBezTo>
                    <a:cubicBezTo>
                      <a:pt x="615" y="1346"/>
                      <a:pt x="701" y="1372"/>
                      <a:pt x="776" y="1372"/>
                    </a:cubicBezTo>
                    <a:cubicBezTo>
                      <a:pt x="951" y="1372"/>
                      <a:pt x="1073" y="1233"/>
                      <a:pt x="1073" y="994"/>
                    </a:cubicBezTo>
                    <a:cubicBezTo>
                      <a:pt x="1073" y="652"/>
                      <a:pt x="822" y="241"/>
                      <a:pt x="526" y="81"/>
                    </a:cubicBezTo>
                    <a:cubicBezTo>
                      <a:pt x="443" y="26"/>
                      <a:pt x="362" y="0"/>
                      <a:pt x="290"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9"/>
              <p:cNvSpPr/>
              <p:nvPr/>
            </p:nvSpPr>
            <p:spPr>
              <a:xfrm>
                <a:off x="4878500" y="2739900"/>
                <a:ext cx="26275" cy="34325"/>
              </a:xfrm>
              <a:custGeom>
                <a:avLst/>
                <a:gdLst/>
                <a:ahLst/>
                <a:cxnLst/>
                <a:rect l="l" t="t" r="r" b="b"/>
                <a:pathLst>
                  <a:path w="1051" h="1373" extrusionOk="0">
                    <a:moveTo>
                      <a:pt x="280" y="1"/>
                    </a:moveTo>
                    <a:cubicBezTo>
                      <a:pt x="112" y="1"/>
                      <a:pt x="0" y="140"/>
                      <a:pt x="0" y="379"/>
                    </a:cubicBezTo>
                    <a:cubicBezTo>
                      <a:pt x="0" y="721"/>
                      <a:pt x="229" y="1132"/>
                      <a:pt x="525" y="1292"/>
                    </a:cubicBezTo>
                    <a:cubicBezTo>
                      <a:pt x="615" y="1347"/>
                      <a:pt x="698" y="1373"/>
                      <a:pt x="771" y="1373"/>
                    </a:cubicBezTo>
                    <a:cubicBezTo>
                      <a:pt x="939" y="1373"/>
                      <a:pt x="1050" y="1234"/>
                      <a:pt x="1050" y="995"/>
                    </a:cubicBezTo>
                    <a:cubicBezTo>
                      <a:pt x="1050" y="653"/>
                      <a:pt x="822" y="242"/>
                      <a:pt x="525" y="82"/>
                    </a:cubicBezTo>
                    <a:cubicBezTo>
                      <a:pt x="436" y="27"/>
                      <a:pt x="352" y="1"/>
                      <a:pt x="280" y="1"/>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9"/>
              <p:cNvSpPr/>
              <p:nvPr/>
            </p:nvSpPr>
            <p:spPr>
              <a:xfrm>
                <a:off x="4944125" y="2651250"/>
                <a:ext cx="26275" cy="34275"/>
              </a:xfrm>
              <a:custGeom>
                <a:avLst/>
                <a:gdLst/>
                <a:ahLst/>
                <a:cxnLst/>
                <a:rect l="l" t="t" r="r" b="b"/>
                <a:pathLst>
                  <a:path w="1051" h="1371" extrusionOk="0">
                    <a:moveTo>
                      <a:pt x="295" y="1"/>
                    </a:moveTo>
                    <a:cubicBezTo>
                      <a:pt x="118" y="1"/>
                      <a:pt x="0" y="141"/>
                      <a:pt x="0" y="387"/>
                    </a:cubicBezTo>
                    <a:cubicBezTo>
                      <a:pt x="0" y="729"/>
                      <a:pt x="229" y="1140"/>
                      <a:pt x="525" y="1300"/>
                    </a:cubicBezTo>
                    <a:cubicBezTo>
                      <a:pt x="614" y="1348"/>
                      <a:pt x="697" y="1371"/>
                      <a:pt x="769" y="1371"/>
                    </a:cubicBezTo>
                    <a:cubicBezTo>
                      <a:pt x="938" y="1371"/>
                      <a:pt x="1050" y="1243"/>
                      <a:pt x="1050" y="1003"/>
                    </a:cubicBezTo>
                    <a:cubicBezTo>
                      <a:pt x="1050" y="661"/>
                      <a:pt x="822" y="250"/>
                      <a:pt x="525" y="67"/>
                    </a:cubicBezTo>
                    <a:cubicBezTo>
                      <a:pt x="442" y="22"/>
                      <a:pt x="364" y="1"/>
                      <a:pt x="295" y="1"/>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9"/>
              <p:cNvSpPr/>
              <p:nvPr/>
            </p:nvSpPr>
            <p:spPr>
              <a:xfrm>
                <a:off x="5008600" y="2626725"/>
                <a:ext cx="26850" cy="34175"/>
              </a:xfrm>
              <a:custGeom>
                <a:avLst/>
                <a:gdLst/>
                <a:ahLst/>
                <a:cxnLst/>
                <a:rect l="l" t="t" r="r" b="b"/>
                <a:pathLst>
                  <a:path w="1074" h="1367" extrusionOk="0">
                    <a:moveTo>
                      <a:pt x="318" y="0"/>
                    </a:moveTo>
                    <a:cubicBezTo>
                      <a:pt x="141" y="0"/>
                      <a:pt x="23" y="140"/>
                      <a:pt x="23" y="386"/>
                    </a:cubicBezTo>
                    <a:cubicBezTo>
                      <a:pt x="1" y="729"/>
                      <a:pt x="252" y="1139"/>
                      <a:pt x="548" y="1299"/>
                    </a:cubicBezTo>
                    <a:cubicBezTo>
                      <a:pt x="633" y="1345"/>
                      <a:pt x="712" y="1366"/>
                      <a:pt x="782" y="1366"/>
                    </a:cubicBezTo>
                    <a:cubicBezTo>
                      <a:pt x="957" y="1366"/>
                      <a:pt x="1073" y="1231"/>
                      <a:pt x="1073" y="1002"/>
                    </a:cubicBezTo>
                    <a:cubicBezTo>
                      <a:pt x="1073" y="660"/>
                      <a:pt x="845" y="249"/>
                      <a:pt x="548" y="67"/>
                    </a:cubicBezTo>
                    <a:cubicBezTo>
                      <a:pt x="465" y="22"/>
                      <a:pt x="387" y="0"/>
                      <a:pt x="318"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9"/>
              <p:cNvSpPr/>
              <p:nvPr/>
            </p:nvSpPr>
            <p:spPr>
              <a:xfrm>
                <a:off x="5140425" y="2766525"/>
                <a:ext cx="26825" cy="34275"/>
              </a:xfrm>
              <a:custGeom>
                <a:avLst/>
                <a:gdLst/>
                <a:ahLst/>
                <a:cxnLst/>
                <a:rect l="l" t="t" r="r" b="b"/>
                <a:pathLst>
                  <a:path w="1073" h="1371" extrusionOk="0">
                    <a:moveTo>
                      <a:pt x="304" y="0"/>
                    </a:moveTo>
                    <a:cubicBezTo>
                      <a:pt x="130" y="0"/>
                      <a:pt x="0" y="140"/>
                      <a:pt x="0" y="386"/>
                    </a:cubicBezTo>
                    <a:cubicBezTo>
                      <a:pt x="0" y="729"/>
                      <a:pt x="228" y="1140"/>
                      <a:pt x="525" y="1299"/>
                    </a:cubicBezTo>
                    <a:cubicBezTo>
                      <a:pt x="614" y="1347"/>
                      <a:pt x="699" y="1370"/>
                      <a:pt x="774" y="1370"/>
                    </a:cubicBezTo>
                    <a:cubicBezTo>
                      <a:pt x="950" y="1370"/>
                      <a:pt x="1073" y="1243"/>
                      <a:pt x="1073" y="1003"/>
                    </a:cubicBezTo>
                    <a:cubicBezTo>
                      <a:pt x="1073" y="660"/>
                      <a:pt x="822" y="249"/>
                      <a:pt x="525" y="67"/>
                    </a:cubicBezTo>
                    <a:cubicBezTo>
                      <a:pt x="448" y="22"/>
                      <a:pt x="373" y="0"/>
                      <a:pt x="304"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9"/>
              <p:cNvSpPr/>
              <p:nvPr/>
            </p:nvSpPr>
            <p:spPr>
              <a:xfrm>
                <a:off x="5074800" y="2852900"/>
                <a:ext cx="26850" cy="34325"/>
              </a:xfrm>
              <a:custGeom>
                <a:avLst/>
                <a:gdLst/>
                <a:ahLst/>
                <a:cxnLst/>
                <a:rect l="l" t="t" r="r" b="b"/>
                <a:pathLst>
                  <a:path w="1074" h="1373" extrusionOk="0">
                    <a:moveTo>
                      <a:pt x="297" y="0"/>
                    </a:moveTo>
                    <a:cubicBezTo>
                      <a:pt x="123" y="0"/>
                      <a:pt x="0" y="139"/>
                      <a:pt x="0" y="378"/>
                    </a:cubicBezTo>
                    <a:cubicBezTo>
                      <a:pt x="0" y="720"/>
                      <a:pt x="251" y="1131"/>
                      <a:pt x="525" y="1291"/>
                    </a:cubicBezTo>
                    <a:cubicBezTo>
                      <a:pt x="615" y="1346"/>
                      <a:pt x="700" y="1372"/>
                      <a:pt x="776" y="1372"/>
                    </a:cubicBezTo>
                    <a:cubicBezTo>
                      <a:pt x="951" y="1372"/>
                      <a:pt x="1073" y="1233"/>
                      <a:pt x="1073" y="994"/>
                    </a:cubicBezTo>
                    <a:cubicBezTo>
                      <a:pt x="1073" y="652"/>
                      <a:pt x="845" y="241"/>
                      <a:pt x="548" y="81"/>
                    </a:cubicBezTo>
                    <a:cubicBezTo>
                      <a:pt x="458" y="26"/>
                      <a:pt x="373" y="0"/>
                      <a:pt x="297"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9"/>
              <p:cNvSpPr/>
              <p:nvPr/>
            </p:nvSpPr>
            <p:spPr>
              <a:xfrm>
                <a:off x="5206050" y="2737625"/>
                <a:ext cx="26825" cy="34325"/>
              </a:xfrm>
              <a:custGeom>
                <a:avLst/>
                <a:gdLst/>
                <a:ahLst/>
                <a:cxnLst/>
                <a:rect l="l" t="t" r="r" b="b"/>
                <a:pathLst>
                  <a:path w="1073" h="1373" extrusionOk="0">
                    <a:moveTo>
                      <a:pt x="279" y="0"/>
                    </a:moveTo>
                    <a:cubicBezTo>
                      <a:pt x="111" y="0"/>
                      <a:pt x="0" y="139"/>
                      <a:pt x="0" y="378"/>
                    </a:cubicBezTo>
                    <a:cubicBezTo>
                      <a:pt x="0" y="721"/>
                      <a:pt x="228" y="1132"/>
                      <a:pt x="525" y="1291"/>
                    </a:cubicBezTo>
                    <a:cubicBezTo>
                      <a:pt x="615" y="1346"/>
                      <a:pt x="700" y="1372"/>
                      <a:pt x="776" y="1372"/>
                    </a:cubicBezTo>
                    <a:cubicBezTo>
                      <a:pt x="951" y="1372"/>
                      <a:pt x="1073" y="1234"/>
                      <a:pt x="1073" y="995"/>
                    </a:cubicBezTo>
                    <a:cubicBezTo>
                      <a:pt x="1073" y="652"/>
                      <a:pt x="822" y="241"/>
                      <a:pt x="525" y="82"/>
                    </a:cubicBezTo>
                    <a:cubicBezTo>
                      <a:pt x="435" y="26"/>
                      <a:pt x="352" y="0"/>
                      <a:pt x="279"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9"/>
              <p:cNvSpPr/>
              <p:nvPr/>
            </p:nvSpPr>
            <p:spPr>
              <a:xfrm>
                <a:off x="4812875" y="2734575"/>
                <a:ext cx="26850" cy="34525"/>
              </a:xfrm>
              <a:custGeom>
                <a:avLst/>
                <a:gdLst/>
                <a:ahLst/>
                <a:cxnLst/>
                <a:rect l="l" t="t" r="r" b="b"/>
                <a:pathLst>
                  <a:path w="1074" h="1381" extrusionOk="0">
                    <a:moveTo>
                      <a:pt x="295" y="0"/>
                    </a:moveTo>
                    <a:cubicBezTo>
                      <a:pt x="118" y="0"/>
                      <a:pt x="0" y="140"/>
                      <a:pt x="0" y="386"/>
                    </a:cubicBezTo>
                    <a:cubicBezTo>
                      <a:pt x="0" y="729"/>
                      <a:pt x="229" y="1139"/>
                      <a:pt x="525" y="1299"/>
                    </a:cubicBezTo>
                    <a:cubicBezTo>
                      <a:pt x="615" y="1354"/>
                      <a:pt x="701" y="1380"/>
                      <a:pt x="776" y="1380"/>
                    </a:cubicBezTo>
                    <a:cubicBezTo>
                      <a:pt x="951" y="1380"/>
                      <a:pt x="1073" y="1241"/>
                      <a:pt x="1073" y="1002"/>
                    </a:cubicBezTo>
                    <a:cubicBezTo>
                      <a:pt x="1073" y="660"/>
                      <a:pt x="822" y="249"/>
                      <a:pt x="525" y="67"/>
                    </a:cubicBezTo>
                    <a:cubicBezTo>
                      <a:pt x="442" y="22"/>
                      <a:pt x="364" y="0"/>
                      <a:pt x="295" y="0"/>
                    </a:cubicBezTo>
                    <a:close/>
                  </a:path>
                </a:pathLst>
              </a:custGeom>
              <a:solidFill>
                <a:srgbClr val="ED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9"/>
              <p:cNvSpPr/>
              <p:nvPr/>
            </p:nvSpPr>
            <p:spPr>
              <a:xfrm>
                <a:off x="4878500" y="2678075"/>
                <a:ext cx="26275" cy="34175"/>
              </a:xfrm>
              <a:custGeom>
                <a:avLst/>
                <a:gdLst/>
                <a:ahLst/>
                <a:cxnLst/>
                <a:rect l="l" t="t" r="r" b="b"/>
                <a:pathLst>
                  <a:path w="1051" h="1367" extrusionOk="0">
                    <a:moveTo>
                      <a:pt x="295" y="1"/>
                    </a:moveTo>
                    <a:cubicBezTo>
                      <a:pt x="118" y="1"/>
                      <a:pt x="0" y="140"/>
                      <a:pt x="0" y="386"/>
                    </a:cubicBezTo>
                    <a:cubicBezTo>
                      <a:pt x="0" y="729"/>
                      <a:pt x="229" y="1140"/>
                      <a:pt x="525" y="1299"/>
                    </a:cubicBezTo>
                    <a:cubicBezTo>
                      <a:pt x="610" y="1345"/>
                      <a:pt x="689" y="1366"/>
                      <a:pt x="759" y="1366"/>
                    </a:cubicBezTo>
                    <a:cubicBezTo>
                      <a:pt x="934" y="1366"/>
                      <a:pt x="1050" y="1231"/>
                      <a:pt x="1050" y="1003"/>
                    </a:cubicBezTo>
                    <a:cubicBezTo>
                      <a:pt x="1050" y="660"/>
                      <a:pt x="822" y="250"/>
                      <a:pt x="525" y="67"/>
                    </a:cubicBezTo>
                    <a:cubicBezTo>
                      <a:pt x="442" y="22"/>
                      <a:pt x="364" y="1"/>
                      <a:pt x="295" y="1"/>
                    </a:cubicBezTo>
                    <a:close/>
                  </a:path>
                </a:pathLst>
              </a:custGeom>
              <a:solidFill>
                <a:srgbClr val="ED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9"/>
              <p:cNvSpPr/>
              <p:nvPr/>
            </p:nvSpPr>
            <p:spPr>
              <a:xfrm>
                <a:off x="5008600" y="2784775"/>
                <a:ext cx="26850" cy="34175"/>
              </a:xfrm>
              <a:custGeom>
                <a:avLst/>
                <a:gdLst/>
                <a:ahLst/>
                <a:cxnLst/>
                <a:rect l="l" t="t" r="r" b="b"/>
                <a:pathLst>
                  <a:path w="1074" h="1367" extrusionOk="0">
                    <a:moveTo>
                      <a:pt x="315" y="0"/>
                    </a:moveTo>
                    <a:cubicBezTo>
                      <a:pt x="140" y="0"/>
                      <a:pt x="23" y="135"/>
                      <a:pt x="23" y="364"/>
                    </a:cubicBezTo>
                    <a:cubicBezTo>
                      <a:pt x="1" y="706"/>
                      <a:pt x="252" y="1117"/>
                      <a:pt x="548" y="1300"/>
                    </a:cubicBezTo>
                    <a:cubicBezTo>
                      <a:pt x="632" y="1345"/>
                      <a:pt x="710" y="1366"/>
                      <a:pt x="779" y="1366"/>
                    </a:cubicBezTo>
                    <a:cubicBezTo>
                      <a:pt x="955" y="1366"/>
                      <a:pt x="1073" y="1226"/>
                      <a:pt x="1073" y="980"/>
                    </a:cubicBezTo>
                    <a:cubicBezTo>
                      <a:pt x="1073" y="661"/>
                      <a:pt x="845" y="250"/>
                      <a:pt x="548" y="67"/>
                    </a:cubicBezTo>
                    <a:cubicBezTo>
                      <a:pt x="464" y="22"/>
                      <a:pt x="385" y="0"/>
                      <a:pt x="315" y="0"/>
                    </a:cubicBezTo>
                    <a:close/>
                  </a:path>
                </a:pathLst>
              </a:custGeom>
              <a:solidFill>
                <a:srgbClr val="ED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9"/>
              <p:cNvSpPr/>
              <p:nvPr/>
            </p:nvSpPr>
            <p:spPr>
              <a:xfrm>
                <a:off x="5074800" y="2708200"/>
                <a:ext cx="26850" cy="34275"/>
              </a:xfrm>
              <a:custGeom>
                <a:avLst/>
                <a:gdLst/>
                <a:ahLst/>
                <a:cxnLst/>
                <a:rect l="l" t="t" r="r" b="b"/>
                <a:pathLst>
                  <a:path w="1074" h="1371" extrusionOk="0">
                    <a:moveTo>
                      <a:pt x="300" y="1"/>
                    </a:moveTo>
                    <a:cubicBezTo>
                      <a:pt x="124" y="1"/>
                      <a:pt x="0" y="128"/>
                      <a:pt x="0" y="368"/>
                    </a:cubicBezTo>
                    <a:cubicBezTo>
                      <a:pt x="0" y="711"/>
                      <a:pt x="251" y="1122"/>
                      <a:pt x="525" y="1304"/>
                    </a:cubicBezTo>
                    <a:cubicBezTo>
                      <a:pt x="609" y="1349"/>
                      <a:pt x="689" y="1371"/>
                      <a:pt x="760" y="1371"/>
                    </a:cubicBezTo>
                    <a:cubicBezTo>
                      <a:pt x="943" y="1371"/>
                      <a:pt x="1073" y="1231"/>
                      <a:pt x="1073" y="985"/>
                    </a:cubicBezTo>
                    <a:cubicBezTo>
                      <a:pt x="1073" y="642"/>
                      <a:pt x="845" y="231"/>
                      <a:pt x="548" y="72"/>
                    </a:cubicBezTo>
                    <a:cubicBezTo>
                      <a:pt x="459" y="24"/>
                      <a:pt x="375" y="1"/>
                      <a:pt x="300" y="1"/>
                    </a:cubicBezTo>
                    <a:close/>
                  </a:path>
                </a:pathLst>
              </a:custGeom>
              <a:solidFill>
                <a:srgbClr val="ED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9"/>
              <p:cNvSpPr/>
              <p:nvPr/>
            </p:nvSpPr>
            <p:spPr>
              <a:xfrm>
                <a:off x="5206050" y="2682075"/>
                <a:ext cx="26825" cy="34525"/>
              </a:xfrm>
              <a:custGeom>
                <a:avLst/>
                <a:gdLst/>
                <a:ahLst/>
                <a:cxnLst/>
                <a:rect l="l" t="t" r="r" b="b"/>
                <a:pathLst>
                  <a:path w="1073" h="1381" extrusionOk="0">
                    <a:moveTo>
                      <a:pt x="294" y="0"/>
                    </a:moveTo>
                    <a:cubicBezTo>
                      <a:pt x="118" y="0"/>
                      <a:pt x="0" y="140"/>
                      <a:pt x="0" y="386"/>
                    </a:cubicBezTo>
                    <a:cubicBezTo>
                      <a:pt x="0" y="729"/>
                      <a:pt x="228" y="1139"/>
                      <a:pt x="525" y="1299"/>
                    </a:cubicBezTo>
                    <a:cubicBezTo>
                      <a:pt x="615" y="1354"/>
                      <a:pt x="700" y="1380"/>
                      <a:pt x="776" y="1380"/>
                    </a:cubicBezTo>
                    <a:cubicBezTo>
                      <a:pt x="951" y="1380"/>
                      <a:pt x="1073" y="1242"/>
                      <a:pt x="1073" y="1003"/>
                    </a:cubicBezTo>
                    <a:cubicBezTo>
                      <a:pt x="1073" y="660"/>
                      <a:pt x="822" y="249"/>
                      <a:pt x="525" y="67"/>
                    </a:cubicBezTo>
                    <a:cubicBezTo>
                      <a:pt x="442" y="22"/>
                      <a:pt x="364" y="0"/>
                      <a:pt x="294" y="0"/>
                    </a:cubicBezTo>
                    <a:close/>
                  </a:path>
                </a:pathLst>
              </a:custGeom>
              <a:solidFill>
                <a:srgbClr val="ED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9"/>
              <p:cNvSpPr/>
              <p:nvPr/>
            </p:nvSpPr>
            <p:spPr>
              <a:xfrm>
                <a:off x="4694175" y="2675175"/>
                <a:ext cx="525575" cy="130125"/>
              </a:xfrm>
              <a:custGeom>
                <a:avLst/>
                <a:gdLst/>
                <a:ahLst/>
                <a:cxnLst/>
                <a:rect l="l" t="t" r="r" b="b"/>
                <a:pathLst>
                  <a:path w="21023" h="5205" extrusionOk="0">
                    <a:moveTo>
                      <a:pt x="2694" y="0"/>
                    </a:moveTo>
                    <a:lnTo>
                      <a:pt x="1" y="1027"/>
                    </a:lnTo>
                    <a:lnTo>
                      <a:pt x="69" y="1233"/>
                    </a:lnTo>
                    <a:lnTo>
                      <a:pt x="2626" y="251"/>
                    </a:lnTo>
                    <a:lnTo>
                      <a:pt x="5273" y="3219"/>
                    </a:lnTo>
                    <a:lnTo>
                      <a:pt x="7898" y="936"/>
                    </a:lnTo>
                    <a:lnTo>
                      <a:pt x="13125" y="5204"/>
                    </a:lnTo>
                    <a:lnTo>
                      <a:pt x="15819" y="2100"/>
                    </a:lnTo>
                    <a:lnTo>
                      <a:pt x="21023" y="1073"/>
                    </a:lnTo>
                    <a:lnTo>
                      <a:pt x="20977" y="868"/>
                    </a:lnTo>
                    <a:lnTo>
                      <a:pt x="15705" y="1918"/>
                    </a:lnTo>
                    <a:lnTo>
                      <a:pt x="13103" y="4931"/>
                    </a:lnTo>
                    <a:lnTo>
                      <a:pt x="7898" y="662"/>
                    </a:lnTo>
                    <a:lnTo>
                      <a:pt x="5296" y="2922"/>
                    </a:lnTo>
                    <a:lnTo>
                      <a:pt x="26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9"/>
              <p:cNvSpPr/>
              <p:nvPr/>
            </p:nvSpPr>
            <p:spPr>
              <a:xfrm>
                <a:off x="4690750" y="2610700"/>
                <a:ext cx="529575" cy="265350"/>
              </a:xfrm>
              <a:custGeom>
                <a:avLst/>
                <a:gdLst/>
                <a:ahLst/>
                <a:cxnLst/>
                <a:rect l="l" t="t" r="r" b="b"/>
                <a:pathLst>
                  <a:path w="21183" h="10614" extrusionOk="0">
                    <a:moveTo>
                      <a:pt x="2786" y="0"/>
                    </a:moveTo>
                    <a:lnTo>
                      <a:pt x="1" y="3675"/>
                    </a:lnTo>
                    <a:lnTo>
                      <a:pt x="161" y="3812"/>
                    </a:lnTo>
                    <a:lnTo>
                      <a:pt x="2808" y="342"/>
                    </a:lnTo>
                    <a:lnTo>
                      <a:pt x="7967" y="5935"/>
                    </a:lnTo>
                    <a:lnTo>
                      <a:pt x="8035" y="6026"/>
                    </a:lnTo>
                    <a:lnTo>
                      <a:pt x="10729" y="2397"/>
                    </a:lnTo>
                    <a:lnTo>
                      <a:pt x="13194" y="1461"/>
                    </a:lnTo>
                    <a:lnTo>
                      <a:pt x="15864" y="10614"/>
                    </a:lnTo>
                    <a:lnTo>
                      <a:pt x="18581" y="7007"/>
                    </a:lnTo>
                    <a:lnTo>
                      <a:pt x="21183" y="5935"/>
                    </a:lnTo>
                    <a:lnTo>
                      <a:pt x="21091" y="5729"/>
                    </a:lnTo>
                    <a:lnTo>
                      <a:pt x="18467" y="6825"/>
                    </a:lnTo>
                    <a:lnTo>
                      <a:pt x="15933" y="10157"/>
                    </a:lnTo>
                    <a:lnTo>
                      <a:pt x="13354" y="1301"/>
                    </a:lnTo>
                    <a:lnTo>
                      <a:pt x="13331" y="1187"/>
                    </a:lnTo>
                    <a:lnTo>
                      <a:pt x="10592" y="2214"/>
                    </a:lnTo>
                    <a:lnTo>
                      <a:pt x="8035" y="5684"/>
                    </a:lnTo>
                    <a:lnTo>
                      <a:pt x="27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9"/>
              <p:cNvSpPr/>
              <p:nvPr/>
            </p:nvSpPr>
            <p:spPr>
              <a:xfrm>
                <a:off x="4681625" y="2686275"/>
                <a:ext cx="26850" cy="34325"/>
              </a:xfrm>
              <a:custGeom>
                <a:avLst/>
                <a:gdLst/>
                <a:ahLst/>
                <a:cxnLst/>
                <a:rect l="l" t="t" r="r" b="b"/>
                <a:pathLst>
                  <a:path w="1074" h="1373" extrusionOk="0">
                    <a:moveTo>
                      <a:pt x="298" y="0"/>
                    </a:moveTo>
                    <a:cubicBezTo>
                      <a:pt x="123" y="0"/>
                      <a:pt x="1" y="139"/>
                      <a:pt x="1" y="378"/>
                    </a:cubicBezTo>
                    <a:cubicBezTo>
                      <a:pt x="1" y="720"/>
                      <a:pt x="252" y="1131"/>
                      <a:pt x="526" y="1291"/>
                    </a:cubicBezTo>
                    <a:cubicBezTo>
                      <a:pt x="615" y="1346"/>
                      <a:pt x="701" y="1372"/>
                      <a:pt x="776" y="1372"/>
                    </a:cubicBezTo>
                    <a:cubicBezTo>
                      <a:pt x="951" y="1372"/>
                      <a:pt x="1073" y="1233"/>
                      <a:pt x="1073" y="994"/>
                    </a:cubicBezTo>
                    <a:cubicBezTo>
                      <a:pt x="1073" y="652"/>
                      <a:pt x="822" y="241"/>
                      <a:pt x="548" y="81"/>
                    </a:cubicBezTo>
                    <a:cubicBezTo>
                      <a:pt x="459" y="26"/>
                      <a:pt x="373" y="0"/>
                      <a:pt x="298" y="0"/>
                    </a:cubicBezTo>
                    <a:close/>
                  </a:path>
                </a:pathLst>
              </a:custGeom>
              <a:solidFill>
                <a:srgbClr val="ED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9"/>
              <p:cNvSpPr/>
              <p:nvPr/>
            </p:nvSpPr>
            <p:spPr>
              <a:xfrm>
                <a:off x="5762975" y="2798075"/>
                <a:ext cx="67075" cy="83700"/>
              </a:xfrm>
              <a:custGeom>
                <a:avLst/>
                <a:gdLst/>
                <a:ahLst/>
                <a:cxnLst/>
                <a:rect l="l" t="t" r="r" b="b"/>
                <a:pathLst>
                  <a:path w="2683" h="3348" extrusionOk="0">
                    <a:moveTo>
                      <a:pt x="1809" y="1"/>
                    </a:moveTo>
                    <a:cubicBezTo>
                      <a:pt x="1769" y="1"/>
                      <a:pt x="1736" y="19"/>
                      <a:pt x="1713" y="60"/>
                    </a:cubicBezTo>
                    <a:cubicBezTo>
                      <a:pt x="1553" y="357"/>
                      <a:pt x="1347" y="973"/>
                      <a:pt x="1165" y="1224"/>
                    </a:cubicBezTo>
                    <a:cubicBezTo>
                      <a:pt x="1086" y="1322"/>
                      <a:pt x="995" y="1361"/>
                      <a:pt x="913" y="1361"/>
                    </a:cubicBezTo>
                    <a:cubicBezTo>
                      <a:pt x="804" y="1361"/>
                      <a:pt x="711" y="1293"/>
                      <a:pt x="685" y="1202"/>
                    </a:cubicBezTo>
                    <a:cubicBezTo>
                      <a:pt x="628" y="1068"/>
                      <a:pt x="619" y="646"/>
                      <a:pt x="510" y="646"/>
                    </a:cubicBezTo>
                    <a:cubicBezTo>
                      <a:pt x="489" y="646"/>
                      <a:pt x="464" y="662"/>
                      <a:pt x="434" y="699"/>
                    </a:cubicBezTo>
                    <a:cubicBezTo>
                      <a:pt x="252" y="928"/>
                      <a:pt x="138" y="1635"/>
                      <a:pt x="92" y="1818"/>
                    </a:cubicBezTo>
                    <a:cubicBezTo>
                      <a:pt x="46" y="2000"/>
                      <a:pt x="1" y="2548"/>
                      <a:pt x="1" y="2548"/>
                    </a:cubicBezTo>
                    <a:lnTo>
                      <a:pt x="777" y="3347"/>
                    </a:lnTo>
                    <a:cubicBezTo>
                      <a:pt x="936" y="3164"/>
                      <a:pt x="1439" y="3073"/>
                      <a:pt x="1849" y="2731"/>
                    </a:cubicBezTo>
                    <a:cubicBezTo>
                      <a:pt x="2260" y="2366"/>
                      <a:pt x="2489" y="1932"/>
                      <a:pt x="2603" y="1361"/>
                    </a:cubicBezTo>
                    <a:cubicBezTo>
                      <a:pt x="2682" y="864"/>
                      <a:pt x="2085" y="1"/>
                      <a:pt x="1809" y="1"/>
                    </a:cubicBezTo>
                    <a:close/>
                  </a:path>
                </a:pathLst>
              </a:custGeom>
              <a:solidFill>
                <a:srgbClr val="F4C5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9"/>
              <p:cNvSpPr/>
              <p:nvPr/>
            </p:nvSpPr>
            <p:spPr>
              <a:xfrm>
                <a:off x="5430875" y="3545250"/>
                <a:ext cx="140975" cy="64000"/>
              </a:xfrm>
              <a:custGeom>
                <a:avLst/>
                <a:gdLst/>
                <a:ahLst/>
                <a:cxnLst/>
                <a:rect l="l" t="t" r="r" b="b"/>
                <a:pathLst>
                  <a:path w="5639" h="2560" extrusionOk="0">
                    <a:moveTo>
                      <a:pt x="1923" y="1"/>
                    </a:moveTo>
                    <a:cubicBezTo>
                      <a:pt x="1299" y="1"/>
                      <a:pt x="376" y="97"/>
                      <a:pt x="183" y="645"/>
                    </a:cubicBezTo>
                    <a:cubicBezTo>
                      <a:pt x="0" y="1238"/>
                      <a:pt x="23" y="1809"/>
                      <a:pt x="69" y="2106"/>
                    </a:cubicBezTo>
                    <a:cubicBezTo>
                      <a:pt x="92" y="2266"/>
                      <a:pt x="206" y="2334"/>
                      <a:pt x="365" y="2357"/>
                    </a:cubicBezTo>
                    <a:cubicBezTo>
                      <a:pt x="944" y="2479"/>
                      <a:pt x="1836" y="2560"/>
                      <a:pt x="2631" y="2560"/>
                    </a:cubicBezTo>
                    <a:cubicBezTo>
                      <a:pt x="3028" y="2560"/>
                      <a:pt x="3401" y="2539"/>
                      <a:pt x="3698" y="2494"/>
                    </a:cubicBezTo>
                    <a:cubicBezTo>
                      <a:pt x="4748" y="2357"/>
                      <a:pt x="5638" y="1626"/>
                      <a:pt x="5501" y="987"/>
                    </a:cubicBezTo>
                    <a:cubicBezTo>
                      <a:pt x="5387" y="371"/>
                      <a:pt x="4360" y="371"/>
                      <a:pt x="3401" y="303"/>
                    </a:cubicBezTo>
                    <a:cubicBezTo>
                      <a:pt x="2443" y="257"/>
                      <a:pt x="2511" y="29"/>
                      <a:pt x="2511" y="29"/>
                    </a:cubicBezTo>
                    <a:cubicBezTo>
                      <a:pt x="2511" y="29"/>
                      <a:pt x="2261" y="1"/>
                      <a:pt x="19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9"/>
              <p:cNvSpPr/>
              <p:nvPr/>
            </p:nvSpPr>
            <p:spPr>
              <a:xfrm>
                <a:off x="5497075" y="3563525"/>
                <a:ext cx="140400" cy="62350"/>
              </a:xfrm>
              <a:custGeom>
                <a:avLst/>
                <a:gdLst/>
                <a:ahLst/>
                <a:cxnLst/>
                <a:rect l="l" t="t" r="r" b="b"/>
                <a:pathLst>
                  <a:path w="5616" h="2494" extrusionOk="0">
                    <a:moveTo>
                      <a:pt x="2231" y="1"/>
                    </a:moveTo>
                    <a:cubicBezTo>
                      <a:pt x="1615" y="1"/>
                      <a:pt x="100" y="73"/>
                      <a:pt x="46" y="781"/>
                    </a:cubicBezTo>
                    <a:cubicBezTo>
                      <a:pt x="0" y="1375"/>
                      <a:pt x="68" y="1923"/>
                      <a:pt x="91" y="2242"/>
                    </a:cubicBezTo>
                    <a:cubicBezTo>
                      <a:pt x="114" y="2379"/>
                      <a:pt x="251" y="2493"/>
                      <a:pt x="388" y="2493"/>
                    </a:cubicBezTo>
                    <a:cubicBezTo>
                      <a:pt x="1118" y="2448"/>
                      <a:pt x="2922" y="2379"/>
                      <a:pt x="3835" y="2242"/>
                    </a:cubicBezTo>
                    <a:cubicBezTo>
                      <a:pt x="4885" y="2105"/>
                      <a:pt x="5615" y="1603"/>
                      <a:pt x="5501" y="964"/>
                    </a:cubicBezTo>
                    <a:cubicBezTo>
                      <a:pt x="5364" y="348"/>
                      <a:pt x="4337" y="348"/>
                      <a:pt x="3378" y="302"/>
                    </a:cubicBezTo>
                    <a:cubicBezTo>
                      <a:pt x="2420" y="234"/>
                      <a:pt x="2488" y="5"/>
                      <a:pt x="2488" y="5"/>
                    </a:cubicBezTo>
                    <a:cubicBezTo>
                      <a:pt x="2488" y="5"/>
                      <a:pt x="2389" y="1"/>
                      <a:pt x="22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9"/>
              <p:cNvSpPr/>
              <p:nvPr/>
            </p:nvSpPr>
            <p:spPr>
              <a:xfrm>
                <a:off x="5429150" y="3174475"/>
                <a:ext cx="89625" cy="394000"/>
              </a:xfrm>
              <a:custGeom>
                <a:avLst/>
                <a:gdLst/>
                <a:ahLst/>
                <a:cxnLst/>
                <a:rect l="l" t="t" r="r" b="b"/>
                <a:pathLst>
                  <a:path w="3585" h="15760" extrusionOk="0">
                    <a:moveTo>
                      <a:pt x="457" y="0"/>
                    </a:moveTo>
                    <a:cubicBezTo>
                      <a:pt x="457" y="0"/>
                      <a:pt x="343" y="7715"/>
                      <a:pt x="275" y="8674"/>
                    </a:cubicBezTo>
                    <a:cubicBezTo>
                      <a:pt x="206" y="9610"/>
                      <a:pt x="1" y="15316"/>
                      <a:pt x="1" y="15316"/>
                    </a:cubicBezTo>
                    <a:cubicBezTo>
                      <a:pt x="1" y="15316"/>
                      <a:pt x="900" y="15759"/>
                      <a:pt x="1877" y="15759"/>
                    </a:cubicBezTo>
                    <a:cubicBezTo>
                      <a:pt x="2212" y="15759"/>
                      <a:pt x="2556" y="15707"/>
                      <a:pt x="2877" y="15567"/>
                    </a:cubicBezTo>
                    <a:lnTo>
                      <a:pt x="3584" y="868"/>
                    </a:lnTo>
                    <a:lnTo>
                      <a:pt x="4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9"/>
              <p:cNvSpPr/>
              <p:nvPr/>
            </p:nvSpPr>
            <p:spPr>
              <a:xfrm>
                <a:off x="5491925" y="3178475"/>
                <a:ext cx="91900" cy="407575"/>
              </a:xfrm>
              <a:custGeom>
                <a:avLst/>
                <a:gdLst/>
                <a:ahLst/>
                <a:cxnLst/>
                <a:rect l="l" t="t" r="r" b="b"/>
                <a:pathLst>
                  <a:path w="3676" h="16303" extrusionOk="0">
                    <a:moveTo>
                      <a:pt x="3675" y="0"/>
                    </a:moveTo>
                    <a:lnTo>
                      <a:pt x="206" y="320"/>
                    </a:lnTo>
                    <a:lnTo>
                      <a:pt x="206" y="8058"/>
                    </a:lnTo>
                    <a:cubicBezTo>
                      <a:pt x="138" y="10340"/>
                      <a:pt x="1" y="16275"/>
                      <a:pt x="1" y="16275"/>
                    </a:cubicBezTo>
                    <a:cubicBezTo>
                      <a:pt x="172" y="16294"/>
                      <a:pt x="338" y="16302"/>
                      <a:pt x="497" y="16302"/>
                    </a:cubicBezTo>
                    <a:cubicBezTo>
                      <a:pt x="2055" y="16302"/>
                      <a:pt x="3014" y="15476"/>
                      <a:pt x="3014" y="15476"/>
                    </a:cubicBezTo>
                    <a:cubicBezTo>
                      <a:pt x="2922" y="14471"/>
                      <a:pt x="3014" y="8742"/>
                      <a:pt x="3014" y="8742"/>
                    </a:cubicBezTo>
                    <a:cubicBezTo>
                      <a:pt x="3402" y="5775"/>
                      <a:pt x="3630" y="1027"/>
                      <a:pt x="3675" y="137"/>
                    </a:cubicBezTo>
                    <a:cubicBezTo>
                      <a:pt x="3675" y="46"/>
                      <a:pt x="3675" y="0"/>
                      <a:pt x="3675" y="0"/>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9"/>
              <p:cNvSpPr/>
              <p:nvPr/>
            </p:nvSpPr>
            <p:spPr>
              <a:xfrm>
                <a:off x="5382925" y="2901150"/>
                <a:ext cx="57675" cy="174050"/>
              </a:xfrm>
              <a:custGeom>
                <a:avLst/>
                <a:gdLst/>
                <a:ahLst/>
                <a:cxnLst/>
                <a:rect l="l" t="t" r="r" b="b"/>
                <a:pathLst>
                  <a:path w="2307" h="6962" extrusionOk="0">
                    <a:moveTo>
                      <a:pt x="1188" y="0"/>
                    </a:moveTo>
                    <a:cubicBezTo>
                      <a:pt x="1188" y="0"/>
                      <a:pt x="1" y="3698"/>
                      <a:pt x="252" y="5638"/>
                    </a:cubicBezTo>
                    <a:cubicBezTo>
                      <a:pt x="252" y="5638"/>
                      <a:pt x="1211" y="6460"/>
                      <a:pt x="2306" y="6962"/>
                    </a:cubicBezTo>
                    <a:lnTo>
                      <a:pt x="1188" y="0"/>
                    </a:ln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9"/>
              <p:cNvSpPr/>
              <p:nvPr/>
            </p:nvSpPr>
            <p:spPr>
              <a:xfrm>
                <a:off x="5469100" y="2751625"/>
                <a:ext cx="104450" cy="128425"/>
              </a:xfrm>
              <a:custGeom>
                <a:avLst/>
                <a:gdLst/>
                <a:ahLst/>
                <a:cxnLst/>
                <a:rect l="l" t="t" r="r" b="b"/>
                <a:pathLst>
                  <a:path w="4178" h="5137" extrusionOk="0">
                    <a:moveTo>
                      <a:pt x="2101" y="1"/>
                    </a:moveTo>
                    <a:cubicBezTo>
                      <a:pt x="936" y="1"/>
                      <a:pt x="1" y="1142"/>
                      <a:pt x="1" y="2580"/>
                    </a:cubicBezTo>
                    <a:cubicBezTo>
                      <a:pt x="1" y="3995"/>
                      <a:pt x="936" y="5137"/>
                      <a:pt x="2078" y="5137"/>
                    </a:cubicBezTo>
                    <a:cubicBezTo>
                      <a:pt x="3242" y="5137"/>
                      <a:pt x="4178" y="3995"/>
                      <a:pt x="4178" y="2580"/>
                    </a:cubicBezTo>
                    <a:cubicBezTo>
                      <a:pt x="4178" y="1165"/>
                      <a:pt x="3242" y="1"/>
                      <a:pt x="2101" y="1"/>
                    </a:cubicBezTo>
                    <a:close/>
                  </a:path>
                </a:pathLst>
              </a:custGeom>
              <a:solidFill>
                <a:srgbClr val="FED4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9"/>
              <p:cNvSpPr/>
              <p:nvPr/>
            </p:nvSpPr>
            <p:spPr>
              <a:xfrm>
                <a:off x="5412600" y="2865675"/>
                <a:ext cx="196325" cy="338300"/>
              </a:xfrm>
              <a:custGeom>
                <a:avLst/>
                <a:gdLst/>
                <a:ahLst/>
                <a:cxnLst/>
                <a:rect l="l" t="t" r="r" b="b"/>
                <a:pathLst>
                  <a:path w="7853" h="13532" extrusionOk="0">
                    <a:moveTo>
                      <a:pt x="2992" y="1"/>
                    </a:moveTo>
                    <a:cubicBezTo>
                      <a:pt x="2904" y="1"/>
                      <a:pt x="2854" y="4"/>
                      <a:pt x="2854" y="4"/>
                    </a:cubicBezTo>
                    <a:cubicBezTo>
                      <a:pt x="663" y="597"/>
                      <a:pt x="1" y="1419"/>
                      <a:pt x="1" y="1419"/>
                    </a:cubicBezTo>
                    <a:cubicBezTo>
                      <a:pt x="252" y="3542"/>
                      <a:pt x="823" y="12649"/>
                      <a:pt x="823" y="12649"/>
                    </a:cubicBezTo>
                    <a:cubicBezTo>
                      <a:pt x="2146" y="13311"/>
                      <a:pt x="3313" y="13532"/>
                      <a:pt x="4280" y="13532"/>
                    </a:cubicBezTo>
                    <a:cubicBezTo>
                      <a:pt x="6214" y="13532"/>
                      <a:pt x="7351" y="12649"/>
                      <a:pt x="7351" y="12649"/>
                    </a:cubicBezTo>
                    <a:cubicBezTo>
                      <a:pt x="6757" y="9317"/>
                      <a:pt x="7853" y="1944"/>
                      <a:pt x="7853" y="1944"/>
                    </a:cubicBezTo>
                    <a:cubicBezTo>
                      <a:pt x="7853" y="1944"/>
                      <a:pt x="6095" y="1282"/>
                      <a:pt x="5867" y="1122"/>
                    </a:cubicBezTo>
                    <a:cubicBezTo>
                      <a:pt x="5616" y="985"/>
                      <a:pt x="5547" y="734"/>
                      <a:pt x="5547" y="734"/>
                    </a:cubicBezTo>
                    <a:cubicBezTo>
                      <a:pt x="4576" y="62"/>
                      <a:pt x="3391" y="1"/>
                      <a:pt x="2992" y="1"/>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9"/>
              <p:cNvSpPr/>
              <p:nvPr/>
            </p:nvSpPr>
            <p:spPr>
              <a:xfrm>
                <a:off x="5556975" y="2850925"/>
                <a:ext cx="238550" cy="139825"/>
              </a:xfrm>
              <a:custGeom>
                <a:avLst/>
                <a:gdLst/>
                <a:ahLst/>
                <a:cxnLst/>
                <a:rect l="l" t="t" r="r" b="b"/>
                <a:pathLst>
                  <a:path w="9542" h="5593" extrusionOk="0">
                    <a:moveTo>
                      <a:pt x="8195" y="1"/>
                    </a:moveTo>
                    <a:lnTo>
                      <a:pt x="5045" y="3219"/>
                    </a:lnTo>
                    <a:lnTo>
                      <a:pt x="2078" y="2534"/>
                    </a:lnTo>
                    <a:cubicBezTo>
                      <a:pt x="1" y="2876"/>
                      <a:pt x="1119" y="5182"/>
                      <a:pt x="1119" y="5182"/>
                    </a:cubicBezTo>
                    <a:lnTo>
                      <a:pt x="5753" y="5593"/>
                    </a:lnTo>
                    <a:lnTo>
                      <a:pt x="9542" y="1302"/>
                    </a:lnTo>
                    <a:cubicBezTo>
                      <a:pt x="9313" y="343"/>
                      <a:pt x="8195" y="1"/>
                      <a:pt x="8195" y="1"/>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9"/>
              <p:cNvSpPr/>
              <p:nvPr/>
            </p:nvSpPr>
            <p:spPr>
              <a:xfrm>
                <a:off x="5425175" y="2747525"/>
                <a:ext cx="156375" cy="116125"/>
              </a:xfrm>
              <a:custGeom>
                <a:avLst/>
                <a:gdLst/>
                <a:ahLst/>
                <a:cxnLst/>
                <a:rect l="l" t="t" r="r" b="b"/>
                <a:pathLst>
                  <a:path w="6255" h="4645" extrusionOk="0">
                    <a:moveTo>
                      <a:pt x="3981" y="1"/>
                    </a:moveTo>
                    <a:cubicBezTo>
                      <a:pt x="3309" y="1"/>
                      <a:pt x="2830" y="165"/>
                      <a:pt x="2830" y="165"/>
                    </a:cubicBezTo>
                    <a:cubicBezTo>
                      <a:pt x="0" y="1603"/>
                      <a:pt x="2328" y="4639"/>
                      <a:pt x="2328" y="4639"/>
                    </a:cubicBezTo>
                    <a:cubicBezTo>
                      <a:pt x="2392" y="4642"/>
                      <a:pt x="2453" y="4644"/>
                      <a:pt x="2513" y="4644"/>
                    </a:cubicBezTo>
                    <a:cubicBezTo>
                      <a:pt x="3878" y="4644"/>
                      <a:pt x="4109" y="3680"/>
                      <a:pt x="4109" y="3680"/>
                    </a:cubicBezTo>
                    <a:cubicBezTo>
                      <a:pt x="4976" y="3383"/>
                      <a:pt x="4725" y="2242"/>
                      <a:pt x="4725" y="2242"/>
                    </a:cubicBezTo>
                    <a:lnTo>
                      <a:pt x="6254" y="1740"/>
                    </a:lnTo>
                    <a:cubicBezTo>
                      <a:pt x="6231" y="370"/>
                      <a:pt x="4611" y="51"/>
                      <a:pt x="4611" y="51"/>
                    </a:cubicBezTo>
                    <a:cubicBezTo>
                      <a:pt x="4389" y="15"/>
                      <a:pt x="4177" y="1"/>
                      <a:pt x="3981" y="1"/>
                    </a:cubicBezTo>
                    <a:close/>
                  </a:path>
                </a:pathLst>
              </a:custGeom>
              <a:solidFill>
                <a:srgbClr val="0B3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2" name="Google Shape;452;p29"/>
            <p:cNvSpPr/>
            <p:nvPr/>
          </p:nvSpPr>
          <p:spPr>
            <a:xfrm>
              <a:off x="4428275" y="2117100"/>
              <a:ext cx="152375" cy="103300"/>
            </a:xfrm>
            <a:custGeom>
              <a:avLst/>
              <a:gdLst/>
              <a:ahLst/>
              <a:cxnLst/>
              <a:rect l="l" t="t" r="r" b="b"/>
              <a:pathLst>
                <a:path w="6095" h="4132" extrusionOk="0">
                  <a:moveTo>
                    <a:pt x="0" y="0"/>
                  </a:moveTo>
                  <a:lnTo>
                    <a:pt x="0" y="594"/>
                  </a:lnTo>
                  <a:lnTo>
                    <a:pt x="6095" y="4132"/>
                  </a:lnTo>
                  <a:lnTo>
                    <a:pt x="6095"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9"/>
            <p:cNvSpPr/>
            <p:nvPr/>
          </p:nvSpPr>
          <p:spPr>
            <a:xfrm>
              <a:off x="4428275" y="2142200"/>
              <a:ext cx="152375" cy="103300"/>
            </a:xfrm>
            <a:custGeom>
              <a:avLst/>
              <a:gdLst/>
              <a:ahLst/>
              <a:cxnLst/>
              <a:rect l="l" t="t" r="r" b="b"/>
              <a:pathLst>
                <a:path w="6095" h="4132" extrusionOk="0">
                  <a:moveTo>
                    <a:pt x="0" y="1"/>
                  </a:moveTo>
                  <a:lnTo>
                    <a:pt x="0" y="594"/>
                  </a:lnTo>
                  <a:lnTo>
                    <a:pt x="6095" y="4132"/>
                  </a:lnTo>
                  <a:lnTo>
                    <a:pt x="6095" y="3538"/>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9"/>
            <p:cNvSpPr/>
            <p:nvPr/>
          </p:nvSpPr>
          <p:spPr>
            <a:xfrm>
              <a:off x="4428275" y="2167300"/>
              <a:ext cx="152375" cy="102750"/>
            </a:xfrm>
            <a:custGeom>
              <a:avLst/>
              <a:gdLst/>
              <a:ahLst/>
              <a:cxnLst/>
              <a:rect l="l" t="t" r="r" b="b"/>
              <a:pathLst>
                <a:path w="6095" h="4110" extrusionOk="0">
                  <a:moveTo>
                    <a:pt x="0" y="1"/>
                  </a:moveTo>
                  <a:lnTo>
                    <a:pt x="0" y="594"/>
                  </a:lnTo>
                  <a:lnTo>
                    <a:pt x="6095" y="4109"/>
                  </a:lnTo>
                  <a:lnTo>
                    <a:pt x="6095" y="35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9"/>
            <p:cNvSpPr/>
            <p:nvPr/>
          </p:nvSpPr>
          <p:spPr>
            <a:xfrm>
              <a:off x="4428275" y="2191850"/>
              <a:ext cx="152375" cy="103300"/>
            </a:xfrm>
            <a:custGeom>
              <a:avLst/>
              <a:gdLst/>
              <a:ahLst/>
              <a:cxnLst/>
              <a:rect l="l" t="t" r="r" b="b"/>
              <a:pathLst>
                <a:path w="6095" h="4132" extrusionOk="0">
                  <a:moveTo>
                    <a:pt x="0" y="0"/>
                  </a:moveTo>
                  <a:lnTo>
                    <a:pt x="0" y="594"/>
                  </a:lnTo>
                  <a:lnTo>
                    <a:pt x="6095" y="4132"/>
                  </a:lnTo>
                  <a:lnTo>
                    <a:pt x="6095"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9"/>
            <p:cNvSpPr/>
            <p:nvPr/>
          </p:nvSpPr>
          <p:spPr>
            <a:xfrm>
              <a:off x="4428275" y="2216950"/>
              <a:ext cx="152375" cy="103325"/>
            </a:xfrm>
            <a:custGeom>
              <a:avLst/>
              <a:gdLst/>
              <a:ahLst/>
              <a:cxnLst/>
              <a:rect l="l" t="t" r="r" b="b"/>
              <a:pathLst>
                <a:path w="6095" h="4133" extrusionOk="0">
                  <a:moveTo>
                    <a:pt x="0" y="1"/>
                  </a:moveTo>
                  <a:lnTo>
                    <a:pt x="0" y="594"/>
                  </a:lnTo>
                  <a:lnTo>
                    <a:pt x="6095" y="4132"/>
                  </a:lnTo>
                  <a:lnTo>
                    <a:pt x="6095" y="3539"/>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9"/>
            <p:cNvSpPr/>
            <p:nvPr/>
          </p:nvSpPr>
          <p:spPr>
            <a:xfrm>
              <a:off x="4428275" y="2242050"/>
              <a:ext cx="152375" cy="103325"/>
            </a:xfrm>
            <a:custGeom>
              <a:avLst/>
              <a:gdLst/>
              <a:ahLst/>
              <a:cxnLst/>
              <a:rect l="l" t="t" r="r" b="b"/>
              <a:pathLst>
                <a:path w="6095" h="4133" extrusionOk="0">
                  <a:moveTo>
                    <a:pt x="0" y="1"/>
                  </a:moveTo>
                  <a:lnTo>
                    <a:pt x="0" y="594"/>
                  </a:lnTo>
                  <a:lnTo>
                    <a:pt x="6095" y="4132"/>
                  </a:lnTo>
                  <a:lnTo>
                    <a:pt x="6095" y="3539"/>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9"/>
            <p:cNvSpPr/>
            <p:nvPr/>
          </p:nvSpPr>
          <p:spPr>
            <a:xfrm>
              <a:off x="4428275" y="2267175"/>
              <a:ext cx="152375" cy="102725"/>
            </a:xfrm>
            <a:custGeom>
              <a:avLst/>
              <a:gdLst/>
              <a:ahLst/>
              <a:cxnLst/>
              <a:rect l="l" t="t" r="r" b="b"/>
              <a:pathLst>
                <a:path w="6095" h="4109" extrusionOk="0">
                  <a:moveTo>
                    <a:pt x="0" y="0"/>
                  </a:moveTo>
                  <a:lnTo>
                    <a:pt x="0" y="594"/>
                  </a:lnTo>
                  <a:lnTo>
                    <a:pt x="6095" y="4109"/>
                  </a:lnTo>
                  <a:lnTo>
                    <a:pt x="6095"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9"/>
            <p:cNvSpPr/>
            <p:nvPr/>
          </p:nvSpPr>
          <p:spPr>
            <a:xfrm>
              <a:off x="4428275" y="2292275"/>
              <a:ext cx="152375" cy="102750"/>
            </a:xfrm>
            <a:custGeom>
              <a:avLst/>
              <a:gdLst/>
              <a:ahLst/>
              <a:cxnLst/>
              <a:rect l="l" t="t" r="r" b="b"/>
              <a:pathLst>
                <a:path w="6095" h="4110" extrusionOk="0">
                  <a:moveTo>
                    <a:pt x="0" y="1"/>
                  </a:moveTo>
                  <a:lnTo>
                    <a:pt x="0" y="594"/>
                  </a:lnTo>
                  <a:lnTo>
                    <a:pt x="6095" y="4109"/>
                  </a:lnTo>
                  <a:lnTo>
                    <a:pt x="6095" y="35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9"/>
            <p:cNvSpPr/>
            <p:nvPr/>
          </p:nvSpPr>
          <p:spPr>
            <a:xfrm>
              <a:off x="4428275" y="2316825"/>
              <a:ext cx="152375" cy="103300"/>
            </a:xfrm>
            <a:custGeom>
              <a:avLst/>
              <a:gdLst/>
              <a:ahLst/>
              <a:cxnLst/>
              <a:rect l="l" t="t" r="r" b="b"/>
              <a:pathLst>
                <a:path w="6095" h="4132" extrusionOk="0">
                  <a:moveTo>
                    <a:pt x="0" y="0"/>
                  </a:moveTo>
                  <a:lnTo>
                    <a:pt x="0" y="594"/>
                  </a:lnTo>
                  <a:lnTo>
                    <a:pt x="6095" y="4131"/>
                  </a:lnTo>
                  <a:lnTo>
                    <a:pt x="6095"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9"/>
            <p:cNvSpPr/>
            <p:nvPr/>
          </p:nvSpPr>
          <p:spPr>
            <a:xfrm>
              <a:off x="4428275" y="2341925"/>
              <a:ext cx="152375" cy="103300"/>
            </a:xfrm>
            <a:custGeom>
              <a:avLst/>
              <a:gdLst/>
              <a:ahLst/>
              <a:cxnLst/>
              <a:rect l="l" t="t" r="r" b="b"/>
              <a:pathLst>
                <a:path w="6095" h="4132" extrusionOk="0">
                  <a:moveTo>
                    <a:pt x="0" y="0"/>
                  </a:moveTo>
                  <a:lnTo>
                    <a:pt x="0" y="594"/>
                  </a:lnTo>
                  <a:lnTo>
                    <a:pt x="6095" y="4132"/>
                  </a:lnTo>
                  <a:lnTo>
                    <a:pt x="6095"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9"/>
            <p:cNvSpPr/>
            <p:nvPr/>
          </p:nvSpPr>
          <p:spPr>
            <a:xfrm>
              <a:off x="4428275" y="2367025"/>
              <a:ext cx="152375" cy="103325"/>
            </a:xfrm>
            <a:custGeom>
              <a:avLst/>
              <a:gdLst/>
              <a:ahLst/>
              <a:cxnLst/>
              <a:rect l="l" t="t" r="r" b="b"/>
              <a:pathLst>
                <a:path w="6095" h="4133" extrusionOk="0">
                  <a:moveTo>
                    <a:pt x="0" y="1"/>
                  </a:moveTo>
                  <a:lnTo>
                    <a:pt x="0" y="594"/>
                  </a:lnTo>
                  <a:lnTo>
                    <a:pt x="6095" y="4132"/>
                  </a:lnTo>
                  <a:lnTo>
                    <a:pt x="6095" y="3539"/>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9"/>
            <p:cNvSpPr/>
            <p:nvPr/>
          </p:nvSpPr>
          <p:spPr>
            <a:xfrm>
              <a:off x="4428275" y="2392150"/>
              <a:ext cx="152375" cy="102725"/>
            </a:xfrm>
            <a:custGeom>
              <a:avLst/>
              <a:gdLst/>
              <a:ahLst/>
              <a:cxnLst/>
              <a:rect l="l" t="t" r="r" b="b"/>
              <a:pathLst>
                <a:path w="6095" h="4109" extrusionOk="0">
                  <a:moveTo>
                    <a:pt x="0" y="0"/>
                  </a:moveTo>
                  <a:lnTo>
                    <a:pt x="0" y="593"/>
                  </a:lnTo>
                  <a:lnTo>
                    <a:pt x="6095" y="4109"/>
                  </a:lnTo>
                  <a:lnTo>
                    <a:pt x="6095" y="351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9"/>
            <p:cNvSpPr/>
            <p:nvPr/>
          </p:nvSpPr>
          <p:spPr>
            <a:xfrm>
              <a:off x="4428275" y="2416675"/>
              <a:ext cx="152375" cy="103300"/>
            </a:xfrm>
            <a:custGeom>
              <a:avLst/>
              <a:gdLst/>
              <a:ahLst/>
              <a:cxnLst/>
              <a:rect l="l" t="t" r="r" b="b"/>
              <a:pathLst>
                <a:path w="6095" h="4132" extrusionOk="0">
                  <a:moveTo>
                    <a:pt x="0" y="0"/>
                  </a:moveTo>
                  <a:lnTo>
                    <a:pt x="0" y="594"/>
                  </a:lnTo>
                  <a:lnTo>
                    <a:pt x="6095" y="4132"/>
                  </a:lnTo>
                  <a:lnTo>
                    <a:pt x="6095"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9"/>
            <p:cNvSpPr/>
            <p:nvPr/>
          </p:nvSpPr>
          <p:spPr>
            <a:xfrm>
              <a:off x="4428275" y="2441775"/>
              <a:ext cx="152375" cy="103325"/>
            </a:xfrm>
            <a:custGeom>
              <a:avLst/>
              <a:gdLst/>
              <a:ahLst/>
              <a:cxnLst/>
              <a:rect l="l" t="t" r="r" b="b"/>
              <a:pathLst>
                <a:path w="6095" h="4133" extrusionOk="0">
                  <a:moveTo>
                    <a:pt x="0" y="1"/>
                  </a:moveTo>
                  <a:lnTo>
                    <a:pt x="0" y="594"/>
                  </a:lnTo>
                  <a:lnTo>
                    <a:pt x="6095" y="4132"/>
                  </a:lnTo>
                  <a:lnTo>
                    <a:pt x="6095" y="3539"/>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9"/>
            <p:cNvSpPr/>
            <p:nvPr/>
          </p:nvSpPr>
          <p:spPr>
            <a:xfrm>
              <a:off x="4428275" y="2466900"/>
              <a:ext cx="152375" cy="103300"/>
            </a:xfrm>
            <a:custGeom>
              <a:avLst/>
              <a:gdLst/>
              <a:ahLst/>
              <a:cxnLst/>
              <a:rect l="l" t="t" r="r" b="b"/>
              <a:pathLst>
                <a:path w="6095" h="4132" extrusionOk="0">
                  <a:moveTo>
                    <a:pt x="0" y="0"/>
                  </a:moveTo>
                  <a:lnTo>
                    <a:pt x="0" y="594"/>
                  </a:lnTo>
                  <a:lnTo>
                    <a:pt x="6095" y="4131"/>
                  </a:lnTo>
                  <a:lnTo>
                    <a:pt x="6095"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9"/>
            <p:cNvSpPr/>
            <p:nvPr/>
          </p:nvSpPr>
          <p:spPr>
            <a:xfrm>
              <a:off x="4428275" y="2492000"/>
              <a:ext cx="152375" cy="102725"/>
            </a:xfrm>
            <a:custGeom>
              <a:avLst/>
              <a:gdLst/>
              <a:ahLst/>
              <a:cxnLst/>
              <a:rect l="l" t="t" r="r" b="b"/>
              <a:pathLst>
                <a:path w="6095" h="4109" extrusionOk="0">
                  <a:moveTo>
                    <a:pt x="0" y="0"/>
                  </a:moveTo>
                  <a:lnTo>
                    <a:pt x="0" y="594"/>
                  </a:lnTo>
                  <a:lnTo>
                    <a:pt x="6095" y="4109"/>
                  </a:lnTo>
                  <a:lnTo>
                    <a:pt x="6095" y="3516"/>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9"/>
            <p:cNvSpPr/>
            <p:nvPr/>
          </p:nvSpPr>
          <p:spPr>
            <a:xfrm>
              <a:off x="4428275" y="2516525"/>
              <a:ext cx="152375" cy="103325"/>
            </a:xfrm>
            <a:custGeom>
              <a:avLst/>
              <a:gdLst/>
              <a:ahLst/>
              <a:cxnLst/>
              <a:rect l="l" t="t" r="r" b="b"/>
              <a:pathLst>
                <a:path w="6095" h="4133" extrusionOk="0">
                  <a:moveTo>
                    <a:pt x="0" y="1"/>
                  </a:moveTo>
                  <a:lnTo>
                    <a:pt x="0" y="594"/>
                  </a:lnTo>
                  <a:lnTo>
                    <a:pt x="6095" y="4132"/>
                  </a:lnTo>
                  <a:lnTo>
                    <a:pt x="6095" y="3539"/>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Picture 4">
            <a:extLst>
              <a:ext uri="{FF2B5EF4-FFF2-40B4-BE49-F238E27FC236}">
                <a16:creationId xmlns:a16="http://schemas.microsoft.com/office/drawing/2014/main" id="{8DA6E653-FBB3-357E-5AD6-CEBE7D3D68F5}"/>
              </a:ext>
            </a:extLst>
          </p:cNvPr>
          <p:cNvPicPr>
            <a:picLocks noChangeAspect="1"/>
          </p:cNvPicPr>
          <p:nvPr/>
        </p:nvPicPr>
        <p:blipFill>
          <a:blip r:embed="rId3"/>
          <a:stretch>
            <a:fillRect/>
          </a:stretch>
        </p:blipFill>
        <p:spPr>
          <a:xfrm>
            <a:off x="4109973" y="2128775"/>
            <a:ext cx="924054" cy="885949"/>
          </a:xfrm>
          <a:prstGeom prst="rect">
            <a:avLst/>
          </a:prstGeom>
        </p:spPr>
      </p:pic>
      <p:pic>
        <p:nvPicPr>
          <p:cNvPr id="7" name="Picture 6">
            <a:extLst>
              <a:ext uri="{FF2B5EF4-FFF2-40B4-BE49-F238E27FC236}">
                <a16:creationId xmlns:a16="http://schemas.microsoft.com/office/drawing/2014/main" id="{C62B4AD0-9880-E7D6-835A-4921D4340E2F}"/>
              </a:ext>
            </a:extLst>
          </p:cNvPr>
          <p:cNvPicPr>
            <a:picLocks noChangeAspect="1"/>
          </p:cNvPicPr>
          <p:nvPr/>
        </p:nvPicPr>
        <p:blipFill>
          <a:blip r:embed="rId3"/>
          <a:stretch>
            <a:fillRect/>
          </a:stretch>
        </p:blipFill>
        <p:spPr>
          <a:xfrm>
            <a:off x="6194812" y="803692"/>
            <a:ext cx="924054" cy="885949"/>
          </a:xfrm>
          <a:prstGeom prst="rect">
            <a:avLst/>
          </a:prstGeom>
        </p:spPr>
      </p:pic>
    </p:spTree>
    <p:extLst>
      <p:ext uri="{BB962C8B-B14F-4D97-AF65-F5344CB8AC3E}">
        <p14:creationId xmlns:p14="http://schemas.microsoft.com/office/powerpoint/2010/main" val="4021491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9"/>
          <p:cNvSpPr txBox="1">
            <a:spLocks noGrp="1"/>
          </p:cNvSpPr>
          <p:nvPr>
            <p:ph type="title"/>
          </p:nvPr>
        </p:nvSpPr>
        <p:spPr>
          <a:xfrm>
            <a:off x="4494385" y="856230"/>
            <a:ext cx="4099634" cy="755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Sagawere</a:t>
            </a:r>
            <a:endParaRPr dirty="0">
              <a:solidFill>
                <a:schemeClr val="accent1"/>
              </a:solidFill>
              <a:latin typeface="Overpass SemiBold"/>
              <a:ea typeface="Overpass SemiBold"/>
              <a:cs typeface="Overpass SemiBold"/>
              <a:sym typeface="Overpass SemiBold"/>
            </a:endParaRPr>
          </a:p>
        </p:txBody>
      </p:sp>
      <p:sp>
        <p:nvSpPr>
          <p:cNvPr id="359" name="Google Shape;359;p29"/>
          <p:cNvSpPr txBox="1">
            <a:spLocks noGrp="1"/>
          </p:cNvSpPr>
          <p:nvPr>
            <p:ph type="subTitle" idx="1"/>
          </p:nvPr>
        </p:nvSpPr>
        <p:spPr>
          <a:xfrm rot="10800000" flipV="1">
            <a:off x="4494385" y="1535744"/>
            <a:ext cx="4183484" cy="2888365"/>
          </a:xfrm>
          <a:prstGeom prst="rect">
            <a:avLst/>
          </a:prstGeom>
        </p:spPr>
        <p:txBody>
          <a:bodyPr spcFirstLastPara="1" wrap="square" lIns="91425" tIns="91425" rIns="91425" bIns="91425" anchor="ctr" anchorCtr="0">
            <a:noAutofit/>
          </a:bodyPr>
          <a:lstStyle/>
          <a:p>
            <a:pPr marL="0" lvl="0" indent="0" algn="just" rtl="0">
              <a:spcBef>
                <a:spcPts val="0"/>
              </a:spcBef>
              <a:spcAft>
                <a:spcPts val="1600"/>
              </a:spcAft>
              <a:buNone/>
            </a:pPr>
            <a:r>
              <a:rPr lang="en-GB" altLang="zh-CN" dirty="0"/>
              <a:t>Sagawere is gaming software use for playing games in virtual environment with your hand gestures and body motion. Sagawere provides virtual controllers for different games of which user can easily download or start to enter in virtual reality. By introducing this technology we will collaborate with Metaverse because Sagawere has capability to connect physical movement with virtual movement of Avatar.</a:t>
            </a:r>
            <a:endParaRPr dirty="0"/>
          </a:p>
        </p:txBody>
      </p:sp>
      <p:grpSp>
        <p:nvGrpSpPr>
          <p:cNvPr id="360" name="Google Shape;360;p29"/>
          <p:cNvGrpSpPr/>
          <p:nvPr/>
        </p:nvGrpSpPr>
        <p:grpSpPr>
          <a:xfrm flipH="1">
            <a:off x="720011" y="544670"/>
            <a:ext cx="3420241" cy="4058814"/>
            <a:chOff x="4380325" y="1801525"/>
            <a:chExt cx="1537325" cy="1824350"/>
          </a:xfrm>
        </p:grpSpPr>
        <p:sp>
          <p:nvSpPr>
            <p:cNvPr id="361" name="Google Shape;361;p29"/>
            <p:cNvSpPr/>
            <p:nvPr/>
          </p:nvSpPr>
          <p:spPr>
            <a:xfrm>
              <a:off x="5511325" y="3181325"/>
              <a:ext cx="113575" cy="198025"/>
            </a:xfrm>
            <a:custGeom>
              <a:avLst/>
              <a:gdLst/>
              <a:ahLst/>
              <a:cxnLst/>
              <a:rect l="l" t="t" r="r" b="b"/>
              <a:pathLst>
                <a:path w="4543" h="7921" extrusionOk="0">
                  <a:moveTo>
                    <a:pt x="1" y="0"/>
                  </a:moveTo>
                  <a:lnTo>
                    <a:pt x="1" y="5296"/>
                  </a:lnTo>
                  <a:lnTo>
                    <a:pt x="4543" y="7921"/>
                  </a:lnTo>
                  <a:lnTo>
                    <a:pt x="4543" y="2625"/>
                  </a:lnTo>
                  <a:lnTo>
                    <a:pt x="1"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2" name="Google Shape;362;p29"/>
            <p:cNvGrpSpPr/>
            <p:nvPr/>
          </p:nvGrpSpPr>
          <p:grpSpPr>
            <a:xfrm>
              <a:off x="4380325" y="1801525"/>
              <a:ext cx="1537325" cy="1824350"/>
              <a:chOff x="4380325" y="1801525"/>
              <a:chExt cx="1537325" cy="1824350"/>
            </a:xfrm>
          </p:grpSpPr>
          <p:sp>
            <p:nvSpPr>
              <p:cNvPr id="363" name="Google Shape;363;p29"/>
              <p:cNvSpPr/>
              <p:nvPr/>
            </p:nvSpPr>
            <p:spPr>
              <a:xfrm>
                <a:off x="4580050" y="2872050"/>
                <a:ext cx="639700" cy="371350"/>
              </a:xfrm>
              <a:custGeom>
                <a:avLst/>
                <a:gdLst/>
                <a:ahLst/>
                <a:cxnLst/>
                <a:rect l="l" t="t" r="r" b="b"/>
                <a:pathLst>
                  <a:path w="25588" h="14854" extrusionOk="0">
                    <a:moveTo>
                      <a:pt x="7875" y="0"/>
                    </a:moveTo>
                    <a:cubicBezTo>
                      <a:pt x="7710" y="0"/>
                      <a:pt x="7545" y="46"/>
                      <a:pt x="7396" y="137"/>
                    </a:cubicBezTo>
                    <a:lnTo>
                      <a:pt x="252" y="4268"/>
                    </a:lnTo>
                    <a:cubicBezTo>
                      <a:pt x="1" y="4428"/>
                      <a:pt x="1" y="4793"/>
                      <a:pt x="252" y="4930"/>
                    </a:cubicBezTo>
                    <a:lnTo>
                      <a:pt x="17165" y="14700"/>
                    </a:lnTo>
                    <a:cubicBezTo>
                      <a:pt x="17337" y="14802"/>
                      <a:pt x="17536" y="14854"/>
                      <a:pt x="17739" y="14854"/>
                    </a:cubicBezTo>
                    <a:cubicBezTo>
                      <a:pt x="17941" y="14854"/>
                      <a:pt x="18147" y="14802"/>
                      <a:pt x="18329" y="14700"/>
                    </a:cubicBezTo>
                    <a:lnTo>
                      <a:pt x="25291" y="10637"/>
                    </a:lnTo>
                    <a:cubicBezTo>
                      <a:pt x="25588" y="10477"/>
                      <a:pt x="25588" y="10066"/>
                      <a:pt x="25291" y="9906"/>
                    </a:cubicBezTo>
                    <a:lnTo>
                      <a:pt x="8355" y="137"/>
                    </a:lnTo>
                    <a:cubicBezTo>
                      <a:pt x="8206" y="46"/>
                      <a:pt x="8041" y="0"/>
                      <a:pt x="78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9"/>
              <p:cNvSpPr/>
              <p:nvPr/>
            </p:nvSpPr>
            <p:spPr>
              <a:xfrm>
                <a:off x="4581775" y="2987300"/>
                <a:ext cx="636275" cy="277775"/>
              </a:xfrm>
              <a:custGeom>
                <a:avLst/>
                <a:gdLst/>
                <a:ahLst/>
                <a:cxnLst/>
                <a:rect l="l" t="t" r="r" b="b"/>
                <a:pathLst>
                  <a:path w="25451" h="11111" extrusionOk="0">
                    <a:moveTo>
                      <a:pt x="0" y="1"/>
                    </a:moveTo>
                    <a:lnTo>
                      <a:pt x="0" y="868"/>
                    </a:lnTo>
                    <a:cubicBezTo>
                      <a:pt x="0" y="982"/>
                      <a:pt x="46" y="1119"/>
                      <a:pt x="183" y="1188"/>
                    </a:cubicBezTo>
                    <a:lnTo>
                      <a:pt x="17096" y="10957"/>
                    </a:lnTo>
                    <a:cubicBezTo>
                      <a:pt x="17268" y="11060"/>
                      <a:pt x="17467" y="11111"/>
                      <a:pt x="17670" y="11111"/>
                    </a:cubicBezTo>
                    <a:cubicBezTo>
                      <a:pt x="17872" y="11111"/>
                      <a:pt x="18078" y="11060"/>
                      <a:pt x="18260" y="10957"/>
                    </a:cubicBezTo>
                    <a:lnTo>
                      <a:pt x="25222" y="6894"/>
                    </a:lnTo>
                    <a:cubicBezTo>
                      <a:pt x="25359" y="6826"/>
                      <a:pt x="25428" y="6689"/>
                      <a:pt x="25450" y="6529"/>
                    </a:cubicBezTo>
                    <a:lnTo>
                      <a:pt x="25450" y="5661"/>
                    </a:lnTo>
                    <a:cubicBezTo>
                      <a:pt x="25450" y="5798"/>
                      <a:pt x="25359" y="5958"/>
                      <a:pt x="25222" y="6027"/>
                    </a:cubicBezTo>
                    <a:lnTo>
                      <a:pt x="18260" y="10090"/>
                    </a:lnTo>
                    <a:cubicBezTo>
                      <a:pt x="18078" y="10192"/>
                      <a:pt x="17872" y="10244"/>
                      <a:pt x="17670" y="10244"/>
                    </a:cubicBezTo>
                    <a:cubicBezTo>
                      <a:pt x="17467" y="10244"/>
                      <a:pt x="17268" y="10192"/>
                      <a:pt x="17096" y="10090"/>
                    </a:cubicBezTo>
                    <a:lnTo>
                      <a:pt x="183" y="320"/>
                    </a:lnTo>
                    <a:cubicBezTo>
                      <a:pt x="46" y="252"/>
                      <a:pt x="0" y="115"/>
                      <a:pt x="0" y="1"/>
                    </a:cubicBezTo>
                    <a:close/>
                  </a:path>
                </a:pathLst>
              </a:custGeom>
              <a:solidFill>
                <a:srgbClr val="A7B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9"/>
              <p:cNvSpPr/>
              <p:nvPr/>
            </p:nvSpPr>
            <p:spPr>
              <a:xfrm>
                <a:off x="4581775" y="2987300"/>
                <a:ext cx="440550" cy="277350"/>
              </a:xfrm>
              <a:custGeom>
                <a:avLst/>
                <a:gdLst/>
                <a:ahLst/>
                <a:cxnLst/>
                <a:rect l="l" t="t" r="r" b="b"/>
                <a:pathLst>
                  <a:path w="17622" h="11094" extrusionOk="0">
                    <a:moveTo>
                      <a:pt x="0" y="1"/>
                    </a:moveTo>
                    <a:lnTo>
                      <a:pt x="0" y="868"/>
                    </a:lnTo>
                    <a:cubicBezTo>
                      <a:pt x="0" y="982"/>
                      <a:pt x="46" y="1119"/>
                      <a:pt x="183" y="1188"/>
                    </a:cubicBezTo>
                    <a:lnTo>
                      <a:pt x="17096" y="10957"/>
                    </a:lnTo>
                    <a:cubicBezTo>
                      <a:pt x="17256" y="11048"/>
                      <a:pt x="17439" y="11094"/>
                      <a:pt x="17621" y="11094"/>
                    </a:cubicBezTo>
                    <a:lnTo>
                      <a:pt x="17621" y="10226"/>
                    </a:lnTo>
                    <a:cubicBezTo>
                      <a:pt x="17439" y="10226"/>
                      <a:pt x="17256" y="10181"/>
                      <a:pt x="17096" y="10090"/>
                    </a:cubicBezTo>
                    <a:lnTo>
                      <a:pt x="183" y="320"/>
                    </a:lnTo>
                    <a:cubicBezTo>
                      <a:pt x="46" y="252"/>
                      <a:pt x="0" y="115"/>
                      <a:pt x="0" y="1"/>
                    </a:cubicBez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9"/>
              <p:cNvSpPr/>
              <p:nvPr/>
            </p:nvSpPr>
            <p:spPr>
              <a:xfrm>
                <a:off x="4380325" y="2029775"/>
                <a:ext cx="999775" cy="1315925"/>
              </a:xfrm>
              <a:custGeom>
                <a:avLst/>
                <a:gdLst/>
                <a:ahLst/>
                <a:cxnLst/>
                <a:rect l="l" t="t" r="r" b="b"/>
                <a:pathLst>
                  <a:path w="39991" h="52637" extrusionOk="0">
                    <a:moveTo>
                      <a:pt x="1" y="29331"/>
                    </a:moveTo>
                    <a:lnTo>
                      <a:pt x="39991" y="52636"/>
                    </a:lnTo>
                    <a:lnTo>
                      <a:pt x="39991" y="23191"/>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9"/>
              <p:cNvSpPr/>
              <p:nvPr/>
            </p:nvSpPr>
            <p:spPr>
              <a:xfrm>
                <a:off x="5380075" y="2589575"/>
                <a:ext cx="33125" cy="756125"/>
              </a:xfrm>
              <a:custGeom>
                <a:avLst/>
                <a:gdLst/>
                <a:ahLst/>
                <a:cxnLst/>
                <a:rect l="l" t="t" r="r" b="b"/>
                <a:pathLst>
                  <a:path w="1325" h="30245" extrusionOk="0">
                    <a:moveTo>
                      <a:pt x="1325" y="1"/>
                    </a:moveTo>
                    <a:lnTo>
                      <a:pt x="1" y="799"/>
                    </a:lnTo>
                    <a:lnTo>
                      <a:pt x="1" y="30244"/>
                    </a:lnTo>
                    <a:lnTo>
                      <a:pt x="1325" y="29422"/>
                    </a:lnTo>
                    <a:lnTo>
                      <a:pt x="1325" y="1"/>
                    </a:lnTo>
                    <a:close/>
                  </a:path>
                </a:pathLst>
              </a:custGeom>
              <a:solidFill>
                <a:srgbClr val="A7B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9"/>
              <p:cNvSpPr/>
              <p:nvPr/>
            </p:nvSpPr>
            <p:spPr>
              <a:xfrm>
                <a:off x="4380325" y="2009825"/>
                <a:ext cx="1032875" cy="599750"/>
              </a:xfrm>
              <a:custGeom>
                <a:avLst/>
                <a:gdLst/>
                <a:ahLst/>
                <a:cxnLst/>
                <a:rect l="l" t="t" r="r" b="b"/>
                <a:pathLst>
                  <a:path w="41315" h="23990" extrusionOk="0">
                    <a:moveTo>
                      <a:pt x="1348" y="0"/>
                    </a:moveTo>
                    <a:lnTo>
                      <a:pt x="1" y="799"/>
                    </a:lnTo>
                    <a:lnTo>
                      <a:pt x="39991" y="23989"/>
                    </a:lnTo>
                    <a:lnTo>
                      <a:pt x="41315" y="23191"/>
                    </a:lnTo>
                    <a:lnTo>
                      <a:pt x="13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9"/>
              <p:cNvSpPr/>
              <p:nvPr/>
            </p:nvSpPr>
            <p:spPr>
              <a:xfrm>
                <a:off x="4380325" y="2029775"/>
                <a:ext cx="999775" cy="1315925"/>
              </a:xfrm>
              <a:custGeom>
                <a:avLst/>
                <a:gdLst/>
                <a:ahLst/>
                <a:cxnLst/>
                <a:rect l="l" t="t" r="r" b="b"/>
                <a:pathLst>
                  <a:path w="39991" h="52637" extrusionOk="0">
                    <a:moveTo>
                      <a:pt x="937" y="1644"/>
                    </a:moveTo>
                    <a:lnTo>
                      <a:pt x="39032" y="23739"/>
                    </a:lnTo>
                    <a:lnTo>
                      <a:pt x="39032" y="50970"/>
                    </a:lnTo>
                    <a:lnTo>
                      <a:pt x="937" y="28784"/>
                    </a:lnTo>
                    <a:lnTo>
                      <a:pt x="937" y="1644"/>
                    </a:lnTo>
                    <a:close/>
                    <a:moveTo>
                      <a:pt x="1" y="1"/>
                    </a:moveTo>
                    <a:lnTo>
                      <a:pt x="1" y="29331"/>
                    </a:lnTo>
                    <a:lnTo>
                      <a:pt x="39991" y="52636"/>
                    </a:lnTo>
                    <a:lnTo>
                      <a:pt x="39991" y="23191"/>
                    </a:lnTo>
                    <a:lnTo>
                      <a:pt x="1"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9"/>
              <p:cNvSpPr/>
              <p:nvPr/>
            </p:nvSpPr>
            <p:spPr>
              <a:xfrm>
                <a:off x="5512475" y="2220950"/>
                <a:ext cx="376625" cy="667100"/>
              </a:xfrm>
              <a:custGeom>
                <a:avLst/>
                <a:gdLst/>
                <a:ahLst/>
                <a:cxnLst/>
                <a:rect l="l" t="t" r="r" b="b"/>
                <a:pathLst>
                  <a:path w="15065" h="26684" extrusionOk="0">
                    <a:moveTo>
                      <a:pt x="0" y="0"/>
                    </a:moveTo>
                    <a:lnTo>
                      <a:pt x="0" y="17964"/>
                    </a:lnTo>
                    <a:lnTo>
                      <a:pt x="15065" y="26683"/>
                    </a:lnTo>
                    <a:lnTo>
                      <a:pt x="15065" y="8674"/>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9"/>
              <p:cNvSpPr/>
              <p:nvPr/>
            </p:nvSpPr>
            <p:spPr>
              <a:xfrm>
                <a:off x="5889100" y="2420675"/>
                <a:ext cx="28550" cy="467375"/>
              </a:xfrm>
              <a:custGeom>
                <a:avLst/>
                <a:gdLst/>
                <a:ahLst/>
                <a:cxnLst/>
                <a:rect l="l" t="t" r="r" b="b"/>
                <a:pathLst>
                  <a:path w="1142" h="18695" extrusionOk="0">
                    <a:moveTo>
                      <a:pt x="1141" y="0"/>
                    </a:moveTo>
                    <a:lnTo>
                      <a:pt x="0" y="685"/>
                    </a:lnTo>
                    <a:lnTo>
                      <a:pt x="0" y="18694"/>
                    </a:lnTo>
                    <a:lnTo>
                      <a:pt x="1141" y="18009"/>
                    </a:lnTo>
                    <a:lnTo>
                      <a:pt x="1141" y="0"/>
                    </a:lnTo>
                    <a:close/>
                  </a:path>
                </a:pathLst>
              </a:custGeom>
              <a:solidFill>
                <a:srgbClr val="A7B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9"/>
              <p:cNvSpPr/>
              <p:nvPr/>
            </p:nvSpPr>
            <p:spPr>
              <a:xfrm>
                <a:off x="5512475" y="2204400"/>
                <a:ext cx="405175" cy="233425"/>
              </a:xfrm>
              <a:custGeom>
                <a:avLst/>
                <a:gdLst/>
                <a:ahLst/>
                <a:cxnLst/>
                <a:rect l="l" t="t" r="r" b="b"/>
                <a:pathLst>
                  <a:path w="16207" h="9337" extrusionOk="0">
                    <a:moveTo>
                      <a:pt x="1164" y="0"/>
                    </a:moveTo>
                    <a:lnTo>
                      <a:pt x="0" y="662"/>
                    </a:lnTo>
                    <a:lnTo>
                      <a:pt x="15065" y="9336"/>
                    </a:lnTo>
                    <a:lnTo>
                      <a:pt x="16206" y="8651"/>
                    </a:lnTo>
                    <a:lnTo>
                      <a:pt x="11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9"/>
              <p:cNvSpPr/>
              <p:nvPr/>
            </p:nvSpPr>
            <p:spPr>
              <a:xfrm>
                <a:off x="5544425" y="2277450"/>
                <a:ext cx="313300" cy="554100"/>
              </a:xfrm>
              <a:custGeom>
                <a:avLst/>
                <a:gdLst/>
                <a:ahLst/>
                <a:cxnLst/>
                <a:rect l="l" t="t" r="r" b="b"/>
                <a:pathLst>
                  <a:path w="12532" h="22164" extrusionOk="0">
                    <a:moveTo>
                      <a:pt x="1" y="0"/>
                    </a:moveTo>
                    <a:lnTo>
                      <a:pt x="1" y="14905"/>
                    </a:lnTo>
                    <a:lnTo>
                      <a:pt x="12532" y="22163"/>
                    </a:lnTo>
                    <a:lnTo>
                      <a:pt x="12532" y="7190"/>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9"/>
              <p:cNvSpPr/>
              <p:nvPr/>
            </p:nvSpPr>
            <p:spPr>
              <a:xfrm>
                <a:off x="5567250" y="2531375"/>
                <a:ext cx="57100" cy="134125"/>
              </a:xfrm>
              <a:custGeom>
                <a:avLst/>
                <a:gdLst/>
                <a:ahLst/>
                <a:cxnLst/>
                <a:rect l="l" t="t" r="r" b="b"/>
                <a:pathLst>
                  <a:path w="2284" h="5365" extrusionOk="0">
                    <a:moveTo>
                      <a:pt x="1" y="0"/>
                    </a:moveTo>
                    <a:lnTo>
                      <a:pt x="1" y="4063"/>
                    </a:lnTo>
                    <a:lnTo>
                      <a:pt x="2283" y="5364"/>
                    </a:lnTo>
                    <a:lnTo>
                      <a:pt x="2283" y="1301"/>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9"/>
              <p:cNvSpPr/>
              <p:nvPr/>
            </p:nvSpPr>
            <p:spPr>
              <a:xfrm>
                <a:off x="5538725" y="2607275"/>
                <a:ext cx="17700" cy="20000"/>
              </a:xfrm>
              <a:custGeom>
                <a:avLst/>
                <a:gdLst/>
                <a:ahLst/>
                <a:cxnLst/>
                <a:rect l="l" t="t" r="r" b="b"/>
                <a:pathLst>
                  <a:path w="708" h="800" extrusionOk="0">
                    <a:moveTo>
                      <a:pt x="0" y="0"/>
                    </a:moveTo>
                    <a:lnTo>
                      <a:pt x="0" y="388"/>
                    </a:lnTo>
                    <a:lnTo>
                      <a:pt x="708" y="799"/>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9"/>
              <p:cNvSpPr/>
              <p:nvPr/>
            </p:nvSpPr>
            <p:spPr>
              <a:xfrm>
                <a:off x="5538725" y="2569600"/>
                <a:ext cx="17700" cy="20000"/>
              </a:xfrm>
              <a:custGeom>
                <a:avLst/>
                <a:gdLst/>
                <a:ahLst/>
                <a:cxnLst/>
                <a:rect l="l" t="t" r="r" b="b"/>
                <a:pathLst>
                  <a:path w="708" h="800" extrusionOk="0">
                    <a:moveTo>
                      <a:pt x="0" y="1"/>
                    </a:moveTo>
                    <a:lnTo>
                      <a:pt x="0" y="389"/>
                    </a:lnTo>
                    <a:lnTo>
                      <a:pt x="708" y="800"/>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9"/>
              <p:cNvSpPr/>
              <p:nvPr/>
            </p:nvSpPr>
            <p:spPr>
              <a:xfrm>
                <a:off x="5538725" y="2531950"/>
                <a:ext cx="17700" cy="20000"/>
              </a:xfrm>
              <a:custGeom>
                <a:avLst/>
                <a:gdLst/>
                <a:ahLst/>
                <a:cxnLst/>
                <a:rect l="l" t="t" r="r" b="b"/>
                <a:pathLst>
                  <a:path w="708" h="800" extrusionOk="0">
                    <a:moveTo>
                      <a:pt x="0" y="0"/>
                    </a:moveTo>
                    <a:lnTo>
                      <a:pt x="0" y="388"/>
                    </a:lnTo>
                    <a:lnTo>
                      <a:pt x="708" y="799"/>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9"/>
              <p:cNvSpPr/>
              <p:nvPr/>
            </p:nvSpPr>
            <p:spPr>
              <a:xfrm>
                <a:off x="5538725" y="2494275"/>
                <a:ext cx="17700" cy="20000"/>
              </a:xfrm>
              <a:custGeom>
                <a:avLst/>
                <a:gdLst/>
                <a:ahLst/>
                <a:cxnLst/>
                <a:rect l="l" t="t" r="r" b="b"/>
                <a:pathLst>
                  <a:path w="708" h="800" extrusionOk="0">
                    <a:moveTo>
                      <a:pt x="0" y="1"/>
                    </a:moveTo>
                    <a:lnTo>
                      <a:pt x="0" y="389"/>
                    </a:lnTo>
                    <a:lnTo>
                      <a:pt x="708" y="800"/>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9"/>
              <p:cNvSpPr/>
              <p:nvPr/>
            </p:nvSpPr>
            <p:spPr>
              <a:xfrm>
                <a:off x="5538725" y="2456625"/>
                <a:ext cx="17700" cy="20000"/>
              </a:xfrm>
              <a:custGeom>
                <a:avLst/>
                <a:gdLst/>
                <a:ahLst/>
                <a:cxnLst/>
                <a:rect l="l" t="t" r="r" b="b"/>
                <a:pathLst>
                  <a:path w="708" h="800" extrusionOk="0">
                    <a:moveTo>
                      <a:pt x="0" y="0"/>
                    </a:moveTo>
                    <a:lnTo>
                      <a:pt x="0" y="388"/>
                    </a:lnTo>
                    <a:lnTo>
                      <a:pt x="708" y="799"/>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9"/>
              <p:cNvSpPr/>
              <p:nvPr/>
            </p:nvSpPr>
            <p:spPr>
              <a:xfrm>
                <a:off x="5538725" y="2418950"/>
                <a:ext cx="17700" cy="20000"/>
              </a:xfrm>
              <a:custGeom>
                <a:avLst/>
                <a:gdLst/>
                <a:ahLst/>
                <a:cxnLst/>
                <a:rect l="l" t="t" r="r" b="b"/>
                <a:pathLst>
                  <a:path w="708" h="800" extrusionOk="0">
                    <a:moveTo>
                      <a:pt x="0" y="1"/>
                    </a:moveTo>
                    <a:lnTo>
                      <a:pt x="0" y="389"/>
                    </a:lnTo>
                    <a:lnTo>
                      <a:pt x="708" y="800"/>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9"/>
              <p:cNvSpPr/>
              <p:nvPr/>
            </p:nvSpPr>
            <p:spPr>
              <a:xfrm>
                <a:off x="5538725" y="2381300"/>
                <a:ext cx="17700" cy="20000"/>
              </a:xfrm>
              <a:custGeom>
                <a:avLst/>
                <a:gdLst/>
                <a:ahLst/>
                <a:cxnLst/>
                <a:rect l="l" t="t" r="r" b="b"/>
                <a:pathLst>
                  <a:path w="708" h="800" extrusionOk="0">
                    <a:moveTo>
                      <a:pt x="0" y="0"/>
                    </a:moveTo>
                    <a:lnTo>
                      <a:pt x="0" y="388"/>
                    </a:lnTo>
                    <a:lnTo>
                      <a:pt x="708" y="799"/>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9"/>
              <p:cNvSpPr/>
              <p:nvPr/>
            </p:nvSpPr>
            <p:spPr>
              <a:xfrm>
                <a:off x="5538725" y="2343625"/>
                <a:ext cx="17700" cy="20000"/>
              </a:xfrm>
              <a:custGeom>
                <a:avLst/>
                <a:gdLst/>
                <a:ahLst/>
                <a:cxnLst/>
                <a:rect l="l" t="t" r="r" b="b"/>
                <a:pathLst>
                  <a:path w="708" h="800" extrusionOk="0">
                    <a:moveTo>
                      <a:pt x="0" y="1"/>
                    </a:moveTo>
                    <a:lnTo>
                      <a:pt x="0" y="389"/>
                    </a:lnTo>
                    <a:lnTo>
                      <a:pt x="708" y="800"/>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9"/>
              <p:cNvSpPr/>
              <p:nvPr/>
            </p:nvSpPr>
            <p:spPr>
              <a:xfrm>
                <a:off x="5637450" y="2487425"/>
                <a:ext cx="57075" cy="218575"/>
              </a:xfrm>
              <a:custGeom>
                <a:avLst/>
                <a:gdLst/>
                <a:ahLst/>
                <a:cxnLst/>
                <a:rect l="l" t="t" r="r" b="b"/>
                <a:pathLst>
                  <a:path w="2283" h="8743" extrusionOk="0">
                    <a:moveTo>
                      <a:pt x="0" y="1"/>
                    </a:moveTo>
                    <a:lnTo>
                      <a:pt x="0" y="7442"/>
                    </a:lnTo>
                    <a:lnTo>
                      <a:pt x="2283" y="8743"/>
                    </a:lnTo>
                    <a:lnTo>
                      <a:pt x="2283" y="1302"/>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9"/>
              <p:cNvSpPr/>
              <p:nvPr/>
            </p:nvSpPr>
            <p:spPr>
              <a:xfrm>
                <a:off x="5707625" y="2553050"/>
                <a:ext cx="57100" cy="194050"/>
              </a:xfrm>
              <a:custGeom>
                <a:avLst/>
                <a:gdLst/>
                <a:ahLst/>
                <a:cxnLst/>
                <a:rect l="l" t="t" r="r" b="b"/>
                <a:pathLst>
                  <a:path w="2284" h="7762" extrusionOk="0">
                    <a:moveTo>
                      <a:pt x="1" y="1"/>
                    </a:moveTo>
                    <a:lnTo>
                      <a:pt x="1" y="6437"/>
                    </a:lnTo>
                    <a:lnTo>
                      <a:pt x="2283" y="7761"/>
                    </a:lnTo>
                    <a:lnTo>
                      <a:pt x="2283" y="1325"/>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9"/>
              <p:cNvSpPr/>
              <p:nvPr/>
            </p:nvSpPr>
            <p:spPr>
              <a:xfrm>
                <a:off x="5777825" y="2496575"/>
                <a:ext cx="57075" cy="291025"/>
              </a:xfrm>
              <a:custGeom>
                <a:avLst/>
                <a:gdLst/>
                <a:ahLst/>
                <a:cxnLst/>
                <a:rect l="l" t="t" r="r" b="b"/>
                <a:pathLst>
                  <a:path w="2283" h="11641" extrusionOk="0">
                    <a:moveTo>
                      <a:pt x="0" y="0"/>
                    </a:moveTo>
                    <a:lnTo>
                      <a:pt x="0" y="10340"/>
                    </a:lnTo>
                    <a:lnTo>
                      <a:pt x="2283" y="11641"/>
                    </a:lnTo>
                    <a:lnTo>
                      <a:pt x="2283" y="1301"/>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9"/>
              <p:cNvSpPr/>
              <p:nvPr/>
            </p:nvSpPr>
            <p:spPr>
              <a:xfrm>
                <a:off x="5051975" y="1818075"/>
                <a:ext cx="376625" cy="666525"/>
              </a:xfrm>
              <a:custGeom>
                <a:avLst/>
                <a:gdLst/>
                <a:ahLst/>
                <a:cxnLst/>
                <a:rect l="l" t="t" r="r" b="b"/>
                <a:pathLst>
                  <a:path w="15065" h="26661" extrusionOk="0">
                    <a:moveTo>
                      <a:pt x="0" y="1"/>
                    </a:moveTo>
                    <a:lnTo>
                      <a:pt x="0" y="17941"/>
                    </a:lnTo>
                    <a:lnTo>
                      <a:pt x="15065" y="26661"/>
                    </a:lnTo>
                    <a:lnTo>
                      <a:pt x="15065" y="865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9"/>
              <p:cNvSpPr/>
              <p:nvPr/>
            </p:nvSpPr>
            <p:spPr>
              <a:xfrm>
                <a:off x="5428575" y="2017225"/>
                <a:ext cx="28575" cy="467375"/>
              </a:xfrm>
              <a:custGeom>
                <a:avLst/>
                <a:gdLst/>
                <a:ahLst/>
                <a:cxnLst/>
                <a:rect l="l" t="t" r="r" b="b"/>
                <a:pathLst>
                  <a:path w="1143" h="18695" extrusionOk="0">
                    <a:moveTo>
                      <a:pt x="1142" y="1"/>
                    </a:moveTo>
                    <a:lnTo>
                      <a:pt x="1" y="686"/>
                    </a:lnTo>
                    <a:lnTo>
                      <a:pt x="1" y="18695"/>
                    </a:lnTo>
                    <a:lnTo>
                      <a:pt x="1142" y="18010"/>
                    </a:lnTo>
                    <a:lnTo>
                      <a:pt x="1142" y="1"/>
                    </a:lnTo>
                    <a:close/>
                  </a:path>
                </a:pathLst>
              </a:custGeom>
              <a:solidFill>
                <a:srgbClr val="A7B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9"/>
              <p:cNvSpPr/>
              <p:nvPr/>
            </p:nvSpPr>
            <p:spPr>
              <a:xfrm>
                <a:off x="5051975" y="1801525"/>
                <a:ext cx="405175" cy="232850"/>
              </a:xfrm>
              <a:custGeom>
                <a:avLst/>
                <a:gdLst/>
                <a:ahLst/>
                <a:cxnLst/>
                <a:rect l="l" t="t" r="r" b="b"/>
                <a:pathLst>
                  <a:path w="16207" h="9314" extrusionOk="0">
                    <a:moveTo>
                      <a:pt x="1164" y="1"/>
                    </a:moveTo>
                    <a:lnTo>
                      <a:pt x="0" y="663"/>
                    </a:lnTo>
                    <a:lnTo>
                      <a:pt x="15065" y="9314"/>
                    </a:lnTo>
                    <a:lnTo>
                      <a:pt x="16206" y="8629"/>
                    </a:lnTo>
                    <a:lnTo>
                      <a:pt x="116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9"/>
              <p:cNvSpPr/>
              <p:nvPr/>
            </p:nvSpPr>
            <p:spPr>
              <a:xfrm>
                <a:off x="5083925" y="1874000"/>
                <a:ext cx="313300" cy="554100"/>
              </a:xfrm>
              <a:custGeom>
                <a:avLst/>
                <a:gdLst/>
                <a:ahLst/>
                <a:cxnLst/>
                <a:rect l="l" t="t" r="r" b="b"/>
                <a:pathLst>
                  <a:path w="12532" h="22164" extrusionOk="0">
                    <a:moveTo>
                      <a:pt x="1" y="1"/>
                    </a:moveTo>
                    <a:lnTo>
                      <a:pt x="1" y="14928"/>
                    </a:lnTo>
                    <a:lnTo>
                      <a:pt x="12532" y="22164"/>
                    </a:lnTo>
                    <a:lnTo>
                      <a:pt x="12532" y="7213"/>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9"/>
              <p:cNvSpPr/>
              <p:nvPr/>
            </p:nvSpPr>
            <p:spPr>
              <a:xfrm>
                <a:off x="5078225" y="2203825"/>
                <a:ext cx="17700" cy="20000"/>
              </a:xfrm>
              <a:custGeom>
                <a:avLst/>
                <a:gdLst/>
                <a:ahLst/>
                <a:cxnLst/>
                <a:rect l="l" t="t" r="r" b="b"/>
                <a:pathLst>
                  <a:path w="708" h="800" extrusionOk="0">
                    <a:moveTo>
                      <a:pt x="0" y="1"/>
                    </a:moveTo>
                    <a:lnTo>
                      <a:pt x="0" y="389"/>
                    </a:lnTo>
                    <a:lnTo>
                      <a:pt x="708" y="800"/>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9"/>
              <p:cNvSpPr/>
              <p:nvPr/>
            </p:nvSpPr>
            <p:spPr>
              <a:xfrm>
                <a:off x="5078225" y="2166175"/>
                <a:ext cx="17700" cy="20000"/>
              </a:xfrm>
              <a:custGeom>
                <a:avLst/>
                <a:gdLst/>
                <a:ahLst/>
                <a:cxnLst/>
                <a:rect l="l" t="t" r="r" b="b"/>
                <a:pathLst>
                  <a:path w="708" h="800" extrusionOk="0">
                    <a:moveTo>
                      <a:pt x="0" y="0"/>
                    </a:moveTo>
                    <a:lnTo>
                      <a:pt x="0" y="388"/>
                    </a:lnTo>
                    <a:lnTo>
                      <a:pt x="708" y="799"/>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9"/>
              <p:cNvSpPr/>
              <p:nvPr/>
            </p:nvSpPr>
            <p:spPr>
              <a:xfrm>
                <a:off x="5078225" y="2128500"/>
                <a:ext cx="17700" cy="20000"/>
              </a:xfrm>
              <a:custGeom>
                <a:avLst/>
                <a:gdLst/>
                <a:ahLst/>
                <a:cxnLst/>
                <a:rect l="l" t="t" r="r" b="b"/>
                <a:pathLst>
                  <a:path w="708" h="800" extrusionOk="0">
                    <a:moveTo>
                      <a:pt x="0" y="1"/>
                    </a:moveTo>
                    <a:lnTo>
                      <a:pt x="0" y="389"/>
                    </a:lnTo>
                    <a:lnTo>
                      <a:pt x="708" y="800"/>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9"/>
              <p:cNvSpPr/>
              <p:nvPr/>
            </p:nvSpPr>
            <p:spPr>
              <a:xfrm>
                <a:off x="5078225" y="2090850"/>
                <a:ext cx="17700" cy="20550"/>
              </a:xfrm>
              <a:custGeom>
                <a:avLst/>
                <a:gdLst/>
                <a:ahLst/>
                <a:cxnLst/>
                <a:rect l="l" t="t" r="r" b="b"/>
                <a:pathLst>
                  <a:path w="708" h="822" extrusionOk="0">
                    <a:moveTo>
                      <a:pt x="0" y="0"/>
                    </a:moveTo>
                    <a:lnTo>
                      <a:pt x="0" y="388"/>
                    </a:lnTo>
                    <a:lnTo>
                      <a:pt x="708" y="822"/>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9"/>
              <p:cNvSpPr/>
              <p:nvPr/>
            </p:nvSpPr>
            <p:spPr>
              <a:xfrm>
                <a:off x="5078225" y="2053175"/>
                <a:ext cx="17700" cy="20575"/>
              </a:xfrm>
              <a:custGeom>
                <a:avLst/>
                <a:gdLst/>
                <a:ahLst/>
                <a:cxnLst/>
                <a:rect l="l" t="t" r="r" b="b"/>
                <a:pathLst>
                  <a:path w="708" h="823" extrusionOk="0">
                    <a:moveTo>
                      <a:pt x="0" y="1"/>
                    </a:moveTo>
                    <a:lnTo>
                      <a:pt x="0" y="412"/>
                    </a:lnTo>
                    <a:lnTo>
                      <a:pt x="708" y="823"/>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9"/>
              <p:cNvSpPr/>
              <p:nvPr/>
            </p:nvSpPr>
            <p:spPr>
              <a:xfrm>
                <a:off x="5078225" y="2015525"/>
                <a:ext cx="17700" cy="20575"/>
              </a:xfrm>
              <a:custGeom>
                <a:avLst/>
                <a:gdLst/>
                <a:ahLst/>
                <a:cxnLst/>
                <a:rect l="l" t="t" r="r" b="b"/>
                <a:pathLst>
                  <a:path w="708" h="823" extrusionOk="0">
                    <a:moveTo>
                      <a:pt x="0" y="0"/>
                    </a:moveTo>
                    <a:lnTo>
                      <a:pt x="0" y="411"/>
                    </a:lnTo>
                    <a:lnTo>
                      <a:pt x="708" y="822"/>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9"/>
              <p:cNvSpPr/>
              <p:nvPr/>
            </p:nvSpPr>
            <p:spPr>
              <a:xfrm>
                <a:off x="5078225" y="1977850"/>
                <a:ext cx="17700" cy="20575"/>
              </a:xfrm>
              <a:custGeom>
                <a:avLst/>
                <a:gdLst/>
                <a:ahLst/>
                <a:cxnLst/>
                <a:rect l="l" t="t" r="r" b="b"/>
                <a:pathLst>
                  <a:path w="708" h="823" extrusionOk="0">
                    <a:moveTo>
                      <a:pt x="0" y="1"/>
                    </a:moveTo>
                    <a:lnTo>
                      <a:pt x="0" y="412"/>
                    </a:lnTo>
                    <a:lnTo>
                      <a:pt x="708" y="823"/>
                    </a:lnTo>
                    <a:lnTo>
                      <a:pt x="708" y="412"/>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9"/>
              <p:cNvSpPr/>
              <p:nvPr/>
            </p:nvSpPr>
            <p:spPr>
              <a:xfrm>
                <a:off x="5078225" y="1940200"/>
                <a:ext cx="17700" cy="20575"/>
              </a:xfrm>
              <a:custGeom>
                <a:avLst/>
                <a:gdLst/>
                <a:ahLst/>
                <a:cxnLst/>
                <a:rect l="l" t="t" r="r" b="b"/>
                <a:pathLst>
                  <a:path w="708" h="823" extrusionOk="0">
                    <a:moveTo>
                      <a:pt x="0" y="0"/>
                    </a:moveTo>
                    <a:lnTo>
                      <a:pt x="0" y="411"/>
                    </a:lnTo>
                    <a:lnTo>
                      <a:pt x="708" y="822"/>
                    </a:lnTo>
                    <a:lnTo>
                      <a:pt x="708" y="411"/>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9"/>
              <p:cNvSpPr/>
              <p:nvPr/>
            </p:nvSpPr>
            <p:spPr>
              <a:xfrm>
                <a:off x="5511325" y="3113425"/>
                <a:ext cx="231700" cy="133550"/>
              </a:xfrm>
              <a:custGeom>
                <a:avLst/>
                <a:gdLst/>
                <a:ahLst/>
                <a:cxnLst/>
                <a:rect l="l" t="t" r="r" b="b"/>
                <a:pathLst>
                  <a:path w="9268" h="5342" extrusionOk="0">
                    <a:moveTo>
                      <a:pt x="4703" y="0"/>
                    </a:moveTo>
                    <a:lnTo>
                      <a:pt x="1" y="2716"/>
                    </a:lnTo>
                    <a:lnTo>
                      <a:pt x="4543" y="5341"/>
                    </a:lnTo>
                    <a:lnTo>
                      <a:pt x="9268" y="2648"/>
                    </a:lnTo>
                    <a:lnTo>
                      <a:pt x="47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9"/>
              <p:cNvSpPr/>
              <p:nvPr/>
            </p:nvSpPr>
            <p:spPr>
              <a:xfrm>
                <a:off x="5624875" y="3179600"/>
                <a:ext cx="118150" cy="199750"/>
              </a:xfrm>
              <a:custGeom>
                <a:avLst/>
                <a:gdLst/>
                <a:ahLst/>
                <a:cxnLst/>
                <a:rect l="l" t="t" r="r" b="b"/>
                <a:pathLst>
                  <a:path w="4726" h="7990" extrusionOk="0">
                    <a:moveTo>
                      <a:pt x="4726" y="1"/>
                    </a:moveTo>
                    <a:lnTo>
                      <a:pt x="1" y="2694"/>
                    </a:lnTo>
                    <a:lnTo>
                      <a:pt x="1" y="7990"/>
                    </a:lnTo>
                    <a:lnTo>
                      <a:pt x="4726" y="5274"/>
                    </a:lnTo>
                    <a:lnTo>
                      <a:pt x="4726" y="1"/>
                    </a:lnTo>
                    <a:close/>
                  </a:path>
                </a:pathLst>
              </a:custGeom>
              <a:solidFill>
                <a:srgbClr val="A7B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9"/>
              <p:cNvSpPr/>
              <p:nvPr/>
            </p:nvSpPr>
            <p:spPr>
              <a:xfrm>
                <a:off x="5122725" y="2107350"/>
                <a:ext cx="241400" cy="162175"/>
              </a:xfrm>
              <a:custGeom>
                <a:avLst/>
                <a:gdLst/>
                <a:ahLst/>
                <a:cxnLst/>
                <a:rect l="l" t="t" r="r" b="b"/>
                <a:pathLst>
                  <a:path w="9656" h="6487" extrusionOk="0">
                    <a:moveTo>
                      <a:pt x="484" y="0"/>
                    </a:moveTo>
                    <a:cubicBezTo>
                      <a:pt x="197" y="0"/>
                      <a:pt x="1" y="228"/>
                      <a:pt x="1" y="618"/>
                    </a:cubicBezTo>
                    <a:cubicBezTo>
                      <a:pt x="1" y="1166"/>
                      <a:pt x="389" y="1828"/>
                      <a:pt x="868" y="2102"/>
                    </a:cubicBezTo>
                    <a:cubicBezTo>
                      <a:pt x="1000" y="2190"/>
                      <a:pt x="1122" y="2231"/>
                      <a:pt x="1235" y="2231"/>
                    </a:cubicBezTo>
                    <a:cubicBezTo>
                      <a:pt x="1298" y="2231"/>
                      <a:pt x="1358" y="2218"/>
                      <a:pt x="1416" y="2193"/>
                    </a:cubicBezTo>
                    <a:lnTo>
                      <a:pt x="3356" y="4750"/>
                    </a:lnTo>
                    <a:cubicBezTo>
                      <a:pt x="3356" y="4796"/>
                      <a:pt x="3356" y="4841"/>
                      <a:pt x="3356" y="4887"/>
                    </a:cubicBezTo>
                    <a:cubicBezTo>
                      <a:pt x="3356" y="5435"/>
                      <a:pt x="3721" y="6097"/>
                      <a:pt x="4200" y="6370"/>
                    </a:cubicBezTo>
                    <a:cubicBezTo>
                      <a:pt x="4338" y="6449"/>
                      <a:pt x="4469" y="6487"/>
                      <a:pt x="4585" y="6487"/>
                    </a:cubicBezTo>
                    <a:cubicBezTo>
                      <a:pt x="4871" y="6487"/>
                      <a:pt x="5068" y="6258"/>
                      <a:pt x="5068" y="5868"/>
                    </a:cubicBezTo>
                    <a:cubicBezTo>
                      <a:pt x="5068" y="5640"/>
                      <a:pt x="4999" y="5412"/>
                      <a:pt x="4885" y="5161"/>
                    </a:cubicBezTo>
                    <a:lnTo>
                      <a:pt x="8400" y="1851"/>
                    </a:lnTo>
                    <a:cubicBezTo>
                      <a:pt x="8514" y="1965"/>
                      <a:pt x="8651" y="2079"/>
                      <a:pt x="8788" y="2171"/>
                    </a:cubicBezTo>
                    <a:cubicBezTo>
                      <a:pt x="8926" y="2249"/>
                      <a:pt x="9057" y="2287"/>
                      <a:pt x="9172" y="2287"/>
                    </a:cubicBezTo>
                    <a:cubicBezTo>
                      <a:pt x="9459" y="2287"/>
                      <a:pt x="9656" y="2059"/>
                      <a:pt x="9656" y="1668"/>
                    </a:cubicBezTo>
                    <a:cubicBezTo>
                      <a:pt x="9656" y="1121"/>
                      <a:pt x="9268" y="459"/>
                      <a:pt x="8788" y="185"/>
                    </a:cubicBezTo>
                    <a:cubicBezTo>
                      <a:pt x="8650" y="106"/>
                      <a:pt x="8520" y="69"/>
                      <a:pt x="8404" y="69"/>
                    </a:cubicBezTo>
                    <a:cubicBezTo>
                      <a:pt x="8118" y="69"/>
                      <a:pt x="7921" y="297"/>
                      <a:pt x="7921" y="687"/>
                    </a:cubicBezTo>
                    <a:cubicBezTo>
                      <a:pt x="7921" y="938"/>
                      <a:pt x="8012" y="1212"/>
                      <a:pt x="8149" y="1486"/>
                    </a:cubicBezTo>
                    <a:lnTo>
                      <a:pt x="4657" y="4796"/>
                    </a:lnTo>
                    <a:cubicBezTo>
                      <a:pt x="4543" y="4613"/>
                      <a:pt x="4383" y="4476"/>
                      <a:pt x="4223" y="4385"/>
                    </a:cubicBezTo>
                    <a:cubicBezTo>
                      <a:pt x="4081" y="4307"/>
                      <a:pt x="3946" y="4266"/>
                      <a:pt x="3826" y="4266"/>
                    </a:cubicBezTo>
                    <a:cubicBezTo>
                      <a:pt x="3735" y="4266"/>
                      <a:pt x="3653" y="4290"/>
                      <a:pt x="3584" y="4339"/>
                    </a:cubicBezTo>
                    <a:lnTo>
                      <a:pt x="1690" y="1851"/>
                    </a:lnTo>
                    <a:cubicBezTo>
                      <a:pt x="1713" y="1783"/>
                      <a:pt x="1713" y="1714"/>
                      <a:pt x="1713" y="1623"/>
                    </a:cubicBezTo>
                    <a:cubicBezTo>
                      <a:pt x="1735" y="1075"/>
                      <a:pt x="1347" y="390"/>
                      <a:pt x="868" y="116"/>
                    </a:cubicBezTo>
                    <a:cubicBezTo>
                      <a:pt x="730" y="38"/>
                      <a:pt x="600" y="0"/>
                      <a:pt x="4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9"/>
              <p:cNvSpPr/>
              <p:nvPr/>
            </p:nvSpPr>
            <p:spPr>
              <a:xfrm>
                <a:off x="5178650" y="3121400"/>
                <a:ext cx="152375" cy="103325"/>
              </a:xfrm>
              <a:custGeom>
                <a:avLst/>
                <a:gdLst/>
                <a:ahLst/>
                <a:cxnLst/>
                <a:rect l="l" t="t" r="r" b="b"/>
                <a:pathLst>
                  <a:path w="6095" h="4133" extrusionOk="0">
                    <a:moveTo>
                      <a:pt x="1" y="1"/>
                    </a:moveTo>
                    <a:lnTo>
                      <a:pt x="1" y="594"/>
                    </a:lnTo>
                    <a:lnTo>
                      <a:pt x="6095" y="4132"/>
                    </a:lnTo>
                    <a:lnTo>
                      <a:pt x="6095" y="3539"/>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9"/>
              <p:cNvSpPr/>
              <p:nvPr/>
            </p:nvSpPr>
            <p:spPr>
              <a:xfrm>
                <a:off x="5002900" y="3019825"/>
                <a:ext cx="152950" cy="103325"/>
              </a:xfrm>
              <a:custGeom>
                <a:avLst/>
                <a:gdLst/>
                <a:ahLst/>
                <a:cxnLst/>
                <a:rect l="l" t="t" r="r" b="b"/>
                <a:pathLst>
                  <a:path w="6118" h="4133" extrusionOk="0">
                    <a:moveTo>
                      <a:pt x="0" y="1"/>
                    </a:moveTo>
                    <a:lnTo>
                      <a:pt x="0" y="594"/>
                    </a:lnTo>
                    <a:lnTo>
                      <a:pt x="6117" y="4132"/>
                    </a:lnTo>
                    <a:lnTo>
                      <a:pt x="6117" y="3539"/>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9"/>
              <p:cNvSpPr/>
              <p:nvPr/>
            </p:nvSpPr>
            <p:spPr>
              <a:xfrm>
                <a:off x="5002900" y="3044950"/>
                <a:ext cx="152950" cy="103300"/>
              </a:xfrm>
              <a:custGeom>
                <a:avLst/>
                <a:gdLst/>
                <a:ahLst/>
                <a:cxnLst/>
                <a:rect l="l" t="t" r="r" b="b"/>
                <a:pathLst>
                  <a:path w="6118" h="4132" extrusionOk="0">
                    <a:moveTo>
                      <a:pt x="0" y="0"/>
                    </a:moveTo>
                    <a:lnTo>
                      <a:pt x="0" y="594"/>
                    </a:lnTo>
                    <a:lnTo>
                      <a:pt x="6117" y="4131"/>
                    </a:lnTo>
                    <a:lnTo>
                      <a:pt x="6117"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9"/>
              <p:cNvSpPr/>
              <p:nvPr/>
            </p:nvSpPr>
            <p:spPr>
              <a:xfrm>
                <a:off x="4827700" y="2918250"/>
                <a:ext cx="152400" cy="103325"/>
              </a:xfrm>
              <a:custGeom>
                <a:avLst/>
                <a:gdLst/>
                <a:ahLst/>
                <a:cxnLst/>
                <a:rect l="l" t="t" r="r" b="b"/>
                <a:pathLst>
                  <a:path w="6096" h="4133" extrusionOk="0">
                    <a:moveTo>
                      <a:pt x="1" y="1"/>
                    </a:moveTo>
                    <a:lnTo>
                      <a:pt x="1" y="594"/>
                    </a:lnTo>
                    <a:lnTo>
                      <a:pt x="6095" y="4132"/>
                    </a:lnTo>
                    <a:lnTo>
                      <a:pt x="6095" y="3539"/>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9"/>
              <p:cNvSpPr/>
              <p:nvPr/>
            </p:nvSpPr>
            <p:spPr>
              <a:xfrm>
                <a:off x="4827700" y="2943375"/>
                <a:ext cx="152400" cy="103300"/>
              </a:xfrm>
              <a:custGeom>
                <a:avLst/>
                <a:gdLst/>
                <a:ahLst/>
                <a:cxnLst/>
                <a:rect l="l" t="t" r="r" b="b"/>
                <a:pathLst>
                  <a:path w="6096" h="4132" extrusionOk="0">
                    <a:moveTo>
                      <a:pt x="1" y="0"/>
                    </a:moveTo>
                    <a:lnTo>
                      <a:pt x="1" y="594"/>
                    </a:lnTo>
                    <a:lnTo>
                      <a:pt x="6095" y="4132"/>
                    </a:lnTo>
                    <a:lnTo>
                      <a:pt x="6095" y="3538"/>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9"/>
              <p:cNvSpPr/>
              <p:nvPr/>
            </p:nvSpPr>
            <p:spPr>
              <a:xfrm>
                <a:off x="4651950" y="2816675"/>
                <a:ext cx="152400" cy="103325"/>
              </a:xfrm>
              <a:custGeom>
                <a:avLst/>
                <a:gdLst/>
                <a:ahLst/>
                <a:cxnLst/>
                <a:rect l="l" t="t" r="r" b="b"/>
                <a:pathLst>
                  <a:path w="6096" h="4133" extrusionOk="0">
                    <a:moveTo>
                      <a:pt x="1" y="1"/>
                    </a:moveTo>
                    <a:lnTo>
                      <a:pt x="1" y="594"/>
                    </a:lnTo>
                    <a:lnTo>
                      <a:pt x="6095" y="4132"/>
                    </a:lnTo>
                    <a:lnTo>
                      <a:pt x="6095" y="3539"/>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9"/>
              <p:cNvSpPr/>
              <p:nvPr/>
            </p:nvSpPr>
            <p:spPr>
              <a:xfrm>
                <a:off x="4651950" y="2841800"/>
                <a:ext cx="152400" cy="103300"/>
              </a:xfrm>
              <a:custGeom>
                <a:avLst/>
                <a:gdLst/>
                <a:ahLst/>
                <a:cxnLst/>
                <a:rect l="l" t="t" r="r" b="b"/>
                <a:pathLst>
                  <a:path w="6096" h="4132" extrusionOk="0">
                    <a:moveTo>
                      <a:pt x="1" y="0"/>
                    </a:moveTo>
                    <a:lnTo>
                      <a:pt x="1" y="594"/>
                    </a:lnTo>
                    <a:lnTo>
                      <a:pt x="6095" y="4132"/>
                    </a:lnTo>
                    <a:lnTo>
                      <a:pt x="6095" y="3538"/>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9"/>
              <p:cNvSpPr/>
              <p:nvPr/>
            </p:nvSpPr>
            <p:spPr>
              <a:xfrm>
                <a:off x="4609150" y="2221525"/>
                <a:ext cx="721875" cy="950700"/>
              </a:xfrm>
              <a:custGeom>
                <a:avLst/>
                <a:gdLst/>
                <a:ahLst/>
                <a:cxnLst/>
                <a:rect l="l" t="t" r="r" b="b"/>
                <a:pathLst>
                  <a:path w="28875" h="38028" extrusionOk="0">
                    <a:moveTo>
                      <a:pt x="1" y="0"/>
                    </a:moveTo>
                    <a:lnTo>
                      <a:pt x="1" y="21205"/>
                    </a:lnTo>
                    <a:lnTo>
                      <a:pt x="28875" y="38027"/>
                    </a:lnTo>
                    <a:lnTo>
                      <a:pt x="28875" y="16754"/>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9"/>
              <p:cNvSpPr/>
              <p:nvPr/>
            </p:nvSpPr>
            <p:spPr>
              <a:xfrm>
                <a:off x="4626850" y="2721975"/>
                <a:ext cx="681350" cy="402875"/>
              </a:xfrm>
              <a:custGeom>
                <a:avLst/>
                <a:gdLst/>
                <a:ahLst/>
                <a:cxnLst/>
                <a:rect l="l" t="t" r="r" b="b"/>
                <a:pathLst>
                  <a:path w="27254" h="16115" extrusionOk="0">
                    <a:moveTo>
                      <a:pt x="0" y="0"/>
                    </a:moveTo>
                    <a:lnTo>
                      <a:pt x="0" y="251"/>
                    </a:lnTo>
                    <a:lnTo>
                      <a:pt x="27254" y="16115"/>
                    </a:lnTo>
                    <a:lnTo>
                      <a:pt x="27254" y="15864"/>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9"/>
              <p:cNvSpPr/>
              <p:nvPr/>
            </p:nvSpPr>
            <p:spPr>
              <a:xfrm>
                <a:off x="4626850" y="2659775"/>
                <a:ext cx="681350" cy="402875"/>
              </a:xfrm>
              <a:custGeom>
                <a:avLst/>
                <a:gdLst/>
                <a:ahLst/>
                <a:cxnLst/>
                <a:rect l="l" t="t" r="r" b="b"/>
                <a:pathLst>
                  <a:path w="27254" h="16115" extrusionOk="0">
                    <a:moveTo>
                      <a:pt x="0" y="0"/>
                    </a:moveTo>
                    <a:lnTo>
                      <a:pt x="0" y="251"/>
                    </a:lnTo>
                    <a:lnTo>
                      <a:pt x="27254" y="16115"/>
                    </a:lnTo>
                    <a:lnTo>
                      <a:pt x="27254" y="15864"/>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9"/>
              <p:cNvSpPr/>
              <p:nvPr/>
            </p:nvSpPr>
            <p:spPr>
              <a:xfrm>
                <a:off x="4626850" y="2597575"/>
                <a:ext cx="681350" cy="402875"/>
              </a:xfrm>
              <a:custGeom>
                <a:avLst/>
                <a:gdLst/>
                <a:ahLst/>
                <a:cxnLst/>
                <a:rect l="l" t="t" r="r" b="b"/>
                <a:pathLst>
                  <a:path w="27254" h="16115" extrusionOk="0">
                    <a:moveTo>
                      <a:pt x="0" y="0"/>
                    </a:moveTo>
                    <a:lnTo>
                      <a:pt x="0" y="251"/>
                    </a:lnTo>
                    <a:lnTo>
                      <a:pt x="27254" y="16115"/>
                    </a:lnTo>
                    <a:lnTo>
                      <a:pt x="27254" y="15886"/>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9"/>
              <p:cNvSpPr/>
              <p:nvPr/>
            </p:nvSpPr>
            <p:spPr>
              <a:xfrm>
                <a:off x="4626850" y="2535925"/>
                <a:ext cx="681350" cy="402325"/>
              </a:xfrm>
              <a:custGeom>
                <a:avLst/>
                <a:gdLst/>
                <a:ahLst/>
                <a:cxnLst/>
                <a:rect l="l" t="t" r="r" b="b"/>
                <a:pathLst>
                  <a:path w="27254" h="16093" extrusionOk="0">
                    <a:moveTo>
                      <a:pt x="0" y="1"/>
                    </a:moveTo>
                    <a:lnTo>
                      <a:pt x="0" y="229"/>
                    </a:lnTo>
                    <a:lnTo>
                      <a:pt x="27254" y="16093"/>
                    </a:lnTo>
                    <a:lnTo>
                      <a:pt x="27254" y="15865"/>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9"/>
              <p:cNvSpPr/>
              <p:nvPr/>
            </p:nvSpPr>
            <p:spPr>
              <a:xfrm>
                <a:off x="4626850" y="2473750"/>
                <a:ext cx="681350" cy="402300"/>
              </a:xfrm>
              <a:custGeom>
                <a:avLst/>
                <a:gdLst/>
                <a:ahLst/>
                <a:cxnLst/>
                <a:rect l="l" t="t" r="r" b="b"/>
                <a:pathLst>
                  <a:path w="27254" h="16092" extrusionOk="0">
                    <a:moveTo>
                      <a:pt x="0" y="0"/>
                    </a:moveTo>
                    <a:lnTo>
                      <a:pt x="0" y="228"/>
                    </a:lnTo>
                    <a:lnTo>
                      <a:pt x="27254" y="16092"/>
                    </a:lnTo>
                    <a:lnTo>
                      <a:pt x="27254" y="15864"/>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9"/>
              <p:cNvSpPr/>
              <p:nvPr/>
            </p:nvSpPr>
            <p:spPr>
              <a:xfrm>
                <a:off x="4626850" y="2411550"/>
                <a:ext cx="681350" cy="402300"/>
              </a:xfrm>
              <a:custGeom>
                <a:avLst/>
                <a:gdLst/>
                <a:ahLst/>
                <a:cxnLst/>
                <a:rect l="l" t="t" r="r" b="b"/>
                <a:pathLst>
                  <a:path w="27254" h="16092" extrusionOk="0">
                    <a:moveTo>
                      <a:pt x="0" y="0"/>
                    </a:moveTo>
                    <a:lnTo>
                      <a:pt x="0" y="228"/>
                    </a:lnTo>
                    <a:lnTo>
                      <a:pt x="27254" y="16092"/>
                    </a:lnTo>
                    <a:lnTo>
                      <a:pt x="27254" y="15864"/>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9"/>
              <p:cNvSpPr/>
              <p:nvPr/>
            </p:nvSpPr>
            <p:spPr>
              <a:xfrm>
                <a:off x="4626850" y="2349350"/>
                <a:ext cx="681350" cy="402300"/>
              </a:xfrm>
              <a:custGeom>
                <a:avLst/>
                <a:gdLst/>
                <a:ahLst/>
                <a:cxnLst/>
                <a:rect l="l" t="t" r="r" b="b"/>
                <a:pathLst>
                  <a:path w="27254" h="16092" extrusionOk="0">
                    <a:moveTo>
                      <a:pt x="0" y="0"/>
                    </a:moveTo>
                    <a:lnTo>
                      <a:pt x="0" y="228"/>
                    </a:lnTo>
                    <a:lnTo>
                      <a:pt x="27254" y="16092"/>
                    </a:lnTo>
                    <a:lnTo>
                      <a:pt x="27254" y="15864"/>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9"/>
              <p:cNvSpPr/>
              <p:nvPr/>
            </p:nvSpPr>
            <p:spPr>
              <a:xfrm>
                <a:off x="4692475" y="2328800"/>
                <a:ext cx="5150" cy="434850"/>
              </a:xfrm>
              <a:custGeom>
                <a:avLst/>
                <a:gdLst/>
                <a:ahLst/>
                <a:cxnLst/>
                <a:rect l="l" t="t" r="r" b="b"/>
                <a:pathLst>
                  <a:path w="206" h="17394" extrusionOk="0">
                    <a:moveTo>
                      <a:pt x="0" y="0"/>
                    </a:moveTo>
                    <a:lnTo>
                      <a:pt x="0" y="17256"/>
                    </a:lnTo>
                    <a:lnTo>
                      <a:pt x="206" y="17393"/>
                    </a:lnTo>
                    <a:lnTo>
                      <a:pt x="206" y="115"/>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9"/>
              <p:cNvSpPr/>
              <p:nvPr/>
            </p:nvSpPr>
            <p:spPr>
              <a:xfrm>
                <a:off x="4758100" y="2367025"/>
                <a:ext cx="5150" cy="434850"/>
              </a:xfrm>
              <a:custGeom>
                <a:avLst/>
                <a:gdLst/>
                <a:ahLst/>
                <a:cxnLst/>
                <a:rect l="l" t="t" r="r" b="b"/>
                <a:pathLst>
                  <a:path w="206" h="17394" extrusionOk="0">
                    <a:moveTo>
                      <a:pt x="0" y="1"/>
                    </a:moveTo>
                    <a:lnTo>
                      <a:pt x="0" y="17257"/>
                    </a:lnTo>
                    <a:lnTo>
                      <a:pt x="206" y="17394"/>
                    </a:lnTo>
                    <a:lnTo>
                      <a:pt x="206" y="115"/>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9"/>
              <p:cNvSpPr/>
              <p:nvPr/>
            </p:nvSpPr>
            <p:spPr>
              <a:xfrm>
                <a:off x="4823150" y="2405250"/>
                <a:ext cx="5725" cy="434850"/>
              </a:xfrm>
              <a:custGeom>
                <a:avLst/>
                <a:gdLst/>
                <a:ahLst/>
                <a:cxnLst/>
                <a:rect l="l" t="t" r="r" b="b"/>
                <a:pathLst>
                  <a:path w="229" h="17394" extrusionOk="0">
                    <a:moveTo>
                      <a:pt x="0" y="1"/>
                    </a:moveTo>
                    <a:lnTo>
                      <a:pt x="0" y="17280"/>
                    </a:lnTo>
                    <a:lnTo>
                      <a:pt x="229" y="17394"/>
                    </a:lnTo>
                    <a:lnTo>
                      <a:pt x="229" y="138"/>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9"/>
              <p:cNvSpPr/>
              <p:nvPr/>
            </p:nvSpPr>
            <p:spPr>
              <a:xfrm>
                <a:off x="4888775" y="2443500"/>
                <a:ext cx="5725" cy="434850"/>
              </a:xfrm>
              <a:custGeom>
                <a:avLst/>
                <a:gdLst/>
                <a:ahLst/>
                <a:cxnLst/>
                <a:rect l="l" t="t" r="r" b="b"/>
                <a:pathLst>
                  <a:path w="229" h="17394" extrusionOk="0">
                    <a:moveTo>
                      <a:pt x="0" y="0"/>
                    </a:moveTo>
                    <a:lnTo>
                      <a:pt x="0" y="17279"/>
                    </a:lnTo>
                    <a:lnTo>
                      <a:pt x="229" y="17393"/>
                    </a:lnTo>
                    <a:lnTo>
                      <a:pt x="229" y="137"/>
                    </a:lnTo>
                    <a:lnTo>
                      <a:pt x="0"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9"/>
              <p:cNvSpPr/>
              <p:nvPr/>
            </p:nvSpPr>
            <p:spPr>
              <a:xfrm>
                <a:off x="4954400" y="2481725"/>
                <a:ext cx="5725" cy="434850"/>
              </a:xfrm>
              <a:custGeom>
                <a:avLst/>
                <a:gdLst/>
                <a:ahLst/>
                <a:cxnLst/>
                <a:rect l="l" t="t" r="r" b="b"/>
                <a:pathLst>
                  <a:path w="229" h="17394" extrusionOk="0">
                    <a:moveTo>
                      <a:pt x="0" y="1"/>
                    </a:moveTo>
                    <a:lnTo>
                      <a:pt x="0" y="17279"/>
                    </a:lnTo>
                    <a:lnTo>
                      <a:pt x="228" y="17393"/>
                    </a:lnTo>
                    <a:lnTo>
                      <a:pt x="228" y="138"/>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9"/>
              <p:cNvSpPr/>
              <p:nvPr/>
            </p:nvSpPr>
            <p:spPr>
              <a:xfrm>
                <a:off x="5020025" y="2519950"/>
                <a:ext cx="5150" cy="434850"/>
              </a:xfrm>
              <a:custGeom>
                <a:avLst/>
                <a:gdLst/>
                <a:ahLst/>
                <a:cxnLst/>
                <a:rect l="l" t="t" r="r" b="b"/>
                <a:pathLst>
                  <a:path w="206" h="17394" extrusionOk="0">
                    <a:moveTo>
                      <a:pt x="0" y="1"/>
                    </a:moveTo>
                    <a:lnTo>
                      <a:pt x="0" y="17280"/>
                    </a:lnTo>
                    <a:lnTo>
                      <a:pt x="205" y="17394"/>
                    </a:lnTo>
                    <a:lnTo>
                      <a:pt x="205" y="138"/>
                    </a:lnTo>
                    <a:lnTo>
                      <a:pt x="0"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9"/>
              <p:cNvSpPr/>
              <p:nvPr/>
            </p:nvSpPr>
            <p:spPr>
              <a:xfrm>
                <a:off x="5085625" y="2558200"/>
                <a:ext cx="5175" cy="434825"/>
              </a:xfrm>
              <a:custGeom>
                <a:avLst/>
                <a:gdLst/>
                <a:ahLst/>
                <a:cxnLst/>
                <a:rect l="l" t="t" r="r" b="b"/>
                <a:pathLst>
                  <a:path w="207" h="17393" extrusionOk="0">
                    <a:moveTo>
                      <a:pt x="1" y="0"/>
                    </a:moveTo>
                    <a:lnTo>
                      <a:pt x="1" y="17279"/>
                    </a:lnTo>
                    <a:lnTo>
                      <a:pt x="206" y="17393"/>
                    </a:lnTo>
                    <a:lnTo>
                      <a:pt x="206" y="137"/>
                    </a:lnTo>
                    <a:lnTo>
                      <a:pt x="1"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9"/>
              <p:cNvSpPr/>
              <p:nvPr/>
            </p:nvSpPr>
            <p:spPr>
              <a:xfrm>
                <a:off x="5151250" y="2597000"/>
                <a:ext cx="5175" cy="434275"/>
              </a:xfrm>
              <a:custGeom>
                <a:avLst/>
                <a:gdLst/>
                <a:ahLst/>
                <a:cxnLst/>
                <a:rect l="l" t="t" r="r" b="b"/>
                <a:pathLst>
                  <a:path w="207" h="17371" extrusionOk="0">
                    <a:moveTo>
                      <a:pt x="1" y="0"/>
                    </a:moveTo>
                    <a:lnTo>
                      <a:pt x="1" y="17256"/>
                    </a:lnTo>
                    <a:lnTo>
                      <a:pt x="206" y="17370"/>
                    </a:lnTo>
                    <a:lnTo>
                      <a:pt x="206" y="114"/>
                    </a:lnTo>
                    <a:lnTo>
                      <a:pt x="1" y="0"/>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9"/>
              <p:cNvSpPr/>
              <p:nvPr/>
            </p:nvSpPr>
            <p:spPr>
              <a:xfrm>
                <a:off x="5216875" y="2635225"/>
                <a:ext cx="5175" cy="434850"/>
              </a:xfrm>
              <a:custGeom>
                <a:avLst/>
                <a:gdLst/>
                <a:ahLst/>
                <a:cxnLst/>
                <a:rect l="l" t="t" r="r" b="b"/>
                <a:pathLst>
                  <a:path w="207" h="17394" extrusionOk="0">
                    <a:moveTo>
                      <a:pt x="1" y="1"/>
                    </a:moveTo>
                    <a:lnTo>
                      <a:pt x="1" y="17256"/>
                    </a:lnTo>
                    <a:lnTo>
                      <a:pt x="206" y="17393"/>
                    </a:lnTo>
                    <a:lnTo>
                      <a:pt x="206" y="115"/>
                    </a:lnTo>
                    <a:lnTo>
                      <a:pt x="1"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9"/>
              <p:cNvSpPr/>
              <p:nvPr/>
            </p:nvSpPr>
            <p:spPr>
              <a:xfrm>
                <a:off x="5281925" y="2673450"/>
                <a:ext cx="5750" cy="434850"/>
              </a:xfrm>
              <a:custGeom>
                <a:avLst/>
                <a:gdLst/>
                <a:ahLst/>
                <a:cxnLst/>
                <a:rect l="l" t="t" r="r" b="b"/>
                <a:pathLst>
                  <a:path w="230" h="17394" extrusionOk="0">
                    <a:moveTo>
                      <a:pt x="1" y="1"/>
                    </a:moveTo>
                    <a:lnTo>
                      <a:pt x="1" y="17257"/>
                    </a:lnTo>
                    <a:lnTo>
                      <a:pt x="229" y="17394"/>
                    </a:lnTo>
                    <a:lnTo>
                      <a:pt x="229" y="115"/>
                    </a:lnTo>
                    <a:lnTo>
                      <a:pt x="1" y="1"/>
                    </a:lnTo>
                    <a:close/>
                  </a:path>
                </a:pathLst>
              </a:custGeom>
              <a:solidFill>
                <a:srgbClr val="BBC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9"/>
              <p:cNvSpPr/>
              <p:nvPr/>
            </p:nvSpPr>
            <p:spPr>
              <a:xfrm>
                <a:off x="4747250" y="2660950"/>
                <a:ext cx="26850" cy="34175"/>
              </a:xfrm>
              <a:custGeom>
                <a:avLst/>
                <a:gdLst/>
                <a:ahLst/>
                <a:cxnLst/>
                <a:rect l="l" t="t" r="r" b="b"/>
                <a:pathLst>
                  <a:path w="1074" h="1367" extrusionOk="0">
                    <a:moveTo>
                      <a:pt x="305" y="1"/>
                    </a:moveTo>
                    <a:cubicBezTo>
                      <a:pt x="130" y="1"/>
                      <a:pt x="1" y="141"/>
                      <a:pt x="1" y="387"/>
                    </a:cubicBezTo>
                    <a:cubicBezTo>
                      <a:pt x="1" y="729"/>
                      <a:pt x="229" y="1140"/>
                      <a:pt x="526" y="1300"/>
                    </a:cubicBezTo>
                    <a:cubicBezTo>
                      <a:pt x="610" y="1345"/>
                      <a:pt x="691" y="1367"/>
                      <a:pt x="763" y="1367"/>
                    </a:cubicBezTo>
                    <a:cubicBezTo>
                      <a:pt x="945" y="1367"/>
                      <a:pt x="1073" y="1232"/>
                      <a:pt x="1073" y="1003"/>
                    </a:cubicBezTo>
                    <a:cubicBezTo>
                      <a:pt x="1073" y="661"/>
                      <a:pt x="822" y="250"/>
                      <a:pt x="526" y="67"/>
                    </a:cubicBezTo>
                    <a:cubicBezTo>
                      <a:pt x="448" y="22"/>
                      <a:pt x="373" y="1"/>
                      <a:pt x="305" y="1"/>
                    </a:cubicBezTo>
                    <a:close/>
                  </a:path>
                </a:pathLst>
              </a:custGeom>
              <a:solidFill>
                <a:srgbClr val="ED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9"/>
              <p:cNvSpPr/>
              <p:nvPr/>
            </p:nvSpPr>
            <p:spPr>
              <a:xfrm>
                <a:off x="4747250" y="2597825"/>
                <a:ext cx="26850" cy="34325"/>
              </a:xfrm>
              <a:custGeom>
                <a:avLst/>
                <a:gdLst/>
                <a:ahLst/>
                <a:cxnLst/>
                <a:rect l="l" t="t" r="r" b="b"/>
                <a:pathLst>
                  <a:path w="1074" h="1373" extrusionOk="0">
                    <a:moveTo>
                      <a:pt x="290" y="0"/>
                    </a:moveTo>
                    <a:cubicBezTo>
                      <a:pt x="123" y="0"/>
                      <a:pt x="1" y="139"/>
                      <a:pt x="1" y="378"/>
                    </a:cubicBezTo>
                    <a:cubicBezTo>
                      <a:pt x="1" y="721"/>
                      <a:pt x="229" y="1131"/>
                      <a:pt x="526" y="1291"/>
                    </a:cubicBezTo>
                    <a:cubicBezTo>
                      <a:pt x="615" y="1346"/>
                      <a:pt x="701" y="1372"/>
                      <a:pt x="776" y="1372"/>
                    </a:cubicBezTo>
                    <a:cubicBezTo>
                      <a:pt x="951" y="1372"/>
                      <a:pt x="1073" y="1233"/>
                      <a:pt x="1073" y="994"/>
                    </a:cubicBezTo>
                    <a:cubicBezTo>
                      <a:pt x="1073" y="652"/>
                      <a:pt x="822" y="241"/>
                      <a:pt x="526" y="81"/>
                    </a:cubicBezTo>
                    <a:cubicBezTo>
                      <a:pt x="443" y="26"/>
                      <a:pt x="362" y="0"/>
                      <a:pt x="290"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9"/>
              <p:cNvSpPr/>
              <p:nvPr/>
            </p:nvSpPr>
            <p:spPr>
              <a:xfrm>
                <a:off x="4878500" y="2739900"/>
                <a:ext cx="26275" cy="34325"/>
              </a:xfrm>
              <a:custGeom>
                <a:avLst/>
                <a:gdLst/>
                <a:ahLst/>
                <a:cxnLst/>
                <a:rect l="l" t="t" r="r" b="b"/>
                <a:pathLst>
                  <a:path w="1051" h="1373" extrusionOk="0">
                    <a:moveTo>
                      <a:pt x="280" y="1"/>
                    </a:moveTo>
                    <a:cubicBezTo>
                      <a:pt x="112" y="1"/>
                      <a:pt x="0" y="140"/>
                      <a:pt x="0" y="379"/>
                    </a:cubicBezTo>
                    <a:cubicBezTo>
                      <a:pt x="0" y="721"/>
                      <a:pt x="229" y="1132"/>
                      <a:pt x="525" y="1292"/>
                    </a:cubicBezTo>
                    <a:cubicBezTo>
                      <a:pt x="615" y="1347"/>
                      <a:pt x="698" y="1373"/>
                      <a:pt x="771" y="1373"/>
                    </a:cubicBezTo>
                    <a:cubicBezTo>
                      <a:pt x="939" y="1373"/>
                      <a:pt x="1050" y="1234"/>
                      <a:pt x="1050" y="995"/>
                    </a:cubicBezTo>
                    <a:cubicBezTo>
                      <a:pt x="1050" y="653"/>
                      <a:pt x="822" y="242"/>
                      <a:pt x="525" y="82"/>
                    </a:cubicBezTo>
                    <a:cubicBezTo>
                      <a:pt x="436" y="27"/>
                      <a:pt x="352" y="1"/>
                      <a:pt x="280" y="1"/>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9"/>
              <p:cNvSpPr/>
              <p:nvPr/>
            </p:nvSpPr>
            <p:spPr>
              <a:xfrm>
                <a:off x="4944125" y="2651250"/>
                <a:ext cx="26275" cy="34275"/>
              </a:xfrm>
              <a:custGeom>
                <a:avLst/>
                <a:gdLst/>
                <a:ahLst/>
                <a:cxnLst/>
                <a:rect l="l" t="t" r="r" b="b"/>
                <a:pathLst>
                  <a:path w="1051" h="1371" extrusionOk="0">
                    <a:moveTo>
                      <a:pt x="295" y="1"/>
                    </a:moveTo>
                    <a:cubicBezTo>
                      <a:pt x="118" y="1"/>
                      <a:pt x="0" y="141"/>
                      <a:pt x="0" y="387"/>
                    </a:cubicBezTo>
                    <a:cubicBezTo>
                      <a:pt x="0" y="729"/>
                      <a:pt x="229" y="1140"/>
                      <a:pt x="525" y="1300"/>
                    </a:cubicBezTo>
                    <a:cubicBezTo>
                      <a:pt x="614" y="1348"/>
                      <a:pt x="697" y="1371"/>
                      <a:pt x="769" y="1371"/>
                    </a:cubicBezTo>
                    <a:cubicBezTo>
                      <a:pt x="938" y="1371"/>
                      <a:pt x="1050" y="1243"/>
                      <a:pt x="1050" y="1003"/>
                    </a:cubicBezTo>
                    <a:cubicBezTo>
                      <a:pt x="1050" y="661"/>
                      <a:pt x="822" y="250"/>
                      <a:pt x="525" y="67"/>
                    </a:cubicBezTo>
                    <a:cubicBezTo>
                      <a:pt x="442" y="22"/>
                      <a:pt x="364" y="1"/>
                      <a:pt x="295" y="1"/>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9"/>
              <p:cNvSpPr/>
              <p:nvPr/>
            </p:nvSpPr>
            <p:spPr>
              <a:xfrm>
                <a:off x="5008600" y="2626725"/>
                <a:ext cx="26850" cy="34175"/>
              </a:xfrm>
              <a:custGeom>
                <a:avLst/>
                <a:gdLst/>
                <a:ahLst/>
                <a:cxnLst/>
                <a:rect l="l" t="t" r="r" b="b"/>
                <a:pathLst>
                  <a:path w="1074" h="1367" extrusionOk="0">
                    <a:moveTo>
                      <a:pt x="318" y="0"/>
                    </a:moveTo>
                    <a:cubicBezTo>
                      <a:pt x="141" y="0"/>
                      <a:pt x="23" y="140"/>
                      <a:pt x="23" y="386"/>
                    </a:cubicBezTo>
                    <a:cubicBezTo>
                      <a:pt x="1" y="729"/>
                      <a:pt x="252" y="1139"/>
                      <a:pt x="548" y="1299"/>
                    </a:cubicBezTo>
                    <a:cubicBezTo>
                      <a:pt x="633" y="1345"/>
                      <a:pt x="712" y="1366"/>
                      <a:pt x="782" y="1366"/>
                    </a:cubicBezTo>
                    <a:cubicBezTo>
                      <a:pt x="957" y="1366"/>
                      <a:pt x="1073" y="1231"/>
                      <a:pt x="1073" y="1002"/>
                    </a:cubicBezTo>
                    <a:cubicBezTo>
                      <a:pt x="1073" y="660"/>
                      <a:pt x="845" y="249"/>
                      <a:pt x="548" y="67"/>
                    </a:cubicBezTo>
                    <a:cubicBezTo>
                      <a:pt x="465" y="22"/>
                      <a:pt x="387" y="0"/>
                      <a:pt x="318"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9"/>
              <p:cNvSpPr/>
              <p:nvPr/>
            </p:nvSpPr>
            <p:spPr>
              <a:xfrm>
                <a:off x="5140425" y="2766525"/>
                <a:ext cx="26825" cy="34275"/>
              </a:xfrm>
              <a:custGeom>
                <a:avLst/>
                <a:gdLst/>
                <a:ahLst/>
                <a:cxnLst/>
                <a:rect l="l" t="t" r="r" b="b"/>
                <a:pathLst>
                  <a:path w="1073" h="1371" extrusionOk="0">
                    <a:moveTo>
                      <a:pt x="304" y="0"/>
                    </a:moveTo>
                    <a:cubicBezTo>
                      <a:pt x="130" y="0"/>
                      <a:pt x="0" y="140"/>
                      <a:pt x="0" y="386"/>
                    </a:cubicBezTo>
                    <a:cubicBezTo>
                      <a:pt x="0" y="729"/>
                      <a:pt x="228" y="1140"/>
                      <a:pt x="525" y="1299"/>
                    </a:cubicBezTo>
                    <a:cubicBezTo>
                      <a:pt x="614" y="1347"/>
                      <a:pt x="699" y="1370"/>
                      <a:pt x="774" y="1370"/>
                    </a:cubicBezTo>
                    <a:cubicBezTo>
                      <a:pt x="950" y="1370"/>
                      <a:pt x="1073" y="1243"/>
                      <a:pt x="1073" y="1003"/>
                    </a:cubicBezTo>
                    <a:cubicBezTo>
                      <a:pt x="1073" y="660"/>
                      <a:pt x="822" y="249"/>
                      <a:pt x="525" y="67"/>
                    </a:cubicBezTo>
                    <a:cubicBezTo>
                      <a:pt x="448" y="22"/>
                      <a:pt x="373" y="0"/>
                      <a:pt x="304"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9"/>
              <p:cNvSpPr/>
              <p:nvPr/>
            </p:nvSpPr>
            <p:spPr>
              <a:xfrm>
                <a:off x="5074800" y="2852900"/>
                <a:ext cx="26850" cy="34325"/>
              </a:xfrm>
              <a:custGeom>
                <a:avLst/>
                <a:gdLst/>
                <a:ahLst/>
                <a:cxnLst/>
                <a:rect l="l" t="t" r="r" b="b"/>
                <a:pathLst>
                  <a:path w="1074" h="1373" extrusionOk="0">
                    <a:moveTo>
                      <a:pt x="297" y="0"/>
                    </a:moveTo>
                    <a:cubicBezTo>
                      <a:pt x="123" y="0"/>
                      <a:pt x="0" y="139"/>
                      <a:pt x="0" y="378"/>
                    </a:cubicBezTo>
                    <a:cubicBezTo>
                      <a:pt x="0" y="720"/>
                      <a:pt x="251" y="1131"/>
                      <a:pt x="525" y="1291"/>
                    </a:cubicBezTo>
                    <a:cubicBezTo>
                      <a:pt x="615" y="1346"/>
                      <a:pt x="700" y="1372"/>
                      <a:pt x="776" y="1372"/>
                    </a:cubicBezTo>
                    <a:cubicBezTo>
                      <a:pt x="951" y="1372"/>
                      <a:pt x="1073" y="1233"/>
                      <a:pt x="1073" y="994"/>
                    </a:cubicBezTo>
                    <a:cubicBezTo>
                      <a:pt x="1073" y="652"/>
                      <a:pt x="845" y="241"/>
                      <a:pt x="548" y="81"/>
                    </a:cubicBezTo>
                    <a:cubicBezTo>
                      <a:pt x="458" y="26"/>
                      <a:pt x="373" y="0"/>
                      <a:pt x="297"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9"/>
              <p:cNvSpPr/>
              <p:nvPr/>
            </p:nvSpPr>
            <p:spPr>
              <a:xfrm>
                <a:off x="5206050" y="2737625"/>
                <a:ext cx="26825" cy="34325"/>
              </a:xfrm>
              <a:custGeom>
                <a:avLst/>
                <a:gdLst/>
                <a:ahLst/>
                <a:cxnLst/>
                <a:rect l="l" t="t" r="r" b="b"/>
                <a:pathLst>
                  <a:path w="1073" h="1373" extrusionOk="0">
                    <a:moveTo>
                      <a:pt x="279" y="0"/>
                    </a:moveTo>
                    <a:cubicBezTo>
                      <a:pt x="111" y="0"/>
                      <a:pt x="0" y="139"/>
                      <a:pt x="0" y="378"/>
                    </a:cubicBezTo>
                    <a:cubicBezTo>
                      <a:pt x="0" y="721"/>
                      <a:pt x="228" y="1132"/>
                      <a:pt x="525" y="1291"/>
                    </a:cubicBezTo>
                    <a:cubicBezTo>
                      <a:pt x="615" y="1346"/>
                      <a:pt x="700" y="1372"/>
                      <a:pt x="776" y="1372"/>
                    </a:cubicBezTo>
                    <a:cubicBezTo>
                      <a:pt x="951" y="1372"/>
                      <a:pt x="1073" y="1234"/>
                      <a:pt x="1073" y="995"/>
                    </a:cubicBezTo>
                    <a:cubicBezTo>
                      <a:pt x="1073" y="652"/>
                      <a:pt x="822" y="241"/>
                      <a:pt x="525" y="82"/>
                    </a:cubicBezTo>
                    <a:cubicBezTo>
                      <a:pt x="435" y="26"/>
                      <a:pt x="352" y="0"/>
                      <a:pt x="279"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9"/>
              <p:cNvSpPr/>
              <p:nvPr/>
            </p:nvSpPr>
            <p:spPr>
              <a:xfrm>
                <a:off x="4812875" y="2734575"/>
                <a:ext cx="26850" cy="34525"/>
              </a:xfrm>
              <a:custGeom>
                <a:avLst/>
                <a:gdLst/>
                <a:ahLst/>
                <a:cxnLst/>
                <a:rect l="l" t="t" r="r" b="b"/>
                <a:pathLst>
                  <a:path w="1074" h="1381" extrusionOk="0">
                    <a:moveTo>
                      <a:pt x="295" y="0"/>
                    </a:moveTo>
                    <a:cubicBezTo>
                      <a:pt x="118" y="0"/>
                      <a:pt x="0" y="140"/>
                      <a:pt x="0" y="386"/>
                    </a:cubicBezTo>
                    <a:cubicBezTo>
                      <a:pt x="0" y="729"/>
                      <a:pt x="229" y="1139"/>
                      <a:pt x="525" y="1299"/>
                    </a:cubicBezTo>
                    <a:cubicBezTo>
                      <a:pt x="615" y="1354"/>
                      <a:pt x="701" y="1380"/>
                      <a:pt x="776" y="1380"/>
                    </a:cubicBezTo>
                    <a:cubicBezTo>
                      <a:pt x="951" y="1380"/>
                      <a:pt x="1073" y="1241"/>
                      <a:pt x="1073" y="1002"/>
                    </a:cubicBezTo>
                    <a:cubicBezTo>
                      <a:pt x="1073" y="660"/>
                      <a:pt x="822" y="249"/>
                      <a:pt x="525" y="67"/>
                    </a:cubicBezTo>
                    <a:cubicBezTo>
                      <a:pt x="442" y="22"/>
                      <a:pt x="364" y="0"/>
                      <a:pt x="295" y="0"/>
                    </a:cubicBezTo>
                    <a:close/>
                  </a:path>
                </a:pathLst>
              </a:custGeom>
              <a:solidFill>
                <a:srgbClr val="ED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9"/>
              <p:cNvSpPr/>
              <p:nvPr/>
            </p:nvSpPr>
            <p:spPr>
              <a:xfrm>
                <a:off x="4878500" y="2678075"/>
                <a:ext cx="26275" cy="34175"/>
              </a:xfrm>
              <a:custGeom>
                <a:avLst/>
                <a:gdLst/>
                <a:ahLst/>
                <a:cxnLst/>
                <a:rect l="l" t="t" r="r" b="b"/>
                <a:pathLst>
                  <a:path w="1051" h="1367" extrusionOk="0">
                    <a:moveTo>
                      <a:pt x="295" y="1"/>
                    </a:moveTo>
                    <a:cubicBezTo>
                      <a:pt x="118" y="1"/>
                      <a:pt x="0" y="140"/>
                      <a:pt x="0" y="386"/>
                    </a:cubicBezTo>
                    <a:cubicBezTo>
                      <a:pt x="0" y="729"/>
                      <a:pt x="229" y="1140"/>
                      <a:pt x="525" y="1299"/>
                    </a:cubicBezTo>
                    <a:cubicBezTo>
                      <a:pt x="610" y="1345"/>
                      <a:pt x="689" y="1366"/>
                      <a:pt x="759" y="1366"/>
                    </a:cubicBezTo>
                    <a:cubicBezTo>
                      <a:pt x="934" y="1366"/>
                      <a:pt x="1050" y="1231"/>
                      <a:pt x="1050" y="1003"/>
                    </a:cubicBezTo>
                    <a:cubicBezTo>
                      <a:pt x="1050" y="660"/>
                      <a:pt x="822" y="250"/>
                      <a:pt x="525" y="67"/>
                    </a:cubicBezTo>
                    <a:cubicBezTo>
                      <a:pt x="442" y="22"/>
                      <a:pt x="364" y="1"/>
                      <a:pt x="295" y="1"/>
                    </a:cubicBezTo>
                    <a:close/>
                  </a:path>
                </a:pathLst>
              </a:custGeom>
              <a:solidFill>
                <a:srgbClr val="ED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9"/>
              <p:cNvSpPr/>
              <p:nvPr/>
            </p:nvSpPr>
            <p:spPr>
              <a:xfrm>
                <a:off x="5008600" y="2784775"/>
                <a:ext cx="26850" cy="34175"/>
              </a:xfrm>
              <a:custGeom>
                <a:avLst/>
                <a:gdLst/>
                <a:ahLst/>
                <a:cxnLst/>
                <a:rect l="l" t="t" r="r" b="b"/>
                <a:pathLst>
                  <a:path w="1074" h="1367" extrusionOk="0">
                    <a:moveTo>
                      <a:pt x="315" y="0"/>
                    </a:moveTo>
                    <a:cubicBezTo>
                      <a:pt x="140" y="0"/>
                      <a:pt x="23" y="135"/>
                      <a:pt x="23" y="364"/>
                    </a:cubicBezTo>
                    <a:cubicBezTo>
                      <a:pt x="1" y="706"/>
                      <a:pt x="252" y="1117"/>
                      <a:pt x="548" y="1300"/>
                    </a:cubicBezTo>
                    <a:cubicBezTo>
                      <a:pt x="632" y="1345"/>
                      <a:pt x="710" y="1366"/>
                      <a:pt x="779" y="1366"/>
                    </a:cubicBezTo>
                    <a:cubicBezTo>
                      <a:pt x="955" y="1366"/>
                      <a:pt x="1073" y="1226"/>
                      <a:pt x="1073" y="980"/>
                    </a:cubicBezTo>
                    <a:cubicBezTo>
                      <a:pt x="1073" y="661"/>
                      <a:pt x="845" y="250"/>
                      <a:pt x="548" y="67"/>
                    </a:cubicBezTo>
                    <a:cubicBezTo>
                      <a:pt x="464" y="22"/>
                      <a:pt x="385" y="0"/>
                      <a:pt x="315" y="0"/>
                    </a:cubicBezTo>
                    <a:close/>
                  </a:path>
                </a:pathLst>
              </a:custGeom>
              <a:solidFill>
                <a:srgbClr val="ED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9"/>
              <p:cNvSpPr/>
              <p:nvPr/>
            </p:nvSpPr>
            <p:spPr>
              <a:xfrm>
                <a:off x="5074800" y="2708200"/>
                <a:ext cx="26850" cy="34275"/>
              </a:xfrm>
              <a:custGeom>
                <a:avLst/>
                <a:gdLst/>
                <a:ahLst/>
                <a:cxnLst/>
                <a:rect l="l" t="t" r="r" b="b"/>
                <a:pathLst>
                  <a:path w="1074" h="1371" extrusionOk="0">
                    <a:moveTo>
                      <a:pt x="300" y="1"/>
                    </a:moveTo>
                    <a:cubicBezTo>
                      <a:pt x="124" y="1"/>
                      <a:pt x="0" y="128"/>
                      <a:pt x="0" y="368"/>
                    </a:cubicBezTo>
                    <a:cubicBezTo>
                      <a:pt x="0" y="711"/>
                      <a:pt x="251" y="1122"/>
                      <a:pt x="525" y="1304"/>
                    </a:cubicBezTo>
                    <a:cubicBezTo>
                      <a:pt x="609" y="1349"/>
                      <a:pt x="689" y="1371"/>
                      <a:pt x="760" y="1371"/>
                    </a:cubicBezTo>
                    <a:cubicBezTo>
                      <a:pt x="943" y="1371"/>
                      <a:pt x="1073" y="1231"/>
                      <a:pt x="1073" y="985"/>
                    </a:cubicBezTo>
                    <a:cubicBezTo>
                      <a:pt x="1073" y="642"/>
                      <a:pt x="845" y="231"/>
                      <a:pt x="548" y="72"/>
                    </a:cubicBezTo>
                    <a:cubicBezTo>
                      <a:pt x="459" y="24"/>
                      <a:pt x="375" y="1"/>
                      <a:pt x="300" y="1"/>
                    </a:cubicBezTo>
                    <a:close/>
                  </a:path>
                </a:pathLst>
              </a:custGeom>
              <a:solidFill>
                <a:srgbClr val="ED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9"/>
              <p:cNvSpPr/>
              <p:nvPr/>
            </p:nvSpPr>
            <p:spPr>
              <a:xfrm>
                <a:off x="5206050" y="2682075"/>
                <a:ext cx="26825" cy="34525"/>
              </a:xfrm>
              <a:custGeom>
                <a:avLst/>
                <a:gdLst/>
                <a:ahLst/>
                <a:cxnLst/>
                <a:rect l="l" t="t" r="r" b="b"/>
                <a:pathLst>
                  <a:path w="1073" h="1381" extrusionOk="0">
                    <a:moveTo>
                      <a:pt x="294" y="0"/>
                    </a:moveTo>
                    <a:cubicBezTo>
                      <a:pt x="118" y="0"/>
                      <a:pt x="0" y="140"/>
                      <a:pt x="0" y="386"/>
                    </a:cubicBezTo>
                    <a:cubicBezTo>
                      <a:pt x="0" y="729"/>
                      <a:pt x="228" y="1139"/>
                      <a:pt x="525" y="1299"/>
                    </a:cubicBezTo>
                    <a:cubicBezTo>
                      <a:pt x="615" y="1354"/>
                      <a:pt x="700" y="1380"/>
                      <a:pt x="776" y="1380"/>
                    </a:cubicBezTo>
                    <a:cubicBezTo>
                      <a:pt x="951" y="1380"/>
                      <a:pt x="1073" y="1242"/>
                      <a:pt x="1073" y="1003"/>
                    </a:cubicBezTo>
                    <a:cubicBezTo>
                      <a:pt x="1073" y="660"/>
                      <a:pt x="822" y="249"/>
                      <a:pt x="525" y="67"/>
                    </a:cubicBezTo>
                    <a:cubicBezTo>
                      <a:pt x="442" y="22"/>
                      <a:pt x="364" y="0"/>
                      <a:pt x="294" y="0"/>
                    </a:cubicBezTo>
                    <a:close/>
                  </a:path>
                </a:pathLst>
              </a:custGeom>
              <a:solidFill>
                <a:srgbClr val="ED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9"/>
              <p:cNvSpPr/>
              <p:nvPr/>
            </p:nvSpPr>
            <p:spPr>
              <a:xfrm>
                <a:off x="4694175" y="2675175"/>
                <a:ext cx="525575" cy="130125"/>
              </a:xfrm>
              <a:custGeom>
                <a:avLst/>
                <a:gdLst/>
                <a:ahLst/>
                <a:cxnLst/>
                <a:rect l="l" t="t" r="r" b="b"/>
                <a:pathLst>
                  <a:path w="21023" h="5205" extrusionOk="0">
                    <a:moveTo>
                      <a:pt x="2694" y="0"/>
                    </a:moveTo>
                    <a:lnTo>
                      <a:pt x="1" y="1027"/>
                    </a:lnTo>
                    <a:lnTo>
                      <a:pt x="69" y="1233"/>
                    </a:lnTo>
                    <a:lnTo>
                      <a:pt x="2626" y="251"/>
                    </a:lnTo>
                    <a:lnTo>
                      <a:pt x="5273" y="3219"/>
                    </a:lnTo>
                    <a:lnTo>
                      <a:pt x="7898" y="936"/>
                    </a:lnTo>
                    <a:lnTo>
                      <a:pt x="13125" y="5204"/>
                    </a:lnTo>
                    <a:lnTo>
                      <a:pt x="15819" y="2100"/>
                    </a:lnTo>
                    <a:lnTo>
                      <a:pt x="21023" y="1073"/>
                    </a:lnTo>
                    <a:lnTo>
                      <a:pt x="20977" y="868"/>
                    </a:lnTo>
                    <a:lnTo>
                      <a:pt x="15705" y="1918"/>
                    </a:lnTo>
                    <a:lnTo>
                      <a:pt x="13103" y="4931"/>
                    </a:lnTo>
                    <a:lnTo>
                      <a:pt x="7898" y="662"/>
                    </a:lnTo>
                    <a:lnTo>
                      <a:pt x="5296" y="2922"/>
                    </a:lnTo>
                    <a:lnTo>
                      <a:pt x="26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9"/>
              <p:cNvSpPr/>
              <p:nvPr/>
            </p:nvSpPr>
            <p:spPr>
              <a:xfrm>
                <a:off x="4690750" y="2610700"/>
                <a:ext cx="529575" cy="265350"/>
              </a:xfrm>
              <a:custGeom>
                <a:avLst/>
                <a:gdLst/>
                <a:ahLst/>
                <a:cxnLst/>
                <a:rect l="l" t="t" r="r" b="b"/>
                <a:pathLst>
                  <a:path w="21183" h="10614" extrusionOk="0">
                    <a:moveTo>
                      <a:pt x="2786" y="0"/>
                    </a:moveTo>
                    <a:lnTo>
                      <a:pt x="1" y="3675"/>
                    </a:lnTo>
                    <a:lnTo>
                      <a:pt x="161" y="3812"/>
                    </a:lnTo>
                    <a:lnTo>
                      <a:pt x="2808" y="342"/>
                    </a:lnTo>
                    <a:lnTo>
                      <a:pt x="7967" y="5935"/>
                    </a:lnTo>
                    <a:lnTo>
                      <a:pt x="8035" y="6026"/>
                    </a:lnTo>
                    <a:lnTo>
                      <a:pt x="10729" y="2397"/>
                    </a:lnTo>
                    <a:lnTo>
                      <a:pt x="13194" y="1461"/>
                    </a:lnTo>
                    <a:lnTo>
                      <a:pt x="15864" y="10614"/>
                    </a:lnTo>
                    <a:lnTo>
                      <a:pt x="18581" y="7007"/>
                    </a:lnTo>
                    <a:lnTo>
                      <a:pt x="21183" y="5935"/>
                    </a:lnTo>
                    <a:lnTo>
                      <a:pt x="21091" y="5729"/>
                    </a:lnTo>
                    <a:lnTo>
                      <a:pt x="18467" y="6825"/>
                    </a:lnTo>
                    <a:lnTo>
                      <a:pt x="15933" y="10157"/>
                    </a:lnTo>
                    <a:lnTo>
                      <a:pt x="13354" y="1301"/>
                    </a:lnTo>
                    <a:lnTo>
                      <a:pt x="13331" y="1187"/>
                    </a:lnTo>
                    <a:lnTo>
                      <a:pt x="10592" y="2214"/>
                    </a:lnTo>
                    <a:lnTo>
                      <a:pt x="8035" y="5684"/>
                    </a:lnTo>
                    <a:lnTo>
                      <a:pt x="27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9"/>
              <p:cNvSpPr/>
              <p:nvPr/>
            </p:nvSpPr>
            <p:spPr>
              <a:xfrm>
                <a:off x="4681625" y="2686275"/>
                <a:ext cx="26850" cy="34325"/>
              </a:xfrm>
              <a:custGeom>
                <a:avLst/>
                <a:gdLst/>
                <a:ahLst/>
                <a:cxnLst/>
                <a:rect l="l" t="t" r="r" b="b"/>
                <a:pathLst>
                  <a:path w="1074" h="1373" extrusionOk="0">
                    <a:moveTo>
                      <a:pt x="298" y="0"/>
                    </a:moveTo>
                    <a:cubicBezTo>
                      <a:pt x="123" y="0"/>
                      <a:pt x="1" y="139"/>
                      <a:pt x="1" y="378"/>
                    </a:cubicBezTo>
                    <a:cubicBezTo>
                      <a:pt x="1" y="720"/>
                      <a:pt x="252" y="1131"/>
                      <a:pt x="526" y="1291"/>
                    </a:cubicBezTo>
                    <a:cubicBezTo>
                      <a:pt x="615" y="1346"/>
                      <a:pt x="701" y="1372"/>
                      <a:pt x="776" y="1372"/>
                    </a:cubicBezTo>
                    <a:cubicBezTo>
                      <a:pt x="951" y="1372"/>
                      <a:pt x="1073" y="1233"/>
                      <a:pt x="1073" y="994"/>
                    </a:cubicBezTo>
                    <a:cubicBezTo>
                      <a:pt x="1073" y="652"/>
                      <a:pt x="822" y="241"/>
                      <a:pt x="548" y="81"/>
                    </a:cubicBezTo>
                    <a:cubicBezTo>
                      <a:pt x="459" y="26"/>
                      <a:pt x="373" y="0"/>
                      <a:pt x="298" y="0"/>
                    </a:cubicBezTo>
                    <a:close/>
                  </a:path>
                </a:pathLst>
              </a:custGeom>
              <a:solidFill>
                <a:srgbClr val="ED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9"/>
              <p:cNvSpPr/>
              <p:nvPr/>
            </p:nvSpPr>
            <p:spPr>
              <a:xfrm>
                <a:off x="5762975" y="2798075"/>
                <a:ext cx="67075" cy="83700"/>
              </a:xfrm>
              <a:custGeom>
                <a:avLst/>
                <a:gdLst/>
                <a:ahLst/>
                <a:cxnLst/>
                <a:rect l="l" t="t" r="r" b="b"/>
                <a:pathLst>
                  <a:path w="2683" h="3348" extrusionOk="0">
                    <a:moveTo>
                      <a:pt x="1809" y="1"/>
                    </a:moveTo>
                    <a:cubicBezTo>
                      <a:pt x="1769" y="1"/>
                      <a:pt x="1736" y="19"/>
                      <a:pt x="1713" y="60"/>
                    </a:cubicBezTo>
                    <a:cubicBezTo>
                      <a:pt x="1553" y="357"/>
                      <a:pt x="1347" y="973"/>
                      <a:pt x="1165" y="1224"/>
                    </a:cubicBezTo>
                    <a:cubicBezTo>
                      <a:pt x="1086" y="1322"/>
                      <a:pt x="995" y="1361"/>
                      <a:pt x="913" y="1361"/>
                    </a:cubicBezTo>
                    <a:cubicBezTo>
                      <a:pt x="804" y="1361"/>
                      <a:pt x="711" y="1293"/>
                      <a:pt x="685" y="1202"/>
                    </a:cubicBezTo>
                    <a:cubicBezTo>
                      <a:pt x="628" y="1068"/>
                      <a:pt x="619" y="646"/>
                      <a:pt x="510" y="646"/>
                    </a:cubicBezTo>
                    <a:cubicBezTo>
                      <a:pt x="489" y="646"/>
                      <a:pt x="464" y="662"/>
                      <a:pt x="434" y="699"/>
                    </a:cubicBezTo>
                    <a:cubicBezTo>
                      <a:pt x="252" y="928"/>
                      <a:pt x="138" y="1635"/>
                      <a:pt x="92" y="1818"/>
                    </a:cubicBezTo>
                    <a:cubicBezTo>
                      <a:pt x="46" y="2000"/>
                      <a:pt x="1" y="2548"/>
                      <a:pt x="1" y="2548"/>
                    </a:cubicBezTo>
                    <a:lnTo>
                      <a:pt x="777" y="3347"/>
                    </a:lnTo>
                    <a:cubicBezTo>
                      <a:pt x="936" y="3164"/>
                      <a:pt x="1439" y="3073"/>
                      <a:pt x="1849" y="2731"/>
                    </a:cubicBezTo>
                    <a:cubicBezTo>
                      <a:pt x="2260" y="2366"/>
                      <a:pt x="2489" y="1932"/>
                      <a:pt x="2603" y="1361"/>
                    </a:cubicBezTo>
                    <a:cubicBezTo>
                      <a:pt x="2682" y="864"/>
                      <a:pt x="2085" y="1"/>
                      <a:pt x="1809" y="1"/>
                    </a:cubicBezTo>
                    <a:close/>
                  </a:path>
                </a:pathLst>
              </a:custGeom>
              <a:solidFill>
                <a:srgbClr val="F4C5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9"/>
              <p:cNvSpPr/>
              <p:nvPr/>
            </p:nvSpPr>
            <p:spPr>
              <a:xfrm>
                <a:off x="5430875" y="3545250"/>
                <a:ext cx="140975" cy="64000"/>
              </a:xfrm>
              <a:custGeom>
                <a:avLst/>
                <a:gdLst/>
                <a:ahLst/>
                <a:cxnLst/>
                <a:rect l="l" t="t" r="r" b="b"/>
                <a:pathLst>
                  <a:path w="5639" h="2560" extrusionOk="0">
                    <a:moveTo>
                      <a:pt x="1923" y="1"/>
                    </a:moveTo>
                    <a:cubicBezTo>
                      <a:pt x="1299" y="1"/>
                      <a:pt x="376" y="97"/>
                      <a:pt x="183" y="645"/>
                    </a:cubicBezTo>
                    <a:cubicBezTo>
                      <a:pt x="0" y="1238"/>
                      <a:pt x="23" y="1809"/>
                      <a:pt x="69" y="2106"/>
                    </a:cubicBezTo>
                    <a:cubicBezTo>
                      <a:pt x="92" y="2266"/>
                      <a:pt x="206" y="2334"/>
                      <a:pt x="365" y="2357"/>
                    </a:cubicBezTo>
                    <a:cubicBezTo>
                      <a:pt x="944" y="2479"/>
                      <a:pt x="1836" y="2560"/>
                      <a:pt x="2631" y="2560"/>
                    </a:cubicBezTo>
                    <a:cubicBezTo>
                      <a:pt x="3028" y="2560"/>
                      <a:pt x="3401" y="2539"/>
                      <a:pt x="3698" y="2494"/>
                    </a:cubicBezTo>
                    <a:cubicBezTo>
                      <a:pt x="4748" y="2357"/>
                      <a:pt x="5638" y="1626"/>
                      <a:pt x="5501" y="987"/>
                    </a:cubicBezTo>
                    <a:cubicBezTo>
                      <a:pt x="5387" y="371"/>
                      <a:pt x="4360" y="371"/>
                      <a:pt x="3401" y="303"/>
                    </a:cubicBezTo>
                    <a:cubicBezTo>
                      <a:pt x="2443" y="257"/>
                      <a:pt x="2511" y="29"/>
                      <a:pt x="2511" y="29"/>
                    </a:cubicBezTo>
                    <a:cubicBezTo>
                      <a:pt x="2511" y="29"/>
                      <a:pt x="2261" y="1"/>
                      <a:pt x="19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9"/>
              <p:cNvSpPr/>
              <p:nvPr/>
            </p:nvSpPr>
            <p:spPr>
              <a:xfrm>
                <a:off x="5497075" y="3563525"/>
                <a:ext cx="140400" cy="62350"/>
              </a:xfrm>
              <a:custGeom>
                <a:avLst/>
                <a:gdLst/>
                <a:ahLst/>
                <a:cxnLst/>
                <a:rect l="l" t="t" r="r" b="b"/>
                <a:pathLst>
                  <a:path w="5616" h="2494" extrusionOk="0">
                    <a:moveTo>
                      <a:pt x="2231" y="1"/>
                    </a:moveTo>
                    <a:cubicBezTo>
                      <a:pt x="1615" y="1"/>
                      <a:pt x="100" y="73"/>
                      <a:pt x="46" y="781"/>
                    </a:cubicBezTo>
                    <a:cubicBezTo>
                      <a:pt x="0" y="1375"/>
                      <a:pt x="68" y="1923"/>
                      <a:pt x="91" y="2242"/>
                    </a:cubicBezTo>
                    <a:cubicBezTo>
                      <a:pt x="114" y="2379"/>
                      <a:pt x="251" y="2493"/>
                      <a:pt x="388" y="2493"/>
                    </a:cubicBezTo>
                    <a:cubicBezTo>
                      <a:pt x="1118" y="2448"/>
                      <a:pt x="2922" y="2379"/>
                      <a:pt x="3835" y="2242"/>
                    </a:cubicBezTo>
                    <a:cubicBezTo>
                      <a:pt x="4885" y="2105"/>
                      <a:pt x="5615" y="1603"/>
                      <a:pt x="5501" y="964"/>
                    </a:cubicBezTo>
                    <a:cubicBezTo>
                      <a:pt x="5364" y="348"/>
                      <a:pt x="4337" y="348"/>
                      <a:pt x="3378" y="302"/>
                    </a:cubicBezTo>
                    <a:cubicBezTo>
                      <a:pt x="2420" y="234"/>
                      <a:pt x="2488" y="5"/>
                      <a:pt x="2488" y="5"/>
                    </a:cubicBezTo>
                    <a:cubicBezTo>
                      <a:pt x="2488" y="5"/>
                      <a:pt x="2389" y="1"/>
                      <a:pt x="22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9"/>
              <p:cNvSpPr/>
              <p:nvPr/>
            </p:nvSpPr>
            <p:spPr>
              <a:xfrm>
                <a:off x="5429150" y="3174475"/>
                <a:ext cx="89625" cy="394000"/>
              </a:xfrm>
              <a:custGeom>
                <a:avLst/>
                <a:gdLst/>
                <a:ahLst/>
                <a:cxnLst/>
                <a:rect l="l" t="t" r="r" b="b"/>
                <a:pathLst>
                  <a:path w="3585" h="15760" extrusionOk="0">
                    <a:moveTo>
                      <a:pt x="457" y="0"/>
                    </a:moveTo>
                    <a:cubicBezTo>
                      <a:pt x="457" y="0"/>
                      <a:pt x="343" y="7715"/>
                      <a:pt x="275" y="8674"/>
                    </a:cubicBezTo>
                    <a:cubicBezTo>
                      <a:pt x="206" y="9610"/>
                      <a:pt x="1" y="15316"/>
                      <a:pt x="1" y="15316"/>
                    </a:cubicBezTo>
                    <a:cubicBezTo>
                      <a:pt x="1" y="15316"/>
                      <a:pt x="900" y="15759"/>
                      <a:pt x="1877" y="15759"/>
                    </a:cubicBezTo>
                    <a:cubicBezTo>
                      <a:pt x="2212" y="15759"/>
                      <a:pt x="2556" y="15707"/>
                      <a:pt x="2877" y="15567"/>
                    </a:cubicBezTo>
                    <a:lnTo>
                      <a:pt x="3584" y="868"/>
                    </a:lnTo>
                    <a:lnTo>
                      <a:pt x="4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9"/>
              <p:cNvSpPr/>
              <p:nvPr/>
            </p:nvSpPr>
            <p:spPr>
              <a:xfrm>
                <a:off x="5491925" y="3178475"/>
                <a:ext cx="91900" cy="407575"/>
              </a:xfrm>
              <a:custGeom>
                <a:avLst/>
                <a:gdLst/>
                <a:ahLst/>
                <a:cxnLst/>
                <a:rect l="l" t="t" r="r" b="b"/>
                <a:pathLst>
                  <a:path w="3676" h="16303" extrusionOk="0">
                    <a:moveTo>
                      <a:pt x="3675" y="0"/>
                    </a:moveTo>
                    <a:lnTo>
                      <a:pt x="206" y="320"/>
                    </a:lnTo>
                    <a:lnTo>
                      <a:pt x="206" y="8058"/>
                    </a:lnTo>
                    <a:cubicBezTo>
                      <a:pt x="138" y="10340"/>
                      <a:pt x="1" y="16275"/>
                      <a:pt x="1" y="16275"/>
                    </a:cubicBezTo>
                    <a:cubicBezTo>
                      <a:pt x="172" y="16294"/>
                      <a:pt x="338" y="16302"/>
                      <a:pt x="497" y="16302"/>
                    </a:cubicBezTo>
                    <a:cubicBezTo>
                      <a:pt x="2055" y="16302"/>
                      <a:pt x="3014" y="15476"/>
                      <a:pt x="3014" y="15476"/>
                    </a:cubicBezTo>
                    <a:cubicBezTo>
                      <a:pt x="2922" y="14471"/>
                      <a:pt x="3014" y="8742"/>
                      <a:pt x="3014" y="8742"/>
                    </a:cubicBezTo>
                    <a:cubicBezTo>
                      <a:pt x="3402" y="5775"/>
                      <a:pt x="3630" y="1027"/>
                      <a:pt x="3675" y="137"/>
                    </a:cubicBezTo>
                    <a:cubicBezTo>
                      <a:pt x="3675" y="46"/>
                      <a:pt x="3675" y="0"/>
                      <a:pt x="3675" y="0"/>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9"/>
              <p:cNvSpPr/>
              <p:nvPr/>
            </p:nvSpPr>
            <p:spPr>
              <a:xfrm>
                <a:off x="5382925" y="2901150"/>
                <a:ext cx="57675" cy="174050"/>
              </a:xfrm>
              <a:custGeom>
                <a:avLst/>
                <a:gdLst/>
                <a:ahLst/>
                <a:cxnLst/>
                <a:rect l="l" t="t" r="r" b="b"/>
                <a:pathLst>
                  <a:path w="2307" h="6962" extrusionOk="0">
                    <a:moveTo>
                      <a:pt x="1188" y="0"/>
                    </a:moveTo>
                    <a:cubicBezTo>
                      <a:pt x="1188" y="0"/>
                      <a:pt x="1" y="3698"/>
                      <a:pt x="252" y="5638"/>
                    </a:cubicBezTo>
                    <a:cubicBezTo>
                      <a:pt x="252" y="5638"/>
                      <a:pt x="1211" y="6460"/>
                      <a:pt x="2306" y="6962"/>
                    </a:cubicBezTo>
                    <a:lnTo>
                      <a:pt x="1188" y="0"/>
                    </a:ln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9"/>
              <p:cNvSpPr/>
              <p:nvPr/>
            </p:nvSpPr>
            <p:spPr>
              <a:xfrm>
                <a:off x="5469100" y="2751625"/>
                <a:ext cx="104450" cy="128425"/>
              </a:xfrm>
              <a:custGeom>
                <a:avLst/>
                <a:gdLst/>
                <a:ahLst/>
                <a:cxnLst/>
                <a:rect l="l" t="t" r="r" b="b"/>
                <a:pathLst>
                  <a:path w="4178" h="5137" extrusionOk="0">
                    <a:moveTo>
                      <a:pt x="2101" y="1"/>
                    </a:moveTo>
                    <a:cubicBezTo>
                      <a:pt x="936" y="1"/>
                      <a:pt x="1" y="1142"/>
                      <a:pt x="1" y="2580"/>
                    </a:cubicBezTo>
                    <a:cubicBezTo>
                      <a:pt x="1" y="3995"/>
                      <a:pt x="936" y="5137"/>
                      <a:pt x="2078" y="5137"/>
                    </a:cubicBezTo>
                    <a:cubicBezTo>
                      <a:pt x="3242" y="5137"/>
                      <a:pt x="4178" y="3995"/>
                      <a:pt x="4178" y="2580"/>
                    </a:cubicBezTo>
                    <a:cubicBezTo>
                      <a:pt x="4178" y="1165"/>
                      <a:pt x="3242" y="1"/>
                      <a:pt x="2101" y="1"/>
                    </a:cubicBezTo>
                    <a:close/>
                  </a:path>
                </a:pathLst>
              </a:custGeom>
              <a:solidFill>
                <a:srgbClr val="FED4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9"/>
              <p:cNvSpPr/>
              <p:nvPr/>
            </p:nvSpPr>
            <p:spPr>
              <a:xfrm>
                <a:off x="5412600" y="2865675"/>
                <a:ext cx="196325" cy="338300"/>
              </a:xfrm>
              <a:custGeom>
                <a:avLst/>
                <a:gdLst/>
                <a:ahLst/>
                <a:cxnLst/>
                <a:rect l="l" t="t" r="r" b="b"/>
                <a:pathLst>
                  <a:path w="7853" h="13532" extrusionOk="0">
                    <a:moveTo>
                      <a:pt x="2992" y="1"/>
                    </a:moveTo>
                    <a:cubicBezTo>
                      <a:pt x="2904" y="1"/>
                      <a:pt x="2854" y="4"/>
                      <a:pt x="2854" y="4"/>
                    </a:cubicBezTo>
                    <a:cubicBezTo>
                      <a:pt x="663" y="597"/>
                      <a:pt x="1" y="1419"/>
                      <a:pt x="1" y="1419"/>
                    </a:cubicBezTo>
                    <a:cubicBezTo>
                      <a:pt x="252" y="3542"/>
                      <a:pt x="823" y="12649"/>
                      <a:pt x="823" y="12649"/>
                    </a:cubicBezTo>
                    <a:cubicBezTo>
                      <a:pt x="2146" y="13311"/>
                      <a:pt x="3313" y="13532"/>
                      <a:pt x="4280" y="13532"/>
                    </a:cubicBezTo>
                    <a:cubicBezTo>
                      <a:pt x="6214" y="13532"/>
                      <a:pt x="7351" y="12649"/>
                      <a:pt x="7351" y="12649"/>
                    </a:cubicBezTo>
                    <a:cubicBezTo>
                      <a:pt x="6757" y="9317"/>
                      <a:pt x="7853" y="1944"/>
                      <a:pt x="7853" y="1944"/>
                    </a:cubicBezTo>
                    <a:cubicBezTo>
                      <a:pt x="7853" y="1944"/>
                      <a:pt x="6095" y="1282"/>
                      <a:pt x="5867" y="1122"/>
                    </a:cubicBezTo>
                    <a:cubicBezTo>
                      <a:pt x="5616" y="985"/>
                      <a:pt x="5547" y="734"/>
                      <a:pt x="5547" y="734"/>
                    </a:cubicBezTo>
                    <a:cubicBezTo>
                      <a:pt x="4576" y="62"/>
                      <a:pt x="3391" y="1"/>
                      <a:pt x="2992" y="1"/>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9"/>
              <p:cNvSpPr/>
              <p:nvPr/>
            </p:nvSpPr>
            <p:spPr>
              <a:xfrm>
                <a:off x="5556975" y="2850925"/>
                <a:ext cx="238550" cy="139825"/>
              </a:xfrm>
              <a:custGeom>
                <a:avLst/>
                <a:gdLst/>
                <a:ahLst/>
                <a:cxnLst/>
                <a:rect l="l" t="t" r="r" b="b"/>
                <a:pathLst>
                  <a:path w="9542" h="5593" extrusionOk="0">
                    <a:moveTo>
                      <a:pt x="8195" y="1"/>
                    </a:moveTo>
                    <a:lnTo>
                      <a:pt x="5045" y="3219"/>
                    </a:lnTo>
                    <a:lnTo>
                      <a:pt x="2078" y="2534"/>
                    </a:lnTo>
                    <a:cubicBezTo>
                      <a:pt x="1" y="2876"/>
                      <a:pt x="1119" y="5182"/>
                      <a:pt x="1119" y="5182"/>
                    </a:cubicBezTo>
                    <a:lnTo>
                      <a:pt x="5753" y="5593"/>
                    </a:lnTo>
                    <a:lnTo>
                      <a:pt x="9542" y="1302"/>
                    </a:lnTo>
                    <a:cubicBezTo>
                      <a:pt x="9313" y="343"/>
                      <a:pt x="8195" y="1"/>
                      <a:pt x="8195" y="1"/>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9"/>
              <p:cNvSpPr/>
              <p:nvPr/>
            </p:nvSpPr>
            <p:spPr>
              <a:xfrm>
                <a:off x="5425175" y="2747525"/>
                <a:ext cx="156375" cy="116125"/>
              </a:xfrm>
              <a:custGeom>
                <a:avLst/>
                <a:gdLst/>
                <a:ahLst/>
                <a:cxnLst/>
                <a:rect l="l" t="t" r="r" b="b"/>
                <a:pathLst>
                  <a:path w="6255" h="4645" extrusionOk="0">
                    <a:moveTo>
                      <a:pt x="3981" y="1"/>
                    </a:moveTo>
                    <a:cubicBezTo>
                      <a:pt x="3309" y="1"/>
                      <a:pt x="2830" y="165"/>
                      <a:pt x="2830" y="165"/>
                    </a:cubicBezTo>
                    <a:cubicBezTo>
                      <a:pt x="0" y="1603"/>
                      <a:pt x="2328" y="4639"/>
                      <a:pt x="2328" y="4639"/>
                    </a:cubicBezTo>
                    <a:cubicBezTo>
                      <a:pt x="2392" y="4642"/>
                      <a:pt x="2453" y="4644"/>
                      <a:pt x="2513" y="4644"/>
                    </a:cubicBezTo>
                    <a:cubicBezTo>
                      <a:pt x="3878" y="4644"/>
                      <a:pt x="4109" y="3680"/>
                      <a:pt x="4109" y="3680"/>
                    </a:cubicBezTo>
                    <a:cubicBezTo>
                      <a:pt x="4976" y="3383"/>
                      <a:pt x="4725" y="2242"/>
                      <a:pt x="4725" y="2242"/>
                    </a:cubicBezTo>
                    <a:lnTo>
                      <a:pt x="6254" y="1740"/>
                    </a:lnTo>
                    <a:cubicBezTo>
                      <a:pt x="6231" y="370"/>
                      <a:pt x="4611" y="51"/>
                      <a:pt x="4611" y="51"/>
                    </a:cubicBezTo>
                    <a:cubicBezTo>
                      <a:pt x="4389" y="15"/>
                      <a:pt x="4177" y="1"/>
                      <a:pt x="3981" y="1"/>
                    </a:cubicBezTo>
                    <a:close/>
                  </a:path>
                </a:pathLst>
              </a:custGeom>
              <a:solidFill>
                <a:srgbClr val="0B3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2" name="Google Shape;452;p29"/>
            <p:cNvSpPr/>
            <p:nvPr/>
          </p:nvSpPr>
          <p:spPr>
            <a:xfrm>
              <a:off x="4428275" y="2117100"/>
              <a:ext cx="152375" cy="103300"/>
            </a:xfrm>
            <a:custGeom>
              <a:avLst/>
              <a:gdLst/>
              <a:ahLst/>
              <a:cxnLst/>
              <a:rect l="l" t="t" r="r" b="b"/>
              <a:pathLst>
                <a:path w="6095" h="4132" extrusionOk="0">
                  <a:moveTo>
                    <a:pt x="0" y="0"/>
                  </a:moveTo>
                  <a:lnTo>
                    <a:pt x="0" y="594"/>
                  </a:lnTo>
                  <a:lnTo>
                    <a:pt x="6095" y="4132"/>
                  </a:lnTo>
                  <a:lnTo>
                    <a:pt x="6095"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9"/>
            <p:cNvSpPr/>
            <p:nvPr/>
          </p:nvSpPr>
          <p:spPr>
            <a:xfrm>
              <a:off x="4428275" y="2142200"/>
              <a:ext cx="152375" cy="103300"/>
            </a:xfrm>
            <a:custGeom>
              <a:avLst/>
              <a:gdLst/>
              <a:ahLst/>
              <a:cxnLst/>
              <a:rect l="l" t="t" r="r" b="b"/>
              <a:pathLst>
                <a:path w="6095" h="4132" extrusionOk="0">
                  <a:moveTo>
                    <a:pt x="0" y="1"/>
                  </a:moveTo>
                  <a:lnTo>
                    <a:pt x="0" y="594"/>
                  </a:lnTo>
                  <a:lnTo>
                    <a:pt x="6095" y="4132"/>
                  </a:lnTo>
                  <a:lnTo>
                    <a:pt x="6095" y="3538"/>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9"/>
            <p:cNvSpPr/>
            <p:nvPr/>
          </p:nvSpPr>
          <p:spPr>
            <a:xfrm>
              <a:off x="4428275" y="2167300"/>
              <a:ext cx="152375" cy="102750"/>
            </a:xfrm>
            <a:custGeom>
              <a:avLst/>
              <a:gdLst/>
              <a:ahLst/>
              <a:cxnLst/>
              <a:rect l="l" t="t" r="r" b="b"/>
              <a:pathLst>
                <a:path w="6095" h="4110" extrusionOk="0">
                  <a:moveTo>
                    <a:pt x="0" y="1"/>
                  </a:moveTo>
                  <a:lnTo>
                    <a:pt x="0" y="594"/>
                  </a:lnTo>
                  <a:lnTo>
                    <a:pt x="6095" y="4109"/>
                  </a:lnTo>
                  <a:lnTo>
                    <a:pt x="6095" y="35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9"/>
            <p:cNvSpPr/>
            <p:nvPr/>
          </p:nvSpPr>
          <p:spPr>
            <a:xfrm>
              <a:off x="4428275" y="2191850"/>
              <a:ext cx="152375" cy="103300"/>
            </a:xfrm>
            <a:custGeom>
              <a:avLst/>
              <a:gdLst/>
              <a:ahLst/>
              <a:cxnLst/>
              <a:rect l="l" t="t" r="r" b="b"/>
              <a:pathLst>
                <a:path w="6095" h="4132" extrusionOk="0">
                  <a:moveTo>
                    <a:pt x="0" y="0"/>
                  </a:moveTo>
                  <a:lnTo>
                    <a:pt x="0" y="594"/>
                  </a:lnTo>
                  <a:lnTo>
                    <a:pt x="6095" y="4132"/>
                  </a:lnTo>
                  <a:lnTo>
                    <a:pt x="6095"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9"/>
            <p:cNvSpPr/>
            <p:nvPr/>
          </p:nvSpPr>
          <p:spPr>
            <a:xfrm>
              <a:off x="4428275" y="2216950"/>
              <a:ext cx="152375" cy="103325"/>
            </a:xfrm>
            <a:custGeom>
              <a:avLst/>
              <a:gdLst/>
              <a:ahLst/>
              <a:cxnLst/>
              <a:rect l="l" t="t" r="r" b="b"/>
              <a:pathLst>
                <a:path w="6095" h="4133" extrusionOk="0">
                  <a:moveTo>
                    <a:pt x="0" y="1"/>
                  </a:moveTo>
                  <a:lnTo>
                    <a:pt x="0" y="594"/>
                  </a:lnTo>
                  <a:lnTo>
                    <a:pt x="6095" y="4132"/>
                  </a:lnTo>
                  <a:lnTo>
                    <a:pt x="6095" y="3539"/>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9"/>
            <p:cNvSpPr/>
            <p:nvPr/>
          </p:nvSpPr>
          <p:spPr>
            <a:xfrm>
              <a:off x="4428275" y="2242050"/>
              <a:ext cx="152375" cy="103325"/>
            </a:xfrm>
            <a:custGeom>
              <a:avLst/>
              <a:gdLst/>
              <a:ahLst/>
              <a:cxnLst/>
              <a:rect l="l" t="t" r="r" b="b"/>
              <a:pathLst>
                <a:path w="6095" h="4133" extrusionOk="0">
                  <a:moveTo>
                    <a:pt x="0" y="1"/>
                  </a:moveTo>
                  <a:lnTo>
                    <a:pt x="0" y="594"/>
                  </a:lnTo>
                  <a:lnTo>
                    <a:pt x="6095" y="4132"/>
                  </a:lnTo>
                  <a:lnTo>
                    <a:pt x="6095" y="3539"/>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9"/>
            <p:cNvSpPr/>
            <p:nvPr/>
          </p:nvSpPr>
          <p:spPr>
            <a:xfrm>
              <a:off x="4428275" y="2267175"/>
              <a:ext cx="152375" cy="102725"/>
            </a:xfrm>
            <a:custGeom>
              <a:avLst/>
              <a:gdLst/>
              <a:ahLst/>
              <a:cxnLst/>
              <a:rect l="l" t="t" r="r" b="b"/>
              <a:pathLst>
                <a:path w="6095" h="4109" extrusionOk="0">
                  <a:moveTo>
                    <a:pt x="0" y="0"/>
                  </a:moveTo>
                  <a:lnTo>
                    <a:pt x="0" y="594"/>
                  </a:lnTo>
                  <a:lnTo>
                    <a:pt x="6095" y="4109"/>
                  </a:lnTo>
                  <a:lnTo>
                    <a:pt x="6095"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9"/>
            <p:cNvSpPr/>
            <p:nvPr/>
          </p:nvSpPr>
          <p:spPr>
            <a:xfrm>
              <a:off x="4428275" y="2292275"/>
              <a:ext cx="152375" cy="102750"/>
            </a:xfrm>
            <a:custGeom>
              <a:avLst/>
              <a:gdLst/>
              <a:ahLst/>
              <a:cxnLst/>
              <a:rect l="l" t="t" r="r" b="b"/>
              <a:pathLst>
                <a:path w="6095" h="4110" extrusionOk="0">
                  <a:moveTo>
                    <a:pt x="0" y="1"/>
                  </a:moveTo>
                  <a:lnTo>
                    <a:pt x="0" y="594"/>
                  </a:lnTo>
                  <a:lnTo>
                    <a:pt x="6095" y="4109"/>
                  </a:lnTo>
                  <a:lnTo>
                    <a:pt x="6095" y="35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9"/>
            <p:cNvSpPr/>
            <p:nvPr/>
          </p:nvSpPr>
          <p:spPr>
            <a:xfrm>
              <a:off x="4428275" y="2316825"/>
              <a:ext cx="152375" cy="103300"/>
            </a:xfrm>
            <a:custGeom>
              <a:avLst/>
              <a:gdLst/>
              <a:ahLst/>
              <a:cxnLst/>
              <a:rect l="l" t="t" r="r" b="b"/>
              <a:pathLst>
                <a:path w="6095" h="4132" extrusionOk="0">
                  <a:moveTo>
                    <a:pt x="0" y="0"/>
                  </a:moveTo>
                  <a:lnTo>
                    <a:pt x="0" y="594"/>
                  </a:lnTo>
                  <a:lnTo>
                    <a:pt x="6095" y="4131"/>
                  </a:lnTo>
                  <a:lnTo>
                    <a:pt x="6095"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9"/>
            <p:cNvSpPr/>
            <p:nvPr/>
          </p:nvSpPr>
          <p:spPr>
            <a:xfrm>
              <a:off x="4428275" y="2341925"/>
              <a:ext cx="152375" cy="103300"/>
            </a:xfrm>
            <a:custGeom>
              <a:avLst/>
              <a:gdLst/>
              <a:ahLst/>
              <a:cxnLst/>
              <a:rect l="l" t="t" r="r" b="b"/>
              <a:pathLst>
                <a:path w="6095" h="4132" extrusionOk="0">
                  <a:moveTo>
                    <a:pt x="0" y="0"/>
                  </a:moveTo>
                  <a:lnTo>
                    <a:pt x="0" y="594"/>
                  </a:lnTo>
                  <a:lnTo>
                    <a:pt x="6095" y="4132"/>
                  </a:lnTo>
                  <a:lnTo>
                    <a:pt x="6095"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9"/>
            <p:cNvSpPr/>
            <p:nvPr/>
          </p:nvSpPr>
          <p:spPr>
            <a:xfrm>
              <a:off x="4428275" y="2367025"/>
              <a:ext cx="152375" cy="103325"/>
            </a:xfrm>
            <a:custGeom>
              <a:avLst/>
              <a:gdLst/>
              <a:ahLst/>
              <a:cxnLst/>
              <a:rect l="l" t="t" r="r" b="b"/>
              <a:pathLst>
                <a:path w="6095" h="4133" extrusionOk="0">
                  <a:moveTo>
                    <a:pt x="0" y="1"/>
                  </a:moveTo>
                  <a:lnTo>
                    <a:pt x="0" y="594"/>
                  </a:lnTo>
                  <a:lnTo>
                    <a:pt x="6095" y="4132"/>
                  </a:lnTo>
                  <a:lnTo>
                    <a:pt x="6095" y="3539"/>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9"/>
            <p:cNvSpPr/>
            <p:nvPr/>
          </p:nvSpPr>
          <p:spPr>
            <a:xfrm>
              <a:off x="4428275" y="2392150"/>
              <a:ext cx="152375" cy="102725"/>
            </a:xfrm>
            <a:custGeom>
              <a:avLst/>
              <a:gdLst/>
              <a:ahLst/>
              <a:cxnLst/>
              <a:rect l="l" t="t" r="r" b="b"/>
              <a:pathLst>
                <a:path w="6095" h="4109" extrusionOk="0">
                  <a:moveTo>
                    <a:pt x="0" y="0"/>
                  </a:moveTo>
                  <a:lnTo>
                    <a:pt x="0" y="593"/>
                  </a:lnTo>
                  <a:lnTo>
                    <a:pt x="6095" y="4109"/>
                  </a:lnTo>
                  <a:lnTo>
                    <a:pt x="6095" y="351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9"/>
            <p:cNvSpPr/>
            <p:nvPr/>
          </p:nvSpPr>
          <p:spPr>
            <a:xfrm>
              <a:off x="4428275" y="2416675"/>
              <a:ext cx="152375" cy="103300"/>
            </a:xfrm>
            <a:custGeom>
              <a:avLst/>
              <a:gdLst/>
              <a:ahLst/>
              <a:cxnLst/>
              <a:rect l="l" t="t" r="r" b="b"/>
              <a:pathLst>
                <a:path w="6095" h="4132" extrusionOk="0">
                  <a:moveTo>
                    <a:pt x="0" y="0"/>
                  </a:moveTo>
                  <a:lnTo>
                    <a:pt x="0" y="594"/>
                  </a:lnTo>
                  <a:lnTo>
                    <a:pt x="6095" y="4132"/>
                  </a:lnTo>
                  <a:lnTo>
                    <a:pt x="6095"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9"/>
            <p:cNvSpPr/>
            <p:nvPr/>
          </p:nvSpPr>
          <p:spPr>
            <a:xfrm>
              <a:off x="4428275" y="2441775"/>
              <a:ext cx="152375" cy="103325"/>
            </a:xfrm>
            <a:custGeom>
              <a:avLst/>
              <a:gdLst/>
              <a:ahLst/>
              <a:cxnLst/>
              <a:rect l="l" t="t" r="r" b="b"/>
              <a:pathLst>
                <a:path w="6095" h="4133" extrusionOk="0">
                  <a:moveTo>
                    <a:pt x="0" y="1"/>
                  </a:moveTo>
                  <a:lnTo>
                    <a:pt x="0" y="594"/>
                  </a:lnTo>
                  <a:lnTo>
                    <a:pt x="6095" y="4132"/>
                  </a:lnTo>
                  <a:lnTo>
                    <a:pt x="6095" y="3539"/>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9"/>
            <p:cNvSpPr/>
            <p:nvPr/>
          </p:nvSpPr>
          <p:spPr>
            <a:xfrm>
              <a:off x="4428275" y="2466900"/>
              <a:ext cx="152375" cy="103300"/>
            </a:xfrm>
            <a:custGeom>
              <a:avLst/>
              <a:gdLst/>
              <a:ahLst/>
              <a:cxnLst/>
              <a:rect l="l" t="t" r="r" b="b"/>
              <a:pathLst>
                <a:path w="6095" h="4132" extrusionOk="0">
                  <a:moveTo>
                    <a:pt x="0" y="0"/>
                  </a:moveTo>
                  <a:lnTo>
                    <a:pt x="0" y="594"/>
                  </a:lnTo>
                  <a:lnTo>
                    <a:pt x="6095" y="4131"/>
                  </a:lnTo>
                  <a:lnTo>
                    <a:pt x="6095" y="353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9"/>
            <p:cNvSpPr/>
            <p:nvPr/>
          </p:nvSpPr>
          <p:spPr>
            <a:xfrm>
              <a:off x="4428275" y="2492000"/>
              <a:ext cx="152375" cy="102725"/>
            </a:xfrm>
            <a:custGeom>
              <a:avLst/>
              <a:gdLst/>
              <a:ahLst/>
              <a:cxnLst/>
              <a:rect l="l" t="t" r="r" b="b"/>
              <a:pathLst>
                <a:path w="6095" h="4109" extrusionOk="0">
                  <a:moveTo>
                    <a:pt x="0" y="0"/>
                  </a:moveTo>
                  <a:lnTo>
                    <a:pt x="0" y="594"/>
                  </a:lnTo>
                  <a:lnTo>
                    <a:pt x="6095" y="4109"/>
                  </a:lnTo>
                  <a:lnTo>
                    <a:pt x="6095" y="3516"/>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9"/>
            <p:cNvSpPr/>
            <p:nvPr/>
          </p:nvSpPr>
          <p:spPr>
            <a:xfrm>
              <a:off x="4428275" y="2516525"/>
              <a:ext cx="152375" cy="103325"/>
            </a:xfrm>
            <a:custGeom>
              <a:avLst/>
              <a:gdLst/>
              <a:ahLst/>
              <a:cxnLst/>
              <a:rect l="l" t="t" r="r" b="b"/>
              <a:pathLst>
                <a:path w="6095" h="4133" extrusionOk="0">
                  <a:moveTo>
                    <a:pt x="0" y="1"/>
                  </a:moveTo>
                  <a:lnTo>
                    <a:pt x="0" y="594"/>
                  </a:lnTo>
                  <a:lnTo>
                    <a:pt x="6095" y="4132"/>
                  </a:lnTo>
                  <a:lnTo>
                    <a:pt x="6095" y="3539"/>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986A21CC-3E52-71E9-9E9D-3AE2DAB0B920}"/>
              </a:ext>
            </a:extLst>
          </p:cNvPr>
          <p:cNvPicPr>
            <a:picLocks noChangeAspect="1"/>
          </p:cNvPicPr>
          <p:nvPr/>
        </p:nvPicPr>
        <p:blipFill>
          <a:blip r:embed="rId3"/>
          <a:stretch>
            <a:fillRect/>
          </a:stretch>
        </p:blipFill>
        <p:spPr>
          <a:xfrm>
            <a:off x="5692187" y="4284267"/>
            <a:ext cx="2224300" cy="6292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34"/>
        <p:cNvGrpSpPr/>
        <p:nvPr/>
      </p:nvGrpSpPr>
      <p:grpSpPr>
        <a:xfrm>
          <a:off x="0" y="0"/>
          <a:ext cx="0" cy="0"/>
          <a:chOff x="0" y="0"/>
          <a:chExt cx="0" cy="0"/>
        </a:xfrm>
      </p:grpSpPr>
      <p:sp>
        <p:nvSpPr>
          <p:cNvPr id="1935" name="Google Shape;1935;p44"/>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CUSTOMER SEGMENT</a:t>
            </a:r>
            <a:endParaRPr dirty="0"/>
          </a:p>
        </p:txBody>
      </p:sp>
      <p:grpSp>
        <p:nvGrpSpPr>
          <p:cNvPr id="1936" name="Google Shape;1936;p44"/>
          <p:cNvGrpSpPr/>
          <p:nvPr/>
        </p:nvGrpSpPr>
        <p:grpSpPr>
          <a:xfrm>
            <a:off x="6854010" y="375737"/>
            <a:ext cx="1552132" cy="4225843"/>
            <a:chOff x="3012050" y="610925"/>
            <a:chExt cx="1578975" cy="4298925"/>
          </a:xfrm>
        </p:grpSpPr>
        <p:sp>
          <p:nvSpPr>
            <p:cNvPr id="1937" name="Google Shape;1937;p44"/>
            <p:cNvSpPr/>
            <p:nvPr/>
          </p:nvSpPr>
          <p:spPr>
            <a:xfrm>
              <a:off x="3538375" y="1245000"/>
              <a:ext cx="1052650" cy="609675"/>
            </a:xfrm>
            <a:custGeom>
              <a:avLst/>
              <a:gdLst/>
              <a:ahLst/>
              <a:cxnLst/>
              <a:rect l="l" t="t" r="r" b="b"/>
              <a:pathLst>
                <a:path w="42106" h="24387" extrusionOk="0">
                  <a:moveTo>
                    <a:pt x="20978" y="1"/>
                  </a:moveTo>
                  <a:lnTo>
                    <a:pt x="0" y="12181"/>
                  </a:lnTo>
                  <a:lnTo>
                    <a:pt x="21128" y="24387"/>
                  </a:lnTo>
                  <a:lnTo>
                    <a:pt x="42106" y="12181"/>
                  </a:lnTo>
                  <a:lnTo>
                    <a:pt x="2097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44"/>
            <p:cNvSpPr/>
            <p:nvPr/>
          </p:nvSpPr>
          <p:spPr>
            <a:xfrm>
              <a:off x="4064050" y="1549525"/>
              <a:ext cx="526975" cy="2681125"/>
            </a:xfrm>
            <a:custGeom>
              <a:avLst/>
              <a:gdLst/>
              <a:ahLst/>
              <a:cxnLst/>
              <a:rect l="l" t="t" r="r" b="b"/>
              <a:pathLst>
                <a:path w="21079" h="107245" extrusionOk="0">
                  <a:moveTo>
                    <a:pt x="21079" y="0"/>
                  </a:moveTo>
                  <a:lnTo>
                    <a:pt x="101" y="12206"/>
                  </a:lnTo>
                  <a:lnTo>
                    <a:pt x="1" y="107244"/>
                  </a:lnTo>
                  <a:lnTo>
                    <a:pt x="21004" y="95064"/>
                  </a:lnTo>
                  <a:lnTo>
                    <a:pt x="2107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4"/>
            <p:cNvSpPr/>
            <p:nvPr/>
          </p:nvSpPr>
          <p:spPr>
            <a:xfrm>
              <a:off x="3536500" y="1549525"/>
              <a:ext cx="530100" cy="2681125"/>
            </a:xfrm>
            <a:custGeom>
              <a:avLst/>
              <a:gdLst/>
              <a:ahLst/>
              <a:cxnLst/>
              <a:rect l="l" t="t" r="r" b="b"/>
              <a:pathLst>
                <a:path w="21204" h="107245" extrusionOk="0">
                  <a:moveTo>
                    <a:pt x="75" y="0"/>
                  </a:moveTo>
                  <a:lnTo>
                    <a:pt x="0" y="95064"/>
                  </a:lnTo>
                  <a:lnTo>
                    <a:pt x="21103" y="107244"/>
                  </a:lnTo>
                  <a:lnTo>
                    <a:pt x="21203" y="12206"/>
                  </a:lnTo>
                  <a:lnTo>
                    <a:pt x="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4"/>
            <p:cNvSpPr/>
            <p:nvPr/>
          </p:nvSpPr>
          <p:spPr>
            <a:xfrm>
              <a:off x="3013925" y="2096525"/>
              <a:ext cx="1052675" cy="609675"/>
            </a:xfrm>
            <a:custGeom>
              <a:avLst/>
              <a:gdLst/>
              <a:ahLst/>
              <a:cxnLst/>
              <a:rect l="l" t="t" r="r" b="b"/>
              <a:pathLst>
                <a:path w="42107" h="24387" extrusionOk="0">
                  <a:moveTo>
                    <a:pt x="20978" y="0"/>
                  </a:moveTo>
                  <a:lnTo>
                    <a:pt x="1" y="12181"/>
                  </a:lnTo>
                  <a:lnTo>
                    <a:pt x="21104" y="24386"/>
                  </a:lnTo>
                  <a:lnTo>
                    <a:pt x="42106" y="12181"/>
                  </a:lnTo>
                  <a:lnTo>
                    <a:pt x="2097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4"/>
            <p:cNvSpPr/>
            <p:nvPr/>
          </p:nvSpPr>
          <p:spPr>
            <a:xfrm>
              <a:off x="3539625" y="2401025"/>
              <a:ext cx="526975" cy="1954925"/>
            </a:xfrm>
            <a:custGeom>
              <a:avLst/>
              <a:gdLst/>
              <a:ahLst/>
              <a:cxnLst/>
              <a:rect l="l" t="t" r="r" b="b"/>
              <a:pathLst>
                <a:path w="21079" h="78197" extrusionOk="0">
                  <a:moveTo>
                    <a:pt x="21078" y="1"/>
                  </a:moveTo>
                  <a:lnTo>
                    <a:pt x="76" y="12206"/>
                  </a:lnTo>
                  <a:lnTo>
                    <a:pt x="0" y="78197"/>
                  </a:lnTo>
                  <a:lnTo>
                    <a:pt x="0" y="78197"/>
                  </a:lnTo>
                  <a:lnTo>
                    <a:pt x="20978" y="66016"/>
                  </a:lnTo>
                  <a:lnTo>
                    <a:pt x="21078" y="1"/>
                  </a:lnTo>
                  <a:close/>
                </a:path>
              </a:pathLst>
            </a:custGeom>
            <a:solidFill>
              <a:srgbClr val="787C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4"/>
            <p:cNvSpPr/>
            <p:nvPr/>
          </p:nvSpPr>
          <p:spPr>
            <a:xfrm>
              <a:off x="3012050" y="2401025"/>
              <a:ext cx="529475" cy="1954925"/>
            </a:xfrm>
            <a:custGeom>
              <a:avLst/>
              <a:gdLst/>
              <a:ahLst/>
              <a:cxnLst/>
              <a:rect l="l" t="t" r="r" b="b"/>
              <a:pathLst>
                <a:path w="21179" h="78197" extrusionOk="0">
                  <a:moveTo>
                    <a:pt x="76" y="1"/>
                  </a:moveTo>
                  <a:lnTo>
                    <a:pt x="1" y="66016"/>
                  </a:lnTo>
                  <a:lnTo>
                    <a:pt x="21103" y="78197"/>
                  </a:lnTo>
                  <a:lnTo>
                    <a:pt x="21179" y="12206"/>
                  </a:lnTo>
                  <a:lnTo>
                    <a:pt x="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4"/>
            <p:cNvSpPr/>
            <p:nvPr/>
          </p:nvSpPr>
          <p:spPr>
            <a:xfrm>
              <a:off x="3538375" y="2946775"/>
              <a:ext cx="1052650" cy="609675"/>
            </a:xfrm>
            <a:custGeom>
              <a:avLst/>
              <a:gdLst/>
              <a:ahLst/>
              <a:cxnLst/>
              <a:rect l="l" t="t" r="r" b="b"/>
              <a:pathLst>
                <a:path w="42106" h="24387" extrusionOk="0">
                  <a:moveTo>
                    <a:pt x="20978" y="0"/>
                  </a:moveTo>
                  <a:lnTo>
                    <a:pt x="0" y="12181"/>
                  </a:lnTo>
                  <a:lnTo>
                    <a:pt x="21128" y="24387"/>
                  </a:lnTo>
                  <a:lnTo>
                    <a:pt x="42106" y="12181"/>
                  </a:lnTo>
                  <a:lnTo>
                    <a:pt x="2097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4"/>
            <p:cNvSpPr/>
            <p:nvPr/>
          </p:nvSpPr>
          <p:spPr>
            <a:xfrm>
              <a:off x="4064050" y="3251275"/>
              <a:ext cx="526975" cy="1354050"/>
            </a:xfrm>
            <a:custGeom>
              <a:avLst/>
              <a:gdLst/>
              <a:ahLst/>
              <a:cxnLst/>
              <a:rect l="l" t="t" r="r" b="b"/>
              <a:pathLst>
                <a:path w="21079" h="54162" extrusionOk="0">
                  <a:moveTo>
                    <a:pt x="21079" y="1"/>
                  </a:moveTo>
                  <a:lnTo>
                    <a:pt x="101" y="12207"/>
                  </a:lnTo>
                  <a:lnTo>
                    <a:pt x="1" y="54162"/>
                  </a:lnTo>
                  <a:lnTo>
                    <a:pt x="1" y="54162"/>
                  </a:lnTo>
                  <a:lnTo>
                    <a:pt x="21004" y="41981"/>
                  </a:lnTo>
                  <a:lnTo>
                    <a:pt x="21079" y="1"/>
                  </a:lnTo>
                  <a:close/>
                </a:path>
              </a:pathLst>
            </a:custGeom>
            <a:solidFill>
              <a:srgbClr val="F5C4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4"/>
            <p:cNvSpPr/>
            <p:nvPr/>
          </p:nvSpPr>
          <p:spPr>
            <a:xfrm>
              <a:off x="3536500" y="3251275"/>
              <a:ext cx="530100" cy="1354050"/>
            </a:xfrm>
            <a:custGeom>
              <a:avLst/>
              <a:gdLst/>
              <a:ahLst/>
              <a:cxnLst/>
              <a:rect l="l" t="t" r="r" b="b"/>
              <a:pathLst>
                <a:path w="21204" h="54162" extrusionOk="0">
                  <a:moveTo>
                    <a:pt x="75" y="1"/>
                  </a:moveTo>
                  <a:lnTo>
                    <a:pt x="0" y="41981"/>
                  </a:lnTo>
                  <a:lnTo>
                    <a:pt x="21103" y="54162"/>
                  </a:lnTo>
                  <a:lnTo>
                    <a:pt x="21203" y="12207"/>
                  </a:lnTo>
                  <a:lnTo>
                    <a:pt x="75" y="1"/>
                  </a:ln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4"/>
            <p:cNvSpPr/>
            <p:nvPr/>
          </p:nvSpPr>
          <p:spPr>
            <a:xfrm>
              <a:off x="3013925" y="3729350"/>
              <a:ext cx="1052675" cy="609675"/>
            </a:xfrm>
            <a:custGeom>
              <a:avLst/>
              <a:gdLst/>
              <a:ahLst/>
              <a:cxnLst/>
              <a:rect l="l" t="t" r="r" b="b"/>
              <a:pathLst>
                <a:path w="42107" h="24387" extrusionOk="0">
                  <a:moveTo>
                    <a:pt x="20978" y="1"/>
                  </a:moveTo>
                  <a:lnTo>
                    <a:pt x="1" y="12181"/>
                  </a:lnTo>
                  <a:lnTo>
                    <a:pt x="21104" y="24387"/>
                  </a:lnTo>
                  <a:lnTo>
                    <a:pt x="42106" y="12181"/>
                  </a:lnTo>
                  <a:lnTo>
                    <a:pt x="209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4"/>
            <p:cNvSpPr/>
            <p:nvPr/>
          </p:nvSpPr>
          <p:spPr>
            <a:xfrm>
              <a:off x="3539625" y="4033875"/>
              <a:ext cx="526975" cy="875975"/>
            </a:xfrm>
            <a:custGeom>
              <a:avLst/>
              <a:gdLst/>
              <a:ahLst/>
              <a:cxnLst/>
              <a:rect l="l" t="t" r="r" b="b"/>
              <a:pathLst>
                <a:path w="21079" h="35039" extrusionOk="0">
                  <a:moveTo>
                    <a:pt x="21078" y="0"/>
                  </a:moveTo>
                  <a:lnTo>
                    <a:pt x="76" y="12206"/>
                  </a:lnTo>
                  <a:lnTo>
                    <a:pt x="0" y="35038"/>
                  </a:lnTo>
                  <a:lnTo>
                    <a:pt x="20978" y="22858"/>
                  </a:lnTo>
                  <a:lnTo>
                    <a:pt x="21078" y="0"/>
                  </a:lnTo>
                  <a:close/>
                </a:path>
              </a:pathLst>
            </a:custGeom>
            <a:solidFill>
              <a:srgbClr val="C3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4"/>
            <p:cNvSpPr/>
            <p:nvPr/>
          </p:nvSpPr>
          <p:spPr>
            <a:xfrm>
              <a:off x="3012050" y="4033875"/>
              <a:ext cx="529475" cy="875975"/>
            </a:xfrm>
            <a:custGeom>
              <a:avLst/>
              <a:gdLst/>
              <a:ahLst/>
              <a:cxnLst/>
              <a:rect l="l" t="t" r="r" b="b"/>
              <a:pathLst>
                <a:path w="21179" h="35039" extrusionOk="0">
                  <a:moveTo>
                    <a:pt x="76" y="0"/>
                  </a:moveTo>
                  <a:lnTo>
                    <a:pt x="1" y="22858"/>
                  </a:lnTo>
                  <a:lnTo>
                    <a:pt x="21103" y="35038"/>
                  </a:lnTo>
                  <a:lnTo>
                    <a:pt x="21179" y="12206"/>
                  </a:lnTo>
                  <a:lnTo>
                    <a:pt x="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4"/>
            <p:cNvSpPr/>
            <p:nvPr/>
          </p:nvSpPr>
          <p:spPr>
            <a:xfrm>
              <a:off x="3568450" y="3995650"/>
              <a:ext cx="8800" cy="26350"/>
            </a:xfrm>
            <a:custGeom>
              <a:avLst/>
              <a:gdLst/>
              <a:ahLst/>
              <a:cxnLst/>
              <a:rect l="l" t="t" r="r" b="b"/>
              <a:pathLst>
                <a:path w="352" h="1054" extrusionOk="0">
                  <a:moveTo>
                    <a:pt x="351" y="1"/>
                  </a:moveTo>
                  <a:cubicBezTo>
                    <a:pt x="351" y="176"/>
                    <a:pt x="226" y="351"/>
                    <a:pt x="0" y="477"/>
                  </a:cubicBezTo>
                  <a:lnTo>
                    <a:pt x="0" y="1053"/>
                  </a:lnTo>
                  <a:cubicBezTo>
                    <a:pt x="226" y="928"/>
                    <a:pt x="351" y="752"/>
                    <a:pt x="351" y="602"/>
                  </a:cubicBezTo>
                  <a:lnTo>
                    <a:pt x="3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4"/>
            <p:cNvSpPr/>
            <p:nvPr/>
          </p:nvSpPr>
          <p:spPr>
            <a:xfrm>
              <a:off x="3408050" y="4007550"/>
              <a:ext cx="160425" cy="108425"/>
            </a:xfrm>
            <a:custGeom>
              <a:avLst/>
              <a:gdLst/>
              <a:ahLst/>
              <a:cxnLst/>
              <a:rect l="l" t="t" r="r" b="b"/>
              <a:pathLst>
                <a:path w="6417" h="4337" extrusionOk="0">
                  <a:moveTo>
                    <a:pt x="6416" y="1"/>
                  </a:moveTo>
                  <a:lnTo>
                    <a:pt x="0" y="3735"/>
                  </a:lnTo>
                  <a:lnTo>
                    <a:pt x="0" y="4337"/>
                  </a:lnTo>
                  <a:lnTo>
                    <a:pt x="6416" y="577"/>
                  </a:lnTo>
                  <a:lnTo>
                    <a:pt x="64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4"/>
            <p:cNvSpPr/>
            <p:nvPr/>
          </p:nvSpPr>
          <p:spPr>
            <a:xfrm>
              <a:off x="3230725" y="4022600"/>
              <a:ext cx="136000" cy="93375"/>
            </a:xfrm>
            <a:custGeom>
              <a:avLst/>
              <a:gdLst/>
              <a:ahLst/>
              <a:cxnLst/>
              <a:rect l="l" t="t" r="r" b="b"/>
              <a:pathLst>
                <a:path w="5440" h="3735" extrusionOk="0">
                  <a:moveTo>
                    <a:pt x="0" y="0"/>
                  </a:moveTo>
                  <a:lnTo>
                    <a:pt x="0" y="577"/>
                  </a:lnTo>
                  <a:lnTo>
                    <a:pt x="5439" y="3735"/>
                  </a:lnTo>
                  <a:lnTo>
                    <a:pt x="5439" y="3133"/>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4"/>
            <p:cNvSpPr/>
            <p:nvPr/>
          </p:nvSpPr>
          <p:spPr>
            <a:xfrm>
              <a:off x="3230725" y="3905425"/>
              <a:ext cx="349025" cy="200225"/>
            </a:xfrm>
            <a:custGeom>
              <a:avLst/>
              <a:gdLst/>
              <a:ahLst/>
              <a:cxnLst/>
              <a:rect l="l" t="t" r="r" b="b"/>
              <a:pathLst>
                <a:path w="13961" h="8009" extrusionOk="0">
                  <a:moveTo>
                    <a:pt x="8071" y="1"/>
                  </a:moveTo>
                  <a:lnTo>
                    <a:pt x="677" y="4236"/>
                  </a:lnTo>
                  <a:lnTo>
                    <a:pt x="276" y="4011"/>
                  </a:lnTo>
                  <a:lnTo>
                    <a:pt x="0" y="4687"/>
                  </a:lnTo>
                  <a:lnTo>
                    <a:pt x="5439" y="7820"/>
                  </a:lnTo>
                  <a:cubicBezTo>
                    <a:pt x="5665" y="7945"/>
                    <a:pt x="5965" y="8008"/>
                    <a:pt x="6266" y="8008"/>
                  </a:cubicBezTo>
                  <a:cubicBezTo>
                    <a:pt x="6567" y="8008"/>
                    <a:pt x="6868" y="7945"/>
                    <a:pt x="7093" y="7820"/>
                  </a:cubicBezTo>
                  <a:lnTo>
                    <a:pt x="13509" y="4086"/>
                  </a:lnTo>
                  <a:cubicBezTo>
                    <a:pt x="13960" y="3810"/>
                    <a:pt x="13960" y="3384"/>
                    <a:pt x="13509" y="3133"/>
                  </a:cubicBezTo>
                  <a:lnTo>
                    <a:pt x="807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4"/>
            <p:cNvSpPr/>
            <p:nvPr/>
          </p:nvSpPr>
          <p:spPr>
            <a:xfrm>
              <a:off x="3366700" y="4100925"/>
              <a:ext cx="41375" cy="19750"/>
            </a:xfrm>
            <a:custGeom>
              <a:avLst/>
              <a:gdLst/>
              <a:ahLst/>
              <a:cxnLst/>
              <a:rect l="l" t="t" r="r" b="b"/>
              <a:pathLst>
                <a:path w="1655" h="790" extrusionOk="0">
                  <a:moveTo>
                    <a:pt x="0" y="0"/>
                  </a:moveTo>
                  <a:lnTo>
                    <a:pt x="0" y="602"/>
                  </a:lnTo>
                  <a:cubicBezTo>
                    <a:pt x="226" y="727"/>
                    <a:pt x="526" y="790"/>
                    <a:pt x="824" y="790"/>
                  </a:cubicBezTo>
                  <a:cubicBezTo>
                    <a:pt x="1122" y="790"/>
                    <a:pt x="1416" y="727"/>
                    <a:pt x="1629" y="602"/>
                  </a:cubicBezTo>
                  <a:lnTo>
                    <a:pt x="1654" y="0"/>
                  </a:lnTo>
                  <a:lnTo>
                    <a:pt x="1654" y="0"/>
                  </a:lnTo>
                  <a:cubicBezTo>
                    <a:pt x="1429" y="125"/>
                    <a:pt x="1128" y="188"/>
                    <a:pt x="827" y="188"/>
                  </a:cubicBezTo>
                  <a:cubicBezTo>
                    <a:pt x="526" y="188"/>
                    <a:pt x="226" y="125"/>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4"/>
            <p:cNvSpPr/>
            <p:nvPr/>
          </p:nvSpPr>
          <p:spPr>
            <a:xfrm>
              <a:off x="3559050" y="3981875"/>
              <a:ext cx="8175" cy="25075"/>
            </a:xfrm>
            <a:custGeom>
              <a:avLst/>
              <a:gdLst/>
              <a:ahLst/>
              <a:cxnLst/>
              <a:rect l="l" t="t" r="r" b="b"/>
              <a:pathLst>
                <a:path w="327" h="1003" extrusionOk="0">
                  <a:moveTo>
                    <a:pt x="326" y="0"/>
                  </a:moveTo>
                  <a:cubicBezTo>
                    <a:pt x="326" y="151"/>
                    <a:pt x="226" y="326"/>
                    <a:pt x="0" y="451"/>
                  </a:cubicBezTo>
                  <a:lnTo>
                    <a:pt x="0" y="1003"/>
                  </a:lnTo>
                  <a:cubicBezTo>
                    <a:pt x="226" y="877"/>
                    <a:pt x="326" y="727"/>
                    <a:pt x="326" y="552"/>
                  </a:cubicBezTo>
                  <a:lnTo>
                    <a:pt x="3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4"/>
            <p:cNvSpPr/>
            <p:nvPr/>
          </p:nvSpPr>
          <p:spPr>
            <a:xfrm>
              <a:off x="3405525" y="3993150"/>
              <a:ext cx="153550" cy="102775"/>
            </a:xfrm>
            <a:custGeom>
              <a:avLst/>
              <a:gdLst/>
              <a:ahLst/>
              <a:cxnLst/>
              <a:rect l="l" t="t" r="r" b="b"/>
              <a:pathLst>
                <a:path w="6142" h="4111" extrusionOk="0">
                  <a:moveTo>
                    <a:pt x="6141" y="0"/>
                  </a:moveTo>
                  <a:lnTo>
                    <a:pt x="1" y="3559"/>
                  </a:lnTo>
                  <a:lnTo>
                    <a:pt x="1" y="4111"/>
                  </a:lnTo>
                  <a:lnTo>
                    <a:pt x="6141" y="552"/>
                  </a:lnTo>
                  <a:lnTo>
                    <a:pt x="614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44"/>
            <p:cNvSpPr/>
            <p:nvPr/>
          </p:nvSpPr>
          <p:spPr>
            <a:xfrm>
              <a:off x="3237000" y="4007550"/>
              <a:ext cx="129725" cy="88375"/>
            </a:xfrm>
            <a:custGeom>
              <a:avLst/>
              <a:gdLst/>
              <a:ahLst/>
              <a:cxnLst/>
              <a:rect l="l" t="t" r="r" b="b"/>
              <a:pathLst>
                <a:path w="5189" h="3535" extrusionOk="0">
                  <a:moveTo>
                    <a:pt x="25" y="1"/>
                  </a:moveTo>
                  <a:lnTo>
                    <a:pt x="0" y="552"/>
                  </a:lnTo>
                  <a:lnTo>
                    <a:pt x="5188" y="3535"/>
                  </a:lnTo>
                  <a:lnTo>
                    <a:pt x="5188" y="2983"/>
                  </a:lnTo>
                  <a:lnTo>
                    <a:pt x="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44"/>
            <p:cNvSpPr/>
            <p:nvPr/>
          </p:nvSpPr>
          <p:spPr>
            <a:xfrm>
              <a:off x="3237625" y="3895400"/>
              <a:ext cx="332100" cy="191450"/>
            </a:xfrm>
            <a:custGeom>
              <a:avLst/>
              <a:gdLst/>
              <a:ahLst/>
              <a:cxnLst/>
              <a:rect l="l" t="t" r="r" b="b"/>
              <a:pathLst>
                <a:path w="13284" h="7658" extrusionOk="0">
                  <a:moveTo>
                    <a:pt x="7669" y="1"/>
                  </a:moveTo>
                  <a:lnTo>
                    <a:pt x="0" y="4487"/>
                  </a:lnTo>
                  <a:lnTo>
                    <a:pt x="5163" y="7469"/>
                  </a:lnTo>
                  <a:cubicBezTo>
                    <a:pt x="5376" y="7595"/>
                    <a:pt x="5658" y="7657"/>
                    <a:pt x="5940" y="7657"/>
                  </a:cubicBezTo>
                  <a:cubicBezTo>
                    <a:pt x="6222" y="7657"/>
                    <a:pt x="6504" y="7595"/>
                    <a:pt x="6717" y="7469"/>
                  </a:cubicBezTo>
                  <a:lnTo>
                    <a:pt x="12857" y="3910"/>
                  </a:lnTo>
                  <a:cubicBezTo>
                    <a:pt x="13283" y="3660"/>
                    <a:pt x="13283" y="3259"/>
                    <a:pt x="12857" y="3008"/>
                  </a:cubicBezTo>
                  <a:lnTo>
                    <a:pt x="76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4"/>
            <p:cNvSpPr/>
            <p:nvPr/>
          </p:nvSpPr>
          <p:spPr>
            <a:xfrm>
              <a:off x="3366700" y="4082125"/>
              <a:ext cx="38850" cy="18500"/>
            </a:xfrm>
            <a:custGeom>
              <a:avLst/>
              <a:gdLst/>
              <a:ahLst/>
              <a:cxnLst/>
              <a:rect l="l" t="t" r="r" b="b"/>
              <a:pathLst>
                <a:path w="1554" h="740" extrusionOk="0">
                  <a:moveTo>
                    <a:pt x="0" y="0"/>
                  </a:moveTo>
                  <a:lnTo>
                    <a:pt x="0" y="552"/>
                  </a:lnTo>
                  <a:cubicBezTo>
                    <a:pt x="213" y="677"/>
                    <a:pt x="495" y="740"/>
                    <a:pt x="777" y="740"/>
                  </a:cubicBezTo>
                  <a:cubicBezTo>
                    <a:pt x="1059" y="740"/>
                    <a:pt x="1341" y="677"/>
                    <a:pt x="1554" y="552"/>
                  </a:cubicBezTo>
                  <a:lnTo>
                    <a:pt x="1554" y="0"/>
                  </a:lnTo>
                  <a:cubicBezTo>
                    <a:pt x="1341" y="126"/>
                    <a:pt x="1059" y="188"/>
                    <a:pt x="777" y="188"/>
                  </a:cubicBezTo>
                  <a:cubicBezTo>
                    <a:pt x="495" y="188"/>
                    <a:pt x="213" y="126"/>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4"/>
            <p:cNvSpPr/>
            <p:nvPr/>
          </p:nvSpPr>
          <p:spPr>
            <a:xfrm>
              <a:off x="3408050" y="3971850"/>
              <a:ext cx="160425" cy="108425"/>
            </a:xfrm>
            <a:custGeom>
              <a:avLst/>
              <a:gdLst/>
              <a:ahLst/>
              <a:cxnLst/>
              <a:rect l="l" t="t" r="r" b="b"/>
              <a:pathLst>
                <a:path w="6417" h="4337" extrusionOk="0">
                  <a:moveTo>
                    <a:pt x="6416" y="0"/>
                  </a:moveTo>
                  <a:lnTo>
                    <a:pt x="0" y="3735"/>
                  </a:lnTo>
                  <a:lnTo>
                    <a:pt x="0" y="4336"/>
                  </a:lnTo>
                  <a:lnTo>
                    <a:pt x="6416" y="577"/>
                  </a:lnTo>
                  <a:lnTo>
                    <a:pt x="64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4"/>
            <p:cNvSpPr/>
            <p:nvPr/>
          </p:nvSpPr>
          <p:spPr>
            <a:xfrm>
              <a:off x="3470075" y="3959925"/>
              <a:ext cx="107175" cy="84000"/>
            </a:xfrm>
            <a:custGeom>
              <a:avLst/>
              <a:gdLst/>
              <a:ahLst/>
              <a:cxnLst/>
              <a:rect l="l" t="t" r="r" b="b"/>
              <a:pathLst>
                <a:path w="4287" h="3360" extrusionOk="0">
                  <a:moveTo>
                    <a:pt x="4286" y="1"/>
                  </a:moveTo>
                  <a:cubicBezTo>
                    <a:pt x="4286" y="176"/>
                    <a:pt x="4161" y="352"/>
                    <a:pt x="3935" y="477"/>
                  </a:cubicBezTo>
                  <a:lnTo>
                    <a:pt x="0" y="2758"/>
                  </a:lnTo>
                  <a:lnTo>
                    <a:pt x="0" y="3359"/>
                  </a:lnTo>
                  <a:lnTo>
                    <a:pt x="3935" y="1054"/>
                  </a:lnTo>
                  <a:cubicBezTo>
                    <a:pt x="4161" y="928"/>
                    <a:pt x="4286" y="753"/>
                    <a:pt x="4286" y="602"/>
                  </a:cubicBezTo>
                  <a:lnTo>
                    <a:pt x="4286" y="1"/>
                  </a:ln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4"/>
            <p:cNvSpPr/>
            <p:nvPr/>
          </p:nvSpPr>
          <p:spPr>
            <a:xfrm>
              <a:off x="3230725" y="3986875"/>
              <a:ext cx="136000" cy="93400"/>
            </a:xfrm>
            <a:custGeom>
              <a:avLst/>
              <a:gdLst/>
              <a:ahLst/>
              <a:cxnLst/>
              <a:rect l="l" t="t" r="r" b="b"/>
              <a:pathLst>
                <a:path w="5440" h="3736" extrusionOk="0">
                  <a:moveTo>
                    <a:pt x="0" y="1"/>
                  </a:moveTo>
                  <a:lnTo>
                    <a:pt x="0" y="577"/>
                  </a:lnTo>
                  <a:lnTo>
                    <a:pt x="5439" y="3735"/>
                  </a:lnTo>
                  <a:lnTo>
                    <a:pt x="5439" y="3134"/>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4"/>
            <p:cNvSpPr/>
            <p:nvPr/>
          </p:nvSpPr>
          <p:spPr>
            <a:xfrm>
              <a:off x="3230725" y="3869700"/>
              <a:ext cx="349025" cy="200225"/>
            </a:xfrm>
            <a:custGeom>
              <a:avLst/>
              <a:gdLst/>
              <a:ahLst/>
              <a:cxnLst/>
              <a:rect l="l" t="t" r="r" b="b"/>
              <a:pathLst>
                <a:path w="13961" h="8009" extrusionOk="0">
                  <a:moveTo>
                    <a:pt x="8071" y="1"/>
                  </a:moveTo>
                  <a:lnTo>
                    <a:pt x="0" y="4688"/>
                  </a:lnTo>
                  <a:lnTo>
                    <a:pt x="5439" y="7821"/>
                  </a:lnTo>
                  <a:cubicBezTo>
                    <a:pt x="5665" y="7946"/>
                    <a:pt x="5965" y="8009"/>
                    <a:pt x="6266" y="8009"/>
                  </a:cubicBezTo>
                  <a:cubicBezTo>
                    <a:pt x="6567" y="8009"/>
                    <a:pt x="6868" y="7946"/>
                    <a:pt x="7093" y="7821"/>
                  </a:cubicBezTo>
                  <a:lnTo>
                    <a:pt x="13509" y="4086"/>
                  </a:lnTo>
                  <a:cubicBezTo>
                    <a:pt x="13960" y="3810"/>
                    <a:pt x="13960" y="3384"/>
                    <a:pt x="13509" y="3134"/>
                  </a:cubicBezTo>
                  <a:lnTo>
                    <a:pt x="80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4"/>
            <p:cNvSpPr/>
            <p:nvPr/>
          </p:nvSpPr>
          <p:spPr>
            <a:xfrm>
              <a:off x="3230725" y="3939875"/>
              <a:ext cx="240000" cy="130050"/>
            </a:xfrm>
            <a:custGeom>
              <a:avLst/>
              <a:gdLst/>
              <a:ahLst/>
              <a:cxnLst/>
              <a:rect l="l" t="t" r="r" b="b"/>
              <a:pathLst>
                <a:path w="9600" h="5202" extrusionOk="0">
                  <a:moveTo>
                    <a:pt x="3259" y="1"/>
                  </a:moveTo>
                  <a:lnTo>
                    <a:pt x="0" y="1881"/>
                  </a:lnTo>
                  <a:lnTo>
                    <a:pt x="5439" y="5014"/>
                  </a:lnTo>
                  <a:cubicBezTo>
                    <a:pt x="5665" y="5139"/>
                    <a:pt x="5965" y="5202"/>
                    <a:pt x="6266" y="5202"/>
                  </a:cubicBezTo>
                  <a:cubicBezTo>
                    <a:pt x="6567" y="5202"/>
                    <a:pt x="6868" y="5139"/>
                    <a:pt x="7093" y="5014"/>
                  </a:cubicBezTo>
                  <a:lnTo>
                    <a:pt x="9600" y="3560"/>
                  </a:lnTo>
                  <a:lnTo>
                    <a:pt x="325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4"/>
            <p:cNvSpPr/>
            <p:nvPr/>
          </p:nvSpPr>
          <p:spPr>
            <a:xfrm>
              <a:off x="3366700" y="4065200"/>
              <a:ext cx="41375" cy="19775"/>
            </a:xfrm>
            <a:custGeom>
              <a:avLst/>
              <a:gdLst/>
              <a:ahLst/>
              <a:cxnLst/>
              <a:rect l="l" t="t" r="r" b="b"/>
              <a:pathLst>
                <a:path w="1655" h="791" extrusionOk="0">
                  <a:moveTo>
                    <a:pt x="0" y="1"/>
                  </a:moveTo>
                  <a:lnTo>
                    <a:pt x="0" y="602"/>
                  </a:lnTo>
                  <a:cubicBezTo>
                    <a:pt x="226" y="727"/>
                    <a:pt x="526" y="790"/>
                    <a:pt x="824" y="790"/>
                  </a:cubicBezTo>
                  <a:cubicBezTo>
                    <a:pt x="1122" y="790"/>
                    <a:pt x="1416" y="727"/>
                    <a:pt x="1629" y="602"/>
                  </a:cubicBezTo>
                  <a:lnTo>
                    <a:pt x="1654" y="1"/>
                  </a:lnTo>
                  <a:lnTo>
                    <a:pt x="1654" y="1"/>
                  </a:lnTo>
                  <a:cubicBezTo>
                    <a:pt x="1429" y="126"/>
                    <a:pt x="1128" y="189"/>
                    <a:pt x="827" y="189"/>
                  </a:cubicBezTo>
                  <a:cubicBezTo>
                    <a:pt x="526" y="189"/>
                    <a:pt x="226" y="126"/>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44"/>
            <p:cNvSpPr/>
            <p:nvPr/>
          </p:nvSpPr>
          <p:spPr>
            <a:xfrm>
              <a:off x="3223825" y="3986875"/>
              <a:ext cx="19450" cy="57050"/>
            </a:xfrm>
            <a:custGeom>
              <a:avLst/>
              <a:gdLst/>
              <a:ahLst/>
              <a:cxnLst/>
              <a:rect l="l" t="t" r="r" b="b"/>
              <a:pathLst>
                <a:path w="778" h="2282" extrusionOk="0">
                  <a:moveTo>
                    <a:pt x="276" y="1"/>
                  </a:moveTo>
                  <a:cubicBezTo>
                    <a:pt x="26" y="577"/>
                    <a:pt x="1" y="1204"/>
                    <a:pt x="201" y="1805"/>
                  </a:cubicBezTo>
                  <a:lnTo>
                    <a:pt x="276" y="2006"/>
                  </a:lnTo>
                  <a:lnTo>
                    <a:pt x="753" y="2281"/>
                  </a:lnTo>
                  <a:lnTo>
                    <a:pt x="677" y="2081"/>
                  </a:lnTo>
                  <a:cubicBezTo>
                    <a:pt x="477" y="1504"/>
                    <a:pt x="502" y="853"/>
                    <a:pt x="753" y="276"/>
                  </a:cubicBezTo>
                  <a:lnTo>
                    <a:pt x="778" y="276"/>
                  </a:lnTo>
                  <a:lnTo>
                    <a:pt x="2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44"/>
            <p:cNvSpPr/>
            <p:nvPr/>
          </p:nvSpPr>
          <p:spPr>
            <a:xfrm>
              <a:off x="3370450" y="4005675"/>
              <a:ext cx="55800" cy="31975"/>
            </a:xfrm>
            <a:custGeom>
              <a:avLst/>
              <a:gdLst/>
              <a:ahLst/>
              <a:cxnLst/>
              <a:rect l="l" t="t" r="r" b="b"/>
              <a:pathLst>
                <a:path w="2232" h="1279" extrusionOk="0">
                  <a:moveTo>
                    <a:pt x="777" y="1"/>
                  </a:moveTo>
                  <a:lnTo>
                    <a:pt x="0" y="452"/>
                  </a:lnTo>
                  <a:lnTo>
                    <a:pt x="1429" y="1279"/>
                  </a:lnTo>
                  <a:lnTo>
                    <a:pt x="2231" y="828"/>
                  </a:lnTo>
                  <a:lnTo>
                    <a:pt x="7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4"/>
            <p:cNvSpPr/>
            <p:nvPr/>
          </p:nvSpPr>
          <p:spPr>
            <a:xfrm>
              <a:off x="3352900" y="4019450"/>
              <a:ext cx="37000" cy="21350"/>
            </a:xfrm>
            <a:custGeom>
              <a:avLst/>
              <a:gdLst/>
              <a:ahLst/>
              <a:cxnLst/>
              <a:rect l="l" t="t" r="r" b="b"/>
              <a:pathLst>
                <a:path w="1480" h="854" extrusionOk="0">
                  <a:moveTo>
                    <a:pt x="527" y="1"/>
                  </a:moveTo>
                  <a:lnTo>
                    <a:pt x="1" y="302"/>
                  </a:lnTo>
                  <a:lnTo>
                    <a:pt x="953" y="853"/>
                  </a:lnTo>
                  <a:lnTo>
                    <a:pt x="1479" y="552"/>
                  </a:lnTo>
                  <a:lnTo>
                    <a:pt x="52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4"/>
            <p:cNvSpPr/>
            <p:nvPr/>
          </p:nvSpPr>
          <p:spPr>
            <a:xfrm>
              <a:off x="3866700" y="4046400"/>
              <a:ext cx="16925" cy="11925"/>
            </a:xfrm>
            <a:custGeom>
              <a:avLst/>
              <a:gdLst/>
              <a:ahLst/>
              <a:cxnLst/>
              <a:rect l="l" t="t" r="r" b="b"/>
              <a:pathLst>
                <a:path w="677" h="477" extrusionOk="0">
                  <a:moveTo>
                    <a:pt x="0" y="1"/>
                  </a:moveTo>
                  <a:cubicBezTo>
                    <a:pt x="50" y="51"/>
                    <a:pt x="75" y="76"/>
                    <a:pt x="126" y="151"/>
                  </a:cubicBezTo>
                  <a:cubicBezTo>
                    <a:pt x="126" y="151"/>
                    <a:pt x="151" y="176"/>
                    <a:pt x="151" y="176"/>
                  </a:cubicBezTo>
                  <a:lnTo>
                    <a:pt x="677" y="477"/>
                  </a:lnTo>
                  <a:cubicBezTo>
                    <a:pt x="677" y="477"/>
                    <a:pt x="652" y="452"/>
                    <a:pt x="652" y="452"/>
                  </a:cubicBezTo>
                  <a:cubicBezTo>
                    <a:pt x="627" y="402"/>
                    <a:pt x="602" y="377"/>
                    <a:pt x="577" y="352"/>
                  </a:cubicBezTo>
                  <a:cubicBezTo>
                    <a:pt x="577" y="326"/>
                    <a:pt x="552" y="326"/>
                    <a:pt x="552" y="326"/>
                  </a:cubicBezTo>
                  <a:cubicBezTo>
                    <a:pt x="527" y="301"/>
                    <a:pt x="527" y="276"/>
                    <a:pt x="501" y="251"/>
                  </a:cubicBezTo>
                  <a:cubicBezTo>
                    <a:pt x="476" y="251"/>
                    <a:pt x="476" y="226"/>
                    <a:pt x="451" y="226"/>
                  </a:cubicBezTo>
                  <a:cubicBezTo>
                    <a:pt x="451" y="201"/>
                    <a:pt x="426" y="201"/>
                    <a:pt x="401" y="176"/>
                  </a:cubicBezTo>
                  <a:cubicBezTo>
                    <a:pt x="401" y="176"/>
                    <a:pt x="376" y="151"/>
                    <a:pt x="376" y="151"/>
                  </a:cubicBezTo>
                  <a:cubicBezTo>
                    <a:pt x="351" y="151"/>
                    <a:pt x="326" y="126"/>
                    <a:pt x="326" y="126"/>
                  </a:cubicBezTo>
                  <a:cubicBezTo>
                    <a:pt x="226" y="51"/>
                    <a:pt x="126" y="26"/>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4"/>
            <p:cNvSpPr/>
            <p:nvPr/>
          </p:nvSpPr>
          <p:spPr>
            <a:xfrm>
              <a:off x="3765825" y="4024350"/>
              <a:ext cx="115925" cy="60925"/>
            </a:xfrm>
            <a:custGeom>
              <a:avLst/>
              <a:gdLst/>
              <a:ahLst/>
              <a:cxnLst/>
              <a:rect l="l" t="t" r="r" b="b"/>
              <a:pathLst>
                <a:path w="4637" h="2437" extrusionOk="0">
                  <a:moveTo>
                    <a:pt x="4521" y="410"/>
                  </a:moveTo>
                  <a:lnTo>
                    <a:pt x="4637" y="482"/>
                  </a:lnTo>
                  <a:cubicBezTo>
                    <a:pt x="4637" y="457"/>
                    <a:pt x="4637" y="457"/>
                    <a:pt x="4612" y="457"/>
                  </a:cubicBezTo>
                  <a:cubicBezTo>
                    <a:pt x="4592" y="437"/>
                    <a:pt x="4559" y="418"/>
                    <a:pt x="4521" y="410"/>
                  </a:cubicBezTo>
                  <a:close/>
                  <a:moveTo>
                    <a:pt x="3507" y="1"/>
                  </a:moveTo>
                  <a:cubicBezTo>
                    <a:pt x="3183" y="1"/>
                    <a:pt x="2816" y="109"/>
                    <a:pt x="2431" y="331"/>
                  </a:cubicBezTo>
                  <a:lnTo>
                    <a:pt x="201" y="1609"/>
                  </a:lnTo>
                  <a:cubicBezTo>
                    <a:pt x="100" y="1685"/>
                    <a:pt x="0" y="1835"/>
                    <a:pt x="0" y="1985"/>
                  </a:cubicBezTo>
                  <a:cubicBezTo>
                    <a:pt x="0" y="2036"/>
                    <a:pt x="25" y="2086"/>
                    <a:pt x="50" y="2111"/>
                  </a:cubicBezTo>
                  <a:lnTo>
                    <a:pt x="577" y="2437"/>
                  </a:lnTo>
                  <a:cubicBezTo>
                    <a:pt x="577" y="2411"/>
                    <a:pt x="577" y="2411"/>
                    <a:pt x="577" y="2411"/>
                  </a:cubicBezTo>
                  <a:lnTo>
                    <a:pt x="551" y="2411"/>
                  </a:lnTo>
                  <a:cubicBezTo>
                    <a:pt x="551" y="2386"/>
                    <a:pt x="551" y="2386"/>
                    <a:pt x="551" y="2386"/>
                  </a:cubicBezTo>
                  <a:cubicBezTo>
                    <a:pt x="551" y="2386"/>
                    <a:pt x="551" y="2386"/>
                    <a:pt x="551" y="2361"/>
                  </a:cubicBezTo>
                  <a:cubicBezTo>
                    <a:pt x="526" y="2361"/>
                    <a:pt x="526" y="2361"/>
                    <a:pt x="526" y="2336"/>
                  </a:cubicBezTo>
                  <a:cubicBezTo>
                    <a:pt x="526" y="2311"/>
                    <a:pt x="526" y="2311"/>
                    <a:pt x="526" y="2286"/>
                  </a:cubicBezTo>
                  <a:cubicBezTo>
                    <a:pt x="526" y="2161"/>
                    <a:pt x="627" y="1985"/>
                    <a:pt x="727" y="1910"/>
                  </a:cubicBezTo>
                  <a:lnTo>
                    <a:pt x="2957" y="632"/>
                  </a:lnTo>
                  <a:cubicBezTo>
                    <a:pt x="3033" y="607"/>
                    <a:pt x="3108" y="557"/>
                    <a:pt x="3183" y="532"/>
                  </a:cubicBezTo>
                  <a:cubicBezTo>
                    <a:pt x="3183" y="507"/>
                    <a:pt x="3208" y="507"/>
                    <a:pt x="3233" y="507"/>
                  </a:cubicBezTo>
                  <a:cubicBezTo>
                    <a:pt x="3283" y="482"/>
                    <a:pt x="3358" y="457"/>
                    <a:pt x="3409" y="432"/>
                  </a:cubicBezTo>
                  <a:cubicBezTo>
                    <a:pt x="3434" y="432"/>
                    <a:pt x="3434" y="432"/>
                    <a:pt x="3434" y="406"/>
                  </a:cubicBezTo>
                  <a:cubicBezTo>
                    <a:pt x="3509" y="381"/>
                    <a:pt x="3584" y="381"/>
                    <a:pt x="3634" y="356"/>
                  </a:cubicBezTo>
                  <a:lnTo>
                    <a:pt x="3684" y="356"/>
                  </a:lnTo>
                  <a:cubicBezTo>
                    <a:pt x="3734" y="331"/>
                    <a:pt x="3810" y="331"/>
                    <a:pt x="3860" y="331"/>
                  </a:cubicBezTo>
                  <a:cubicBezTo>
                    <a:pt x="3860" y="331"/>
                    <a:pt x="3885" y="331"/>
                    <a:pt x="3885" y="306"/>
                  </a:cubicBezTo>
                  <a:lnTo>
                    <a:pt x="4110" y="306"/>
                  </a:lnTo>
                  <a:cubicBezTo>
                    <a:pt x="4161" y="331"/>
                    <a:pt x="4211" y="331"/>
                    <a:pt x="4261" y="331"/>
                  </a:cubicBezTo>
                  <a:lnTo>
                    <a:pt x="4286" y="331"/>
                  </a:lnTo>
                  <a:cubicBezTo>
                    <a:pt x="4361" y="356"/>
                    <a:pt x="4411" y="356"/>
                    <a:pt x="4461" y="381"/>
                  </a:cubicBezTo>
                  <a:cubicBezTo>
                    <a:pt x="4461" y="381"/>
                    <a:pt x="4486" y="406"/>
                    <a:pt x="4486" y="406"/>
                  </a:cubicBezTo>
                  <a:cubicBezTo>
                    <a:pt x="4498" y="406"/>
                    <a:pt x="4510" y="408"/>
                    <a:pt x="4521" y="410"/>
                  </a:cubicBezTo>
                  <a:lnTo>
                    <a:pt x="4521" y="410"/>
                  </a:lnTo>
                  <a:lnTo>
                    <a:pt x="4110" y="156"/>
                  </a:lnTo>
                  <a:cubicBezTo>
                    <a:pt x="3936" y="53"/>
                    <a:pt x="3732" y="1"/>
                    <a:pt x="35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4"/>
            <p:cNvSpPr/>
            <p:nvPr/>
          </p:nvSpPr>
          <p:spPr>
            <a:xfrm>
              <a:off x="3778975" y="4032000"/>
              <a:ext cx="114675" cy="53125"/>
            </a:xfrm>
            <a:custGeom>
              <a:avLst/>
              <a:gdLst/>
              <a:ahLst/>
              <a:cxnLst/>
              <a:rect l="l" t="t" r="r" b="b"/>
              <a:pathLst>
                <a:path w="4587" h="2125" extrusionOk="0">
                  <a:moveTo>
                    <a:pt x="3359" y="0"/>
                  </a:moveTo>
                  <a:cubicBezTo>
                    <a:pt x="3359" y="25"/>
                    <a:pt x="3334" y="25"/>
                    <a:pt x="3334" y="25"/>
                  </a:cubicBezTo>
                  <a:cubicBezTo>
                    <a:pt x="3259" y="25"/>
                    <a:pt x="3208" y="25"/>
                    <a:pt x="3158" y="50"/>
                  </a:cubicBezTo>
                  <a:lnTo>
                    <a:pt x="3108" y="50"/>
                  </a:lnTo>
                  <a:cubicBezTo>
                    <a:pt x="3058" y="75"/>
                    <a:pt x="2983" y="75"/>
                    <a:pt x="2908" y="100"/>
                  </a:cubicBezTo>
                  <a:cubicBezTo>
                    <a:pt x="2908" y="126"/>
                    <a:pt x="2883" y="126"/>
                    <a:pt x="2883" y="126"/>
                  </a:cubicBezTo>
                  <a:cubicBezTo>
                    <a:pt x="2832" y="151"/>
                    <a:pt x="2757" y="176"/>
                    <a:pt x="2707" y="201"/>
                  </a:cubicBezTo>
                  <a:cubicBezTo>
                    <a:pt x="2682" y="201"/>
                    <a:pt x="2657" y="201"/>
                    <a:pt x="2657" y="226"/>
                  </a:cubicBezTo>
                  <a:cubicBezTo>
                    <a:pt x="2582" y="251"/>
                    <a:pt x="2507" y="301"/>
                    <a:pt x="2431" y="326"/>
                  </a:cubicBezTo>
                  <a:lnTo>
                    <a:pt x="201" y="1604"/>
                  </a:lnTo>
                  <a:cubicBezTo>
                    <a:pt x="101" y="1679"/>
                    <a:pt x="0" y="1855"/>
                    <a:pt x="0" y="1980"/>
                  </a:cubicBezTo>
                  <a:cubicBezTo>
                    <a:pt x="0" y="2005"/>
                    <a:pt x="0" y="2005"/>
                    <a:pt x="0" y="2030"/>
                  </a:cubicBezTo>
                  <a:cubicBezTo>
                    <a:pt x="0" y="2055"/>
                    <a:pt x="0" y="2055"/>
                    <a:pt x="25" y="2055"/>
                  </a:cubicBezTo>
                  <a:cubicBezTo>
                    <a:pt x="25" y="2080"/>
                    <a:pt x="25" y="2080"/>
                    <a:pt x="25" y="2080"/>
                  </a:cubicBezTo>
                  <a:cubicBezTo>
                    <a:pt x="25" y="2080"/>
                    <a:pt x="25" y="2080"/>
                    <a:pt x="25" y="2105"/>
                  </a:cubicBezTo>
                  <a:lnTo>
                    <a:pt x="51" y="2105"/>
                  </a:lnTo>
                  <a:cubicBezTo>
                    <a:pt x="63" y="2118"/>
                    <a:pt x="88" y="2124"/>
                    <a:pt x="116" y="2124"/>
                  </a:cubicBezTo>
                  <a:cubicBezTo>
                    <a:pt x="145" y="2124"/>
                    <a:pt x="176" y="2118"/>
                    <a:pt x="201" y="2105"/>
                  </a:cubicBezTo>
                  <a:lnTo>
                    <a:pt x="2431" y="827"/>
                  </a:lnTo>
                  <a:cubicBezTo>
                    <a:pt x="2744" y="652"/>
                    <a:pt x="3041" y="552"/>
                    <a:pt x="3299" y="552"/>
                  </a:cubicBezTo>
                  <a:cubicBezTo>
                    <a:pt x="3372" y="552"/>
                    <a:pt x="3443" y="560"/>
                    <a:pt x="3509" y="577"/>
                  </a:cubicBezTo>
                  <a:cubicBezTo>
                    <a:pt x="3635" y="602"/>
                    <a:pt x="3735" y="627"/>
                    <a:pt x="3835" y="702"/>
                  </a:cubicBezTo>
                  <a:cubicBezTo>
                    <a:pt x="3835" y="702"/>
                    <a:pt x="3860" y="727"/>
                    <a:pt x="3885" y="727"/>
                  </a:cubicBezTo>
                  <a:cubicBezTo>
                    <a:pt x="3885" y="727"/>
                    <a:pt x="3910" y="752"/>
                    <a:pt x="3910" y="752"/>
                  </a:cubicBezTo>
                  <a:cubicBezTo>
                    <a:pt x="3935" y="777"/>
                    <a:pt x="3960" y="777"/>
                    <a:pt x="3960" y="802"/>
                  </a:cubicBezTo>
                  <a:cubicBezTo>
                    <a:pt x="3985" y="802"/>
                    <a:pt x="3985" y="827"/>
                    <a:pt x="4010" y="827"/>
                  </a:cubicBezTo>
                  <a:cubicBezTo>
                    <a:pt x="4036" y="852"/>
                    <a:pt x="4036" y="877"/>
                    <a:pt x="4061" y="902"/>
                  </a:cubicBezTo>
                  <a:cubicBezTo>
                    <a:pt x="4061" y="902"/>
                    <a:pt x="4086" y="902"/>
                    <a:pt x="4086" y="928"/>
                  </a:cubicBezTo>
                  <a:cubicBezTo>
                    <a:pt x="4111" y="953"/>
                    <a:pt x="4136" y="978"/>
                    <a:pt x="4161" y="1028"/>
                  </a:cubicBezTo>
                  <a:cubicBezTo>
                    <a:pt x="4161" y="1028"/>
                    <a:pt x="4186" y="1053"/>
                    <a:pt x="4186" y="1053"/>
                  </a:cubicBezTo>
                  <a:cubicBezTo>
                    <a:pt x="4211" y="1065"/>
                    <a:pt x="4236" y="1072"/>
                    <a:pt x="4261" y="1072"/>
                  </a:cubicBezTo>
                  <a:cubicBezTo>
                    <a:pt x="4286" y="1072"/>
                    <a:pt x="4311" y="1065"/>
                    <a:pt x="4336" y="1053"/>
                  </a:cubicBezTo>
                  <a:cubicBezTo>
                    <a:pt x="4386" y="1028"/>
                    <a:pt x="4411" y="1003"/>
                    <a:pt x="4437" y="953"/>
                  </a:cubicBezTo>
                  <a:cubicBezTo>
                    <a:pt x="4537" y="827"/>
                    <a:pt x="4587" y="677"/>
                    <a:pt x="4537" y="577"/>
                  </a:cubicBezTo>
                  <a:cubicBezTo>
                    <a:pt x="4411" y="401"/>
                    <a:pt x="4261" y="251"/>
                    <a:pt x="4086" y="151"/>
                  </a:cubicBezTo>
                  <a:cubicBezTo>
                    <a:pt x="4061" y="126"/>
                    <a:pt x="4010" y="100"/>
                    <a:pt x="3960" y="100"/>
                  </a:cubicBezTo>
                  <a:cubicBezTo>
                    <a:pt x="3960" y="100"/>
                    <a:pt x="3935" y="75"/>
                    <a:pt x="3935" y="75"/>
                  </a:cubicBezTo>
                  <a:cubicBezTo>
                    <a:pt x="3885" y="50"/>
                    <a:pt x="3835" y="50"/>
                    <a:pt x="3760" y="25"/>
                  </a:cubicBezTo>
                  <a:lnTo>
                    <a:pt x="3735" y="25"/>
                  </a:lnTo>
                  <a:cubicBezTo>
                    <a:pt x="3685" y="25"/>
                    <a:pt x="3635" y="25"/>
                    <a:pt x="35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4"/>
            <p:cNvSpPr/>
            <p:nvPr/>
          </p:nvSpPr>
          <p:spPr>
            <a:xfrm>
              <a:off x="3726975" y="3955550"/>
              <a:ext cx="16925" cy="12550"/>
            </a:xfrm>
            <a:custGeom>
              <a:avLst/>
              <a:gdLst/>
              <a:ahLst/>
              <a:cxnLst/>
              <a:rect l="l" t="t" r="r" b="b"/>
              <a:pathLst>
                <a:path w="677" h="502" extrusionOk="0">
                  <a:moveTo>
                    <a:pt x="0" y="1"/>
                  </a:moveTo>
                  <a:cubicBezTo>
                    <a:pt x="25" y="51"/>
                    <a:pt x="75" y="101"/>
                    <a:pt x="100" y="151"/>
                  </a:cubicBezTo>
                  <a:cubicBezTo>
                    <a:pt x="100" y="176"/>
                    <a:pt x="126" y="176"/>
                    <a:pt x="126" y="201"/>
                  </a:cubicBezTo>
                  <a:lnTo>
                    <a:pt x="647" y="486"/>
                  </a:lnTo>
                  <a:lnTo>
                    <a:pt x="647" y="486"/>
                  </a:lnTo>
                  <a:cubicBezTo>
                    <a:pt x="640" y="475"/>
                    <a:pt x="627" y="470"/>
                    <a:pt x="627" y="452"/>
                  </a:cubicBezTo>
                  <a:cubicBezTo>
                    <a:pt x="602" y="427"/>
                    <a:pt x="577" y="402"/>
                    <a:pt x="552" y="351"/>
                  </a:cubicBezTo>
                  <a:cubicBezTo>
                    <a:pt x="552" y="351"/>
                    <a:pt x="552" y="351"/>
                    <a:pt x="527" y="326"/>
                  </a:cubicBezTo>
                  <a:cubicBezTo>
                    <a:pt x="527" y="301"/>
                    <a:pt x="501" y="301"/>
                    <a:pt x="476" y="276"/>
                  </a:cubicBezTo>
                  <a:cubicBezTo>
                    <a:pt x="476" y="251"/>
                    <a:pt x="451" y="251"/>
                    <a:pt x="451" y="251"/>
                  </a:cubicBezTo>
                  <a:cubicBezTo>
                    <a:pt x="426" y="226"/>
                    <a:pt x="401" y="201"/>
                    <a:pt x="401" y="201"/>
                  </a:cubicBezTo>
                  <a:cubicBezTo>
                    <a:pt x="376" y="176"/>
                    <a:pt x="376" y="176"/>
                    <a:pt x="351" y="176"/>
                  </a:cubicBezTo>
                  <a:cubicBezTo>
                    <a:pt x="326" y="151"/>
                    <a:pt x="326" y="151"/>
                    <a:pt x="301" y="126"/>
                  </a:cubicBezTo>
                  <a:cubicBezTo>
                    <a:pt x="201" y="76"/>
                    <a:pt x="100" y="26"/>
                    <a:pt x="0" y="1"/>
                  </a:cubicBezTo>
                  <a:close/>
                  <a:moveTo>
                    <a:pt x="647" y="486"/>
                  </a:moveTo>
                  <a:cubicBezTo>
                    <a:pt x="650" y="490"/>
                    <a:pt x="652" y="495"/>
                    <a:pt x="652" y="502"/>
                  </a:cubicBezTo>
                  <a:lnTo>
                    <a:pt x="677" y="502"/>
                  </a:lnTo>
                  <a:lnTo>
                    <a:pt x="647" y="48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44"/>
            <p:cNvSpPr/>
            <p:nvPr/>
          </p:nvSpPr>
          <p:spPr>
            <a:xfrm>
              <a:off x="3625475" y="3934100"/>
              <a:ext cx="115925" cy="60325"/>
            </a:xfrm>
            <a:custGeom>
              <a:avLst/>
              <a:gdLst/>
              <a:ahLst/>
              <a:cxnLst/>
              <a:rect l="l" t="t" r="r" b="b"/>
              <a:pathLst>
                <a:path w="4637" h="2413" extrusionOk="0">
                  <a:moveTo>
                    <a:pt x="3495" y="0"/>
                  </a:moveTo>
                  <a:cubicBezTo>
                    <a:pt x="3174" y="0"/>
                    <a:pt x="2811" y="102"/>
                    <a:pt x="2431" y="307"/>
                  </a:cubicBezTo>
                  <a:lnTo>
                    <a:pt x="226" y="1610"/>
                  </a:lnTo>
                  <a:cubicBezTo>
                    <a:pt x="100" y="1661"/>
                    <a:pt x="0" y="1836"/>
                    <a:pt x="0" y="1961"/>
                  </a:cubicBezTo>
                  <a:cubicBezTo>
                    <a:pt x="0" y="2037"/>
                    <a:pt x="25" y="2087"/>
                    <a:pt x="75" y="2112"/>
                  </a:cubicBezTo>
                  <a:lnTo>
                    <a:pt x="551" y="2384"/>
                  </a:lnTo>
                  <a:lnTo>
                    <a:pt x="551" y="2384"/>
                  </a:lnTo>
                  <a:cubicBezTo>
                    <a:pt x="551" y="2362"/>
                    <a:pt x="551" y="2362"/>
                    <a:pt x="551" y="2362"/>
                  </a:cubicBezTo>
                  <a:cubicBezTo>
                    <a:pt x="551" y="2362"/>
                    <a:pt x="551" y="2337"/>
                    <a:pt x="551" y="2337"/>
                  </a:cubicBezTo>
                  <a:lnTo>
                    <a:pt x="526" y="2337"/>
                  </a:lnTo>
                  <a:cubicBezTo>
                    <a:pt x="526" y="2312"/>
                    <a:pt x="526" y="2287"/>
                    <a:pt x="526" y="2287"/>
                  </a:cubicBezTo>
                  <a:cubicBezTo>
                    <a:pt x="526" y="2137"/>
                    <a:pt x="627" y="1986"/>
                    <a:pt x="752" y="1911"/>
                  </a:cubicBezTo>
                  <a:lnTo>
                    <a:pt x="2957" y="633"/>
                  </a:lnTo>
                  <a:cubicBezTo>
                    <a:pt x="3033" y="583"/>
                    <a:pt x="3108" y="558"/>
                    <a:pt x="3183" y="508"/>
                  </a:cubicBezTo>
                  <a:cubicBezTo>
                    <a:pt x="3208" y="508"/>
                    <a:pt x="3208" y="508"/>
                    <a:pt x="3233" y="483"/>
                  </a:cubicBezTo>
                  <a:cubicBezTo>
                    <a:pt x="3308" y="458"/>
                    <a:pt x="3358" y="432"/>
                    <a:pt x="3409" y="407"/>
                  </a:cubicBezTo>
                  <a:lnTo>
                    <a:pt x="3434" y="407"/>
                  </a:lnTo>
                  <a:cubicBezTo>
                    <a:pt x="3509" y="382"/>
                    <a:pt x="3584" y="357"/>
                    <a:pt x="3634" y="357"/>
                  </a:cubicBezTo>
                  <a:cubicBezTo>
                    <a:pt x="3659" y="357"/>
                    <a:pt x="3684" y="332"/>
                    <a:pt x="3684" y="332"/>
                  </a:cubicBezTo>
                  <a:cubicBezTo>
                    <a:pt x="3759" y="332"/>
                    <a:pt x="3810" y="307"/>
                    <a:pt x="3860" y="307"/>
                  </a:cubicBezTo>
                  <a:lnTo>
                    <a:pt x="4110" y="307"/>
                  </a:lnTo>
                  <a:cubicBezTo>
                    <a:pt x="4160" y="307"/>
                    <a:pt x="4211" y="307"/>
                    <a:pt x="4261" y="332"/>
                  </a:cubicBezTo>
                  <a:lnTo>
                    <a:pt x="4311" y="332"/>
                  </a:lnTo>
                  <a:cubicBezTo>
                    <a:pt x="4361" y="332"/>
                    <a:pt x="4411" y="357"/>
                    <a:pt x="4461" y="382"/>
                  </a:cubicBezTo>
                  <a:lnTo>
                    <a:pt x="4486" y="382"/>
                  </a:lnTo>
                  <a:cubicBezTo>
                    <a:pt x="4536" y="407"/>
                    <a:pt x="4587" y="432"/>
                    <a:pt x="4612" y="458"/>
                  </a:cubicBezTo>
                  <a:lnTo>
                    <a:pt x="4637" y="458"/>
                  </a:lnTo>
                  <a:lnTo>
                    <a:pt x="4110" y="157"/>
                  </a:lnTo>
                  <a:cubicBezTo>
                    <a:pt x="3933" y="52"/>
                    <a:pt x="3725" y="0"/>
                    <a:pt x="3495" y="0"/>
                  </a:cubicBezTo>
                  <a:close/>
                  <a:moveTo>
                    <a:pt x="551" y="2384"/>
                  </a:moveTo>
                  <a:cubicBezTo>
                    <a:pt x="551" y="2385"/>
                    <a:pt x="551" y="2386"/>
                    <a:pt x="551" y="2387"/>
                  </a:cubicBezTo>
                  <a:lnTo>
                    <a:pt x="558" y="2387"/>
                  </a:lnTo>
                  <a:lnTo>
                    <a:pt x="551" y="2384"/>
                  </a:lnTo>
                  <a:close/>
                  <a:moveTo>
                    <a:pt x="558" y="2387"/>
                  </a:moveTo>
                  <a:lnTo>
                    <a:pt x="576" y="2398"/>
                  </a:lnTo>
                  <a:lnTo>
                    <a:pt x="576" y="2398"/>
                  </a:lnTo>
                  <a:cubicBezTo>
                    <a:pt x="576" y="2387"/>
                    <a:pt x="576" y="2387"/>
                    <a:pt x="576" y="2387"/>
                  </a:cubicBezTo>
                  <a:close/>
                  <a:moveTo>
                    <a:pt x="576" y="2398"/>
                  </a:moveTo>
                  <a:cubicBezTo>
                    <a:pt x="576" y="2402"/>
                    <a:pt x="576" y="2406"/>
                    <a:pt x="576" y="2412"/>
                  </a:cubicBezTo>
                  <a:lnTo>
                    <a:pt x="602" y="2412"/>
                  </a:lnTo>
                  <a:lnTo>
                    <a:pt x="576" y="239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4"/>
            <p:cNvSpPr/>
            <p:nvPr/>
          </p:nvSpPr>
          <p:spPr>
            <a:xfrm>
              <a:off x="3610425" y="3992525"/>
              <a:ext cx="650" cy="2525"/>
            </a:xfrm>
            <a:custGeom>
              <a:avLst/>
              <a:gdLst/>
              <a:ahLst/>
              <a:cxnLst/>
              <a:rect l="l" t="t" r="r" b="b"/>
              <a:pathLst>
                <a:path w="26" h="101" extrusionOk="0">
                  <a:moveTo>
                    <a:pt x="26" y="0"/>
                  </a:moveTo>
                  <a:lnTo>
                    <a:pt x="26" y="0"/>
                  </a:lnTo>
                  <a:cubicBezTo>
                    <a:pt x="26" y="25"/>
                    <a:pt x="26" y="75"/>
                    <a:pt x="1" y="101"/>
                  </a:cubicBezTo>
                  <a:cubicBezTo>
                    <a:pt x="1" y="101"/>
                    <a:pt x="1" y="101"/>
                    <a:pt x="1" y="101"/>
                  </a:cubicBezTo>
                  <a:cubicBezTo>
                    <a:pt x="26" y="75"/>
                    <a:pt x="26" y="25"/>
                    <a:pt x="26" y="0"/>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4"/>
            <p:cNvSpPr/>
            <p:nvPr/>
          </p:nvSpPr>
          <p:spPr>
            <a:xfrm>
              <a:off x="3612925" y="3985625"/>
              <a:ext cx="650" cy="1275"/>
            </a:xfrm>
            <a:custGeom>
              <a:avLst/>
              <a:gdLst/>
              <a:ahLst/>
              <a:cxnLst/>
              <a:rect l="l" t="t" r="r" b="b"/>
              <a:pathLst>
                <a:path w="26" h="51" extrusionOk="0">
                  <a:moveTo>
                    <a:pt x="26" y="1"/>
                  </a:moveTo>
                  <a:lnTo>
                    <a:pt x="26" y="1"/>
                  </a:lnTo>
                  <a:cubicBezTo>
                    <a:pt x="26" y="1"/>
                    <a:pt x="26" y="26"/>
                    <a:pt x="1" y="51"/>
                  </a:cubicBezTo>
                  <a:cubicBezTo>
                    <a:pt x="1" y="51"/>
                    <a:pt x="1" y="51"/>
                    <a:pt x="1" y="51"/>
                  </a:cubicBezTo>
                  <a:cubicBezTo>
                    <a:pt x="26" y="26"/>
                    <a:pt x="26" y="1"/>
                    <a:pt x="26" y="1"/>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4"/>
            <p:cNvSpPr/>
            <p:nvPr/>
          </p:nvSpPr>
          <p:spPr>
            <a:xfrm>
              <a:off x="3614175" y="3983750"/>
              <a:ext cx="1275" cy="650"/>
            </a:xfrm>
            <a:custGeom>
              <a:avLst/>
              <a:gdLst/>
              <a:ahLst/>
              <a:cxnLst/>
              <a:rect l="l" t="t" r="r" b="b"/>
              <a:pathLst>
                <a:path w="51" h="26" extrusionOk="0">
                  <a:moveTo>
                    <a:pt x="51" y="0"/>
                  </a:moveTo>
                  <a:lnTo>
                    <a:pt x="51" y="0"/>
                  </a:lnTo>
                  <a:cubicBezTo>
                    <a:pt x="26" y="0"/>
                    <a:pt x="26" y="25"/>
                    <a:pt x="1" y="25"/>
                  </a:cubicBezTo>
                  <a:lnTo>
                    <a:pt x="1" y="25"/>
                  </a:lnTo>
                  <a:cubicBezTo>
                    <a:pt x="26" y="25"/>
                    <a:pt x="26" y="0"/>
                    <a:pt x="51" y="0"/>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4"/>
            <p:cNvSpPr/>
            <p:nvPr/>
          </p:nvSpPr>
          <p:spPr>
            <a:xfrm>
              <a:off x="3611050" y="3990025"/>
              <a:ext cx="650" cy="1900"/>
            </a:xfrm>
            <a:custGeom>
              <a:avLst/>
              <a:gdLst/>
              <a:ahLst/>
              <a:cxnLst/>
              <a:rect l="l" t="t" r="r" b="b"/>
              <a:pathLst>
                <a:path w="26" h="76" extrusionOk="0">
                  <a:moveTo>
                    <a:pt x="26" y="0"/>
                  </a:moveTo>
                  <a:lnTo>
                    <a:pt x="26" y="0"/>
                  </a:lnTo>
                  <a:cubicBezTo>
                    <a:pt x="26" y="25"/>
                    <a:pt x="26" y="50"/>
                    <a:pt x="1" y="75"/>
                  </a:cubicBezTo>
                  <a:cubicBezTo>
                    <a:pt x="1" y="75"/>
                    <a:pt x="1" y="75"/>
                    <a:pt x="1" y="75"/>
                  </a:cubicBezTo>
                  <a:cubicBezTo>
                    <a:pt x="26" y="50"/>
                    <a:pt x="26" y="25"/>
                    <a:pt x="26" y="0"/>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4"/>
            <p:cNvSpPr/>
            <p:nvPr/>
          </p:nvSpPr>
          <p:spPr>
            <a:xfrm>
              <a:off x="3612300" y="3987500"/>
              <a:ext cx="650" cy="1275"/>
            </a:xfrm>
            <a:custGeom>
              <a:avLst/>
              <a:gdLst/>
              <a:ahLst/>
              <a:cxnLst/>
              <a:rect l="l" t="t" r="r" b="b"/>
              <a:pathLst>
                <a:path w="26" h="51" extrusionOk="0">
                  <a:moveTo>
                    <a:pt x="26" y="1"/>
                  </a:moveTo>
                  <a:lnTo>
                    <a:pt x="26" y="1"/>
                  </a:lnTo>
                  <a:cubicBezTo>
                    <a:pt x="1" y="26"/>
                    <a:pt x="1" y="51"/>
                    <a:pt x="1" y="51"/>
                  </a:cubicBezTo>
                  <a:lnTo>
                    <a:pt x="1" y="51"/>
                  </a:lnTo>
                  <a:cubicBezTo>
                    <a:pt x="1" y="51"/>
                    <a:pt x="1" y="26"/>
                    <a:pt x="26" y="1"/>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4"/>
            <p:cNvSpPr/>
            <p:nvPr/>
          </p:nvSpPr>
          <p:spPr>
            <a:xfrm>
              <a:off x="3616075" y="3981875"/>
              <a:ext cx="650" cy="1275"/>
            </a:xfrm>
            <a:custGeom>
              <a:avLst/>
              <a:gdLst/>
              <a:ahLst/>
              <a:cxnLst/>
              <a:rect l="l" t="t" r="r" b="b"/>
              <a:pathLst>
                <a:path w="26" h="51" extrusionOk="0">
                  <a:moveTo>
                    <a:pt x="25" y="0"/>
                  </a:moveTo>
                  <a:lnTo>
                    <a:pt x="25" y="0"/>
                  </a:lnTo>
                  <a:cubicBezTo>
                    <a:pt x="25" y="25"/>
                    <a:pt x="0" y="25"/>
                    <a:pt x="0" y="50"/>
                  </a:cubicBezTo>
                  <a:lnTo>
                    <a:pt x="0" y="50"/>
                  </a:lnTo>
                  <a:cubicBezTo>
                    <a:pt x="0" y="25"/>
                    <a:pt x="25" y="25"/>
                    <a:pt x="25" y="0"/>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4"/>
            <p:cNvSpPr/>
            <p:nvPr/>
          </p:nvSpPr>
          <p:spPr>
            <a:xfrm>
              <a:off x="3610425" y="3995650"/>
              <a:ext cx="25" cy="3150"/>
            </a:xfrm>
            <a:custGeom>
              <a:avLst/>
              <a:gdLst/>
              <a:ahLst/>
              <a:cxnLst/>
              <a:rect l="l" t="t" r="r" b="b"/>
              <a:pathLst>
                <a:path w="1" h="126" extrusionOk="0">
                  <a:moveTo>
                    <a:pt x="1" y="1"/>
                  </a:moveTo>
                  <a:cubicBezTo>
                    <a:pt x="1" y="51"/>
                    <a:pt x="1" y="76"/>
                    <a:pt x="1" y="126"/>
                  </a:cubicBezTo>
                  <a:cubicBezTo>
                    <a:pt x="1" y="76"/>
                    <a:pt x="1" y="51"/>
                    <a:pt x="1" y="1"/>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4"/>
            <p:cNvSpPr/>
            <p:nvPr/>
          </p:nvSpPr>
          <p:spPr>
            <a:xfrm>
              <a:off x="3621700" y="3979350"/>
              <a:ext cx="1275" cy="25"/>
            </a:xfrm>
            <a:custGeom>
              <a:avLst/>
              <a:gdLst/>
              <a:ahLst/>
              <a:cxnLst/>
              <a:rect l="l" t="t" r="r" b="b"/>
              <a:pathLst>
                <a:path w="51" h="1" extrusionOk="0">
                  <a:moveTo>
                    <a:pt x="51" y="1"/>
                  </a:moveTo>
                  <a:lnTo>
                    <a:pt x="51" y="1"/>
                  </a:lnTo>
                  <a:cubicBezTo>
                    <a:pt x="26" y="1"/>
                    <a:pt x="26" y="1"/>
                    <a:pt x="1" y="1"/>
                  </a:cubicBezTo>
                  <a:cubicBezTo>
                    <a:pt x="1" y="1"/>
                    <a:pt x="1" y="1"/>
                    <a:pt x="1" y="1"/>
                  </a:cubicBezTo>
                  <a:cubicBezTo>
                    <a:pt x="26" y="1"/>
                    <a:pt x="26" y="1"/>
                    <a:pt x="51" y="1"/>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4"/>
            <p:cNvSpPr/>
            <p:nvPr/>
          </p:nvSpPr>
          <p:spPr>
            <a:xfrm>
              <a:off x="3624200" y="3978725"/>
              <a:ext cx="1300" cy="650"/>
            </a:xfrm>
            <a:custGeom>
              <a:avLst/>
              <a:gdLst/>
              <a:ahLst/>
              <a:cxnLst/>
              <a:rect l="l" t="t" r="r" b="b"/>
              <a:pathLst>
                <a:path w="52" h="26" extrusionOk="0">
                  <a:moveTo>
                    <a:pt x="51" y="1"/>
                  </a:moveTo>
                  <a:lnTo>
                    <a:pt x="51" y="1"/>
                  </a:lnTo>
                  <a:cubicBezTo>
                    <a:pt x="26" y="1"/>
                    <a:pt x="1" y="1"/>
                    <a:pt x="1" y="26"/>
                  </a:cubicBezTo>
                  <a:lnTo>
                    <a:pt x="1" y="26"/>
                  </a:lnTo>
                  <a:cubicBezTo>
                    <a:pt x="1" y="1"/>
                    <a:pt x="26" y="1"/>
                    <a:pt x="51" y="1"/>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4"/>
            <p:cNvSpPr/>
            <p:nvPr/>
          </p:nvSpPr>
          <p:spPr>
            <a:xfrm>
              <a:off x="3619825" y="3979975"/>
              <a:ext cx="650" cy="675"/>
            </a:xfrm>
            <a:custGeom>
              <a:avLst/>
              <a:gdLst/>
              <a:ahLst/>
              <a:cxnLst/>
              <a:rect l="l" t="t" r="r" b="b"/>
              <a:pathLst>
                <a:path w="26" h="27" extrusionOk="0">
                  <a:moveTo>
                    <a:pt x="0" y="1"/>
                  </a:moveTo>
                  <a:cubicBezTo>
                    <a:pt x="0" y="26"/>
                    <a:pt x="0" y="26"/>
                    <a:pt x="0" y="26"/>
                  </a:cubicBezTo>
                  <a:cubicBezTo>
                    <a:pt x="0" y="1"/>
                    <a:pt x="26" y="1"/>
                    <a:pt x="26" y="1"/>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4"/>
            <p:cNvSpPr/>
            <p:nvPr/>
          </p:nvSpPr>
          <p:spPr>
            <a:xfrm>
              <a:off x="3617950" y="3980625"/>
              <a:ext cx="650" cy="650"/>
            </a:xfrm>
            <a:custGeom>
              <a:avLst/>
              <a:gdLst/>
              <a:ahLst/>
              <a:cxnLst/>
              <a:rect l="l" t="t" r="r" b="b"/>
              <a:pathLst>
                <a:path w="26" h="26" extrusionOk="0">
                  <a:moveTo>
                    <a:pt x="25" y="0"/>
                  </a:moveTo>
                  <a:lnTo>
                    <a:pt x="25" y="0"/>
                  </a:lnTo>
                  <a:cubicBezTo>
                    <a:pt x="25" y="25"/>
                    <a:pt x="0" y="25"/>
                    <a:pt x="0" y="25"/>
                  </a:cubicBezTo>
                  <a:lnTo>
                    <a:pt x="0" y="25"/>
                  </a:lnTo>
                  <a:cubicBezTo>
                    <a:pt x="0" y="25"/>
                    <a:pt x="25" y="25"/>
                    <a:pt x="25" y="0"/>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4"/>
            <p:cNvSpPr/>
            <p:nvPr/>
          </p:nvSpPr>
          <p:spPr>
            <a:xfrm>
              <a:off x="3666200" y="4043275"/>
              <a:ext cx="19450" cy="19450"/>
            </a:xfrm>
            <a:custGeom>
              <a:avLst/>
              <a:gdLst/>
              <a:ahLst/>
              <a:cxnLst/>
              <a:rect l="l" t="t" r="r" b="b"/>
              <a:pathLst>
                <a:path w="778" h="778" extrusionOk="0">
                  <a:moveTo>
                    <a:pt x="426" y="0"/>
                  </a:moveTo>
                  <a:cubicBezTo>
                    <a:pt x="426" y="50"/>
                    <a:pt x="426" y="101"/>
                    <a:pt x="401" y="151"/>
                  </a:cubicBezTo>
                  <a:cubicBezTo>
                    <a:pt x="401" y="151"/>
                    <a:pt x="401" y="176"/>
                    <a:pt x="401" y="201"/>
                  </a:cubicBezTo>
                  <a:cubicBezTo>
                    <a:pt x="376" y="226"/>
                    <a:pt x="376" y="251"/>
                    <a:pt x="376" y="276"/>
                  </a:cubicBezTo>
                  <a:cubicBezTo>
                    <a:pt x="351" y="301"/>
                    <a:pt x="351" y="301"/>
                    <a:pt x="351" y="326"/>
                  </a:cubicBezTo>
                  <a:cubicBezTo>
                    <a:pt x="351" y="351"/>
                    <a:pt x="326" y="376"/>
                    <a:pt x="326" y="401"/>
                  </a:cubicBezTo>
                  <a:cubicBezTo>
                    <a:pt x="326" y="401"/>
                    <a:pt x="301" y="426"/>
                    <a:pt x="301" y="426"/>
                  </a:cubicBezTo>
                  <a:cubicBezTo>
                    <a:pt x="276" y="451"/>
                    <a:pt x="276" y="477"/>
                    <a:pt x="276" y="502"/>
                  </a:cubicBezTo>
                  <a:cubicBezTo>
                    <a:pt x="251" y="502"/>
                    <a:pt x="251" y="527"/>
                    <a:pt x="226" y="527"/>
                  </a:cubicBezTo>
                  <a:cubicBezTo>
                    <a:pt x="226" y="552"/>
                    <a:pt x="201" y="577"/>
                    <a:pt x="201" y="577"/>
                  </a:cubicBezTo>
                  <a:cubicBezTo>
                    <a:pt x="201" y="602"/>
                    <a:pt x="176" y="602"/>
                    <a:pt x="176" y="627"/>
                  </a:cubicBezTo>
                  <a:cubicBezTo>
                    <a:pt x="150" y="627"/>
                    <a:pt x="150" y="652"/>
                    <a:pt x="125" y="677"/>
                  </a:cubicBezTo>
                  <a:cubicBezTo>
                    <a:pt x="100" y="677"/>
                    <a:pt x="100" y="677"/>
                    <a:pt x="100" y="702"/>
                  </a:cubicBezTo>
                  <a:cubicBezTo>
                    <a:pt x="75" y="702"/>
                    <a:pt x="50" y="727"/>
                    <a:pt x="25" y="727"/>
                  </a:cubicBezTo>
                  <a:cubicBezTo>
                    <a:pt x="25" y="752"/>
                    <a:pt x="25" y="752"/>
                    <a:pt x="0" y="752"/>
                  </a:cubicBezTo>
                  <a:cubicBezTo>
                    <a:pt x="0" y="752"/>
                    <a:pt x="0" y="752"/>
                    <a:pt x="0" y="777"/>
                  </a:cubicBezTo>
                  <a:lnTo>
                    <a:pt x="526" y="451"/>
                  </a:lnTo>
                  <a:cubicBezTo>
                    <a:pt x="627" y="401"/>
                    <a:pt x="702" y="326"/>
                    <a:pt x="777" y="201"/>
                  </a:cubicBezTo>
                  <a:lnTo>
                    <a:pt x="4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4"/>
            <p:cNvSpPr/>
            <p:nvPr/>
          </p:nvSpPr>
          <p:spPr>
            <a:xfrm>
              <a:off x="3705025" y="4050175"/>
              <a:ext cx="25" cy="3150"/>
            </a:xfrm>
            <a:custGeom>
              <a:avLst/>
              <a:gdLst/>
              <a:ahLst/>
              <a:cxnLst/>
              <a:rect l="l" t="t" r="r" b="b"/>
              <a:pathLst>
                <a:path w="1" h="126" extrusionOk="0">
                  <a:moveTo>
                    <a:pt x="1" y="0"/>
                  </a:moveTo>
                  <a:cubicBezTo>
                    <a:pt x="1" y="50"/>
                    <a:pt x="1" y="75"/>
                    <a:pt x="1" y="125"/>
                  </a:cubicBezTo>
                  <a:cubicBezTo>
                    <a:pt x="1" y="75"/>
                    <a:pt x="1" y="50"/>
                    <a:pt x="1" y="0"/>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4"/>
            <p:cNvSpPr/>
            <p:nvPr/>
          </p:nvSpPr>
          <p:spPr>
            <a:xfrm>
              <a:off x="3706300" y="4042025"/>
              <a:ext cx="650" cy="1275"/>
            </a:xfrm>
            <a:custGeom>
              <a:avLst/>
              <a:gdLst/>
              <a:ahLst/>
              <a:cxnLst/>
              <a:rect l="l" t="t" r="r" b="b"/>
              <a:pathLst>
                <a:path w="26" h="51" extrusionOk="0">
                  <a:moveTo>
                    <a:pt x="25" y="0"/>
                  </a:moveTo>
                  <a:lnTo>
                    <a:pt x="25" y="0"/>
                  </a:lnTo>
                  <a:cubicBezTo>
                    <a:pt x="25" y="25"/>
                    <a:pt x="25" y="50"/>
                    <a:pt x="0" y="50"/>
                  </a:cubicBezTo>
                  <a:lnTo>
                    <a:pt x="0" y="50"/>
                  </a:lnTo>
                  <a:cubicBezTo>
                    <a:pt x="25" y="50"/>
                    <a:pt x="25" y="25"/>
                    <a:pt x="25" y="0"/>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4"/>
            <p:cNvSpPr/>
            <p:nvPr/>
          </p:nvSpPr>
          <p:spPr>
            <a:xfrm>
              <a:off x="3718825" y="4033250"/>
              <a:ext cx="650" cy="650"/>
            </a:xfrm>
            <a:custGeom>
              <a:avLst/>
              <a:gdLst/>
              <a:ahLst/>
              <a:cxnLst/>
              <a:rect l="l" t="t" r="r" b="b"/>
              <a:pathLst>
                <a:path w="26" h="26" extrusionOk="0">
                  <a:moveTo>
                    <a:pt x="25" y="0"/>
                  </a:moveTo>
                  <a:lnTo>
                    <a:pt x="25" y="0"/>
                  </a:lnTo>
                  <a:cubicBezTo>
                    <a:pt x="25" y="0"/>
                    <a:pt x="0" y="25"/>
                    <a:pt x="0" y="25"/>
                  </a:cubicBezTo>
                  <a:lnTo>
                    <a:pt x="0" y="25"/>
                  </a:lnTo>
                  <a:cubicBezTo>
                    <a:pt x="0" y="25"/>
                    <a:pt x="25" y="0"/>
                    <a:pt x="25" y="0"/>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4"/>
            <p:cNvSpPr/>
            <p:nvPr/>
          </p:nvSpPr>
          <p:spPr>
            <a:xfrm>
              <a:off x="3711925" y="4035125"/>
              <a:ext cx="1275" cy="650"/>
            </a:xfrm>
            <a:custGeom>
              <a:avLst/>
              <a:gdLst/>
              <a:ahLst/>
              <a:cxnLst/>
              <a:rect l="l" t="t" r="r" b="b"/>
              <a:pathLst>
                <a:path w="51" h="26" extrusionOk="0">
                  <a:moveTo>
                    <a:pt x="51" y="1"/>
                  </a:moveTo>
                  <a:lnTo>
                    <a:pt x="51" y="1"/>
                  </a:lnTo>
                  <a:cubicBezTo>
                    <a:pt x="26" y="26"/>
                    <a:pt x="26" y="26"/>
                    <a:pt x="1" y="26"/>
                  </a:cubicBezTo>
                  <a:cubicBezTo>
                    <a:pt x="1" y="26"/>
                    <a:pt x="1" y="26"/>
                    <a:pt x="1" y="26"/>
                  </a:cubicBezTo>
                  <a:cubicBezTo>
                    <a:pt x="26" y="26"/>
                    <a:pt x="26" y="26"/>
                    <a:pt x="51" y="1"/>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4"/>
            <p:cNvSpPr/>
            <p:nvPr/>
          </p:nvSpPr>
          <p:spPr>
            <a:xfrm>
              <a:off x="3714425" y="4034500"/>
              <a:ext cx="650" cy="650"/>
            </a:xfrm>
            <a:custGeom>
              <a:avLst/>
              <a:gdLst/>
              <a:ahLst/>
              <a:cxnLst/>
              <a:rect l="l" t="t" r="r" b="b"/>
              <a:pathLst>
                <a:path w="26" h="26" extrusionOk="0">
                  <a:moveTo>
                    <a:pt x="26" y="0"/>
                  </a:moveTo>
                  <a:lnTo>
                    <a:pt x="26" y="0"/>
                  </a:lnTo>
                  <a:cubicBezTo>
                    <a:pt x="26" y="0"/>
                    <a:pt x="1" y="0"/>
                    <a:pt x="1" y="26"/>
                  </a:cubicBezTo>
                  <a:cubicBezTo>
                    <a:pt x="1" y="26"/>
                    <a:pt x="1" y="26"/>
                    <a:pt x="1" y="26"/>
                  </a:cubicBezTo>
                  <a:cubicBezTo>
                    <a:pt x="1" y="0"/>
                    <a:pt x="26" y="0"/>
                    <a:pt x="26" y="0"/>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4"/>
            <p:cNvSpPr/>
            <p:nvPr/>
          </p:nvSpPr>
          <p:spPr>
            <a:xfrm>
              <a:off x="3707550" y="4040150"/>
              <a:ext cx="650" cy="1275"/>
            </a:xfrm>
            <a:custGeom>
              <a:avLst/>
              <a:gdLst/>
              <a:ahLst/>
              <a:cxnLst/>
              <a:rect l="l" t="t" r="r" b="b"/>
              <a:pathLst>
                <a:path w="26" h="51" extrusionOk="0">
                  <a:moveTo>
                    <a:pt x="25" y="0"/>
                  </a:moveTo>
                  <a:lnTo>
                    <a:pt x="25" y="0"/>
                  </a:lnTo>
                  <a:cubicBezTo>
                    <a:pt x="25" y="0"/>
                    <a:pt x="25" y="25"/>
                    <a:pt x="0" y="50"/>
                  </a:cubicBezTo>
                  <a:cubicBezTo>
                    <a:pt x="0" y="50"/>
                    <a:pt x="0" y="50"/>
                    <a:pt x="0" y="50"/>
                  </a:cubicBezTo>
                  <a:cubicBezTo>
                    <a:pt x="25" y="25"/>
                    <a:pt x="25" y="0"/>
                    <a:pt x="25" y="0"/>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4"/>
            <p:cNvSpPr/>
            <p:nvPr/>
          </p:nvSpPr>
          <p:spPr>
            <a:xfrm>
              <a:off x="3710675" y="4036375"/>
              <a:ext cx="650" cy="1275"/>
            </a:xfrm>
            <a:custGeom>
              <a:avLst/>
              <a:gdLst/>
              <a:ahLst/>
              <a:cxnLst/>
              <a:rect l="l" t="t" r="r" b="b"/>
              <a:pathLst>
                <a:path w="26" h="51" extrusionOk="0">
                  <a:moveTo>
                    <a:pt x="26" y="1"/>
                  </a:moveTo>
                  <a:lnTo>
                    <a:pt x="26" y="1"/>
                  </a:lnTo>
                  <a:cubicBezTo>
                    <a:pt x="26" y="26"/>
                    <a:pt x="1" y="26"/>
                    <a:pt x="1" y="51"/>
                  </a:cubicBezTo>
                  <a:cubicBezTo>
                    <a:pt x="1" y="51"/>
                    <a:pt x="1" y="51"/>
                    <a:pt x="1" y="51"/>
                  </a:cubicBezTo>
                  <a:cubicBezTo>
                    <a:pt x="1" y="26"/>
                    <a:pt x="26" y="26"/>
                    <a:pt x="26" y="1"/>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4"/>
            <p:cNvSpPr/>
            <p:nvPr/>
          </p:nvSpPr>
          <p:spPr>
            <a:xfrm>
              <a:off x="3706300" y="4063950"/>
              <a:ext cx="1275" cy="5650"/>
            </a:xfrm>
            <a:custGeom>
              <a:avLst/>
              <a:gdLst/>
              <a:ahLst/>
              <a:cxnLst/>
              <a:rect l="l" t="t" r="r" b="b"/>
              <a:pathLst>
                <a:path w="51" h="226" extrusionOk="0">
                  <a:moveTo>
                    <a:pt x="50" y="226"/>
                  </a:moveTo>
                  <a:cubicBezTo>
                    <a:pt x="25" y="151"/>
                    <a:pt x="0" y="76"/>
                    <a:pt x="0" y="0"/>
                  </a:cubicBezTo>
                  <a:cubicBezTo>
                    <a:pt x="0" y="76"/>
                    <a:pt x="25" y="151"/>
                    <a:pt x="50" y="226"/>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4"/>
            <p:cNvSpPr/>
            <p:nvPr/>
          </p:nvSpPr>
          <p:spPr>
            <a:xfrm>
              <a:off x="3719450" y="4090275"/>
              <a:ext cx="5025" cy="5650"/>
            </a:xfrm>
            <a:custGeom>
              <a:avLst/>
              <a:gdLst/>
              <a:ahLst/>
              <a:cxnLst/>
              <a:rect l="l" t="t" r="r" b="b"/>
              <a:pathLst>
                <a:path w="201" h="226" extrusionOk="0">
                  <a:moveTo>
                    <a:pt x="201" y="226"/>
                  </a:moveTo>
                  <a:cubicBezTo>
                    <a:pt x="126" y="150"/>
                    <a:pt x="76" y="75"/>
                    <a:pt x="0" y="0"/>
                  </a:cubicBezTo>
                  <a:cubicBezTo>
                    <a:pt x="76" y="75"/>
                    <a:pt x="126" y="150"/>
                    <a:pt x="201" y="226"/>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4"/>
            <p:cNvSpPr/>
            <p:nvPr/>
          </p:nvSpPr>
          <p:spPr>
            <a:xfrm>
              <a:off x="3708800" y="4038250"/>
              <a:ext cx="650" cy="1275"/>
            </a:xfrm>
            <a:custGeom>
              <a:avLst/>
              <a:gdLst/>
              <a:ahLst/>
              <a:cxnLst/>
              <a:rect l="l" t="t" r="r" b="b"/>
              <a:pathLst>
                <a:path w="26" h="51" extrusionOk="0">
                  <a:moveTo>
                    <a:pt x="25" y="1"/>
                  </a:moveTo>
                  <a:lnTo>
                    <a:pt x="25" y="1"/>
                  </a:lnTo>
                  <a:cubicBezTo>
                    <a:pt x="25" y="2"/>
                    <a:pt x="25" y="26"/>
                    <a:pt x="0" y="26"/>
                  </a:cubicBezTo>
                  <a:cubicBezTo>
                    <a:pt x="0" y="26"/>
                    <a:pt x="0" y="26"/>
                    <a:pt x="0" y="51"/>
                  </a:cubicBezTo>
                  <a:cubicBezTo>
                    <a:pt x="25" y="27"/>
                    <a:pt x="25" y="2"/>
                    <a:pt x="25" y="1"/>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4"/>
            <p:cNvSpPr/>
            <p:nvPr/>
          </p:nvSpPr>
          <p:spPr>
            <a:xfrm>
              <a:off x="3705025" y="4047025"/>
              <a:ext cx="675" cy="2525"/>
            </a:xfrm>
            <a:custGeom>
              <a:avLst/>
              <a:gdLst/>
              <a:ahLst/>
              <a:cxnLst/>
              <a:rect l="l" t="t" r="r" b="b"/>
              <a:pathLst>
                <a:path w="27" h="101" extrusionOk="0">
                  <a:moveTo>
                    <a:pt x="26" y="1"/>
                  </a:moveTo>
                  <a:cubicBezTo>
                    <a:pt x="1" y="26"/>
                    <a:pt x="1" y="51"/>
                    <a:pt x="1" y="101"/>
                  </a:cubicBezTo>
                  <a:cubicBezTo>
                    <a:pt x="1" y="76"/>
                    <a:pt x="1" y="26"/>
                    <a:pt x="26" y="1"/>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4"/>
            <p:cNvSpPr/>
            <p:nvPr/>
          </p:nvSpPr>
          <p:spPr>
            <a:xfrm>
              <a:off x="3705675" y="4044525"/>
              <a:ext cx="650" cy="1900"/>
            </a:xfrm>
            <a:custGeom>
              <a:avLst/>
              <a:gdLst/>
              <a:ahLst/>
              <a:cxnLst/>
              <a:rect l="l" t="t" r="r" b="b"/>
              <a:pathLst>
                <a:path w="26" h="76" extrusionOk="0">
                  <a:moveTo>
                    <a:pt x="25" y="0"/>
                  </a:moveTo>
                  <a:lnTo>
                    <a:pt x="25" y="0"/>
                  </a:lnTo>
                  <a:cubicBezTo>
                    <a:pt x="25" y="26"/>
                    <a:pt x="0" y="51"/>
                    <a:pt x="0" y="76"/>
                  </a:cubicBezTo>
                  <a:cubicBezTo>
                    <a:pt x="0" y="76"/>
                    <a:pt x="0" y="76"/>
                    <a:pt x="0" y="76"/>
                  </a:cubicBezTo>
                  <a:cubicBezTo>
                    <a:pt x="0" y="51"/>
                    <a:pt x="25" y="26"/>
                    <a:pt x="25" y="0"/>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4"/>
            <p:cNvSpPr/>
            <p:nvPr/>
          </p:nvSpPr>
          <p:spPr>
            <a:xfrm>
              <a:off x="3708800" y="4072100"/>
              <a:ext cx="3150" cy="6900"/>
            </a:xfrm>
            <a:custGeom>
              <a:avLst/>
              <a:gdLst/>
              <a:ahLst/>
              <a:cxnLst/>
              <a:rect l="l" t="t" r="r" b="b"/>
              <a:pathLst>
                <a:path w="126" h="276" extrusionOk="0">
                  <a:moveTo>
                    <a:pt x="126" y="276"/>
                  </a:moveTo>
                  <a:cubicBezTo>
                    <a:pt x="76" y="201"/>
                    <a:pt x="25" y="100"/>
                    <a:pt x="0" y="0"/>
                  </a:cubicBezTo>
                  <a:cubicBezTo>
                    <a:pt x="25" y="100"/>
                    <a:pt x="76" y="201"/>
                    <a:pt x="126" y="276"/>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4"/>
            <p:cNvSpPr/>
            <p:nvPr/>
          </p:nvSpPr>
          <p:spPr>
            <a:xfrm>
              <a:off x="3716325" y="4033875"/>
              <a:ext cx="1275" cy="25"/>
            </a:xfrm>
            <a:custGeom>
              <a:avLst/>
              <a:gdLst/>
              <a:ahLst/>
              <a:cxnLst/>
              <a:rect l="l" t="t" r="r" b="b"/>
              <a:pathLst>
                <a:path w="51" h="1" extrusionOk="0">
                  <a:moveTo>
                    <a:pt x="50" y="0"/>
                  </a:moveTo>
                  <a:lnTo>
                    <a:pt x="50" y="0"/>
                  </a:lnTo>
                  <a:cubicBezTo>
                    <a:pt x="25" y="0"/>
                    <a:pt x="25" y="0"/>
                    <a:pt x="0" y="0"/>
                  </a:cubicBezTo>
                  <a:cubicBezTo>
                    <a:pt x="0" y="0"/>
                    <a:pt x="0" y="0"/>
                    <a:pt x="0" y="0"/>
                  </a:cubicBezTo>
                  <a:cubicBezTo>
                    <a:pt x="25" y="0"/>
                    <a:pt x="25" y="0"/>
                    <a:pt x="50" y="0"/>
                  </a:cubicBezTo>
                  <a:close/>
                </a:path>
              </a:pathLst>
            </a:custGeom>
            <a:solidFill>
              <a:srgbClr val="191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4"/>
            <p:cNvSpPr/>
            <p:nvPr/>
          </p:nvSpPr>
          <p:spPr>
            <a:xfrm>
              <a:off x="3705025" y="4033250"/>
              <a:ext cx="56425" cy="72725"/>
            </a:xfrm>
            <a:custGeom>
              <a:avLst/>
              <a:gdLst/>
              <a:ahLst/>
              <a:cxnLst/>
              <a:rect l="l" t="t" r="r" b="b"/>
              <a:pathLst>
                <a:path w="2257" h="2909" extrusionOk="0">
                  <a:moveTo>
                    <a:pt x="577" y="0"/>
                  </a:moveTo>
                  <a:cubicBezTo>
                    <a:pt x="577" y="0"/>
                    <a:pt x="552" y="25"/>
                    <a:pt x="552" y="25"/>
                  </a:cubicBezTo>
                  <a:lnTo>
                    <a:pt x="452" y="25"/>
                  </a:lnTo>
                  <a:cubicBezTo>
                    <a:pt x="427" y="25"/>
                    <a:pt x="427" y="50"/>
                    <a:pt x="402" y="50"/>
                  </a:cubicBezTo>
                  <a:cubicBezTo>
                    <a:pt x="402" y="50"/>
                    <a:pt x="377" y="50"/>
                    <a:pt x="377" y="76"/>
                  </a:cubicBezTo>
                  <a:lnTo>
                    <a:pt x="327" y="76"/>
                  </a:lnTo>
                  <a:cubicBezTo>
                    <a:pt x="302" y="101"/>
                    <a:pt x="302" y="101"/>
                    <a:pt x="277" y="101"/>
                  </a:cubicBezTo>
                  <a:cubicBezTo>
                    <a:pt x="277" y="126"/>
                    <a:pt x="252" y="126"/>
                    <a:pt x="252" y="126"/>
                  </a:cubicBezTo>
                  <a:cubicBezTo>
                    <a:pt x="252" y="151"/>
                    <a:pt x="227" y="151"/>
                    <a:pt x="227" y="176"/>
                  </a:cubicBezTo>
                  <a:cubicBezTo>
                    <a:pt x="201" y="176"/>
                    <a:pt x="201" y="176"/>
                    <a:pt x="176" y="201"/>
                  </a:cubicBezTo>
                  <a:cubicBezTo>
                    <a:pt x="176" y="201"/>
                    <a:pt x="176" y="226"/>
                    <a:pt x="151" y="251"/>
                  </a:cubicBezTo>
                  <a:cubicBezTo>
                    <a:pt x="151" y="251"/>
                    <a:pt x="151" y="251"/>
                    <a:pt x="126" y="276"/>
                  </a:cubicBezTo>
                  <a:cubicBezTo>
                    <a:pt x="126" y="276"/>
                    <a:pt x="101" y="301"/>
                    <a:pt x="101" y="326"/>
                  </a:cubicBezTo>
                  <a:cubicBezTo>
                    <a:pt x="101" y="326"/>
                    <a:pt x="101" y="351"/>
                    <a:pt x="76" y="351"/>
                  </a:cubicBezTo>
                  <a:cubicBezTo>
                    <a:pt x="76" y="376"/>
                    <a:pt x="76" y="401"/>
                    <a:pt x="51" y="401"/>
                  </a:cubicBezTo>
                  <a:cubicBezTo>
                    <a:pt x="51" y="426"/>
                    <a:pt x="51" y="451"/>
                    <a:pt x="51" y="451"/>
                  </a:cubicBezTo>
                  <a:cubicBezTo>
                    <a:pt x="51" y="477"/>
                    <a:pt x="26" y="502"/>
                    <a:pt x="26" y="527"/>
                  </a:cubicBezTo>
                  <a:cubicBezTo>
                    <a:pt x="26" y="527"/>
                    <a:pt x="26" y="552"/>
                    <a:pt x="26" y="552"/>
                  </a:cubicBezTo>
                  <a:cubicBezTo>
                    <a:pt x="1" y="577"/>
                    <a:pt x="1" y="627"/>
                    <a:pt x="1" y="652"/>
                  </a:cubicBezTo>
                  <a:cubicBezTo>
                    <a:pt x="1" y="652"/>
                    <a:pt x="1" y="677"/>
                    <a:pt x="1" y="677"/>
                  </a:cubicBezTo>
                  <a:cubicBezTo>
                    <a:pt x="1" y="727"/>
                    <a:pt x="1" y="752"/>
                    <a:pt x="1" y="802"/>
                  </a:cubicBezTo>
                  <a:cubicBezTo>
                    <a:pt x="1" y="903"/>
                    <a:pt x="1" y="978"/>
                    <a:pt x="26" y="1078"/>
                  </a:cubicBezTo>
                  <a:cubicBezTo>
                    <a:pt x="26" y="1128"/>
                    <a:pt x="26" y="1178"/>
                    <a:pt x="51" y="1228"/>
                  </a:cubicBezTo>
                  <a:cubicBezTo>
                    <a:pt x="51" y="1304"/>
                    <a:pt x="76" y="1379"/>
                    <a:pt x="101" y="1454"/>
                  </a:cubicBezTo>
                  <a:cubicBezTo>
                    <a:pt x="126" y="1479"/>
                    <a:pt x="126" y="1504"/>
                    <a:pt x="151" y="1554"/>
                  </a:cubicBezTo>
                  <a:cubicBezTo>
                    <a:pt x="176" y="1654"/>
                    <a:pt x="227" y="1755"/>
                    <a:pt x="277" y="1830"/>
                  </a:cubicBezTo>
                  <a:cubicBezTo>
                    <a:pt x="352" y="1955"/>
                    <a:pt x="402" y="2055"/>
                    <a:pt x="477" y="2181"/>
                  </a:cubicBezTo>
                  <a:cubicBezTo>
                    <a:pt x="527" y="2206"/>
                    <a:pt x="552" y="2256"/>
                    <a:pt x="577" y="2281"/>
                  </a:cubicBezTo>
                  <a:cubicBezTo>
                    <a:pt x="653" y="2356"/>
                    <a:pt x="703" y="2431"/>
                    <a:pt x="778" y="2507"/>
                  </a:cubicBezTo>
                  <a:cubicBezTo>
                    <a:pt x="878" y="2607"/>
                    <a:pt x="1004" y="2682"/>
                    <a:pt x="1129" y="2757"/>
                  </a:cubicBezTo>
                  <a:cubicBezTo>
                    <a:pt x="1304" y="2860"/>
                    <a:pt x="1474" y="2909"/>
                    <a:pt x="1625" y="2909"/>
                  </a:cubicBezTo>
                  <a:cubicBezTo>
                    <a:pt x="1993" y="2909"/>
                    <a:pt x="2257" y="2620"/>
                    <a:pt x="2257" y="2106"/>
                  </a:cubicBezTo>
                  <a:cubicBezTo>
                    <a:pt x="2257" y="1404"/>
                    <a:pt x="1755" y="527"/>
                    <a:pt x="1129" y="176"/>
                  </a:cubicBezTo>
                  <a:cubicBezTo>
                    <a:pt x="1079" y="151"/>
                    <a:pt x="1054" y="126"/>
                    <a:pt x="1004" y="101"/>
                  </a:cubicBezTo>
                  <a:lnTo>
                    <a:pt x="978" y="101"/>
                  </a:lnTo>
                  <a:cubicBezTo>
                    <a:pt x="953" y="76"/>
                    <a:pt x="928" y="76"/>
                    <a:pt x="903" y="50"/>
                  </a:cubicBezTo>
                  <a:lnTo>
                    <a:pt x="853" y="50"/>
                  </a:lnTo>
                  <a:cubicBezTo>
                    <a:pt x="828" y="50"/>
                    <a:pt x="803" y="25"/>
                    <a:pt x="778" y="25"/>
                  </a:cubicBezTo>
                  <a:lnTo>
                    <a:pt x="753" y="25"/>
                  </a:lnTo>
                  <a:cubicBezTo>
                    <a:pt x="728" y="25"/>
                    <a:pt x="703" y="25"/>
                    <a:pt x="67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4"/>
            <p:cNvSpPr/>
            <p:nvPr/>
          </p:nvSpPr>
          <p:spPr>
            <a:xfrm>
              <a:off x="3705675" y="4012125"/>
              <a:ext cx="79600" cy="105100"/>
            </a:xfrm>
            <a:custGeom>
              <a:avLst/>
              <a:gdLst/>
              <a:ahLst/>
              <a:cxnLst/>
              <a:rect l="l" t="t" r="r" b="b"/>
              <a:pathLst>
                <a:path w="3184" h="4204" extrusionOk="0">
                  <a:moveTo>
                    <a:pt x="53" y="386"/>
                  </a:moveTo>
                  <a:cubicBezTo>
                    <a:pt x="44" y="391"/>
                    <a:pt x="35" y="394"/>
                    <a:pt x="25" y="394"/>
                  </a:cubicBezTo>
                  <a:cubicBezTo>
                    <a:pt x="25" y="394"/>
                    <a:pt x="0" y="419"/>
                    <a:pt x="0" y="419"/>
                  </a:cubicBezTo>
                  <a:lnTo>
                    <a:pt x="53" y="386"/>
                  </a:lnTo>
                  <a:close/>
                  <a:moveTo>
                    <a:pt x="916" y="0"/>
                  </a:moveTo>
                  <a:cubicBezTo>
                    <a:pt x="770" y="0"/>
                    <a:pt x="638" y="33"/>
                    <a:pt x="526" y="93"/>
                  </a:cubicBezTo>
                  <a:lnTo>
                    <a:pt x="53" y="386"/>
                  </a:lnTo>
                  <a:lnTo>
                    <a:pt x="53" y="386"/>
                  </a:lnTo>
                  <a:cubicBezTo>
                    <a:pt x="69" y="379"/>
                    <a:pt x="85" y="369"/>
                    <a:pt x="100" y="369"/>
                  </a:cubicBezTo>
                  <a:cubicBezTo>
                    <a:pt x="100" y="369"/>
                    <a:pt x="125" y="344"/>
                    <a:pt x="150" y="344"/>
                  </a:cubicBezTo>
                  <a:lnTo>
                    <a:pt x="201" y="344"/>
                  </a:lnTo>
                  <a:cubicBezTo>
                    <a:pt x="226" y="319"/>
                    <a:pt x="251" y="319"/>
                    <a:pt x="251" y="319"/>
                  </a:cubicBezTo>
                  <a:lnTo>
                    <a:pt x="602" y="319"/>
                  </a:lnTo>
                  <a:cubicBezTo>
                    <a:pt x="627" y="319"/>
                    <a:pt x="627" y="344"/>
                    <a:pt x="652" y="344"/>
                  </a:cubicBezTo>
                  <a:cubicBezTo>
                    <a:pt x="677" y="344"/>
                    <a:pt x="702" y="344"/>
                    <a:pt x="752" y="369"/>
                  </a:cubicBezTo>
                  <a:lnTo>
                    <a:pt x="802" y="369"/>
                  </a:lnTo>
                  <a:cubicBezTo>
                    <a:pt x="827" y="394"/>
                    <a:pt x="852" y="394"/>
                    <a:pt x="902" y="419"/>
                  </a:cubicBezTo>
                  <a:cubicBezTo>
                    <a:pt x="902" y="419"/>
                    <a:pt x="927" y="444"/>
                    <a:pt x="952" y="444"/>
                  </a:cubicBezTo>
                  <a:cubicBezTo>
                    <a:pt x="1003" y="469"/>
                    <a:pt x="1053" y="494"/>
                    <a:pt x="1103" y="520"/>
                  </a:cubicBezTo>
                  <a:cubicBezTo>
                    <a:pt x="1955" y="1021"/>
                    <a:pt x="2657" y="2224"/>
                    <a:pt x="2657" y="3201"/>
                  </a:cubicBezTo>
                  <a:cubicBezTo>
                    <a:pt x="2657" y="3251"/>
                    <a:pt x="2657" y="3327"/>
                    <a:pt x="2632" y="3377"/>
                  </a:cubicBezTo>
                  <a:cubicBezTo>
                    <a:pt x="2632" y="3402"/>
                    <a:pt x="2632" y="3402"/>
                    <a:pt x="2632" y="3427"/>
                  </a:cubicBezTo>
                  <a:cubicBezTo>
                    <a:pt x="2632" y="3477"/>
                    <a:pt x="2632" y="3502"/>
                    <a:pt x="2607" y="3552"/>
                  </a:cubicBezTo>
                  <a:cubicBezTo>
                    <a:pt x="2607" y="3552"/>
                    <a:pt x="2607" y="3577"/>
                    <a:pt x="2607" y="3602"/>
                  </a:cubicBezTo>
                  <a:cubicBezTo>
                    <a:pt x="2582" y="3627"/>
                    <a:pt x="2582" y="3652"/>
                    <a:pt x="2582" y="3677"/>
                  </a:cubicBezTo>
                  <a:cubicBezTo>
                    <a:pt x="2582" y="3702"/>
                    <a:pt x="2556" y="3728"/>
                    <a:pt x="2556" y="3753"/>
                  </a:cubicBezTo>
                  <a:cubicBezTo>
                    <a:pt x="2556" y="3778"/>
                    <a:pt x="2531" y="3803"/>
                    <a:pt x="2531" y="3828"/>
                  </a:cubicBezTo>
                  <a:cubicBezTo>
                    <a:pt x="2506" y="3853"/>
                    <a:pt x="2506" y="3853"/>
                    <a:pt x="2506" y="3878"/>
                  </a:cubicBezTo>
                  <a:cubicBezTo>
                    <a:pt x="2481" y="3903"/>
                    <a:pt x="2481" y="3928"/>
                    <a:pt x="2456" y="3928"/>
                  </a:cubicBezTo>
                  <a:cubicBezTo>
                    <a:pt x="2456" y="3953"/>
                    <a:pt x="2431" y="3978"/>
                    <a:pt x="2431" y="3978"/>
                  </a:cubicBezTo>
                  <a:cubicBezTo>
                    <a:pt x="2406" y="4003"/>
                    <a:pt x="2406" y="4028"/>
                    <a:pt x="2381" y="4053"/>
                  </a:cubicBezTo>
                  <a:cubicBezTo>
                    <a:pt x="2356" y="4053"/>
                    <a:pt x="2356" y="4078"/>
                    <a:pt x="2331" y="4078"/>
                  </a:cubicBezTo>
                  <a:cubicBezTo>
                    <a:pt x="2331" y="4103"/>
                    <a:pt x="2306" y="4103"/>
                    <a:pt x="2281" y="4129"/>
                  </a:cubicBezTo>
                  <a:cubicBezTo>
                    <a:pt x="2281" y="4129"/>
                    <a:pt x="2256" y="4154"/>
                    <a:pt x="2256" y="4154"/>
                  </a:cubicBezTo>
                  <a:cubicBezTo>
                    <a:pt x="2231" y="4179"/>
                    <a:pt x="2206" y="4179"/>
                    <a:pt x="2206" y="4204"/>
                  </a:cubicBezTo>
                  <a:lnTo>
                    <a:pt x="2732" y="3878"/>
                  </a:lnTo>
                  <a:cubicBezTo>
                    <a:pt x="3008" y="3728"/>
                    <a:pt x="3183" y="3377"/>
                    <a:pt x="3183" y="2900"/>
                  </a:cubicBezTo>
                  <a:cubicBezTo>
                    <a:pt x="3183" y="1898"/>
                    <a:pt x="2481" y="695"/>
                    <a:pt x="1629" y="219"/>
                  </a:cubicBezTo>
                  <a:cubicBezTo>
                    <a:pt x="1376" y="70"/>
                    <a:pt x="1131" y="0"/>
                    <a:pt x="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4"/>
            <p:cNvSpPr/>
            <p:nvPr/>
          </p:nvSpPr>
          <p:spPr>
            <a:xfrm>
              <a:off x="3966950" y="3238750"/>
              <a:ext cx="82100" cy="61425"/>
            </a:xfrm>
            <a:custGeom>
              <a:avLst/>
              <a:gdLst/>
              <a:ahLst/>
              <a:cxnLst/>
              <a:rect l="l" t="t" r="r" b="b"/>
              <a:pathLst>
                <a:path w="3284" h="2457" extrusionOk="0">
                  <a:moveTo>
                    <a:pt x="2757" y="1"/>
                  </a:moveTo>
                  <a:cubicBezTo>
                    <a:pt x="2669" y="1"/>
                    <a:pt x="2582" y="26"/>
                    <a:pt x="2507" y="76"/>
                  </a:cubicBezTo>
                  <a:cubicBezTo>
                    <a:pt x="2507" y="76"/>
                    <a:pt x="1128" y="928"/>
                    <a:pt x="652" y="1204"/>
                  </a:cubicBezTo>
                  <a:cubicBezTo>
                    <a:pt x="0" y="1555"/>
                    <a:pt x="126" y="2006"/>
                    <a:pt x="351" y="2231"/>
                  </a:cubicBezTo>
                  <a:cubicBezTo>
                    <a:pt x="466" y="2308"/>
                    <a:pt x="653" y="2457"/>
                    <a:pt x="902" y="2457"/>
                  </a:cubicBezTo>
                  <a:cubicBezTo>
                    <a:pt x="980" y="2457"/>
                    <a:pt x="1064" y="2442"/>
                    <a:pt x="1153" y="2407"/>
                  </a:cubicBezTo>
                  <a:lnTo>
                    <a:pt x="3058" y="1304"/>
                  </a:lnTo>
                  <a:cubicBezTo>
                    <a:pt x="3283" y="1179"/>
                    <a:pt x="3283" y="226"/>
                    <a:pt x="3058" y="101"/>
                  </a:cubicBezTo>
                  <a:lnTo>
                    <a:pt x="3008" y="76"/>
                  </a:lnTo>
                  <a:cubicBezTo>
                    <a:pt x="2933" y="26"/>
                    <a:pt x="2845" y="1"/>
                    <a:pt x="27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4"/>
            <p:cNvSpPr/>
            <p:nvPr/>
          </p:nvSpPr>
          <p:spPr>
            <a:xfrm>
              <a:off x="3970075" y="3268200"/>
              <a:ext cx="75850" cy="31975"/>
            </a:xfrm>
            <a:custGeom>
              <a:avLst/>
              <a:gdLst/>
              <a:ahLst/>
              <a:cxnLst/>
              <a:rect l="l" t="t" r="r" b="b"/>
              <a:pathLst>
                <a:path w="3034" h="1279" extrusionOk="0">
                  <a:moveTo>
                    <a:pt x="3033" y="1"/>
                  </a:moveTo>
                  <a:lnTo>
                    <a:pt x="1103" y="1103"/>
                  </a:lnTo>
                  <a:cubicBezTo>
                    <a:pt x="1000" y="1149"/>
                    <a:pt x="903" y="1167"/>
                    <a:pt x="813" y="1167"/>
                  </a:cubicBezTo>
                  <a:cubicBezTo>
                    <a:pt x="557" y="1167"/>
                    <a:pt x="363" y="1014"/>
                    <a:pt x="251" y="903"/>
                  </a:cubicBezTo>
                  <a:cubicBezTo>
                    <a:pt x="151" y="828"/>
                    <a:pt x="76" y="677"/>
                    <a:pt x="76" y="502"/>
                  </a:cubicBezTo>
                  <a:lnTo>
                    <a:pt x="76" y="502"/>
                  </a:lnTo>
                  <a:cubicBezTo>
                    <a:pt x="1" y="727"/>
                    <a:pt x="101" y="928"/>
                    <a:pt x="226" y="1053"/>
                  </a:cubicBezTo>
                  <a:cubicBezTo>
                    <a:pt x="341" y="1130"/>
                    <a:pt x="528" y="1279"/>
                    <a:pt x="777" y="1279"/>
                  </a:cubicBezTo>
                  <a:cubicBezTo>
                    <a:pt x="855" y="1279"/>
                    <a:pt x="939" y="1264"/>
                    <a:pt x="1028" y="1229"/>
                  </a:cubicBezTo>
                  <a:lnTo>
                    <a:pt x="2933" y="126"/>
                  </a:lnTo>
                  <a:cubicBezTo>
                    <a:pt x="2983" y="101"/>
                    <a:pt x="3008" y="51"/>
                    <a:pt x="3033" y="1"/>
                  </a:cubicBezTo>
                  <a:close/>
                </a:path>
              </a:pathLst>
            </a:custGeom>
            <a:solidFill>
              <a:srgbClr val="352F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4"/>
            <p:cNvSpPr/>
            <p:nvPr/>
          </p:nvSpPr>
          <p:spPr>
            <a:xfrm>
              <a:off x="4045900" y="3271575"/>
              <a:ext cx="82100" cy="61275"/>
            </a:xfrm>
            <a:custGeom>
              <a:avLst/>
              <a:gdLst/>
              <a:ahLst/>
              <a:cxnLst/>
              <a:rect l="l" t="t" r="r" b="b"/>
              <a:pathLst>
                <a:path w="3284" h="2451" extrusionOk="0">
                  <a:moveTo>
                    <a:pt x="2776" y="0"/>
                  </a:moveTo>
                  <a:cubicBezTo>
                    <a:pt x="2682" y="0"/>
                    <a:pt x="2587" y="26"/>
                    <a:pt x="2506" y="66"/>
                  </a:cubicBezTo>
                  <a:cubicBezTo>
                    <a:pt x="2506" y="66"/>
                    <a:pt x="1103" y="943"/>
                    <a:pt x="627" y="1194"/>
                  </a:cubicBezTo>
                  <a:cubicBezTo>
                    <a:pt x="0" y="1570"/>
                    <a:pt x="125" y="2021"/>
                    <a:pt x="351" y="2222"/>
                  </a:cubicBezTo>
                  <a:cubicBezTo>
                    <a:pt x="463" y="2315"/>
                    <a:pt x="646" y="2451"/>
                    <a:pt x="887" y="2451"/>
                  </a:cubicBezTo>
                  <a:cubicBezTo>
                    <a:pt x="969" y="2451"/>
                    <a:pt x="1058" y="2435"/>
                    <a:pt x="1153" y="2397"/>
                  </a:cubicBezTo>
                  <a:lnTo>
                    <a:pt x="3058" y="1294"/>
                  </a:lnTo>
                  <a:cubicBezTo>
                    <a:pt x="3283" y="1169"/>
                    <a:pt x="3283" y="217"/>
                    <a:pt x="3058" y="91"/>
                  </a:cubicBezTo>
                  <a:lnTo>
                    <a:pt x="3008" y="66"/>
                  </a:lnTo>
                  <a:cubicBezTo>
                    <a:pt x="2938" y="20"/>
                    <a:pt x="2857" y="0"/>
                    <a:pt x="27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4"/>
            <p:cNvSpPr/>
            <p:nvPr/>
          </p:nvSpPr>
          <p:spPr>
            <a:xfrm>
              <a:off x="4049025" y="3300775"/>
              <a:ext cx="75850" cy="32075"/>
            </a:xfrm>
            <a:custGeom>
              <a:avLst/>
              <a:gdLst/>
              <a:ahLst/>
              <a:cxnLst/>
              <a:rect l="l" t="t" r="r" b="b"/>
              <a:pathLst>
                <a:path w="3034" h="1283" extrusionOk="0">
                  <a:moveTo>
                    <a:pt x="3033" y="1"/>
                  </a:moveTo>
                  <a:lnTo>
                    <a:pt x="1103" y="1104"/>
                  </a:lnTo>
                  <a:cubicBezTo>
                    <a:pt x="998" y="1150"/>
                    <a:pt x="900" y="1168"/>
                    <a:pt x="810" y="1168"/>
                  </a:cubicBezTo>
                  <a:cubicBezTo>
                    <a:pt x="555" y="1168"/>
                    <a:pt x="362" y="1021"/>
                    <a:pt x="251" y="928"/>
                  </a:cubicBezTo>
                  <a:cubicBezTo>
                    <a:pt x="151" y="828"/>
                    <a:pt x="76" y="678"/>
                    <a:pt x="76" y="502"/>
                  </a:cubicBezTo>
                  <a:lnTo>
                    <a:pt x="76" y="502"/>
                  </a:lnTo>
                  <a:cubicBezTo>
                    <a:pt x="0" y="728"/>
                    <a:pt x="101" y="928"/>
                    <a:pt x="226" y="1054"/>
                  </a:cubicBezTo>
                  <a:cubicBezTo>
                    <a:pt x="338" y="1147"/>
                    <a:pt x="521" y="1283"/>
                    <a:pt x="762" y="1283"/>
                  </a:cubicBezTo>
                  <a:cubicBezTo>
                    <a:pt x="844" y="1283"/>
                    <a:pt x="933" y="1267"/>
                    <a:pt x="1028" y="1229"/>
                  </a:cubicBezTo>
                  <a:lnTo>
                    <a:pt x="2933" y="126"/>
                  </a:lnTo>
                  <a:cubicBezTo>
                    <a:pt x="2983" y="126"/>
                    <a:pt x="3008" y="51"/>
                    <a:pt x="3033" y="1"/>
                  </a:cubicBezTo>
                  <a:close/>
                </a:path>
              </a:pathLst>
            </a:custGeom>
            <a:solidFill>
              <a:srgbClr val="352F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4"/>
            <p:cNvSpPr/>
            <p:nvPr/>
          </p:nvSpPr>
          <p:spPr>
            <a:xfrm>
              <a:off x="4064700" y="2969325"/>
              <a:ext cx="81475" cy="327725"/>
            </a:xfrm>
            <a:custGeom>
              <a:avLst/>
              <a:gdLst/>
              <a:ahLst/>
              <a:cxnLst/>
              <a:rect l="l" t="t" r="r" b="b"/>
              <a:pathLst>
                <a:path w="3259" h="13109" extrusionOk="0">
                  <a:moveTo>
                    <a:pt x="50" y="1"/>
                  </a:moveTo>
                  <a:cubicBezTo>
                    <a:pt x="0" y="1"/>
                    <a:pt x="802" y="12181"/>
                    <a:pt x="802" y="12256"/>
                  </a:cubicBezTo>
                  <a:cubicBezTo>
                    <a:pt x="902" y="13058"/>
                    <a:pt x="1303" y="13109"/>
                    <a:pt x="1654" y="13109"/>
                  </a:cubicBezTo>
                  <a:cubicBezTo>
                    <a:pt x="1654" y="13109"/>
                    <a:pt x="2356" y="13058"/>
                    <a:pt x="2456" y="12256"/>
                  </a:cubicBezTo>
                  <a:cubicBezTo>
                    <a:pt x="2456" y="12181"/>
                    <a:pt x="3258" y="1"/>
                    <a:pt x="32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4"/>
            <p:cNvSpPr/>
            <p:nvPr/>
          </p:nvSpPr>
          <p:spPr>
            <a:xfrm>
              <a:off x="3988875" y="2938000"/>
              <a:ext cx="81475" cy="327725"/>
            </a:xfrm>
            <a:custGeom>
              <a:avLst/>
              <a:gdLst/>
              <a:ahLst/>
              <a:cxnLst/>
              <a:rect l="l" t="t" r="r" b="b"/>
              <a:pathLst>
                <a:path w="3259" h="13109" extrusionOk="0">
                  <a:moveTo>
                    <a:pt x="51" y="1"/>
                  </a:moveTo>
                  <a:cubicBezTo>
                    <a:pt x="0" y="1"/>
                    <a:pt x="777" y="12181"/>
                    <a:pt x="777" y="12281"/>
                  </a:cubicBezTo>
                  <a:cubicBezTo>
                    <a:pt x="878" y="13083"/>
                    <a:pt x="1304" y="13108"/>
                    <a:pt x="1655" y="13108"/>
                  </a:cubicBezTo>
                  <a:cubicBezTo>
                    <a:pt x="1655" y="13108"/>
                    <a:pt x="2356" y="13083"/>
                    <a:pt x="2457" y="12281"/>
                  </a:cubicBezTo>
                  <a:cubicBezTo>
                    <a:pt x="2457" y="12181"/>
                    <a:pt x="3259" y="1"/>
                    <a:pt x="32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4"/>
            <p:cNvSpPr/>
            <p:nvPr/>
          </p:nvSpPr>
          <p:spPr>
            <a:xfrm>
              <a:off x="4076275" y="3293050"/>
              <a:ext cx="16150" cy="11825"/>
            </a:xfrm>
            <a:custGeom>
              <a:avLst/>
              <a:gdLst/>
              <a:ahLst/>
              <a:cxnLst/>
              <a:rect l="l" t="t" r="r" b="b"/>
              <a:pathLst>
                <a:path w="646" h="473" extrusionOk="0">
                  <a:moveTo>
                    <a:pt x="104" y="0"/>
                  </a:moveTo>
                  <a:cubicBezTo>
                    <a:pt x="28" y="0"/>
                    <a:pt x="1" y="138"/>
                    <a:pt x="88" y="160"/>
                  </a:cubicBezTo>
                  <a:cubicBezTo>
                    <a:pt x="239" y="235"/>
                    <a:pt x="364" y="335"/>
                    <a:pt x="464" y="435"/>
                  </a:cubicBezTo>
                  <a:cubicBezTo>
                    <a:pt x="484" y="461"/>
                    <a:pt x="507" y="472"/>
                    <a:pt x="529" y="472"/>
                  </a:cubicBezTo>
                  <a:cubicBezTo>
                    <a:pt x="591" y="472"/>
                    <a:pt x="645" y="384"/>
                    <a:pt x="590" y="310"/>
                  </a:cubicBezTo>
                  <a:cubicBezTo>
                    <a:pt x="464" y="185"/>
                    <a:pt x="314" y="59"/>
                    <a:pt x="139" y="9"/>
                  </a:cubicBezTo>
                  <a:cubicBezTo>
                    <a:pt x="126" y="3"/>
                    <a:pt x="114" y="0"/>
                    <a:pt x="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4"/>
            <p:cNvSpPr/>
            <p:nvPr/>
          </p:nvSpPr>
          <p:spPr>
            <a:xfrm>
              <a:off x="4068125" y="3298675"/>
              <a:ext cx="16225" cy="12125"/>
            </a:xfrm>
            <a:custGeom>
              <a:avLst/>
              <a:gdLst/>
              <a:ahLst/>
              <a:cxnLst/>
              <a:rect l="l" t="t" r="r" b="b"/>
              <a:pathLst>
                <a:path w="649" h="485" extrusionOk="0">
                  <a:moveTo>
                    <a:pt x="104" y="1"/>
                  </a:moveTo>
                  <a:cubicBezTo>
                    <a:pt x="28" y="1"/>
                    <a:pt x="1" y="141"/>
                    <a:pt x="89" y="185"/>
                  </a:cubicBezTo>
                  <a:cubicBezTo>
                    <a:pt x="239" y="235"/>
                    <a:pt x="364" y="336"/>
                    <a:pt x="465" y="461"/>
                  </a:cubicBezTo>
                  <a:cubicBezTo>
                    <a:pt x="481" y="477"/>
                    <a:pt x="500" y="484"/>
                    <a:pt x="518" y="484"/>
                  </a:cubicBezTo>
                  <a:cubicBezTo>
                    <a:pt x="585" y="484"/>
                    <a:pt x="649" y="394"/>
                    <a:pt x="590" y="336"/>
                  </a:cubicBezTo>
                  <a:cubicBezTo>
                    <a:pt x="465" y="185"/>
                    <a:pt x="314" y="85"/>
                    <a:pt x="139" y="10"/>
                  </a:cubicBezTo>
                  <a:cubicBezTo>
                    <a:pt x="126" y="4"/>
                    <a:pt x="115" y="1"/>
                    <a:pt x="1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4"/>
            <p:cNvSpPr/>
            <p:nvPr/>
          </p:nvSpPr>
          <p:spPr>
            <a:xfrm>
              <a:off x="4080350" y="3277625"/>
              <a:ext cx="24475" cy="21250"/>
            </a:xfrm>
            <a:custGeom>
              <a:avLst/>
              <a:gdLst/>
              <a:ahLst/>
              <a:cxnLst/>
              <a:rect l="l" t="t" r="r" b="b"/>
              <a:pathLst>
                <a:path w="979" h="850" extrusionOk="0">
                  <a:moveTo>
                    <a:pt x="339" y="0"/>
                  </a:moveTo>
                  <a:cubicBezTo>
                    <a:pt x="286" y="0"/>
                    <a:pt x="237" y="14"/>
                    <a:pt x="201" y="50"/>
                  </a:cubicBezTo>
                  <a:cubicBezTo>
                    <a:pt x="176" y="75"/>
                    <a:pt x="151" y="125"/>
                    <a:pt x="126" y="175"/>
                  </a:cubicBezTo>
                  <a:cubicBezTo>
                    <a:pt x="126" y="200"/>
                    <a:pt x="101" y="225"/>
                    <a:pt x="101" y="250"/>
                  </a:cubicBezTo>
                  <a:cubicBezTo>
                    <a:pt x="51" y="401"/>
                    <a:pt x="1" y="576"/>
                    <a:pt x="176" y="601"/>
                  </a:cubicBezTo>
                  <a:cubicBezTo>
                    <a:pt x="276" y="651"/>
                    <a:pt x="402" y="726"/>
                    <a:pt x="477" y="802"/>
                  </a:cubicBezTo>
                  <a:cubicBezTo>
                    <a:pt x="518" y="829"/>
                    <a:pt x="567" y="849"/>
                    <a:pt x="611" y="849"/>
                  </a:cubicBezTo>
                  <a:cubicBezTo>
                    <a:pt x="647" y="849"/>
                    <a:pt x="680" y="836"/>
                    <a:pt x="702" y="802"/>
                  </a:cubicBezTo>
                  <a:cubicBezTo>
                    <a:pt x="727" y="777"/>
                    <a:pt x="727" y="751"/>
                    <a:pt x="752" y="726"/>
                  </a:cubicBezTo>
                  <a:cubicBezTo>
                    <a:pt x="828" y="626"/>
                    <a:pt x="978" y="526"/>
                    <a:pt x="928" y="376"/>
                  </a:cubicBezTo>
                  <a:cubicBezTo>
                    <a:pt x="878" y="250"/>
                    <a:pt x="727" y="125"/>
                    <a:pt x="602" y="75"/>
                  </a:cubicBezTo>
                  <a:cubicBezTo>
                    <a:pt x="538" y="43"/>
                    <a:pt x="433" y="0"/>
                    <a:pt x="3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44"/>
            <p:cNvSpPr/>
            <p:nvPr/>
          </p:nvSpPr>
          <p:spPr>
            <a:xfrm>
              <a:off x="3997175" y="3260000"/>
              <a:ext cx="16300" cy="12275"/>
            </a:xfrm>
            <a:custGeom>
              <a:avLst/>
              <a:gdLst/>
              <a:ahLst/>
              <a:cxnLst/>
              <a:rect l="l" t="t" r="r" b="b"/>
              <a:pathLst>
                <a:path w="652" h="491" extrusionOk="0">
                  <a:moveTo>
                    <a:pt x="125" y="0"/>
                  </a:moveTo>
                  <a:cubicBezTo>
                    <a:pt x="38" y="0"/>
                    <a:pt x="1" y="155"/>
                    <a:pt x="95" y="178"/>
                  </a:cubicBezTo>
                  <a:cubicBezTo>
                    <a:pt x="245" y="253"/>
                    <a:pt x="370" y="329"/>
                    <a:pt x="470" y="454"/>
                  </a:cubicBezTo>
                  <a:cubicBezTo>
                    <a:pt x="490" y="480"/>
                    <a:pt x="513" y="491"/>
                    <a:pt x="535" y="491"/>
                  </a:cubicBezTo>
                  <a:cubicBezTo>
                    <a:pt x="597" y="491"/>
                    <a:pt x="651" y="403"/>
                    <a:pt x="596" y="329"/>
                  </a:cubicBezTo>
                  <a:cubicBezTo>
                    <a:pt x="470" y="178"/>
                    <a:pt x="320" y="78"/>
                    <a:pt x="145" y="3"/>
                  </a:cubicBezTo>
                  <a:cubicBezTo>
                    <a:pt x="138" y="1"/>
                    <a:pt x="132" y="0"/>
                    <a:pt x="1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4"/>
            <p:cNvSpPr/>
            <p:nvPr/>
          </p:nvSpPr>
          <p:spPr>
            <a:xfrm>
              <a:off x="3989175" y="3266100"/>
              <a:ext cx="16225" cy="12100"/>
            </a:xfrm>
            <a:custGeom>
              <a:avLst/>
              <a:gdLst/>
              <a:ahLst/>
              <a:cxnLst/>
              <a:rect l="l" t="t" r="r" b="b"/>
              <a:pathLst>
                <a:path w="649" h="484" extrusionOk="0">
                  <a:moveTo>
                    <a:pt x="104" y="1"/>
                  </a:moveTo>
                  <a:cubicBezTo>
                    <a:pt x="29" y="1"/>
                    <a:pt x="1" y="141"/>
                    <a:pt x="89" y="185"/>
                  </a:cubicBezTo>
                  <a:cubicBezTo>
                    <a:pt x="239" y="235"/>
                    <a:pt x="364" y="335"/>
                    <a:pt x="465" y="461"/>
                  </a:cubicBezTo>
                  <a:cubicBezTo>
                    <a:pt x="481" y="477"/>
                    <a:pt x="500" y="484"/>
                    <a:pt x="518" y="484"/>
                  </a:cubicBezTo>
                  <a:cubicBezTo>
                    <a:pt x="585" y="484"/>
                    <a:pt x="649" y="394"/>
                    <a:pt x="590" y="335"/>
                  </a:cubicBezTo>
                  <a:cubicBezTo>
                    <a:pt x="465" y="185"/>
                    <a:pt x="314" y="85"/>
                    <a:pt x="139" y="9"/>
                  </a:cubicBezTo>
                  <a:cubicBezTo>
                    <a:pt x="126" y="3"/>
                    <a:pt x="115" y="1"/>
                    <a:pt x="1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4"/>
            <p:cNvSpPr/>
            <p:nvPr/>
          </p:nvSpPr>
          <p:spPr>
            <a:xfrm>
              <a:off x="4002025" y="3245050"/>
              <a:ext cx="23850" cy="21225"/>
            </a:xfrm>
            <a:custGeom>
              <a:avLst/>
              <a:gdLst/>
              <a:ahLst/>
              <a:cxnLst/>
              <a:rect l="l" t="t" r="r" b="b"/>
              <a:pathLst>
                <a:path w="954" h="849" extrusionOk="0">
                  <a:moveTo>
                    <a:pt x="314" y="0"/>
                  </a:moveTo>
                  <a:cubicBezTo>
                    <a:pt x="261" y="0"/>
                    <a:pt x="212" y="13"/>
                    <a:pt x="176" y="49"/>
                  </a:cubicBezTo>
                  <a:cubicBezTo>
                    <a:pt x="151" y="75"/>
                    <a:pt x="126" y="125"/>
                    <a:pt x="126" y="175"/>
                  </a:cubicBezTo>
                  <a:cubicBezTo>
                    <a:pt x="101" y="200"/>
                    <a:pt x="101" y="225"/>
                    <a:pt x="76" y="250"/>
                  </a:cubicBezTo>
                  <a:cubicBezTo>
                    <a:pt x="26" y="400"/>
                    <a:pt x="1" y="551"/>
                    <a:pt x="151" y="601"/>
                  </a:cubicBezTo>
                  <a:cubicBezTo>
                    <a:pt x="276" y="651"/>
                    <a:pt x="377" y="726"/>
                    <a:pt x="477" y="801"/>
                  </a:cubicBezTo>
                  <a:cubicBezTo>
                    <a:pt x="504" y="829"/>
                    <a:pt x="547" y="849"/>
                    <a:pt x="588" y="849"/>
                  </a:cubicBezTo>
                  <a:cubicBezTo>
                    <a:pt x="622" y="849"/>
                    <a:pt x="655" y="835"/>
                    <a:pt x="677" y="801"/>
                  </a:cubicBezTo>
                  <a:cubicBezTo>
                    <a:pt x="703" y="776"/>
                    <a:pt x="728" y="751"/>
                    <a:pt x="728" y="726"/>
                  </a:cubicBezTo>
                  <a:cubicBezTo>
                    <a:pt x="803" y="626"/>
                    <a:pt x="953" y="526"/>
                    <a:pt x="903" y="375"/>
                  </a:cubicBezTo>
                  <a:cubicBezTo>
                    <a:pt x="878" y="250"/>
                    <a:pt x="703" y="125"/>
                    <a:pt x="577" y="75"/>
                  </a:cubicBezTo>
                  <a:cubicBezTo>
                    <a:pt x="513" y="42"/>
                    <a:pt x="408" y="0"/>
                    <a:pt x="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4"/>
            <p:cNvSpPr/>
            <p:nvPr/>
          </p:nvSpPr>
          <p:spPr>
            <a:xfrm>
              <a:off x="4124200" y="2970875"/>
              <a:ext cx="36375" cy="54050"/>
            </a:xfrm>
            <a:custGeom>
              <a:avLst/>
              <a:gdLst/>
              <a:ahLst/>
              <a:cxnLst/>
              <a:rect l="l" t="t" r="r" b="b"/>
              <a:pathLst>
                <a:path w="1455" h="2162" extrusionOk="0">
                  <a:moveTo>
                    <a:pt x="848" y="0"/>
                  </a:moveTo>
                  <a:cubicBezTo>
                    <a:pt x="701" y="0"/>
                    <a:pt x="554" y="27"/>
                    <a:pt x="452" y="64"/>
                  </a:cubicBezTo>
                  <a:cubicBezTo>
                    <a:pt x="1" y="214"/>
                    <a:pt x="26" y="891"/>
                    <a:pt x="151" y="1242"/>
                  </a:cubicBezTo>
                  <a:cubicBezTo>
                    <a:pt x="165" y="1296"/>
                    <a:pt x="207" y="1321"/>
                    <a:pt x="255" y="1321"/>
                  </a:cubicBezTo>
                  <a:cubicBezTo>
                    <a:pt x="296" y="1321"/>
                    <a:pt x="342" y="1302"/>
                    <a:pt x="377" y="1267"/>
                  </a:cubicBezTo>
                  <a:cubicBezTo>
                    <a:pt x="445" y="1653"/>
                    <a:pt x="534" y="2162"/>
                    <a:pt x="866" y="2162"/>
                  </a:cubicBezTo>
                  <a:cubicBezTo>
                    <a:pt x="901" y="2162"/>
                    <a:pt x="938" y="2156"/>
                    <a:pt x="978" y="2144"/>
                  </a:cubicBezTo>
                  <a:cubicBezTo>
                    <a:pt x="1204" y="2094"/>
                    <a:pt x="1304" y="1743"/>
                    <a:pt x="1354" y="1543"/>
                  </a:cubicBezTo>
                  <a:cubicBezTo>
                    <a:pt x="1455" y="1167"/>
                    <a:pt x="1430" y="766"/>
                    <a:pt x="1379" y="390"/>
                  </a:cubicBezTo>
                  <a:cubicBezTo>
                    <a:pt x="1379" y="365"/>
                    <a:pt x="1379" y="340"/>
                    <a:pt x="1379" y="315"/>
                  </a:cubicBezTo>
                  <a:cubicBezTo>
                    <a:pt x="1348" y="78"/>
                    <a:pt x="1097" y="0"/>
                    <a:pt x="848" y="0"/>
                  </a:cubicBezTo>
                  <a:close/>
                </a:path>
              </a:pathLst>
            </a:custGeom>
            <a:solidFill>
              <a:srgbClr val="E6BE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4"/>
            <p:cNvSpPr/>
            <p:nvPr/>
          </p:nvSpPr>
          <p:spPr>
            <a:xfrm>
              <a:off x="3972575" y="2689425"/>
              <a:ext cx="192400" cy="305500"/>
            </a:xfrm>
            <a:custGeom>
              <a:avLst/>
              <a:gdLst/>
              <a:ahLst/>
              <a:cxnLst/>
              <a:rect l="l" t="t" r="r" b="b"/>
              <a:pathLst>
                <a:path w="7696" h="12220" extrusionOk="0">
                  <a:moveTo>
                    <a:pt x="2709" y="0"/>
                  </a:moveTo>
                  <a:cubicBezTo>
                    <a:pt x="1529" y="0"/>
                    <a:pt x="452" y="908"/>
                    <a:pt x="377" y="2224"/>
                  </a:cubicBezTo>
                  <a:cubicBezTo>
                    <a:pt x="201" y="5382"/>
                    <a:pt x="1" y="9367"/>
                    <a:pt x="76" y="9492"/>
                  </a:cubicBezTo>
                  <a:cubicBezTo>
                    <a:pt x="151" y="9693"/>
                    <a:pt x="302" y="9768"/>
                    <a:pt x="477" y="9793"/>
                  </a:cubicBezTo>
                  <a:cubicBezTo>
                    <a:pt x="502" y="9818"/>
                    <a:pt x="502" y="9818"/>
                    <a:pt x="502" y="9843"/>
                  </a:cubicBezTo>
                  <a:cubicBezTo>
                    <a:pt x="1189" y="11132"/>
                    <a:pt x="2208" y="12219"/>
                    <a:pt x="4316" y="12219"/>
                  </a:cubicBezTo>
                  <a:cubicBezTo>
                    <a:pt x="4668" y="12219"/>
                    <a:pt x="5049" y="12188"/>
                    <a:pt x="5464" y="12124"/>
                  </a:cubicBezTo>
                  <a:cubicBezTo>
                    <a:pt x="5527" y="12114"/>
                    <a:pt x="5589" y="12108"/>
                    <a:pt x="5651" y="12108"/>
                  </a:cubicBezTo>
                  <a:cubicBezTo>
                    <a:pt x="5739" y="12108"/>
                    <a:pt x="5828" y="12120"/>
                    <a:pt x="5916" y="12149"/>
                  </a:cubicBezTo>
                  <a:cubicBezTo>
                    <a:pt x="6057" y="12185"/>
                    <a:pt x="6262" y="12220"/>
                    <a:pt x="6493" y="12220"/>
                  </a:cubicBezTo>
                  <a:cubicBezTo>
                    <a:pt x="6589" y="12220"/>
                    <a:pt x="6690" y="12214"/>
                    <a:pt x="6793" y="12199"/>
                  </a:cubicBezTo>
                  <a:cubicBezTo>
                    <a:pt x="7294" y="12124"/>
                    <a:pt x="7645" y="11698"/>
                    <a:pt x="7645" y="11197"/>
                  </a:cubicBezTo>
                  <a:cubicBezTo>
                    <a:pt x="7695" y="9568"/>
                    <a:pt x="7444" y="5633"/>
                    <a:pt x="7344" y="3903"/>
                  </a:cubicBezTo>
                  <a:cubicBezTo>
                    <a:pt x="7269" y="2876"/>
                    <a:pt x="6693" y="1923"/>
                    <a:pt x="5790" y="1397"/>
                  </a:cubicBezTo>
                  <a:cubicBezTo>
                    <a:pt x="5540" y="1272"/>
                    <a:pt x="5364" y="1172"/>
                    <a:pt x="5364" y="1172"/>
                  </a:cubicBezTo>
                  <a:cubicBezTo>
                    <a:pt x="5214" y="1071"/>
                    <a:pt x="4612" y="720"/>
                    <a:pt x="3886" y="319"/>
                  </a:cubicBezTo>
                  <a:cubicBezTo>
                    <a:pt x="3504" y="101"/>
                    <a:pt x="3101" y="0"/>
                    <a:pt x="27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4"/>
            <p:cNvSpPr/>
            <p:nvPr/>
          </p:nvSpPr>
          <p:spPr>
            <a:xfrm>
              <a:off x="3974450" y="2780725"/>
              <a:ext cx="20075" cy="154900"/>
            </a:xfrm>
            <a:custGeom>
              <a:avLst/>
              <a:gdLst/>
              <a:ahLst/>
              <a:cxnLst/>
              <a:rect l="l" t="t" r="r" b="b"/>
              <a:pathLst>
                <a:path w="803" h="6196" extrusionOk="0">
                  <a:moveTo>
                    <a:pt x="803" y="1"/>
                  </a:moveTo>
                  <a:cubicBezTo>
                    <a:pt x="753" y="126"/>
                    <a:pt x="502" y="5665"/>
                    <a:pt x="1" y="5840"/>
                  </a:cubicBezTo>
                  <a:cubicBezTo>
                    <a:pt x="76" y="6041"/>
                    <a:pt x="227" y="6116"/>
                    <a:pt x="402" y="6141"/>
                  </a:cubicBezTo>
                  <a:cubicBezTo>
                    <a:pt x="427" y="6166"/>
                    <a:pt x="427" y="6166"/>
                    <a:pt x="427" y="6191"/>
                  </a:cubicBezTo>
                  <a:cubicBezTo>
                    <a:pt x="429" y="6194"/>
                    <a:pt x="430" y="6196"/>
                    <a:pt x="432" y="6196"/>
                  </a:cubicBezTo>
                  <a:cubicBezTo>
                    <a:pt x="536" y="6196"/>
                    <a:pt x="803" y="1"/>
                    <a:pt x="803" y="1"/>
                  </a:cubicBezTo>
                  <a:close/>
                </a:path>
              </a:pathLst>
            </a:custGeom>
            <a:solidFill>
              <a:srgbClr val="C3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4"/>
            <p:cNvSpPr/>
            <p:nvPr/>
          </p:nvSpPr>
          <p:spPr>
            <a:xfrm>
              <a:off x="4104900" y="2795725"/>
              <a:ext cx="15575" cy="197450"/>
            </a:xfrm>
            <a:custGeom>
              <a:avLst/>
              <a:gdLst/>
              <a:ahLst/>
              <a:cxnLst/>
              <a:rect l="l" t="t" r="r" b="b"/>
              <a:pathLst>
                <a:path w="623" h="7898" extrusionOk="0">
                  <a:moveTo>
                    <a:pt x="213" y="0"/>
                  </a:moveTo>
                  <a:cubicBezTo>
                    <a:pt x="1" y="0"/>
                    <a:pt x="196" y="4902"/>
                    <a:pt x="171" y="7872"/>
                  </a:cubicBezTo>
                  <a:cubicBezTo>
                    <a:pt x="234" y="7862"/>
                    <a:pt x="296" y="7856"/>
                    <a:pt x="358" y="7856"/>
                  </a:cubicBezTo>
                  <a:cubicBezTo>
                    <a:pt x="446" y="7856"/>
                    <a:pt x="535" y="7868"/>
                    <a:pt x="623" y="7897"/>
                  </a:cubicBezTo>
                  <a:cubicBezTo>
                    <a:pt x="247" y="7095"/>
                    <a:pt x="522" y="3511"/>
                    <a:pt x="222" y="2"/>
                  </a:cubicBezTo>
                  <a:cubicBezTo>
                    <a:pt x="219" y="1"/>
                    <a:pt x="216" y="0"/>
                    <a:pt x="213" y="0"/>
                  </a:cubicBezTo>
                  <a:close/>
                </a:path>
              </a:pathLst>
            </a:custGeom>
            <a:solidFill>
              <a:srgbClr val="C3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4"/>
            <p:cNvSpPr/>
            <p:nvPr/>
          </p:nvSpPr>
          <p:spPr>
            <a:xfrm>
              <a:off x="3957550" y="2589000"/>
              <a:ext cx="161050" cy="152050"/>
            </a:xfrm>
            <a:custGeom>
              <a:avLst/>
              <a:gdLst/>
              <a:ahLst/>
              <a:cxnLst/>
              <a:rect l="l" t="t" r="r" b="b"/>
              <a:pathLst>
                <a:path w="6442" h="6082" extrusionOk="0">
                  <a:moveTo>
                    <a:pt x="0" y="1"/>
                  </a:moveTo>
                  <a:lnTo>
                    <a:pt x="50" y="5890"/>
                  </a:lnTo>
                  <a:cubicBezTo>
                    <a:pt x="50" y="5999"/>
                    <a:pt x="142" y="6081"/>
                    <a:pt x="239" y="6081"/>
                  </a:cubicBezTo>
                  <a:cubicBezTo>
                    <a:pt x="277" y="6081"/>
                    <a:pt x="316" y="6069"/>
                    <a:pt x="351" y="6041"/>
                  </a:cubicBezTo>
                  <a:lnTo>
                    <a:pt x="6441" y="2407"/>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44"/>
            <p:cNvSpPr/>
            <p:nvPr/>
          </p:nvSpPr>
          <p:spPr>
            <a:xfrm>
              <a:off x="3974450" y="2521950"/>
              <a:ext cx="177350" cy="226225"/>
            </a:xfrm>
            <a:custGeom>
              <a:avLst/>
              <a:gdLst/>
              <a:ahLst/>
              <a:cxnLst/>
              <a:rect l="l" t="t" r="r" b="b"/>
              <a:pathLst>
                <a:path w="7094" h="9049" extrusionOk="0">
                  <a:moveTo>
                    <a:pt x="3309" y="1"/>
                  </a:moveTo>
                  <a:cubicBezTo>
                    <a:pt x="1229" y="1"/>
                    <a:pt x="1" y="2181"/>
                    <a:pt x="1" y="4262"/>
                  </a:cubicBezTo>
                  <a:cubicBezTo>
                    <a:pt x="1" y="5941"/>
                    <a:pt x="778" y="7219"/>
                    <a:pt x="2156" y="7645"/>
                  </a:cubicBezTo>
                  <a:lnTo>
                    <a:pt x="2156" y="7871"/>
                  </a:lnTo>
                  <a:cubicBezTo>
                    <a:pt x="2156" y="8522"/>
                    <a:pt x="2683" y="9049"/>
                    <a:pt x="3334" y="9049"/>
                  </a:cubicBezTo>
                  <a:lnTo>
                    <a:pt x="3334" y="7820"/>
                  </a:lnTo>
                  <a:cubicBezTo>
                    <a:pt x="5415" y="7820"/>
                    <a:pt x="7094" y="5866"/>
                    <a:pt x="7094" y="3785"/>
                  </a:cubicBezTo>
                  <a:cubicBezTo>
                    <a:pt x="7094" y="1680"/>
                    <a:pt x="5389" y="1"/>
                    <a:pt x="3309" y="1"/>
                  </a:cubicBezTo>
                  <a:close/>
                </a:path>
              </a:pathLst>
            </a:custGeom>
            <a:solidFill>
              <a:srgbClr val="E6BE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4"/>
            <p:cNvSpPr/>
            <p:nvPr/>
          </p:nvSpPr>
          <p:spPr>
            <a:xfrm>
              <a:off x="3975100" y="2521950"/>
              <a:ext cx="176700" cy="226225"/>
            </a:xfrm>
            <a:custGeom>
              <a:avLst/>
              <a:gdLst/>
              <a:ahLst/>
              <a:cxnLst/>
              <a:rect l="l" t="t" r="r" b="b"/>
              <a:pathLst>
                <a:path w="7068" h="9049" extrusionOk="0">
                  <a:moveTo>
                    <a:pt x="3283" y="1"/>
                  </a:moveTo>
                  <a:cubicBezTo>
                    <a:pt x="1429" y="1"/>
                    <a:pt x="251" y="1730"/>
                    <a:pt x="0" y="3585"/>
                  </a:cubicBezTo>
                  <a:cubicBezTo>
                    <a:pt x="25" y="3610"/>
                    <a:pt x="50" y="3610"/>
                    <a:pt x="75" y="3635"/>
                  </a:cubicBezTo>
                  <a:cubicBezTo>
                    <a:pt x="827" y="4312"/>
                    <a:pt x="2231" y="4562"/>
                    <a:pt x="2732" y="5540"/>
                  </a:cubicBezTo>
                  <a:cubicBezTo>
                    <a:pt x="2957" y="6016"/>
                    <a:pt x="2857" y="6718"/>
                    <a:pt x="2857" y="7219"/>
                  </a:cubicBezTo>
                  <a:cubicBezTo>
                    <a:pt x="2882" y="7795"/>
                    <a:pt x="2907" y="8397"/>
                    <a:pt x="2932" y="8973"/>
                  </a:cubicBezTo>
                  <a:cubicBezTo>
                    <a:pt x="3033" y="9023"/>
                    <a:pt x="3158" y="9049"/>
                    <a:pt x="3308" y="9049"/>
                  </a:cubicBezTo>
                  <a:lnTo>
                    <a:pt x="3308" y="7820"/>
                  </a:lnTo>
                  <a:cubicBezTo>
                    <a:pt x="5389" y="7820"/>
                    <a:pt x="7068" y="5866"/>
                    <a:pt x="7068" y="3785"/>
                  </a:cubicBezTo>
                  <a:cubicBezTo>
                    <a:pt x="7068" y="1680"/>
                    <a:pt x="5363" y="1"/>
                    <a:pt x="3283" y="1"/>
                  </a:cubicBezTo>
                  <a:close/>
                </a:path>
              </a:pathLst>
            </a:custGeom>
            <a:solidFill>
              <a:srgbClr val="DFA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4"/>
            <p:cNvSpPr/>
            <p:nvPr/>
          </p:nvSpPr>
          <p:spPr>
            <a:xfrm>
              <a:off x="3957550" y="2518050"/>
              <a:ext cx="199275" cy="252950"/>
            </a:xfrm>
            <a:custGeom>
              <a:avLst/>
              <a:gdLst/>
              <a:ahLst/>
              <a:cxnLst/>
              <a:rect l="l" t="t" r="r" b="b"/>
              <a:pathLst>
                <a:path w="7971" h="10118" extrusionOk="0">
                  <a:moveTo>
                    <a:pt x="3985" y="0"/>
                  </a:moveTo>
                  <a:cubicBezTo>
                    <a:pt x="3233" y="0"/>
                    <a:pt x="2482" y="194"/>
                    <a:pt x="1805" y="583"/>
                  </a:cubicBezTo>
                  <a:lnTo>
                    <a:pt x="1053" y="1009"/>
                  </a:lnTo>
                  <a:cubicBezTo>
                    <a:pt x="401" y="1385"/>
                    <a:pt x="0" y="2087"/>
                    <a:pt x="0" y="2864"/>
                  </a:cubicBezTo>
                  <a:lnTo>
                    <a:pt x="2857" y="4392"/>
                  </a:lnTo>
                  <a:cubicBezTo>
                    <a:pt x="3584" y="4768"/>
                    <a:pt x="4035" y="5520"/>
                    <a:pt x="4010" y="6347"/>
                  </a:cubicBezTo>
                  <a:lnTo>
                    <a:pt x="3985" y="9856"/>
                  </a:lnTo>
                  <a:cubicBezTo>
                    <a:pt x="3985" y="10008"/>
                    <a:pt x="4101" y="10117"/>
                    <a:pt x="4233" y="10117"/>
                  </a:cubicBezTo>
                  <a:cubicBezTo>
                    <a:pt x="4275" y="10117"/>
                    <a:pt x="4319" y="10106"/>
                    <a:pt x="4361" y="10082"/>
                  </a:cubicBezTo>
                  <a:lnTo>
                    <a:pt x="6567" y="8804"/>
                  </a:lnTo>
                  <a:cubicBezTo>
                    <a:pt x="7444" y="8302"/>
                    <a:pt x="7970" y="7375"/>
                    <a:pt x="7970" y="6347"/>
                  </a:cubicBezTo>
                  <a:lnTo>
                    <a:pt x="7970" y="3741"/>
                  </a:lnTo>
                  <a:cubicBezTo>
                    <a:pt x="7970" y="2438"/>
                    <a:pt x="7294" y="1235"/>
                    <a:pt x="6166" y="583"/>
                  </a:cubicBezTo>
                  <a:cubicBezTo>
                    <a:pt x="5489" y="194"/>
                    <a:pt x="4737" y="0"/>
                    <a:pt x="39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4"/>
            <p:cNvSpPr/>
            <p:nvPr/>
          </p:nvSpPr>
          <p:spPr>
            <a:xfrm>
              <a:off x="3957550" y="2574600"/>
              <a:ext cx="110925" cy="196400"/>
            </a:xfrm>
            <a:custGeom>
              <a:avLst/>
              <a:gdLst/>
              <a:ahLst/>
              <a:cxnLst/>
              <a:rect l="l" t="t" r="r" b="b"/>
              <a:pathLst>
                <a:path w="4437" h="7856" extrusionOk="0">
                  <a:moveTo>
                    <a:pt x="75" y="0"/>
                  </a:moveTo>
                  <a:cubicBezTo>
                    <a:pt x="25" y="176"/>
                    <a:pt x="0" y="401"/>
                    <a:pt x="0" y="602"/>
                  </a:cubicBezTo>
                  <a:lnTo>
                    <a:pt x="2857" y="2130"/>
                  </a:lnTo>
                  <a:cubicBezTo>
                    <a:pt x="3584" y="2506"/>
                    <a:pt x="4035" y="3258"/>
                    <a:pt x="4010" y="4085"/>
                  </a:cubicBezTo>
                  <a:lnTo>
                    <a:pt x="3985" y="7594"/>
                  </a:lnTo>
                  <a:cubicBezTo>
                    <a:pt x="3985" y="7746"/>
                    <a:pt x="4101" y="7855"/>
                    <a:pt x="4233" y="7855"/>
                  </a:cubicBezTo>
                  <a:cubicBezTo>
                    <a:pt x="4275" y="7855"/>
                    <a:pt x="4319" y="7844"/>
                    <a:pt x="4361" y="7820"/>
                  </a:cubicBezTo>
                  <a:lnTo>
                    <a:pt x="4436" y="3684"/>
                  </a:lnTo>
                  <a:cubicBezTo>
                    <a:pt x="4436" y="2807"/>
                    <a:pt x="3985" y="1980"/>
                    <a:pt x="3208" y="1554"/>
                  </a:cubicBezTo>
                  <a:cubicBezTo>
                    <a:pt x="2206" y="1003"/>
                    <a:pt x="827" y="276"/>
                    <a:pt x="75"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4"/>
            <p:cNvSpPr/>
            <p:nvPr/>
          </p:nvSpPr>
          <p:spPr>
            <a:xfrm>
              <a:off x="4029600" y="2546400"/>
              <a:ext cx="55175" cy="34475"/>
            </a:xfrm>
            <a:custGeom>
              <a:avLst/>
              <a:gdLst/>
              <a:ahLst/>
              <a:cxnLst/>
              <a:rect l="l" t="t" r="r" b="b"/>
              <a:pathLst>
                <a:path w="2207" h="1379" extrusionOk="0">
                  <a:moveTo>
                    <a:pt x="2206" y="0"/>
                  </a:moveTo>
                  <a:cubicBezTo>
                    <a:pt x="727" y="76"/>
                    <a:pt x="1" y="1379"/>
                    <a:pt x="1" y="1379"/>
                  </a:cubicBezTo>
                  <a:cubicBezTo>
                    <a:pt x="928" y="451"/>
                    <a:pt x="2206" y="0"/>
                    <a:pt x="2206"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4"/>
            <p:cNvSpPr/>
            <p:nvPr/>
          </p:nvSpPr>
          <p:spPr>
            <a:xfrm>
              <a:off x="4010175" y="2904175"/>
              <a:ext cx="25" cy="25"/>
            </a:xfrm>
            <a:custGeom>
              <a:avLst/>
              <a:gdLst/>
              <a:ahLst/>
              <a:cxnLst/>
              <a:rect l="l" t="t" r="r" b="b"/>
              <a:pathLst>
                <a:path w="1" h="1" extrusionOk="0">
                  <a:moveTo>
                    <a:pt x="1" y="0"/>
                  </a:moveTo>
                  <a:cubicBezTo>
                    <a:pt x="1" y="0"/>
                    <a:pt x="1" y="0"/>
                    <a:pt x="1" y="0"/>
                  </a:cubicBezTo>
                  <a:cubicBezTo>
                    <a:pt x="1" y="0"/>
                    <a:pt x="1" y="0"/>
                    <a:pt x="1" y="0"/>
                  </a:cubicBezTo>
                  <a:cubicBezTo>
                    <a:pt x="1" y="0"/>
                    <a:pt x="1" y="0"/>
                    <a:pt x="1" y="0"/>
                  </a:cubicBezTo>
                  <a:close/>
                </a:path>
              </a:pathLst>
            </a:custGeom>
            <a:solidFill>
              <a:srgbClr val="C8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44"/>
            <p:cNvSpPr/>
            <p:nvPr/>
          </p:nvSpPr>
          <p:spPr>
            <a:xfrm>
              <a:off x="4016450" y="2903550"/>
              <a:ext cx="25" cy="650"/>
            </a:xfrm>
            <a:custGeom>
              <a:avLst/>
              <a:gdLst/>
              <a:ahLst/>
              <a:cxnLst/>
              <a:rect l="l" t="t" r="r" b="b"/>
              <a:pathLst>
                <a:path w="1" h="26" extrusionOk="0">
                  <a:moveTo>
                    <a:pt x="0" y="0"/>
                  </a:moveTo>
                  <a:lnTo>
                    <a:pt x="0" y="0"/>
                  </a:lnTo>
                  <a:cubicBezTo>
                    <a:pt x="0" y="0"/>
                    <a:pt x="0" y="0"/>
                    <a:pt x="0" y="25"/>
                  </a:cubicBezTo>
                  <a:cubicBezTo>
                    <a:pt x="0" y="0"/>
                    <a:pt x="0" y="0"/>
                    <a:pt x="0" y="0"/>
                  </a:cubicBezTo>
                  <a:close/>
                </a:path>
              </a:pathLst>
            </a:custGeom>
            <a:solidFill>
              <a:srgbClr val="C8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44"/>
            <p:cNvSpPr/>
            <p:nvPr/>
          </p:nvSpPr>
          <p:spPr>
            <a:xfrm>
              <a:off x="4010175" y="2903550"/>
              <a:ext cx="25" cy="25"/>
            </a:xfrm>
            <a:custGeom>
              <a:avLst/>
              <a:gdLst/>
              <a:ahLst/>
              <a:cxnLst/>
              <a:rect l="l" t="t" r="r" b="b"/>
              <a:pathLst>
                <a:path w="1" h="1" extrusionOk="0">
                  <a:moveTo>
                    <a:pt x="1" y="0"/>
                  </a:moveTo>
                  <a:lnTo>
                    <a:pt x="1" y="0"/>
                  </a:lnTo>
                  <a:cubicBezTo>
                    <a:pt x="1" y="0"/>
                    <a:pt x="1" y="0"/>
                    <a:pt x="1" y="0"/>
                  </a:cubicBezTo>
                  <a:cubicBezTo>
                    <a:pt x="1" y="0"/>
                    <a:pt x="1" y="0"/>
                    <a:pt x="1" y="0"/>
                  </a:cubicBezTo>
                  <a:close/>
                </a:path>
              </a:pathLst>
            </a:custGeom>
            <a:solidFill>
              <a:srgbClr val="C8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44"/>
            <p:cNvSpPr/>
            <p:nvPr/>
          </p:nvSpPr>
          <p:spPr>
            <a:xfrm>
              <a:off x="4010175" y="2904175"/>
              <a:ext cx="25" cy="650"/>
            </a:xfrm>
            <a:custGeom>
              <a:avLst/>
              <a:gdLst/>
              <a:ahLst/>
              <a:cxnLst/>
              <a:rect l="l" t="t" r="r" b="b"/>
              <a:pathLst>
                <a:path w="1" h="26" extrusionOk="0">
                  <a:moveTo>
                    <a:pt x="1" y="25"/>
                  </a:moveTo>
                  <a:cubicBezTo>
                    <a:pt x="1" y="25"/>
                    <a:pt x="1" y="0"/>
                    <a:pt x="1" y="0"/>
                  </a:cubicBezTo>
                  <a:cubicBezTo>
                    <a:pt x="1" y="0"/>
                    <a:pt x="1" y="0"/>
                    <a:pt x="1" y="0"/>
                  </a:cubicBezTo>
                  <a:cubicBezTo>
                    <a:pt x="1" y="0"/>
                    <a:pt x="1" y="25"/>
                    <a:pt x="1" y="25"/>
                  </a:cubicBezTo>
                  <a:close/>
                </a:path>
              </a:pathLst>
            </a:custGeom>
            <a:solidFill>
              <a:srgbClr val="C15E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44"/>
            <p:cNvSpPr/>
            <p:nvPr/>
          </p:nvSpPr>
          <p:spPr>
            <a:xfrm>
              <a:off x="4016450" y="2904175"/>
              <a:ext cx="25" cy="25"/>
            </a:xfrm>
            <a:custGeom>
              <a:avLst/>
              <a:gdLst/>
              <a:ahLst/>
              <a:cxnLst/>
              <a:rect l="l" t="t" r="r" b="b"/>
              <a:pathLst>
                <a:path w="1" h="1" extrusionOk="0">
                  <a:moveTo>
                    <a:pt x="0" y="0"/>
                  </a:moveTo>
                  <a:lnTo>
                    <a:pt x="0" y="0"/>
                  </a:lnTo>
                  <a:close/>
                </a:path>
              </a:pathLst>
            </a:custGeom>
            <a:solidFill>
              <a:srgbClr val="C15E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44"/>
            <p:cNvSpPr/>
            <p:nvPr/>
          </p:nvSpPr>
          <p:spPr>
            <a:xfrm>
              <a:off x="4010175" y="2901975"/>
              <a:ext cx="6300" cy="3950"/>
            </a:xfrm>
            <a:custGeom>
              <a:avLst/>
              <a:gdLst/>
              <a:ahLst/>
              <a:cxnLst/>
              <a:rect l="l" t="t" r="r" b="b"/>
              <a:pathLst>
                <a:path w="252" h="158" extrusionOk="0">
                  <a:moveTo>
                    <a:pt x="123" y="0"/>
                  </a:moveTo>
                  <a:cubicBezTo>
                    <a:pt x="88" y="0"/>
                    <a:pt x="51" y="13"/>
                    <a:pt x="26" y="38"/>
                  </a:cubicBezTo>
                  <a:cubicBezTo>
                    <a:pt x="26" y="38"/>
                    <a:pt x="26" y="38"/>
                    <a:pt x="1" y="63"/>
                  </a:cubicBezTo>
                  <a:cubicBezTo>
                    <a:pt x="1" y="63"/>
                    <a:pt x="1" y="63"/>
                    <a:pt x="1" y="88"/>
                  </a:cubicBezTo>
                  <a:cubicBezTo>
                    <a:pt x="1" y="88"/>
                    <a:pt x="1" y="113"/>
                    <a:pt x="1" y="113"/>
                  </a:cubicBezTo>
                  <a:cubicBezTo>
                    <a:pt x="26" y="113"/>
                    <a:pt x="26" y="113"/>
                    <a:pt x="26" y="138"/>
                  </a:cubicBezTo>
                  <a:cubicBezTo>
                    <a:pt x="51" y="151"/>
                    <a:pt x="82" y="157"/>
                    <a:pt x="113" y="157"/>
                  </a:cubicBezTo>
                  <a:cubicBezTo>
                    <a:pt x="145" y="157"/>
                    <a:pt x="176" y="151"/>
                    <a:pt x="201" y="138"/>
                  </a:cubicBezTo>
                  <a:cubicBezTo>
                    <a:pt x="226" y="113"/>
                    <a:pt x="251" y="88"/>
                    <a:pt x="251" y="88"/>
                  </a:cubicBezTo>
                  <a:cubicBezTo>
                    <a:pt x="251" y="63"/>
                    <a:pt x="251" y="63"/>
                    <a:pt x="251" y="63"/>
                  </a:cubicBezTo>
                  <a:cubicBezTo>
                    <a:pt x="226" y="38"/>
                    <a:pt x="226" y="38"/>
                    <a:pt x="201" y="38"/>
                  </a:cubicBezTo>
                  <a:cubicBezTo>
                    <a:pt x="189" y="13"/>
                    <a:pt x="157" y="0"/>
                    <a:pt x="123" y="0"/>
                  </a:cubicBezTo>
                  <a:close/>
                </a:path>
              </a:pathLst>
            </a:custGeom>
            <a:solidFill>
              <a:srgbClr val="352F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44"/>
            <p:cNvSpPr/>
            <p:nvPr/>
          </p:nvSpPr>
          <p:spPr>
            <a:xfrm>
              <a:off x="3941250" y="2896025"/>
              <a:ext cx="52025" cy="30725"/>
            </a:xfrm>
            <a:custGeom>
              <a:avLst/>
              <a:gdLst/>
              <a:ahLst/>
              <a:cxnLst/>
              <a:rect l="l" t="t" r="r" b="b"/>
              <a:pathLst>
                <a:path w="2081" h="1229" extrusionOk="0">
                  <a:moveTo>
                    <a:pt x="2081" y="0"/>
                  </a:moveTo>
                  <a:lnTo>
                    <a:pt x="2081" y="0"/>
                  </a:lnTo>
                  <a:lnTo>
                    <a:pt x="1" y="1228"/>
                  </a:lnTo>
                  <a:close/>
                </a:path>
              </a:pathLst>
            </a:custGeom>
            <a:solidFill>
              <a:srgbClr val="C8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44"/>
            <p:cNvSpPr/>
            <p:nvPr/>
          </p:nvSpPr>
          <p:spPr>
            <a:xfrm>
              <a:off x="3941250" y="2896025"/>
              <a:ext cx="85250" cy="49525"/>
            </a:xfrm>
            <a:custGeom>
              <a:avLst/>
              <a:gdLst/>
              <a:ahLst/>
              <a:cxnLst/>
              <a:rect l="l" t="t" r="r" b="b"/>
              <a:pathLst>
                <a:path w="3410" h="1981" extrusionOk="0">
                  <a:moveTo>
                    <a:pt x="2081" y="0"/>
                  </a:moveTo>
                  <a:lnTo>
                    <a:pt x="1" y="1228"/>
                  </a:lnTo>
                  <a:lnTo>
                    <a:pt x="1304" y="1980"/>
                  </a:lnTo>
                  <a:lnTo>
                    <a:pt x="3409" y="777"/>
                  </a:lnTo>
                  <a:lnTo>
                    <a:pt x="2081" y="0"/>
                  </a:lnTo>
                  <a:close/>
                </a:path>
              </a:pathLst>
            </a:custGeom>
            <a:solidFill>
              <a:srgbClr val="00B0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44"/>
            <p:cNvSpPr/>
            <p:nvPr/>
          </p:nvSpPr>
          <p:spPr>
            <a:xfrm>
              <a:off x="3933725" y="2913575"/>
              <a:ext cx="100925" cy="42475"/>
            </a:xfrm>
            <a:custGeom>
              <a:avLst/>
              <a:gdLst/>
              <a:ahLst/>
              <a:cxnLst/>
              <a:rect l="l" t="t" r="r" b="b"/>
              <a:pathLst>
                <a:path w="4037" h="1699" extrusionOk="0">
                  <a:moveTo>
                    <a:pt x="4036" y="0"/>
                  </a:moveTo>
                  <a:cubicBezTo>
                    <a:pt x="4036" y="0"/>
                    <a:pt x="4011" y="25"/>
                    <a:pt x="4011" y="25"/>
                  </a:cubicBezTo>
                  <a:lnTo>
                    <a:pt x="1555" y="1429"/>
                  </a:lnTo>
                  <a:cubicBezTo>
                    <a:pt x="1530" y="1441"/>
                    <a:pt x="1492" y="1447"/>
                    <a:pt x="1455" y="1447"/>
                  </a:cubicBezTo>
                  <a:cubicBezTo>
                    <a:pt x="1417" y="1447"/>
                    <a:pt x="1379" y="1441"/>
                    <a:pt x="1354" y="1429"/>
                  </a:cubicBezTo>
                  <a:lnTo>
                    <a:pt x="51" y="652"/>
                  </a:lnTo>
                  <a:cubicBezTo>
                    <a:pt x="26" y="652"/>
                    <a:pt x="26" y="652"/>
                    <a:pt x="1" y="627"/>
                  </a:cubicBezTo>
                  <a:lnTo>
                    <a:pt x="1" y="852"/>
                  </a:lnTo>
                  <a:cubicBezTo>
                    <a:pt x="1" y="877"/>
                    <a:pt x="1" y="902"/>
                    <a:pt x="51" y="902"/>
                  </a:cubicBezTo>
                  <a:lnTo>
                    <a:pt x="1354" y="1679"/>
                  </a:lnTo>
                  <a:cubicBezTo>
                    <a:pt x="1379" y="1692"/>
                    <a:pt x="1417" y="1698"/>
                    <a:pt x="1455" y="1698"/>
                  </a:cubicBezTo>
                  <a:cubicBezTo>
                    <a:pt x="1492" y="1698"/>
                    <a:pt x="1530" y="1692"/>
                    <a:pt x="1555" y="1679"/>
                  </a:cubicBezTo>
                  <a:lnTo>
                    <a:pt x="4011" y="276"/>
                  </a:lnTo>
                  <a:cubicBezTo>
                    <a:pt x="4036" y="251"/>
                    <a:pt x="4036" y="226"/>
                    <a:pt x="4036" y="226"/>
                  </a:cubicBezTo>
                  <a:lnTo>
                    <a:pt x="4036" y="0"/>
                  </a:lnTo>
                  <a:close/>
                </a:path>
              </a:pathLst>
            </a:custGeom>
            <a:solidFill>
              <a:srgbClr val="352F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44"/>
            <p:cNvSpPr/>
            <p:nvPr/>
          </p:nvSpPr>
          <p:spPr>
            <a:xfrm>
              <a:off x="3933725" y="2928600"/>
              <a:ext cx="25" cy="25"/>
            </a:xfrm>
            <a:custGeom>
              <a:avLst/>
              <a:gdLst/>
              <a:ahLst/>
              <a:cxnLst/>
              <a:rect l="l" t="t" r="r" b="b"/>
              <a:pathLst>
                <a:path w="1" h="1" extrusionOk="0">
                  <a:moveTo>
                    <a:pt x="1" y="1"/>
                  </a:moveTo>
                  <a:lnTo>
                    <a:pt x="1" y="1"/>
                  </a:lnTo>
                  <a:lnTo>
                    <a:pt x="1" y="1"/>
                  </a:lnTo>
                  <a:close/>
                </a:path>
              </a:pathLst>
            </a:custGeom>
            <a:solidFill>
              <a:srgbClr val="5E5C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44"/>
            <p:cNvSpPr/>
            <p:nvPr/>
          </p:nvSpPr>
          <p:spPr>
            <a:xfrm>
              <a:off x="3954400" y="2936750"/>
              <a:ext cx="1300" cy="25"/>
            </a:xfrm>
            <a:custGeom>
              <a:avLst/>
              <a:gdLst/>
              <a:ahLst/>
              <a:cxnLst/>
              <a:rect l="l" t="t" r="r" b="b"/>
              <a:pathLst>
                <a:path w="52" h="1" extrusionOk="0">
                  <a:moveTo>
                    <a:pt x="51" y="0"/>
                  </a:moveTo>
                  <a:cubicBezTo>
                    <a:pt x="26" y="0"/>
                    <a:pt x="26" y="0"/>
                    <a:pt x="1" y="0"/>
                  </a:cubicBezTo>
                  <a:cubicBezTo>
                    <a:pt x="26" y="0"/>
                    <a:pt x="26" y="0"/>
                    <a:pt x="51" y="0"/>
                  </a:cubicBezTo>
                  <a:close/>
                </a:path>
              </a:pathLst>
            </a:custGeom>
            <a:solidFill>
              <a:srgbClr val="C8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44"/>
            <p:cNvSpPr/>
            <p:nvPr/>
          </p:nvSpPr>
          <p:spPr>
            <a:xfrm>
              <a:off x="3956925" y="2937375"/>
              <a:ext cx="25" cy="25"/>
            </a:xfrm>
            <a:custGeom>
              <a:avLst/>
              <a:gdLst/>
              <a:ahLst/>
              <a:cxnLst/>
              <a:rect l="l" t="t" r="r" b="b"/>
              <a:pathLst>
                <a:path w="1" h="1" extrusionOk="0">
                  <a:moveTo>
                    <a:pt x="0" y="1"/>
                  </a:moveTo>
                  <a:cubicBezTo>
                    <a:pt x="0" y="1"/>
                    <a:pt x="0" y="1"/>
                    <a:pt x="0" y="1"/>
                  </a:cubicBezTo>
                  <a:cubicBezTo>
                    <a:pt x="0" y="1"/>
                    <a:pt x="0" y="1"/>
                    <a:pt x="0" y="1"/>
                  </a:cubicBezTo>
                  <a:close/>
                </a:path>
              </a:pathLst>
            </a:custGeom>
            <a:solidFill>
              <a:srgbClr val="C8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44"/>
            <p:cNvSpPr/>
            <p:nvPr/>
          </p:nvSpPr>
          <p:spPr>
            <a:xfrm>
              <a:off x="3956925" y="2937375"/>
              <a:ext cx="25" cy="25"/>
            </a:xfrm>
            <a:custGeom>
              <a:avLst/>
              <a:gdLst/>
              <a:ahLst/>
              <a:cxnLst/>
              <a:rect l="l" t="t" r="r" b="b"/>
              <a:pathLst>
                <a:path w="1" h="1" extrusionOk="0">
                  <a:moveTo>
                    <a:pt x="0" y="1"/>
                  </a:moveTo>
                  <a:lnTo>
                    <a:pt x="0" y="1"/>
                  </a:lnTo>
                  <a:close/>
                </a:path>
              </a:pathLst>
            </a:custGeom>
            <a:solidFill>
              <a:srgbClr val="C15E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44"/>
            <p:cNvSpPr/>
            <p:nvPr/>
          </p:nvSpPr>
          <p:spPr>
            <a:xfrm>
              <a:off x="3953775" y="2936750"/>
              <a:ext cx="3175" cy="1750"/>
            </a:xfrm>
            <a:custGeom>
              <a:avLst/>
              <a:gdLst/>
              <a:ahLst/>
              <a:cxnLst/>
              <a:rect l="l" t="t" r="r" b="b"/>
              <a:pathLst>
                <a:path w="127" h="70" extrusionOk="0">
                  <a:moveTo>
                    <a:pt x="26" y="0"/>
                  </a:moveTo>
                  <a:cubicBezTo>
                    <a:pt x="1" y="26"/>
                    <a:pt x="1" y="51"/>
                    <a:pt x="26" y="51"/>
                  </a:cubicBezTo>
                  <a:cubicBezTo>
                    <a:pt x="39" y="63"/>
                    <a:pt x="51" y="69"/>
                    <a:pt x="64" y="69"/>
                  </a:cubicBezTo>
                  <a:cubicBezTo>
                    <a:pt x="76" y="69"/>
                    <a:pt x="89" y="63"/>
                    <a:pt x="101" y="51"/>
                  </a:cubicBezTo>
                  <a:cubicBezTo>
                    <a:pt x="126" y="51"/>
                    <a:pt x="126" y="51"/>
                    <a:pt x="126" y="26"/>
                  </a:cubicBezTo>
                  <a:cubicBezTo>
                    <a:pt x="126" y="26"/>
                    <a:pt x="126" y="26"/>
                    <a:pt x="101" y="0"/>
                  </a:cubicBezTo>
                  <a:close/>
                </a:path>
              </a:pathLst>
            </a:custGeom>
            <a:solidFill>
              <a:srgbClr val="352F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44"/>
            <p:cNvSpPr/>
            <p:nvPr/>
          </p:nvSpPr>
          <p:spPr>
            <a:xfrm>
              <a:off x="3933725" y="2891325"/>
              <a:ext cx="100925" cy="58450"/>
            </a:xfrm>
            <a:custGeom>
              <a:avLst/>
              <a:gdLst/>
              <a:ahLst/>
              <a:cxnLst/>
              <a:rect l="l" t="t" r="r" b="b"/>
              <a:pathLst>
                <a:path w="4037" h="2338" extrusionOk="0">
                  <a:moveTo>
                    <a:pt x="3181" y="426"/>
                  </a:moveTo>
                  <a:cubicBezTo>
                    <a:pt x="3215" y="426"/>
                    <a:pt x="3247" y="439"/>
                    <a:pt x="3259" y="464"/>
                  </a:cubicBezTo>
                  <a:lnTo>
                    <a:pt x="3309" y="464"/>
                  </a:lnTo>
                  <a:cubicBezTo>
                    <a:pt x="3309" y="489"/>
                    <a:pt x="3309" y="489"/>
                    <a:pt x="3309" y="489"/>
                  </a:cubicBezTo>
                  <a:cubicBezTo>
                    <a:pt x="3309" y="489"/>
                    <a:pt x="3309" y="489"/>
                    <a:pt x="3309" y="514"/>
                  </a:cubicBezTo>
                  <a:cubicBezTo>
                    <a:pt x="3309" y="514"/>
                    <a:pt x="3284" y="539"/>
                    <a:pt x="3259" y="564"/>
                  </a:cubicBezTo>
                  <a:cubicBezTo>
                    <a:pt x="3234" y="577"/>
                    <a:pt x="3203" y="583"/>
                    <a:pt x="3171" y="583"/>
                  </a:cubicBezTo>
                  <a:cubicBezTo>
                    <a:pt x="3140" y="583"/>
                    <a:pt x="3109" y="577"/>
                    <a:pt x="3084" y="564"/>
                  </a:cubicBezTo>
                  <a:cubicBezTo>
                    <a:pt x="3084" y="539"/>
                    <a:pt x="3084" y="539"/>
                    <a:pt x="3059" y="539"/>
                  </a:cubicBezTo>
                  <a:cubicBezTo>
                    <a:pt x="3059" y="539"/>
                    <a:pt x="3059" y="514"/>
                    <a:pt x="3059" y="514"/>
                  </a:cubicBezTo>
                  <a:cubicBezTo>
                    <a:pt x="3059" y="489"/>
                    <a:pt x="3059" y="489"/>
                    <a:pt x="3059" y="489"/>
                  </a:cubicBezTo>
                  <a:cubicBezTo>
                    <a:pt x="3059" y="489"/>
                    <a:pt x="3059" y="489"/>
                    <a:pt x="3059" y="464"/>
                  </a:cubicBezTo>
                  <a:lnTo>
                    <a:pt x="3084" y="464"/>
                  </a:lnTo>
                  <a:cubicBezTo>
                    <a:pt x="3109" y="439"/>
                    <a:pt x="3146" y="426"/>
                    <a:pt x="3181" y="426"/>
                  </a:cubicBezTo>
                  <a:close/>
                  <a:moveTo>
                    <a:pt x="903" y="1817"/>
                  </a:moveTo>
                  <a:cubicBezTo>
                    <a:pt x="928" y="1843"/>
                    <a:pt x="928" y="1843"/>
                    <a:pt x="928" y="1843"/>
                  </a:cubicBezTo>
                  <a:cubicBezTo>
                    <a:pt x="928" y="1868"/>
                    <a:pt x="928" y="1868"/>
                    <a:pt x="903" y="1868"/>
                  </a:cubicBezTo>
                  <a:cubicBezTo>
                    <a:pt x="891" y="1880"/>
                    <a:pt x="878" y="1886"/>
                    <a:pt x="866" y="1886"/>
                  </a:cubicBezTo>
                  <a:cubicBezTo>
                    <a:pt x="853" y="1886"/>
                    <a:pt x="841" y="1880"/>
                    <a:pt x="828" y="1868"/>
                  </a:cubicBezTo>
                  <a:cubicBezTo>
                    <a:pt x="803" y="1868"/>
                    <a:pt x="803" y="1843"/>
                    <a:pt x="828" y="1817"/>
                  </a:cubicBezTo>
                  <a:close/>
                  <a:moveTo>
                    <a:pt x="2382" y="188"/>
                  </a:moveTo>
                  <a:lnTo>
                    <a:pt x="3710" y="965"/>
                  </a:lnTo>
                  <a:lnTo>
                    <a:pt x="1605" y="2168"/>
                  </a:lnTo>
                  <a:lnTo>
                    <a:pt x="302" y="1416"/>
                  </a:lnTo>
                  <a:lnTo>
                    <a:pt x="2382" y="188"/>
                  </a:lnTo>
                  <a:close/>
                  <a:moveTo>
                    <a:pt x="2582" y="0"/>
                  </a:moveTo>
                  <a:cubicBezTo>
                    <a:pt x="2545" y="0"/>
                    <a:pt x="2507" y="13"/>
                    <a:pt x="2482" y="38"/>
                  </a:cubicBezTo>
                  <a:lnTo>
                    <a:pt x="26" y="1442"/>
                  </a:lnTo>
                  <a:cubicBezTo>
                    <a:pt x="1" y="1442"/>
                    <a:pt x="1" y="1467"/>
                    <a:pt x="1" y="1492"/>
                  </a:cubicBezTo>
                  <a:cubicBezTo>
                    <a:pt x="1" y="1492"/>
                    <a:pt x="1" y="1517"/>
                    <a:pt x="1" y="1517"/>
                  </a:cubicBezTo>
                  <a:cubicBezTo>
                    <a:pt x="26" y="1542"/>
                    <a:pt x="26" y="1542"/>
                    <a:pt x="51" y="1542"/>
                  </a:cubicBezTo>
                  <a:lnTo>
                    <a:pt x="1354" y="2319"/>
                  </a:lnTo>
                  <a:cubicBezTo>
                    <a:pt x="1379" y="2331"/>
                    <a:pt x="1417" y="2337"/>
                    <a:pt x="1455" y="2337"/>
                  </a:cubicBezTo>
                  <a:cubicBezTo>
                    <a:pt x="1492" y="2337"/>
                    <a:pt x="1530" y="2331"/>
                    <a:pt x="1555" y="2319"/>
                  </a:cubicBezTo>
                  <a:lnTo>
                    <a:pt x="4011" y="915"/>
                  </a:lnTo>
                  <a:cubicBezTo>
                    <a:pt x="4011" y="915"/>
                    <a:pt x="4036" y="890"/>
                    <a:pt x="4036" y="890"/>
                  </a:cubicBezTo>
                  <a:cubicBezTo>
                    <a:pt x="4036" y="890"/>
                    <a:pt x="4036" y="865"/>
                    <a:pt x="4036" y="865"/>
                  </a:cubicBezTo>
                  <a:cubicBezTo>
                    <a:pt x="4036" y="840"/>
                    <a:pt x="4036" y="815"/>
                    <a:pt x="4011" y="790"/>
                  </a:cubicBezTo>
                  <a:lnTo>
                    <a:pt x="2683" y="38"/>
                  </a:lnTo>
                  <a:cubicBezTo>
                    <a:pt x="2658" y="13"/>
                    <a:pt x="2620" y="0"/>
                    <a:pt x="25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44"/>
            <p:cNvSpPr/>
            <p:nvPr/>
          </p:nvSpPr>
          <p:spPr>
            <a:xfrm>
              <a:off x="3959175" y="2895225"/>
              <a:ext cx="30975" cy="17200"/>
            </a:xfrm>
            <a:custGeom>
              <a:avLst/>
              <a:gdLst/>
              <a:ahLst/>
              <a:cxnLst/>
              <a:rect l="l" t="t" r="r" b="b"/>
              <a:pathLst>
                <a:path w="1239" h="688" extrusionOk="0">
                  <a:moveTo>
                    <a:pt x="656" y="1"/>
                  </a:moveTo>
                  <a:cubicBezTo>
                    <a:pt x="632" y="1"/>
                    <a:pt x="609" y="3"/>
                    <a:pt x="587" y="7"/>
                  </a:cubicBezTo>
                  <a:cubicBezTo>
                    <a:pt x="437" y="7"/>
                    <a:pt x="336" y="82"/>
                    <a:pt x="236" y="158"/>
                  </a:cubicBezTo>
                  <a:cubicBezTo>
                    <a:pt x="141" y="276"/>
                    <a:pt x="1" y="688"/>
                    <a:pt x="29" y="688"/>
                  </a:cubicBezTo>
                  <a:cubicBezTo>
                    <a:pt x="31" y="688"/>
                    <a:pt x="33" y="687"/>
                    <a:pt x="36" y="684"/>
                  </a:cubicBezTo>
                  <a:cubicBezTo>
                    <a:pt x="111" y="659"/>
                    <a:pt x="562" y="408"/>
                    <a:pt x="662" y="408"/>
                  </a:cubicBezTo>
                  <a:cubicBezTo>
                    <a:pt x="737" y="433"/>
                    <a:pt x="888" y="534"/>
                    <a:pt x="938" y="534"/>
                  </a:cubicBezTo>
                  <a:cubicBezTo>
                    <a:pt x="966" y="539"/>
                    <a:pt x="993" y="542"/>
                    <a:pt x="1018" y="542"/>
                  </a:cubicBezTo>
                  <a:cubicBezTo>
                    <a:pt x="1106" y="542"/>
                    <a:pt x="1175" y="505"/>
                    <a:pt x="1213" y="408"/>
                  </a:cubicBezTo>
                  <a:cubicBezTo>
                    <a:pt x="1213" y="383"/>
                    <a:pt x="1239" y="358"/>
                    <a:pt x="1213" y="308"/>
                  </a:cubicBezTo>
                  <a:cubicBezTo>
                    <a:pt x="1213" y="208"/>
                    <a:pt x="1088" y="133"/>
                    <a:pt x="1013" y="108"/>
                  </a:cubicBezTo>
                  <a:cubicBezTo>
                    <a:pt x="889" y="46"/>
                    <a:pt x="766" y="1"/>
                    <a:pt x="656" y="1"/>
                  </a:cubicBezTo>
                  <a:close/>
                </a:path>
              </a:pathLst>
            </a:custGeom>
            <a:solidFill>
              <a:srgbClr val="E6BE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44"/>
            <p:cNvSpPr/>
            <p:nvPr/>
          </p:nvSpPr>
          <p:spPr>
            <a:xfrm>
              <a:off x="3983850" y="1539575"/>
              <a:ext cx="90900" cy="68500"/>
            </a:xfrm>
            <a:custGeom>
              <a:avLst/>
              <a:gdLst/>
              <a:ahLst/>
              <a:cxnLst/>
              <a:rect l="l" t="t" r="r" b="b"/>
              <a:pathLst>
                <a:path w="3636" h="2740" extrusionOk="0">
                  <a:moveTo>
                    <a:pt x="562" y="0"/>
                  </a:moveTo>
                  <a:cubicBezTo>
                    <a:pt x="473" y="0"/>
                    <a:pt x="385" y="25"/>
                    <a:pt x="302" y="73"/>
                  </a:cubicBezTo>
                  <a:lnTo>
                    <a:pt x="252" y="123"/>
                  </a:lnTo>
                  <a:cubicBezTo>
                    <a:pt x="1" y="248"/>
                    <a:pt x="1" y="1301"/>
                    <a:pt x="252" y="1451"/>
                  </a:cubicBezTo>
                  <a:lnTo>
                    <a:pt x="2357" y="2679"/>
                  </a:lnTo>
                  <a:cubicBezTo>
                    <a:pt x="2461" y="2722"/>
                    <a:pt x="2558" y="2739"/>
                    <a:pt x="2647" y="2739"/>
                  </a:cubicBezTo>
                  <a:cubicBezTo>
                    <a:pt x="2921" y="2739"/>
                    <a:pt x="3120" y="2573"/>
                    <a:pt x="3234" y="2479"/>
                  </a:cubicBezTo>
                  <a:cubicBezTo>
                    <a:pt x="3485" y="2253"/>
                    <a:pt x="3635" y="1752"/>
                    <a:pt x="2933" y="1351"/>
                  </a:cubicBezTo>
                  <a:cubicBezTo>
                    <a:pt x="2407" y="1050"/>
                    <a:pt x="853" y="98"/>
                    <a:pt x="853" y="98"/>
                  </a:cubicBezTo>
                  <a:cubicBezTo>
                    <a:pt x="760" y="32"/>
                    <a:pt x="661" y="0"/>
                    <a:pt x="5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44"/>
            <p:cNvSpPr/>
            <p:nvPr/>
          </p:nvSpPr>
          <p:spPr>
            <a:xfrm>
              <a:off x="3987000" y="1572075"/>
              <a:ext cx="83975" cy="36000"/>
            </a:xfrm>
            <a:custGeom>
              <a:avLst/>
              <a:gdLst/>
              <a:ahLst/>
              <a:cxnLst/>
              <a:rect l="l" t="t" r="r" b="b"/>
              <a:pathLst>
                <a:path w="3359" h="1440" extrusionOk="0">
                  <a:moveTo>
                    <a:pt x="0" y="1"/>
                  </a:moveTo>
                  <a:lnTo>
                    <a:pt x="0" y="1"/>
                  </a:lnTo>
                  <a:cubicBezTo>
                    <a:pt x="25" y="76"/>
                    <a:pt x="75" y="126"/>
                    <a:pt x="126" y="151"/>
                  </a:cubicBezTo>
                  <a:lnTo>
                    <a:pt x="2231" y="1379"/>
                  </a:lnTo>
                  <a:cubicBezTo>
                    <a:pt x="2335" y="1422"/>
                    <a:pt x="2432" y="1439"/>
                    <a:pt x="2521" y="1439"/>
                  </a:cubicBezTo>
                  <a:cubicBezTo>
                    <a:pt x="2795" y="1439"/>
                    <a:pt x="2994" y="1273"/>
                    <a:pt x="3108" y="1179"/>
                  </a:cubicBezTo>
                  <a:cubicBezTo>
                    <a:pt x="3258" y="1028"/>
                    <a:pt x="3359" y="803"/>
                    <a:pt x="3309" y="577"/>
                  </a:cubicBezTo>
                  <a:lnTo>
                    <a:pt x="3309" y="577"/>
                  </a:lnTo>
                  <a:cubicBezTo>
                    <a:pt x="3283" y="753"/>
                    <a:pt x="3208" y="928"/>
                    <a:pt x="3083" y="1028"/>
                  </a:cubicBezTo>
                  <a:cubicBezTo>
                    <a:pt x="2969" y="1142"/>
                    <a:pt x="2754" y="1314"/>
                    <a:pt x="2461" y="1314"/>
                  </a:cubicBezTo>
                  <a:cubicBezTo>
                    <a:pt x="2367" y="1314"/>
                    <a:pt x="2265" y="1296"/>
                    <a:pt x="2156" y="1254"/>
                  </a:cubicBezTo>
                  <a:lnTo>
                    <a:pt x="0" y="1"/>
                  </a:lnTo>
                  <a:close/>
                </a:path>
              </a:pathLst>
            </a:custGeom>
            <a:solidFill>
              <a:srgbClr val="0015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4"/>
            <p:cNvSpPr/>
            <p:nvPr/>
          </p:nvSpPr>
          <p:spPr>
            <a:xfrm>
              <a:off x="3963800" y="1279475"/>
              <a:ext cx="90250" cy="288250"/>
            </a:xfrm>
            <a:custGeom>
              <a:avLst/>
              <a:gdLst/>
              <a:ahLst/>
              <a:cxnLst/>
              <a:rect l="l" t="t" r="r" b="b"/>
              <a:pathLst>
                <a:path w="3610" h="11530" extrusionOk="0">
                  <a:moveTo>
                    <a:pt x="76" y="0"/>
                  </a:moveTo>
                  <a:cubicBezTo>
                    <a:pt x="1" y="0"/>
                    <a:pt x="1129" y="10602"/>
                    <a:pt x="1129" y="10677"/>
                  </a:cubicBezTo>
                  <a:cubicBezTo>
                    <a:pt x="1219" y="11489"/>
                    <a:pt x="1654" y="11530"/>
                    <a:pt x="1740" y="11530"/>
                  </a:cubicBezTo>
                  <a:cubicBezTo>
                    <a:pt x="1750" y="11530"/>
                    <a:pt x="1755" y="11529"/>
                    <a:pt x="1755" y="11529"/>
                  </a:cubicBezTo>
                  <a:cubicBezTo>
                    <a:pt x="2156" y="11529"/>
                    <a:pt x="2607" y="11479"/>
                    <a:pt x="2733" y="10602"/>
                  </a:cubicBezTo>
                  <a:cubicBezTo>
                    <a:pt x="2733" y="10502"/>
                    <a:pt x="3610" y="0"/>
                    <a:pt x="35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4"/>
            <p:cNvSpPr/>
            <p:nvPr/>
          </p:nvSpPr>
          <p:spPr>
            <a:xfrm>
              <a:off x="4023150" y="1563250"/>
              <a:ext cx="18175" cy="13450"/>
            </a:xfrm>
            <a:custGeom>
              <a:avLst/>
              <a:gdLst/>
              <a:ahLst/>
              <a:cxnLst/>
              <a:rect l="l" t="t" r="r" b="b"/>
              <a:pathLst>
                <a:path w="727" h="538" extrusionOk="0">
                  <a:moveTo>
                    <a:pt x="583" y="0"/>
                  </a:moveTo>
                  <a:cubicBezTo>
                    <a:pt x="575" y="0"/>
                    <a:pt x="568" y="1"/>
                    <a:pt x="559" y="3"/>
                  </a:cubicBezTo>
                  <a:cubicBezTo>
                    <a:pt x="359" y="103"/>
                    <a:pt x="183" y="203"/>
                    <a:pt x="58" y="379"/>
                  </a:cubicBezTo>
                  <a:cubicBezTo>
                    <a:pt x="1" y="436"/>
                    <a:pt x="60" y="537"/>
                    <a:pt x="125" y="537"/>
                  </a:cubicBezTo>
                  <a:cubicBezTo>
                    <a:pt x="145" y="537"/>
                    <a:pt x="166" y="528"/>
                    <a:pt x="183" y="504"/>
                  </a:cubicBezTo>
                  <a:cubicBezTo>
                    <a:pt x="309" y="379"/>
                    <a:pt x="459" y="278"/>
                    <a:pt x="609" y="203"/>
                  </a:cubicBezTo>
                  <a:cubicBezTo>
                    <a:pt x="726" y="156"/>
                    <a:pt x="690" y="0"/>
                    <a:pt x="583" y="0"/>
                  </a:cubicBezTo>
                  <a:close/>
                </a:path>
              </a:pathLst>
            </a:custGeom>
            <a:solidFill>
              <a:srgbClr val="373B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44"/>
            <p:cNvSpPr/>
            <p:nvPr/>
          </p:nvSpPr>
          <p:spPr>
            <a:xfrm>
              <a:off x="4032075" y="1570000"/>
              <a:ext cx="17950" cy="13575"/>
            </a:xfrm>
            <a:custGeom>
              <a:avLst/>
              <a:gdLst/>
              <a:ahLst/>
              <a:cxnLst/>
              <a:rect l="l" t="t" r="r" b="b"/>
              <a:pathLst>
                <a:path w="718" h="543" extrusionOk="0">
                  <a:moveTo>
                    <a:pt x="609" y="1"/>
                  </a:moveTo>
                  <a:cubicBezTo>
                    <a:pt x="600" y="1"/>
                    <a:pt x="589" y="3"/>
                    <a:pt x="578" y="8"/>
                  </a:cubicBezTo>
                  <a:cubicBezTo>
                    <a:pt x="378" y="84"/>
                    <a:pt x="202" y="209"/>
                    <a:pt x="77" y="359"/>
                  </a:cubicBezTo>
                  <a:cubicBezTo>
                    <a:pt x="0" y="436"/>
                    <a:pt x="71" y="543"/>
                    <a:pt x="142" y="543"/>
                  </a:cubicBezTo>
                  <a:cubicBezTo>
                    <a:pt x="163" y="543"/>
                    <a:pt x="185" y="533"/>
                    <a:pt x="202" y="510"/>
                  </a:cubicBezTo>
                  <a:cubicBezTo>
                    <a:pt x="328" y="359"/>
                    <a:pt x="453" y="259"/>
                    <a:pt x="628" y="209"/>
                  </a:cubicBezTo>
                  <a:cubicBezTo>
                    <a:pt x="718" y="164"/>
                    <a:pt x="688" y="1"/>
                    <a:pt x="609" y="1"/>
                  </a:cubicBezTo>
                  <a:close/>
                </a:path>
              </a:pathLst>
            </a:custGeom>
            <a:solidFill>
              <a:srgbClr val="373B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44"/>
            <p:cNvSpPr/>
            <p:nvPr/>
          </p:nvSpPr>
          <p:spPr>
            <a:xfrm>
              <a:off x="4009550" y="1546600"/>
              <a:ext cx="26350" cy="23550"/>
            </a:xfrm>
            <a:custGeom>
              <a:avLst/>
              <a:gdLst/>
              <a:ahLst/>
              <a:cxnLst/>
              <a:rect l="l" t="t" r="r" b="b"/>
              <a:pathLst>
                <a:path w="1054" h="942" extrusionOk="0">
                  <a:moveTo>
                    <a:pt x="682" y="0"/>
                  </a:moveTo>
                  <a:cubicBezTo>
                    <a:pt x="583" y="0"/>
                    <a:pt x="478" y="46"/>
                    <a:pt x="402" y="92"/>
                  </a:cubicBezTo>
                  <a:cubicBezTo>
                    <a:pt x="276" y="142"/>
                    <a:pt x="101" y="268"/>
                    <a:pt x="51" y="418"/>
                  </a:cubicBezTo>
                  <a:cubicBezTo>
                    <a:pt x="1" y="594"/>
                    <a:pt x="151" y="694"/>
                    <a:pt x="251" y="794"/>
                  </a:cubicBezTo>
                  <a:cubicBezTo>
                    <a:pt x="251" y="819"/>
                    <a:pt x="276" y="869"/>
                    <a:pt x="301" y="894"/>
                  </a:cubicBezTo>
                  <a:cubicBezTo>
                    <a:pt x="335" y="928"/>
                    <a:pt x="369" y="942"/>
                    <a:pt x="403" y="942"/>
                  </a:cubicBezTo>
                  <a:cubicBezTo>
                    <a:pt x="444" y="942"/>
                    <a:pt x="486" y="922"/>
                    <a:pt x="527" y="894"/>
                  </a:cubicBezTo>
                  <a:cubicBezTo>
                    <a:pt x="652" y="794"/>
                    <a:pt x="752" y="719"/>
                    <a:pt x="903" y="669"/>
                  </a:cubicBezTo>
                  <a:cubicBezTo>
                    <a:pt x="1053" y="619"/>
                    <a:pt x="1028" y="443"/>
                    <a:pt x="978" y="293"/>
                  </a:cubicBezTo>
                  <a:cubicBezTo>
                    <a:pt x="953" y="243"/>
                    <a:pt x="953" y="218"/>
                    <a:pt x="928" y="193"/>
                  </a:cubicBezTo>
                  <a:cubicBezTo>
                    <a:pt x="903" y="142"/>
                    <a:pt x="878" y="92"/>
                    <a:pt x="853" y="67"/>
                  </a:cubicBezTo>
                  <a:cubicBezTo>
                    <a:pt x="804" y="19"/>
                    <a:pt x="744" y="0"/>
                    <a:pt x="6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44"/>
            <p:cNvSpPr/>
            <p:nvPr/>
          </p:nvSpPr>
          <p:spPr>
            <a:xfrm>
              <a:off x="4101650" y="1505675"/>
              <a:ext cx="91500" cy="67950"/>
            </a:xfrm>
            <a:custGeom>
              <a:avLst/>
              <a:gdLst/>
              <a:ahLst/>
              <a:cxnLst/>
              <a:rect l="l" t="t" r="r" b="b"/>
              <a:pathLst>
                <a:path w="3660" h="2718" extrusionOk="0">
                  <a:moveTo>
                    <a:pt x="590" y="0"/>
                  </a:moveTo>
                  <a:cubicBezTo>
                    <a:pt x="489" y="0"/>
                    <a:pt x="389" y="25"/>
                    <a:pt x="301" y="75"/>
                  </a:cubicBezTo>
                  <a:lnTo>
                    <a:pt x="251" y="100"/>
                  </a:lnTo>
                  <a:cubicBezTo>
                    <a:pt x="1" y="226"/>
                    <a:pt x="1" y="1303"/>
                    <a:pt x="251" y="1429"/>
                  </a:cubicBezTo>
                  <a:lnTo>
                    <a:pt x="2357" y="2657"/>
                  </a:lnTo>
                  <a:cubicBezTo>
                    <a:pt x="2461" y="2700"/>
                    <a:pt x="2559" y="2717"/>
                    <a:pt x="2650" y="2717"/>
                  </a:cubicBezTo>
                  <a:cubicBezTo>
                    <a:pt x="2932" y="2717"/>
                    <a:pt x="3145" y="2551"/>
                    <a:pt x="3259" y="2456"/>
                  </a:cubicBezTo>
                  <a:cubicBezTo>
                    <a:pt x="3510" y="2231"/>
                    <a:pt x="3660" y="1729"/>
                    <a:pt x="2933" y="1328"/>
                  </a:cubicBezTo>
                  <a:cubicBezTo>
                    <a:pt x="2407" y="1028"/>
                    <a:pt x="878" y="75"/>
                    <a:pt x="878" y="75"/>
                  </a:cubicBezTo>
                  <a:cubicBezTo>
                    <a:pt x="790" y="25"/>
                    <a:pt x="690" y="0"/>
                    <a:pt x="5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44"/>
            <p:cNvSpPr/>
            <p:nvPr/>
          </p:nvSpPr>
          <p:spPr>
            <a:xfrm>
              <a:off x="4105425" y="1537625"/>
              <a:ext cx="83975" cy="36000"/>
            </a:xfrm>
            <a:custGeom>
              <a:avLst/>
              <a:gdLst/>
              <a:ahLst/>
              <a:cxnLst/>
              <a:rect l="l" t="t" r="r" b="b"/>
              <a:pathLst>
                <a:path w="3359" h="1440" extrusionOk="0">
                  <a:moveTo>
                    <a:pt x="0" y="0"/>
                  </a:moveTo>
                  <a:lnTo>
                    <a:pt x="0" y="0"/>
                  </a:lnTo>
                  <a:cubicBezTo>
                    <a:pt x="25" y="75"/>
                    <a:pt x="50" y="126"/>
                    <a:pt x="100" y="151"/>
                  </a:cubicBezTo>
                  <a:lnTo>
                    <a:pt x="2206" y="1379"/>
                  </a:lnTo>
                  <a:cubicBezTo>
                    <a:pt x="2310" y="1422"/>
                    <a:pt x="2408" y="1439"/>
                    <a:pt x="2499" y="1439"/>
                  </a:cubicBezTo>
                  <a:cubicBezTo>
                    <a:pt x="2781" y="1439"/>
                    <a:pt x="2994" y="1273"/>
                    <a:pt x="3108" y="1178"/>
                  </a:cubicBezTo>
                  <a:cubicBezTo>
                    <a:pt x="3233" y="1053"/>
                    <a:pt x="3359" y="827"/>
                    <a:pt x="3283" y="577"/>
                  </a:cubicBezTo>
                  <a:lnTo>
                    <a:pt x="3283" y="577"/>
                  </a:lnTo>
                  <a:cubicBezTo>
                    <a:pt x="3283" y="752"/>
                    <a:pt x="3183" y="928"/>
                    <a:pt x="3058" y="1028"/>
                  </a:cubicBezTo>
                  <a:cubicBezTo>
                    <a:pt x="2944" y="1142"/>
                    <a:pt x="2729" y="1313"/>
                    <a:pt x="2435" y="1313"/>
                  </a:cubicBezTo>
                  <a:cubicBezTo>
                    <a:pt x="2342" y="1313"/>
                    <a:pt x="2240" y="1296"/>
                    <a:pt x="2130" y="1253"/>
                  </a:cubicBezTo>
                  <a:lnTo>
                    <a:pt x="0" y="0"/>
                  </a:lnTo>
                  <a:close/>
                </a:path>
              </a:pathLst>
            </a:custGeom>
            <a:solidFill>
              <a:srgbClr val="0015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44"/>
            <p:cNvSpPr/>
            <p:nvPr/>
          </p:nvSpPr>
          <p:spPr>
            <a:xfrm>
              <a:off x="4054025" y="1249400"/>
              <a:ext cx="139125" cy="282175"/>
            </a:xfrm>
            <a:custGeom>
              <a:avLst/>
              <a:gdLst/>
              <a:ahLst/>
              <a:cxnLst/>
              <a:rect l="l" t="t" r="r" b="b"/>
              <a:pathLst>
                <a:path w="5565" h="11287" extrusionOk="0">
                  <a:moveTo>
                    <a:pt x="3134" y="0"/>
                  </a:moveTo>
                  <a:lnTo>
                    <a:pt x="1805" y="1279"/>
                  </a:lnTo>
                  <a:lnTo>
                    <a:pt x="26" y="1279"/>
                  </a:lnTo>
                  <a:cubicBezTo>
                    <a:pt x="1" y="1279"/>
                    <a:pt x="2783" y="3208"/>
                    <a:pt x="2983" y="5840"/>
                  </a:cubicBezTo>
                  <a:cubicBezTo>
                    <a:pt x="3159" y="8146"/>
                    <a:pt x="2081" y="10326"/>
                    <a:pt x="2106" y="10702"/>
                  </a:cubicBezTo>
                  <a:cubicBezTo>
                    <a:pt x="2162" y="11104"/>
                    <a:pt x="2466" y="11287"/>
                    <a:pt x="2795" y="11287"/>
                  </a:cubicBezTo>
                  <a:cubicBezTo>
                    <a:pt x="3205" y="11287"/>
                    <a:pt x="3655" y="11002"/>
                    <a:pt x="3710" y="10502"/>
                  </a:cubicBezTo>
                  <a:cubicBezTo>
                    <a:pt x="3861" y="9950"/>
                    <a:pt x="4111" y="9524"/>
                    <a:pt x="4412" y="8822"/>
                  </a:cubicBezTo>
                  <a:cubicBezTo>
                    <a:pt x="5565" y="6141"/>
                    <a:pt x="5289" y="3083"/>
                    <a:pt x="3635" y="677"/>
                  </a:cubicBezTo>
                  <a:cubicBezTo>
                    <a:pt x="3359" y="251"/>
                    <a:pt x="3159" y="0"/>
                    <a:pt x="31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44"/>
            <p:cNvSpPr/>
            <p:nvPr/>
          </p:nvSpPr>
          <p:spPr>
            <a:xfrm>
              <a:off x="4141000" y="1529250"/>
              <a:ext cx="17950" cy="13075"/>
            </a:xfrm>
            <a:custGeom>
              <a:avLst/>
              <a:gdLst/>
              <a:ahLst/>
              <a:cxnLst/>
              <a:rect l="l" t="t" r="r" b="b"/>
              <a:pathLst>
                <a:path w="718" h="523" extrusionOk="0">
                  <a:moveTo>
                    <a:pt x="600" y="1"/>
                  </a:moveTo>
                  <a:cubicBezTo>
                    <a:pt x="587" y="1"/>
                    <a:pt x="572" y="3"/>
                    <a:pt x="557" y="9"/>
                  </a:cubicBezTo>
                  <a:cubicBezTo>
                    <a:pt x="382" y="85"/>
                    <a:pt x="206" y="185"/>
                    <a:pt x="56" y="360"/>
                  </a:cubicBezTo>
                  <a:cubicBezTo>
                    <a:pt x="0" y="435"/>
                    <a:pt x="54" y="522"/>
                    <a:pt x="127" y="522"/>
                  </a:cubicBezTo>
                  <a:cubicBezTo>
                    <a:pt x="152" y="522"/>
                    <a:pt x="180" y="512"/>
                    <a:pt x="206" y="486"/>
                  </a:cubicBezTo>
                  <a:cubicBezTo>
                    <a:pt x="306" y="360"/>
                    <a:pt x="457" y="260"/>
                    <a:pt x="607" y="185"/>
                  </a:cubicBezTo>
                  <a:cubicBezTo>
                    <a:pt x="717" y="141"/>
                    <a:pt x="692" y="1"/>
                    <a:pt x="600" y="1"/>
                  </a:cubicBezTo>
                  <a:close/>
                </a:path>
              </a:pathLst>
            </a:custGeom>
            <a:solidFill>
              <a:srgbClr val="373B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44"/>
            <p:cNvSpPr/>
            <p:nvPr/>
          </p:nvSpPr>
          <p:spPr>
            <a:xfrm>
              <a:off x="4150350" y="1535550"/>
              <a:ext cx="18025" cy="13575"/>
            </a:xfrm>
            <a:custGeom>
              <a:avLst/>
              <a:gdLst/>
              <a:ahLst/>
              <a:cxnLst/>
              <a:rect l="l" t="t" r="r" b="b"/>
              <a:pathLst>
                <a:path w="721" h="543" extrusionOk="0">
                  <a:moveTo>
                    <a:pt x="597" y="0"/>
                  </a:moveTo>
                  <a:cubicBezTo>
                    <a:pt x="586" y="0"/>
                    <a:pt x="573" y="3"/>
                    <a:pt x="559" y="8"/>
                  </a:cubicBezTo>
                  <a:cubicBezTo>
                    <a:pt x="359" y="83"/>
                    <a:pt x="208" y="209"/>
                    <a:pt x="58" y="384"/>
                  </a:cubicBezTo>
                  <a:cubicBezTo>
                    <a:pt x="0" y="441"/>
                    <a:pt x="60" y="543"/>
                    <a:pt x="125" y="543"/>
                  </a:cubicBezTo>
                  <a:cubicBezTo>
                    <a:pt x="145" y="543"/>
                    <a:pt x="165" y="533"/>
                    <a:pt x="183" y="509"/>
                  </a:cubicBezTo>
                  <a:cubicBezTo>
                    <a:pt x="308" y="384"/>
                    <a:pt x="459" y="259"/>
                    <a:pt x="609" y="209"/>
                  </a:cubicBezTo>
                  <a:cubicBezTo>
                    <a:pt x="721" y="164"/>
                    <a:pt x="693" y="0"/>
                    <a:pt x="597" y="0"/>
                  </a:cubicBezTo>
                  <a:close/>
                </a:path>
              </a:pathLst>
            </a:custGeom>
            <a:solidFill>
              <a:srgbClr val="373B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44"/>
            <p:cNvSpPr/>
            <p:nvPr/>
          </p:nvSpPr>
          <p:spPr>
            <a:xfrm>
              <a:off x="4127350" y="1512125"/>
              <a:ext cx="26950" cy="23575"/>
            </a:xfrm>
            <a:custGeom>
              <a:avLst/>
              <a:gdLst/>
              <a:ahLst/>
              <a:cxnLst/>
              <a:rect l="l" t="t" r="r" b="b"/>
              <a:pathLst>
                <a:path w="1078" h="943" extrusionOk="0">
                  <a:moveTo>
                    <a:pt x="701" y="1"/>
                  </a:moveTo>
                  <a:cubicBezTo>
                    <a:pt x="608" y="1"/>
                    <a:pt x="503" y="47"/>
                    <a:pt x="426" y="93"/>
                  </a:cubicBezTo>
                  <a:cubicBezTo>
                    <a:pt x="276" y="143"/>
                    <a:pt x="101" y="293"/>
                    <a:pt x="50" y="419"/>
                  </a:cubicBezTo>
                  <a:cubicBezTo>
                    <a:pt x="0" y="594"/>
                    <a:pt x="176" y="694"/>
                    <a:pt x="251" y="795"/>
                  </a:cubicBezTo>
                  <a:cubicBezTo>
                    <a:pt x="276" y="845"/>
                    <a:pt x="276" y="870"/>
                    <a:pt x="301" y="895"/>
                  </a:cubicBezTo>
                  <a:cubicBezTo>
                    <a:pt x="335" y="929"/>
                    <a:pt x="374" y="942"/>
                    <a:pt x="414" y="942"/>
                  </a:cubicBezTo>
                  <a:cubicBezTo>
                    <a:pt x="462" y="942"/>
                    <a:pt x="510" y="922"/>
                    <a:pt x="552" y="895"/>
                  </a:cubicBezTo>
                  <a:cubicBezTo>
                    <a:pt x="652" y="795"/>
                    <a:pt x="777" y="719"/>
                    <a:pt x="903" y="694"/>
                  </a:cubicBezTo>
                  <a:cubicBezTo>
                    <a:pt x="1078" y="619"/>
                    <a:pt x="1028" y="444"/>
                    <a:pt x="978" y="293"/>
                  </a:cubicBezTo>
                  <a:cubicBezTo>
                    <a:pt x="978" y="243"/>
                    <a:pt x="953" y="218"/>
                    <a:pt x="928" y="193"/>
                  </a:cubicBezTo>
                  <a:cubicBezTo>
                    <a:pt x="928" y="143"/>
                    <a:pt x="903" y="93"/>
                    <a:pt x="852" y="68"/>
                  </a:cubicBezTo>
                  <a:cubicBezTo>
                    <a:pt x="814" y="19"/>
                    <a:pt x="760" y="1"/>
                    <a:pt x="7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44"/>
            <p:cNvSpPr/>
            <p:nvPr/>
          </p:nvSpPr>
          <p:spPr>
            <a:xfrm>
              <a:off x="4182475" y="654775"/>
              <a:ext cx="25" cy="1275"/>
            </a:xfrm>
            <a:custGeom>
              <a:avLst/>
              <a:gdLst/>
              <a:ahLst/>
              <a:cxnLst/>
              <a:rect l="l" t="t" r="r" b="b"/>
              <a:pathLst>
                <a:path w="1" h="51" extrusionOk="0">
                  <a:moveTo>
                    <a:pt x="1" y="1"/>
                  </a:moveTo>
                  <a:cubicBezTo>
                    <a:pt x="1" y="1"/>
                    <a:pt x="1" y="1"/>
                    <a:pt x="1" y="1"/>
                  </a:cubicBezTo>
                  <a:cubicBezTo>
                    <a:pt x="1" y="26"/>
                    <a:pt x="1" y="26"/>
                    <a:pt x="1" y="51"/>
                  </a:cubicBezTo>
                  <a:cubicBezTo>
                    <a:pt x="1" y="26"/>
                    <a:pt x="1" y="26"/>
                    <a:pt x="1" y="1"/>
                  </a:cubicBezTo>
                  <a:close/>
                </a:path>
              </a:pathLst>
            </a:custGeom>
            <a:solidFill>
              <a:srgbClr val="D386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44"/>
            <p:cNvSpPr/>
            <p:nvPr/>
          </p:nvSpPr>
          <p:spPr>
            <a:xfrm>
              <a:off x="3945025" y="655350"/>
              <a:ext cx="233725" cy="659650"/>
            </a:xfrm>
            <a:custGeom>
              <a:avLst/>
              <a:gdLst/>
              <a:ahLst/>
              <a:cxnLst/>
              <a:rect l="l" t="t" r="r" b="b"/>
              <a:pathLst>
                <a:path w="9349" h="26386" extrusionOk="0">
                  <a:moveTo>
                    <a:pt x="7821" y="0"/>
                  </a:moveTo>
                  <a:cubicBezTo>
                    <a:pt x="7722" y="0"/>
                    <a:pt x="7636" y="3"/>
                    <a:pt x="7569" y="3"/>
                  </a:cubicBezTo>
                  <a:cubicBezTo>
                    <a:pt x="7369" y="3"/>
                    <a:pt x="7293" y="128"/>
                    <a:pt x="7293" y="128"/>
                  </a:cubicBezTo>
                  <a:lnTo>
                    <a:pt x="6191" y="12935"/>
                  </a:lnTo>
                  <a:cubicBezTo>
                    <a:pt x="5927" y="12798"/>
                    <a:pt x="5638" y="12723"/>
                    <a:pt x="5332" y="12723"/>
                  </a:cubicBezTo>
                  <a:cubicBezTo>
                    <a:pt x="4968" y="12723"/>
                    <a:pt x="4581" y="12829"/>
                    <a:pt x="4186" y="13061"/>
                  </a:cubicBezTo>
                  <a:cubicBezTo>
                    <a:pt x="3384" y="13512"/>
                    <a:pt x="2732" y="13913"/>
                    <a:pt x="2556" y="14013"/>
                  </a:cubicBezTo>
                  <a:cubicBezTo>
                    <a:pt x="2531" y="14013"/>
                    <a:pt x="2356" y="14113"/>
                    <a:pt x="2080" y="14264"/>
                  </a:cubicBezTo>
                  <a:cubicBezTo>
                    <a:pt x="1078" y="14840"/>
                    <a:pt x="426" y="15893"/>
                    <a:pt x="351" y="17046"/>
                  </a:cubicBezTo>
                  <a:cubicBezTo>
                    <a:pt x="226" y="18975"/>
                    <a:pt x="0" y="23361"/>
                    <a:pt x="50" y="25166"/>
                  </a:cubicBezTo>
                  <a:cubicBezTo>
                    <a:pt x="50" y="25692"/>
                    <a:pt x="451" y="26143"/>
                    <a:pt x="977" y="26244"/>
                  </a:cubicBezTo>
                  <a:cubicBezTo>
                    <a:pt x="1451" y="26341"/>
                    <a:pt x="1924" y="26385"/>
                    <a:pt x="2388" y="26385"/>
                  </a:cubicBezTo>
                  <a:cubicBezTo>
                    <a:pt x="4923" y="26385"/>
                    <a:pt x="7207" y="25052"/>
                    <a:pt x="7970" y="23612"/>
                  </a:cubicBezTo>
                  <a:cubicBezTo>
                    <a:pt x="7970" y="23612"/>
                    <a:pt x="7970" y="23587"/>
                    <a:pt x="7970" y="23587"/>
                  </a:cubicBezTo>
                  <a:cubicBezTo>
                    <a:pt x="8171" y="23537"/>
                    <a:pt x="7744" y="19126"/>
                    <a:pt x="7795" y="15366"/>
                  </a:cubicBezTo>
                  <a:cubicBezTo>
                    <a:pt x="7795" y="15291"/>
                    <a:pt x="9048" y="3111"/>
                    <a:pt x="9298" y="1331"/>
                  </a:cubicBezTo>
                  <a:cubicBezTo>
                    <a:pt x="9348" y="780"/>
                    <a:pt x="9048" y="253"/>
                    <a:pt x="8521" y="78"/>
                  </a:cubicBezTo>
                  <a:cubicBezTo>
                    <a:pt x="8271" y="11"/>
                    <a:pt x="8020" y="0"/>
                    <a:pt x="78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4"/>
            <p:cNvSpPr/>
            <p:nvPr/>
          </p:nvSpPr>
          <p:spPr>
            <a:xfrm>
              <a:off x="3984475" y="861550"/>
              <a:ext cx="177975" cy="159975"/>
            </a:xfrm>
            <a:custGeom>
              <a:avLst/>
              <a:gdLst/>
              <a:ahLst/>
              <a:cxnLst/>
              <a:rect l="l" t="t" r="r" b="b"/>
              <a:pathLst>
                <a:path w="7119" h="6399" extrusionOk="0">
                  <a:moveTo>
                    <a:pt x="7119" y="0"/>
                  </a:moveTo>
                  <a:lnTo>
                    <a:pt x="1" y="2682"/>
                  </a:lnTo>
                  <a:lnTo>
                    <a:pt x="1254" y="3384"/>
                  </a:lnTo>
                  <a:cubicBezTo>
                    <a:pt x="2106" y="3885"/>
                    <a:pt x="4237" y="5489"/>
                    <a:pt x="5264" y="6291"/>
                  </a:cubicBezTo>
                  <a:cubicBezTo>
                    <a:pt x="5355" y="6365"/>
                    <a:pt x="5459" y="6399"/>
                    <a:pt x="5561" y="6399"/>
                  </a:cubicBezTo>
                  <a:cubicBezTo>
                    <a:pt x="5768" y="6399"/>
                    <a:pt x="5966" y="6259"/>
                    <a:pt x="6016" y="6041"/>
                  </a:cubicBezTo>
                  <a:cubicBezTo>
                    <a:pt x="6417" y="4412"/>
                    <a:pt x="7119" y="627"/>
                    <a:pt x="71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44"/>
            <p:cNvSpPr/>
            <p:nvPr/>
          </p:nvSpPr>
          <p:spPr>
            <a:xfrm>
              <a:off x="3947525" y="787600"/>
              <a:ext cx="196750" cy="250675"/>
            </a:xfrm>
            <a:custGeom>
              <a:avLst/>
              <a:gdLst/>
              <a:ahLst/>
              <a:cxnLst/>
              <a:rect l="l" t="t" r="r" b="b"/>
              <a:pathLst>
                <a:path w="7870" h="10027" extrusionOk="0">
                  <a:moveTo>
                    <a:pt x="4221" y="1"/>
                  </a:moveTo>
                  <a:cubicBezTo>
                    <a:pt x="4209" y="1"/>
                    <a:pt x="4198" y="1"/>
                    <a:pt x="4186" y="1"/>
                  </a:cubicBezTo>
                  <a:cubicBezTo>
                    <a:pt x="1855" y="1"/>
                    <a:pt x="0" y="1881"/>
                    <a:pt x="0" y="4187"/>
                  </a:cubicBezTo>
                  <a:cubicBezTo>
                    <a:pt x="0" y="6066"/>
                    <a:pt x="1253" y="7871"/>
                    <a:pt x="2958" y="8472"/>
                  </a:cubicBezTo>
                  <a:lnTo>
                    <a:pt x="2958" y="9074"/>
                  </a:lnTo>
                  <a:cubicBezTo>
                    <a:pt x="2958" y="9600"/>
                    <a:pt x="3384" y="10026"/>
                    <a:pt x="3910" y="10026"/>
                  </a:cubicBezTo>
                  <a:lnTo>
                    <a:pt x="4186" y="10026"/>
                  </a:lnTo>
                  <a:cubicBezTo>
                    <a:pt x="4913" y="10001"/>
                    <a:pt x="5464" y="9425"/>
                    <a:pt x="5464" y="8723"/>
                  </a:cubicBezTo>
                  <a:lnTo>
                    <a:pt x="5464" y="8472"/>
                  </a:lnTo>
                  <a:cubicBezTo>
                    <a:pt x="6993" y="7971"/>
                    <a:pt x="7870" y="6568"/>
                    <a:pt x="7870" y="4713"/>
                  </a:cubicBezTo>
                  <a:cubicBezTo>
                    <a:pt x="7870" y="2419"/>
                    <a:pt x="6506" y="1"/>
                    <a:pt x="4221" y="1"/>
                  </a:cubicBezTo>
                  <a:close/>
                </a:path>
              </a:pathLst>
            </a:custGeom>
            <a:solidFill>
              <a:srgbClr val="EFD1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44"/>
            <p:cNvSpPr/>
            <p:nvPr/>
          </p:nvSpPr>
          <p:spPr>
            <a:xfrm>
              <a:off x="3947525" y="787600"/>
              <a:ext cx="195500" cy="245650"/>
            </a:xfrm>
            <a:custGeom>
              <a:avLst/>
              <a:gdLst/>
              <a:ahLst/>
              <a:cxnLst/>
              <a:rect l="l" t="t" r="r" b="b"/>
              <a:pathLst>
                <a:path w="7820" h="9826" extrusionOk="0">
                  <a:moveTo>
                    <a:pt x="4201" y="1"/>
                  </a:moveTo>
                  <a:cubicBezTo>
                    <a:pt x="4187" y="1"/>
                    <a:pt x="4174" y="1"/>
                    <a:pt x="4161" y="1"/>
                  </a:cubicBezTo>
                  <a:cubicBezTo>
                    <a:pt x="1855" y="1"/>
                    <a:pt x="0" y="1881"/>
                    <a:pt x="0" y="4187"/>
                  </a:cubicBezTo>
                  <a:cubicBezTo>
                    <a:pt x="0" y="6066"/>
                    <a:pt x="1253" y="7871"/>
                    <a:pt x="2958" y="8472"/>
                  </a:cubicBezTo>
                  <a:lnTo>
                    <a:pt x="2958" y="9074"/>
                  </a:lnTo>
                  <a:cubicBezTo>
                    <a:pt x="2958" y="9400"/>
                    <a:pt x="3108" y="9675"/>
                    <a:pt x="3334" y="9826"/>
                  </a:cubicBezTo>
                  <a:cubicBezTo>
                    <a:pt x="3258" y="9650"/>
                    <a:pt x="3233" y="9425"/>
                    <a:pt x="3233" y="9124"/>
                  </a:cubicBezTo>
                  <a:cubicBezTo>
                    <a:pt x="3233" y="8873"/>
                    <a:pt x="3309" y="8648"/>
                    <a:pt x="3284" y="8397"/>
                  </a:cubicBezTo>
                  <a:cubicBezTo>
                    <a:pt x="3284" y="8146"/>
                    <a:pt x="3108" y="7921"/>
                    <a:pt x="3033" y="7720"/>
                  </a:cubicBezTo>
                  <a:cubicBezTo>
                    <a:pt x="2933" y="7395"/>
                    <a:pt x="2933" y="7119"/>
                    <a:pt x="2958" y="6768"/>
                  </a:cubicBezTo>
                  <a:cubicBezTo>
                    <a:pt x="3083" y="5690"/>
                    <a:pt x="3158" y="5690"/>
                    <a:pt x="4161" y="5490"/>
                  </a:cubicBezTo>
                  <a:cubicBezTo>
                    <a:pt x="4963" y="5314"/>
                    <a:pt x="5664" y="5114"/>
                    <a:pt x="6391" y="4763"/>
                  </a:cubicBezTo>
                  <a:cubicBezTo>
                    <a:pt x="6893" y="4537"/>
                    <a:pt x="7319" y="4187"/>
                    <a:pt x="7820" y="3986"/>
                  </a:cubicBezTo>
                  <a:cubicBezTo>
                    <a:pt x="7546" y="1919"/>
                    <a:pt x="6258" y="1"/>
                    <a:pt x="4201" y="1"/>
                  </a:cubicBezTo>
                  <a:close/>
                </a:path>
              </a:pathLst>
            </a:custGeom>
            <a:solidFill>
              <a:srgbClr val="EBC8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44"/>
            <p:cNvSpPr/>
            <p:nvPr/>
          </p:nvSpPr>
          <p:spPr>
            <a:xfrm>
              <a:off x="3937500" y="782525"/>
              <a:ext cx="224950" cy="266725"/>
            </a:xfrm>
            <a:custGeom>
              <a:avLst/>
              <a:gdLst/>
              <a:ahLst/>
              <a:cxnLst/>
              <a:rect l="l" t="t" r="r" b="b"/>
              <a:pathLst>
                <a:path w="8998" h="10669" extrusionOk="0">
                  <a:moveTo>
                    <a:pt x="4560" y="0"/>
                  </a:moveTo>
                  <a:cubicBezTo>
                    <a:pt x="3761" y="0"/>
                    <a:pt x="2966" y="201"/>
                    <a:pt x="2256" y="605"/>
                  </a:cubicBezTo>
                  <a:cubicBezTo>
                    <a:pt x="953" y="1332"/>
                    <a:pt x="0" y="2309"/>
                    <a:pt x="25" y="4289"/>
                  </a:cubicBezTo>
                  <a:cubicBezTo>
                    <a:pt x="50" y="6445"/>
                    <a:pt x="953" y="9653"/>
                    <a:pt x="1404" y="10029"/>
                  </a:cubicBezTo>
                  <a:cubicBezTo>
                    <a:pt x="1554" y="10179"/>
                    <a:pt x="2456" y="10455"/>
                    <a:pt x="3108" y="10655"/>
                  </a:cubicBezTo>
                  <a:cubicBezTo>
                    <a:pt x="3150" y="10664"/>
                    <a:pt x="3192" y="10669"/>
                    <a:pt x="3232" y="10669"/>
                  </a:cubicBezTo>
                  <a:cubicBezTo>
                    <a:pt x="3527" y="10669"/>
                    <a:pt x="3757" y="10438"/>
                    <a:pt x="3735" y="10129"/>
                  </a:cubicBezTo>
                  <a:cubicBezTo>
                    <a:pt x="3584" y="8525"/>
                    <a:pt x="3183" y="5116"/>
                    <a:pt x="3810" y="5041"/>
                  </a:cubicBezTo>
                  <a:cubicBezTo>
                    <a:pt x="7544" y="4690"/>
                    <a:pt x="8998" y="3187"/>
                    <a:pt x="8998" y="3187"/>
                  </a:cubicBezTo>
                  <a:cubicBezTo>
                    <a:pt x="8998" y="2334"/>
                    <a:pt x="8547" y="1557"/>
                    <a:pt x="7820" y="1131"/>
                  </a:cubicBezTo>
                  <a:lnTo>
                    <a:pt x="6993" y="655"/>
                  </a:lnTo>
                  <a:cubicBezTo>
                    <a:pt x="6237" y="220"/>
                    <a:pt x="5396" y="0"/>
                    <a:pt x="45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4"/>
            <p:cNvSpPr/>
            <p:nvPr/>
          </p:nvSpPr>
          <p:spPr>
            <a:xfrm>
              <a:off x="4020825" y="814550"/>
              <a:ext cx="62050" cy="38250"/>
            </a:xfrm>
            <a:custGeom>
              <a:avLst/>
              <a:gdLst/>
              <a:ahLst/>
              <a:cxnLst/>
              <a:rect l="l" t="t" r="r" b="b"/>
              <a:pathLst>
                <a:path w="2482" h="1530" extrusionOk="0">
                  <a:moveTo>
                    <a:pt x="1" y="1"/>
                  </a:moveTo>
                  <a:lnTo>
                    <a:pt x="1" y="1"/>
                  </a:lnTo>
                  <a:cubicBezTo>
                    <a:pt x="1" y="1"/>
                    <a:pt x="1429" y="502"/>
                    <a:pt x="2482" y="1530"/>
                  </a:cubicBezTo>
                  <a:cubicBezTo>
                    <a:pt x="2482" y="1530"/>
                    <a:pt x="1655" y="76"/>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44"/>
            <p:cNvSpPr/>
            <p:nvPr/>
          </p:nvSpPr>
          <p:spPr>
            <a:xfrm>
              <a:off x="3905550" y="798025"/>
              <a:ext cx="95875" cy="422575"/>
            </a:xfrm>
            <a:custGeom>
              <a:avLst/>
              <a:gdLst/>
              <a:ahLst/>
              <a:cxnLst/>
              <a:rect l="l" t="t" r="r" b="b"/>
              <a:pathLst>
                <a:path w="3835" h="16903" extrusionOk="0">
                  <a:moveTo>
                    <a:pt x="1436" y="0"/>
                  </a:moveTo>
                  <a:cubicBezTo>
                    <a:pt x="1257" y="0"/>
                    <a:pt x="1050" y="16"/>
                    <a:pt x="827" y="85"/>
                  </a:cubicBezTo>
                  <a:cubicBezTo>
                    <a:pt x="326" y="261"/>
                    <a:pt x="0" y="787"/>
                    <a:pt x="75" y="1338"/>
                  </a:cubicBezTo>
                  <a:cubicBezTo>
                    <a:pt x="301" y="3118"/>
                    <a:pt x="1830" y="11063"/>
                    <a:pt x="1830" y="11138"/>
                  </a:cubicBezTo>
                  <a:cubicBezTo>
                    <a:pt x="1855" y="13118"/>
                    <a:pt x="1729" y="15298"/>
                    <a:pt x="1654" y="16902"/>
                  </a:cubicBezTo>
                  <a:lnTo>
                    <a:pt x="3659" y="16902"/>
                  </a:lnTo>
                  <a:lnTo>
                    <a:pt x="3835" y="11815"/>
                  </a:lnTo>
                  <a:lnTo>
                    <a:pt x="2080" y="135"/>
                  </a:lnTo>
                  <a:cubicBezTo>
                    <a:pt x="2080" y="135"/>
                    <a:pt x="2005" y="10"/>
                    <a:pt x="1805" y="10"/>
                  </a:cubicBezTo>
                  <a:cubicBezTo>
                    <a:pt x="1704" y="10"/>
                    <a:pt x="1579" y="0"/>
                    <a:pt x="1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44"/>
            <p:cNvSpPr/>
            <p:nvPr/>
          </p:nvSpPr>
          <p:spPr>
            <a:xfrm>
              <a:off x="4126725" y="629125"/>
              <a:ext cx="50150" cy="51400"/>
            </a:xfrm>
            <a:custGeom>
              <a:avLst/>
              <a:gdLst/>
              <a:ahLst/>
              <a:cxnLst/>
              <a:rect l="l" t="t" r="r" b="b"/>
              <a:pathLst>
                <a:path w="2006" h="2056" extrusionOk="0">
                  <a:moveTo>
                    <a:pt x="1637" y="1"/>
                  </a:moveTo>
                  <a:cubicBezTo>
                    <a:pt x="1482" y="1"/>
                    <a:pt x="1304" y="88"/>
                    <a:pt x="1178" y="124"/>
                  </a:cubicBezTo>
                  <a:cubicBezTo>
                    <a:pt x="827" y="225"/>
                    <a:pt x="527" y="375"/>
                    <a:pt x="201" y="551"/>
                  </a:cubicBezTo>
                  <a:cubicBezTo>
                    <a:pt x="176" y="551"/>
                    <a:pt x="151" y="576"/>
                    <a:pt x="151" y="601"/>
                  </a:cubicBezTo>
                  <a:cubicBezTo>
                    <a:pt x="126" y="626"/>
                    <a:pt x="101" y="651"/>
                    <a:pt x="101" y="701"/>
                  </a:cubicBezTo>
                  <a:cubicBezTo>
                    <a:pt x="0" y="1127"/>
                    <a:pt x="25" y="1804"/>
                    <a:pt x="502" y="2004"/>
                  </a:cubicBezTo>
                  <a:cubicBezTo>
                    <a:pt x="597" y="2039"/>
                    <a:pt x="695" y="2055"/>
                    <a:pt x="793" y="2055"/>
                  </a:cubicBezTo>
                  <a:cubicBezTo>
                    <a:pt x="1186" y="2055"/>
                    <a:pt x="1579" y="1799"/>
                    <a:pt x="1780" y="1478"/>
                  </a:cubicBezTo>
                  <a:cubicBezTo>
                    <a:pt x="1930" y="1227"/>
                    <a:pt x="2005" y="927"/>
                    <a:pt x="2005" y="651"/>
                  </a:cubicBezTo>
                  <a:cubicBezTo>
                    <a:pt x="1980" y="475"/>
                    <a:pt x="1980" y="150"/>
                    <a:pt x="1805" y="49"/>
                  </a:cubicBezTo>
                  <a:cubicBezTo>
                    <a:pt x="1755" y="14"/>
                    <a:pt x="1698" y="1"/>
                    <a:pt x="1637" y="1"/>
                  </a:cubicBezTo>
                  <a:close/>
                </a:path>
              </a:pathLst>
            </a:custGeom>
            <a:solidFill>
              <a:srgbClr val="EBC8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44"/>
            <p:cNvSpPr/>
            <p:nvPr/>
          </p:nvSpPr>
          <p:spPr>
            <a:xfrm>
              <a:off x="3899900" y="765275"/>
              <a:ext cx="47650" cy="55325"/>
            </a:xfrm>
            <a:custGeom>
              <a:avLst/>
              <a:gdLst/>
              <a:ahLst/>
              <a:cxnLst/>
              <a:rect l="l" t="t" r="r" b="b"/>
              <a:pathLst>
                <a:path w="1906" h="2213" extrusionOk="0">
                  <a:moveTo>
                    <a:pt x="1435" y="0"/>
                  </a:moveTo>
                  <a:cubicBezTo>
                    <a:pt x="1255" y="0"/>
                    <a:pt x="1055" y="157"/>
                    <a:pt x="928" y="242"/>
                  </a:cubicBezTo>
                  <a:cubicBezTo>
                    <a:pt x="627" y="418"/>
                    <a:pt x="326" y="618"/>
                    <a:pt x="76" y="844"/>
                  </a:cubicBezTo>
                  <a:cubicBezTo>
                    <a:pt x="51" y="869"/>
                    <a:pt x="26" y="894"/>
                    <a:pt x="26" y="944"/>
                  </a:cubicBezTo>
                  <a:cubicBezTo>
                    <a:pt x="1" y="969"/>
                    <a:pt x="1" y="994"/>
                    <a:pt x="1" y="1019"/>
                  </a:cubicBezTo>
                  <a:cubicBezTo>
                    <a:pt x="1" y="1471"/>
                    <a:pt x="151" y="2122"/>
                    <a:pt x="677" y="2197"/>
                  </a:cubicBezTo>
                  <a:cubicBezTo>
                    <a:pt x="727" y="2207"/>
                    <a:pt x="777" y="2212"/>
                    <a:pt x="827" y="2212"/>
                  </a:cubicBezTo>
                  <a:cubicBezTo>
                    <a:pt x="1270" y="2212"/>
                    <a:pt x="1670" y="1826"/>
                    <a:pt x="1805" y="1420"/>
                  </a:cubicBezTo>
                  <a:cubicBezTo>
                    <a:pt x="1905" y="1145"/>
                    <a:pt x="1905" y="844"/>
                    <a:pt x="1830" y="568"/>
                  </a:cubicBezTo>
                  <a:cubicBezTo>
                    <a:pt x="1805" y="393"/>
                    <a:pt x="1705" y="92"/>
                    <a:pt x="1529" y="17"/>
                  </a:cubicBezTo>
                  <a:cubicBezTo>
                    <a:pt x="1499" y="5"/>
                    <a:pt x="1467" y="0"/>
                    <a:pt x="1435" y="0"/>
                  </a:cubicBezTo>
                  <a:close/>
                </a:path>
              </a:pathLst>
            </a:custGeom>
            <a:solidFill>
              <a:srgbClr val="EBC8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44"/>
            <p:cNvSpPr/>
            <p:nvPr/>
          </p:nvSpPr>
          <p:spPr>
            <a:xfrm>
              <a:off x="3873575" y="749800"/>
              <a:ext cx="69575" cy="47400"/>
            </a:xfrm>
            <a:custGeom>
              <a:avLst/>
              <a:gdLst/>
              <a:ahLst/>
              <a:cxnLst/>
              <a:rect l="l" t="t" r="r" b="b"/>
              <a:pathLst>
                <a:path w="2783" h="1896" extrusionOk="0">
                  <a:moveTo>
                    <a:pt x="2050" y="0"/>
                  </a:moveTo>
                  <a:cubicBezTo>
                    <a:pt x="1969" y="0"/>
                    <a:pt x="1886" y="11"/>
                    <a:pt x="1805" y="34"/>
                  </a:cubicBezTo>
                  <a:cubicBezTo>
                    <a:pt x="1129" y="235"/>
                    <a:pt x="1" y="1739"/>
                    <a:pt x="1279" y="1889"/>
                  </a:cubicBezTo>
                  <a:cubicBezTo>
                    <a:pt x="1316" y="1894"/>
                    <a:pt x="1354" y="1896"/>
                    <a:pt x="1391" y="1896"/>
                  </a:cubicBezTo>
                  <a:cubicBezTo>
                    <a:pt x="1960" y="1896"/>
                    <a:pt x="2543" y="1380"/>
                    <a:pt x="2708" y="886"/>
                  </a:cubicBezTo>
                  <a:cubicBezTo>
                    <a:pt x="2783" y="661"/>
                    <a:pt x="2783" y="485"/>
                    <a:pt x="2683" y="335"/>
                  </a:cubicBezTo>
                  <a:cubicBezTo>
                    <a:pt x="2567" y="123"/>
                    <a:pt x="2318" y="0"/>
                    <a:pt x="2050" y="0"/>
                  </a:cubicBezTo>
                  <a:close/>
                </a:path>
              </a:pathLst>
            </a:custGeom>
            <a:solidFill>
              <a:srgbClr val="EFD1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44"/>
            <p:cNvSpPr/>
            <p:nvPr/>
          </p:nvSpPr>
          <p:spPr>
            <a:xfrm>
              <a:off x="4103525" y="610925"/>
              <a:ext cx="73975" cy="44250"/>
            </a:xfrm>
            <a:custGeom>
              <a:avLst/>
              <a:gdLst/>
              <a:ahLst/>
              <a:cxnLst/>
              <a:rect l="l" t="t" r="r" b="b"/>
              <a:pathLst>
                <a:path w="2959" h="1770" extrusionOk="0">
                  <a:moveTo>
                    <a:pt x="2106" y="0"/>
                  </a:moveTo>
                  <a:cubicBezTo>
                    <a:pt x="1404" y="50"/>
                    <a:pt x="1" y="1279"/>
                    <a:pt x="1204" y="1705"/>
                  </a:cubicBezTo>
                  <a:cubicBezTo>
                    <a:pt x="1312" y="1749"/>
                    <a:pt x="1429" y="1769"/>
                    <a:pt x="1549" y="1769"/>
                  </a:cubicBezTo>
                  <a:cubicBezTo>
                    <a:pt x="2042" y="1769"/>
                    <a:pt x="2591" y="1431"/>
                    <a:pt x="2833" y="1028"/>
                  </a:cubicBezTo>
                  <a:cubicBezTo>
                    <a:pt x="2933" y="852"/>
                    <a:pt x="2958" y="677"/>
                    <a:pt x="2908" y="502"/>
                  </a:cubicBezTo>
                  <a:cubicBezTo>
                    <a:pt x="2808" y="201"/>
                    <a:pt x="2482" y="0"/>
                    <a:pt x="2106" y="0"/>
                  </a:cubicBezTo>
                  <a:close/>
                </a:path>
              </a:pathLst>
            </a:custGeom>
            <a:solidFill>
              <a:srgbClr val="EFD1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44"/>
            <p:cNvSpPr/>
            <p:nvPr/>
          </p:nvSpPr>
          <p:spPr>
            <a:xfrm>
              <a:off x="3477600" y="1976850"/>
              <a:ext cx="320200" cy="428275"/>
            </a:xfrm>
            <a:custGeom>
              <a:avLst/>
              <a:gdLst/>
              <a:ahLst/>
              <a:cxnLst/>
              <a:rect l="l" t="t" r="r" b="b"/>
              <a:pathLst>
                <a:path w="12808" h="17131" extrusionOk="0">
                  <a:moveTo>
                    <a:pt x="1053" y="852"/>
                  </a:moveTo>
                  <a:lnTo>
                    <a:pt x="12456" y="7444"/>
                  </a:lnTo>
                  <a:lnTo>
                    <a:pt x="12131" y="7644"/>
                  </a:lnTo>
                  <a:lnTo>
                    <a:pt x="12106" y="16091"/>
                  </a:lnTo>
                  <a:lnTo>
                    <a:pt x="677" y="9499"/>
                  </a:lnTo>
                  <a:lnTo>
                    <a:pt x="702" y="1053"/>
                  </a:lnTo>
                  <a:lnTo>
                    <a:pt x="1053" y="852"/>
                  </a:lnTo>
                  <a:close/>
                  <a:moveTo>
                    <a:pt x="100" y="0"/>
                  </a:moveTo>
                  <a:cubicBezTo>
                    <a:pt x="50" y="50"/>
                    <a:pt x="25" y="126"/>
                    <a:pt x="25" y="226"/>
                  </a:cubicBezTo>
                  <a:lnTo>
                    <a:pt x="0" y="9524"/>
                  </a:lnTo>
                  <a:cubicBezTo>
                    <a:pt x="0" y="9725"/>
                    <a:pt x="126" y="9975"/>
                    <a:pt x="301" y="10075"/>
                  </a:cubicBezTo>
                  <a:lnTo>
                    <a:pt x="3434" y="11880"/>
                  </a:lnTo>
                  <a:lnTo>
                    <a:pt x="3434" y="11629"/>
                  </a:lnTo>
                  <a:lnTo>
                    <a:pt x="9349" y="15038"/>
                  </a:lnTo>
                  <a:lnTo>
                    <a:pt x="9349" y="15289"/>
                  </a:lnTo>
                  <a:lnTo>
                    <a:pt x="12481" y="17093"/>
                  </a:lnTo>
                  <a:cubicBezTo>
                    <a:pt x="12532" y="17118"/>
                    <a:pt x="12575" y="17131"/>
                    <a:pt x="12613" y="17131"/>
                  </a:cubicBezTo>
                  <a:cubicBezTo>
                    <a:pt x="12651" y="17131"/>
                    <a:pt x="12682" y="17118"/>
                    <a:pt x="12707" y="17093"/>
                  </a:cubicBezTo>
                  <a:lnTo>
                    <a:pt x="12732" y="17093"/>
                  </a:lnTo>
                  <a:cubicBezTo>
                    <a:pt x="12732" y="17068"/>
                    <a:pt x="12757" y="17068"/>
                    <a:pt x="12757" y="17068"/>
                  </a:cubicBezTo>
                  <a:cubicBezTo>
                    <a:pt x="12757" y="17043"/>
                    <a:pt x="12757" y="17043"/>
                    <a:pt x="12757" y="17043"/>
                  </a:cubicBezTo>
                  <a:cubicBezTo>
                    <a:pt x="12757" y="17043"/>
                    <a:pt x="12782" y="17018"/>
                    <a:pt x="12782" y="17018"/>
                  </a:cubicBezTo>
                  <a:cubicBezTo>
                    <a:pt x="12782" y="16993"/>
                    <a:pt x="12782" y="16993"/>
                    <a:pt x="12782" y="16993"/>
                  </a:cubicBezTo>
                  <a:cubicBezTo>
                    <a:pt x="12782" y="16968"/>
                    <a:pt x="12782" y="16943"/>
                    <a:pt x="12782" y="16918"/>
                  </a:cubicBezTo>
                  <a:lnTo>
                    <a:pt x="12807" y="7594"/>
                  </a:lnTo>
                  <a:cubicBezTo>
                    <a:pt x="12807" y="7394"/>
                    <a:pt x="12682" y="7168"/>
                    <a:pt x="12507" y="7068"/>
                  </a:cubicBezTo>
                  <a:lnTo>
                    <a:pt x="326" y="25"/>
                  </a:lnTo>
                  <a:cubicBezTo>
                    <a:pt x="326" y="25"/>
                    <a:pt x="301" y="0"/>
                    <a:pt x="27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44"/>
            <p:cNvSpPr/>
            <p:nvPr/>
          </p:nvSpPr>
          <p:spPr>
            <a:xfrm>
              <a:off x="3563425" y="2267575"/>
              <a:ext cx="147900" cy="91500"/>
            </a:xfrm>
            <a:custGeom>
              <a:avLst/>
              <a:gdLst/>
              <a:ahLst/>
              <a:cxnLst/>
              <a:rect l="l" t="t" r="r" b="b"/>
              <a:pathLst>
                <a:path w="5916" h="3660" extrusionOk="0">
                  <a:moveTo>
                    <a:pt x="1" y="0"/>
                  </a:moveTo>
                  <a:lnTo>
                    <a:pt x="1" y="251"/>
                  </a:lnTo>
                  <a:lnTo>
                    <a:pt x="5916" y="3660"/>
                  </a:lnTo>
                  <a:lnTo>
                    <a:pt x="5916" y="3409"/>
                  </a:lnTo>
                  <a:lnTo>
                    <a:pt x="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44"/>
            <p:cNvSpPr/>
            <p:nvPr/>
          </p:nvSpPr>
          <p:spPr>
            <a:xfrm>
              <a:off x="3495125" y="1998150"/>
              <a:ext cx="293900" cy="169825"/>
            </a:xfrm>
            <a:custGeom>
              <a:avLst/>
              <a:gdLst/>
              <a:ahLst/>
              <a:cxnLst/>
              <a:rect l="l" t="t" r="r" b="b"/>
              <a:pathLst>
                <a:path w="11756" h="6793" extrusionOk="0">
                  <a:moveTo>
                    <a:pt x="352" y="0"/>
                  </a:moveTo>
                  <a:lnTo>
                    <a:pt x="1" y="201"/>
                  </a:lnTo>
                  <a:lnTo>
                    <a:pt x="11430" y="6792"/>
                  </a:lnTo>
                  <a:lnTo>
                    <a:pt x="11755" y="6592"/>
                  </a:lnTo>
                  <a:lnTo>
                    <a:pt x="35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44"/>
            <p:cNvSpPr/>
            <p:nvPr/>
          </p:nvSpPr>
          <p:spPr>
            <a:xfrm>
              <a:off x="3494500" y="2003150"/>
              <a:ext cx="286375" cy="375975"/>
            </a:xfrm>
            <a:custGeom>
              <a:avLst/>
              <a:gdLst/>
              <a:ahLst/>
              <a:cxnLst/>
              <a:rect l="l" t="t" r="r" b="b"/>
              <a:pathLst>
                <a:path w="11455" h="15039" extrusionOk="0">
                  <a:moveTo>
                    <a:pt x="26" y="1"/>
                  </a:moveTo>
                  <a:lnTo>
                    <a:pt x="1" y="8447"/>
                  </a:lnTo>
                  <a:lnTo>
                    <a:pt x="11430" y="15039"/>
                  </a:lnTo>
                  <a:lnTo>
                    <a:pt x="11455" y="6592"/>
                  </a:lnTo>
                  <a:lnTo>
                    <a:pt x="26" y="1"/>
                  </a:lnTo>
                  <a:close/>
                </a:path>
              </a:pathLst>
            </a:custGeom>
            <a:solidFill>
              <a:srgbClr val="94D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44"/>
            <p:cNvSpPr/>
            <p:nvPr/>
          </p:nvSpPr>
          <p:spPr>
            <a:xfrm>
              <a:off x="3480100" y="1971525"/>
              <a:ext cx="326475" cy="433300"/>
            </a:xfrm>
            <a:custGeom>
              <a:avLst/>
              <a:gdLst/>
              <a:ahLst/>
              <a:cxnLst/>
              <a:rect l="l" t="t" r="r" b="b"/>
              <a:pathLst>
                <a:path w="13059" h="17332" extrusionOk="0">
                  <a:moveTo>
                    <a:pt x="455" y="0"/>
                  </a:moveTo>
                  <a:cubicBezTo>
                    <a:pt x="414" y="0"/>
                    <a:pt x="376" y="13"/>
                    <a:pt x="351" y="38"/>
                  </a:cubicBezTo>
                  <a:lnTo>
                    <a:pt x="0" y="213"/>
                  </a:lnTo>
                  <a:lnTo>
                    <a:pt x="176" y="213"/>
                  </a:lnTo>
                  <a:cubicBezTo>
                    <a:pt x="201" y="213"/>
                    <a:pt x="226" y="238"/>
                    <a:pt x="226" y="238"/>
                  </a:cubicBezTo>
                  <a:lnTo>
                    <a:pt x="12407" y="7281"/>
                  </a:lnTo>
                  <a:cubicBezTo>
                    <a:pt x="12582" y="7381"/>
                    <a:pt x="12707" y="7607"/>
                    <a:pt x="12707" y="7807"/>
                  </a:cubicBezTo>
                  <a:lnTo>
                    <a:pt x="12682" y="17131"/>
                  </a:lnTo>
                  <a:cubicBezTo>
                    <a:pt x="12682" y="17156"/>
                    <a:pt x="12682" y="17181"/>
                    <a:pt x="12682" y="17206"/>
                  </a:cubicBezTo>
                  <a:cubicBezTo>
                    <a:pt x="12682" y="17206"/>
                    <a:pt x="12682" y="17206"/>
                    <a:pt x="12682" y="17231"/>
                  </a:cubicBezTo>
                  <a:cubicBezTo>
                    <a:pt x="12682" y="17231"/>
                    <a:pt x="12657" y="17256"/>
                    <a:pt x="12657" y="17256"/>
                  </a:cubicBezTo>
                  <a:cubicBezTo>
                    <a:pt x="12657" y="17256"/>
                    <a:pt x="12657" y="17256"/>
                    <a:pt x="12657" y="17281"/>
                  </a:cubicBezTo>
                  <a:cubicBezTo>
                    <a:pt x="12657" y="17281"/>
                    <a:pt x="12632" y="17281"/>
                    <a:pt x="12632" y="17306"/>
                  </a:cubicBezTo>
                  <a:lnTo>
                    <a:pt x="12607" y="17306"/>
                  </a:lnTo>
                  <a:cubicBezTo>
                    <a:pt x="12607" y="17306"/>
                    <a:pt x="12607" y="17331"/>
                    <a:pt x="12607" y="17331"/>
                  </a:cubicBezTo>
                  <a:lnTo>
                    <a:pt x="12933" y="17131"/>
                  </a:lnTo>
                  <a:cubicBezTo>
                    <a:pt x="13008" y="17106"/>
                    <a:pt x="13033" y="17030"/>
                    <a:pt x="13033" y="16930"/>
                  </a:cubicBezTo>
                  <a:lnTo>
                    <a:pt x="13058" y="7607"/>
                  </a:lnTo>
                  <a:cubicBezTo>
                    <a:pt x="13058" y="7406"/>
                    <a:pt x="12908" y="7181"/>
                    <a:pt x="12732" y="7080"/>
                  </a:cubicBezTo>
                  <a:lnTo>
                    <a:pt x="577" y="38"/>
                  </a:lnTo>
                  <a:cubicBezTo>
                    <a:pt x="539" y="13"/>
                    <a:pt x="495" y="0"/>
                    <a:pt x="4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44"/>
            <p:cNvSpPr/>
            <p:nvPr/>
          </p:nvSpPr>
          <p:spPr>
            <a:xfrm>
              <a:off x="3470075" y="2246900"/>
              <a:ext cx="650" cy="6275"/>
            </a:xfrm>
            <a:custGeom>
              <a:avLst/>
              <a:gdLst/>
              <a:ahLst/>
              <a:cxnLst/>
              <a:rect l="l" t="t" r="r" b="b"/>
              <a:pathLst>
                <a:path w="26" h="251" extrusionOk="0">
                  <a:moveTo>
                    <a:pt x="0" y="0"/>
                  </a:moveTo>
                  <a:lnTo>
                    <a:pt x="0" y="226"/>
                  </a:lnTo>
                  <a:cubicBezTo>
                    <a:pt x="0" y="226"/>
                    <a:pt x="0" y="251"/>
                    <a:pt x="26" y="251"/>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44"/>
            <p:cNvSpPr/>
            <p:nvPr/>
          </p:nvSpPr>
          <p:spPr>
            <a:xfrm>
              <a:off x="3469450" y="224690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44"/>
            <p:cNvSpPr/>
            <p:nvPr/>
          </p:nvSpPr>
          <p:spPr>
            <a:xfrm>
              <a:off x="3468825" y="2246275"/>
              <a:ext cx="650" cy="6275"/>
            </a:xfrm>
            <a:custGeom>
              <a:avLst/>
              <a:gdLst/>
              <a:ahLst/>
              <a:cxnLst/>
              <a:rect l="l" t="t" r="r" b="b"/>
              <a:pathLst>
                <a:path w="26" h="251" extrusionOk="0">
                  <a:moveTo>
                    <a:pt x="0" y="0"/>
                  </a:moveTo>
                  <a:lnTo>
                    <a:pt x="0" y="251"/>
                  </a:lnTo>
                  <a:lnTo>
                    <a:pt x="25" y="251"/>
                  </a:lnTo>
                  <a:lnTo>
                    <a:pt x="25" y="25"/>
                  </a:lnTo>
                  <a:cubicBezTo>
                    <a:pt x="25"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44"/>
            <p:cNvSpPr/>
            <p:nvPr/>
          </p:nvSpPr>
          <p:spPr>
            <a:xfrm>
              <a:off x="3468200" y="224627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44"/>
            <p:cNvSpPr/>
            <p:nvPr/>
          </p:nvSpPr>
          <p:spPr>
            <a:xfrm>
              <a:off x="3467575" y="224627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44"/>
            <p:cNvSpPr/>
            <p:nvPr/>
          </p:nvSpPr>
          <p:spPr>
            <a:xfrm>
              <a:off x="3467575" y="22462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4"/>
            <p:cNvSpPr/>
            <p:nvPr/>
          </p:nvSpPr>
          <p:spPr>
            <a:xfrm>
              <a:off x="3466950" y="224627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44"/>
            <p:cNvSpPr/>
            <p:nvPr/>
          </p:nvSpPr>
          <p:spPr>
            <a:xfrm>
              <a:off x="3466325" y="224627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44"/>
            <p:cNvSpPr/>
            <p:nvPr/>
          </p:nvSpPr>
          <p:spPr>
            <a:xfrm>
              <a:off x="3465700" y="224627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44"/>
            <p:cNvSpPr/>
            <p:nvPr/>
          </p:nvSpPr>
          <p:spPr>
            <a:xfrm>
              <a:off x="3464425" y="2246275"/>
              <a:ext cx="1275" cy="6275"/>
            </a:xfrm>
            <a:custGeom>
              <a:avLst/>
              <a:gdLst/>
              <a:ahLst/>
              <a:cxnLst/>
              <a:rect l="l" t="t" r="r" b="b"/>
              <a:pathLst>
                <a:path w="51" h="251" extrusionOk="0">
                  <a:moveTo>
                    <a:pt x="51" y="0"/>
                  </a:moveTo>
                  <a:cubicBezTo>
                    <a:pt x="26" y="0"/>
                    <a:pt x="26" y="25"/>
                    <a:pt x="26" y="25"/>
                  </a:cubicBezTo>
                  <a:lnTo>
                    <a:pt x="1" y="251"/>
                  </a:lnTo>
                  <a:lnTo>
                    <a:pt x="51" y="251"/>
                  </a:lnTo>
                  <a:lnTo>
                    <a:pt x="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4"/>
            <p:cNvSpPr/>
            <p:nvPr/>
          </p:nvSpPr>
          <p:spPr>
            <a:xfrm>
              <a:off x="3463800" y="2246900"/>
              <a:ext cx="1275" cy="6275"/>
            </a:xfrm>
            <a:custGeom>
              <a:avLst/>
              <a:gdLst/>
              <a:ahLst/>
              <a:cxnLst/>
              <a:rect l="l" t="t" r="r" b="b"/>
              <a:pathLst>
                <a:path w="51" h="251" extrusionOk="0">
                  <a:moveTo>
                    <a:pt x="1" y="0"/>
                  </a:moveTo>
                  <a:lnTo>
                    <a:pt x="1" y="251"/>
                  </a:lnTo>
                  <a:cubicBezTo>
                    <a:pt x="1" y="251"/>
                    <a:pt x="26" y="226"/>
                    <a:pt x="26" y="226"/>
                  </a:cubicBezTo>
                  <a:lnTo>
                    <a:pt x="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44"/>
            <p:cNvSpPr/>
            <p:nvPr/>
          </p:nvSpPr>
          <p:spPr>
            <a:xfrm>
              <a:off x="3466325" y="225442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44"/>
            <p:cNvSpPr/>
            <p:nvPr/>
          </p:nvSpPr>
          <p:spPr>
            <a:xfrm>
              <a:off x="3466325" y="22544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44"/>
            <p:cNvSpPr/>
            <p:nvPr/>
          </p:nvSpPr>
          <p:spPr>
            <a:xfrm>
              <a:off x="3466325" y="22544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44"/>
            <p:cNvSpPr/>
            <p:nvPr/>
          </p:nvSpPr>
          <p:spPr>
            <a:xfrm>
              <a:off x="3465700" y="225442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44"/>
            <p:cNvSpPr/>
            <p:nvPr/>
          </p:nvSpPr>
          <p:spPr>
            <a:xfrm>
              <a:off x="3465700" y="2254425"/>
              <a:ext cx="0" cy="5650"/>
            </a:xfrm>
            <a:custGeom>
              <a:avLst/>
              <a:gdLst/>
              <a:ahLst/>
              <a:cxnLst/>
              <a:rect l="l" t="t" r="r" b="b"/>
              <a:pathLst>
                <a:path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44"/>
            <p:cNvSpPr/>
            <p:nvPr/>
          </p:nvSpPr>
          <p:spPr>
            <a:xfrm>
              <a:off x="3465700" y="2254425"/>
              <a:ext cx="0" cy="5650"/>
            </a:xfrm>
            <a:custGeom>
              <a:avLst/>
              <a:gdLst/>
              <a:ahLst/>
              <a:cxnLst/>
              <a:rect l="l" t="t" r="r" b="b"/>
              <a:pathLst>
                <a:path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44"/>
            <p:cNvSpPr/>
            <p:nvPr/>
          </p:nvSpPr>
          <p:spPr>
            <a:xfrm>
              <a:off x="3465700" y="2254425"/>
              <a:ext cx="0" cy="5650"/>
            </a:xfrm>
            <a:custGeom>
              <a:avLst/>
              <a:gdLst/>
              <a:ahLst/>
              <a:cxnLst/>
              <a:rect l="l" t="t" r="r" b="b"/>
              <a:pathLst>
                <a:path h="226" extrusionOk="0">
                  <a:moveTo>
                    <a:pt x="0" y="0"/>
                  </a:moveTo>
                  <a:lnTo>
                    <a:pt x="0" y="226"/>
                  </a:lnTo>
                  <a:lnTo>
                    <a:pt x="0" y="2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44"/>
            <p:cNvSpPr/>
            <p:nvPr/>
          </p:nvSpPr>
          <p:spPr>
            <a:xfrm>
              <a:off x="3465050" y="225442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44"/>
            <p:cNvSpPr/>
            <p:nvPr/>
          </p:nvSpPr>
          <p:spPr>
            <a:xfrm>
              <a:off x="3465050" y="22544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44"/>
            <p:cNvSpPr/>
            <p:nvPr/>
          </p:nvSpPr>
          <p:spPr>
            <a:xfrm>
              <a:off x="3464425" y="225442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44"/>
            <p:cNvSpPr/>
            <p:nvPr/>
          </p:nvSpPr>
          <p:spPr>
            <a:xfrm>
              <a:off x="3464425" y="22544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44"/>
            <p:cNvSpPr/>
            <p:nvPr/>
          </p:nvSpPr>
          <p:spPr>
            <a:xfrm>
              <a:off x="3458800" y="2254425"/>
              <a:ext cx="5650" cy="9425"/>
            </a:xfrm>
            <a:custGeom>
              <a:avLst/>
              <a:gdLst/>
              <a:ahLst/>
              <a:cxnLst/>
              <a:rect l="l" t="t" r="r" b="b"/>
              <a:pathLst>
                <a:path w="226" h="377" extrusionOk="0">
                  <a:moveTo>
                    <a:pt x="226" y="0"/>
                  </a:moveTo>
                  <a:lnTo>
                    <a:pt x="0" y="125"/>
                  </a:lnTo>
                  <a:lnTo>
                    <a:pt x="0" y="376"/>
                  </a:lnTo>
                  <a:lnTo>
                    <a:pt x="226" y="226"/>
                  </a:lnTo>
                  <a:lnTo>
                    <a:pt x="2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44"/>
            <p:cNvSpPr/>
            <p:nvPr/>
          </p:nvSpPr>
          <p:spPr>
            <a:xfrm>
              <a:off x="3458800" y="2257550"/>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44"/>
            <p:cNvSpPr/>
            <p:nvPr/>
          </p:nvSpPr>
          <p:spPr>
            <a:xfrm>
              <a:off x="3458800" y="2257550"/>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44"/>
            <p:cNvSpPr/>
            <p:nvPr/>
          </p:nvSpPr>
          <p:spPr>
            <a:xfrm>
              <a:off x="3458175" y="2257550"/>
              <a:ext cx="650" cy="6300"/>
            </a:xfrm>
            <a:custGeom>
              <a:avLst/>
              <a:gdLst/>
              <a:ahLst/>
              <a:cxnLst/>
              <a:rect l="l" t="t" r="r" b="b"/>
              <a:pathLst>
                <a:path w="26" h="252" extrusionOk="0">
                  <a:moveTo>
                    <a:pt x="25" y="0"/>
                  </a:moveTo>
                  <a:cubicBezTo>
                    <a:pt x="0" y="0"/>
                    <a:pt x="0" y="25"/>
                    <a:pt x="0" y="25"/>
                  </a:cubicBez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44"/>
            <p:cNvSpPr/>
            <p:nvPr/>
          </p:nvSpPr>
          <p:spPr>
            <a:xfrm>
              <a:off x="3458175" y="2258175"/>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44"/>
            <p:cNvSpPr/>
            <p:nvPr/>
          </p:nvSpPr>
          <p:spPr>
            <a:xfrm>
              <a:off x="3458175" y="2258175"/>
              <a:ext cx="25" cy="5675"/>
            </a:xfrm>
            <a:custGeom>
              <a:avLst/>
              <a:gdLst/>
              <a:ahLst/>
              <a:cxnLst/>
              <a:rect l="l" t="t" r="r" b="b"/>
              <a:pathLst>
                <a:path w="1" h="227" extrusionOk="0">
                  <a:moveTo>
                    <a:pt x="0" y="0"/>
                  </a:moveTo>
                  <a:lnTo>
                    <a:pt x="0" y="226"/>
                  </a:lnTo>
                  <a:lnTo>
                    <a:pt x="0" y="226"/>
                  </a:ln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44"/>
            <p:cNvSpPr/>
            <p:nvPr/>
          </p:nvSpPr>
          <p:spPr>
            <a:xfrm>
              <a:off x="3458175" y="2258175"/>
              <a:ext cx="25" cy="6300"/>
            </a:xfrm>
            <a:custGeom>
              <a:avLst/>
              <a:gdLst/>
              <a:ahLst/>
              <a:cxnLst/>
              <a:rect l="l" t="t" r="r" b="b"/>
              <a:pathLst>
                <a:path w="1" h="252" extrusionOk="0">
                  <a:moveTo>
                    <a:pt x="0" y="0"/>
                  </a:moveTo>
                  <a:lnTo>
                    <a:pt x="0" y="226"/>
                  </a:lnTo>
                  <a:lnTo>
                    <a:pt x="0" y="251"/>
                  </a:ln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44"/>
            <p:cNvSpPr/>
            <p:nvPr/>
          </p:nvSpPr>
          <p:spPr>
            <a:xfrm>
              <a:off x="3458175" y="225817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44"/>
            <p:cNvSpPr/>
            <p:nvPr/>
          </p:nvSpPr>
          <p:spPr>
            <a:xfrm>
              <a:off x="3458175" y="2258175"/>
              <a:ext cx="25" cy="6300"/>
            </a:xfrm>
            <a:custGeom>
              <a:avLst/>
              <a:gdLst/>
              <a:ahLst/>
              <a:cxnLst/>
              <a:rect l="l" t="t" r="r" b="b"/>
              <a:pathLst>
                <a:path w="1" h="252" extrusionOk="0">
                  <a:moveTo>
                    <a:pt x="0" y="0"/>
                  </a:moveTo>
                  <a:lnTo>
                    <a:pt x="0" y="251"/>
                  </a:lnTo>
                  <a:lnTo>
                    <a:pt x="0" y="25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44"/>
            <p:cNvSpPr/>
            <p:nvPr/>
          </p:nvSpPr>
          <p:spPr>
            <a:xfrm>
              <a:off x="3458175" y="2258175"/>
              <a:ext cx="650" cy="6925"/>
            </a:xfrm>
            <a:custGeom>
              <a:avLst/>
              <a:gdLst/>
              <a:ahLst/>
              <a:cxnLst/>
              <a:rect l="l" t="t" r="r" b="b"/>
              <a:pathLst>
                <a:path w="26" h="277" extrusionOk="0">
                  <a:moveTo>
                    <a:pt x="0" y="0"/>
                  </a:moveTo>
                  <a:lnTo>
                    <a:pt x="0" y="251"/>
                  </a:lnTo>
                  <a:cubicBezTo>
                    <a:pt x="0" y="251"/>
                    <a:pt x="0" y="276"/>
                    <a:pt x="25" y="276"/>
                  </a:cubicBezTo>
                  <a:lnTo>
                    <a:pt x="25" y="26"/>
                  </a:lnTo>
                  <a:cubicBezTo>
                    <a:pt x="0" y="26"/>
                    <a:pt x="0" y="26"/>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44"/>
            <p:cNvSpPr/>
            <p:nvPr/>
          </p:nvSpPr>
          <p:spPr>
            <a:xfrm>
              <a:off x="3454400" y="2261925"/>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44"/>
            <p:cNvSpPr/>
            <p:nvPr/>
          </p:nvSpPr>
          <p:spPr>
            <a:xfrm>
              <a:off x="3454400" y="2261300"/>
              <a:ext cx="25" cy="6300"/>
            </a:xfrm>
            <a:custGeom>
              <a:avLst/>
              <a:gdLst/>
              <a:ahLst/>
              <a:cxnLst/>
              <a:rect l="l" t="t" r="r" b="b"/>
              <a:pathLst>
                <a:path w="1" h="252" extrusionOk="0">
                  <a:moveTo>
                    <a:pt x="1" y="26"/>
                  </a:moveTo>
                  <a:lnTo>
                    <a:pt x="1" y="251"/>
                  </a:lnTo>
                  <a:cubicBezTo>
                    <a:pt x="1" y="251"/>
                    <a:pt x="1" y="251"/>
                    <a:pt x="1" y="251"/>
                  </a:cubicBezTo>
                  <a:lnTo>
                    <a:pt x="1" y="1"/>
                  </a:lnTo>
                  <a:cubicBezTo>
                    <a:pt x="1" y="1"/>
                    <a:pt x="1" y="26"/>
                    <a:pt x="1" y="2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44"/>
            <p:cNvSpPr/>
            <p:nvPr/>
          </p:nvSpPr>
          <p:spPr>
            <a:xfrm>
              <a:off x="3453775" y="2261300"/>
              <a:ext cx="650" cy="6300"/>
            </a:xfrm>
            <a:custGeom>
              <a:avLst/>
              <a:gdLst/>
              <a:ahLst/>
              <a:cxnLst/>
              <a:rect l="l" t="t" r="r" b="b"/>
              <a:pathLst>
                <a:path w="26"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44"/>
            <p:cNvSpPr/>
            <p:nvPr/>
          </p:nvSpPr>
          <p:spPr>
            <a:xfrm>
              <a:off x="3453775" y="22613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44"/>
            <p:cNvSpPr/>
            <p:nvPr/>
          </p:nvSpPr>
          <p:spPr>
            <a:xfrm>
              <a:off x="3453775" y="22613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44"/>
            <p:cNvSpPr/>
            <p:nvPr/>
          </p:nvSpPr>
          <p:spPr>
            <a:xfrm>
              <a:off x="3453150" y="2261300"/>
              <a:ext cx="650" cy="6300"/>
            </a:xfrm>
            <a:custGeom>
              <a:avLst/>
              <a:gdLst/>
              <a:ahLst/>
              <a:cxnLst/>
              <a:rect l="l" t="t" r="r" b="b"/>
              <a:pathLst>
                <a:path w="26"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44"/>
            <p:cNvSpPr/>
            <p:nvPr/>
          </p:nvSpPr>
          <p:spPr>
            <a:xfrm>
              <a:off x="3453150" y="2261300"/>
              <a:ext cx="25" cy="6300"/>
            </a:xfrm>
            <a:custGeom>
              <a:avLst/>
              <a:gdLst/>
              <a:ahLst/>
              <a:cxnLst/>
              <a:rect l="l" t="t" r="r" b="b"/>
              <a:pathLst>
                <a:path w="1" h="252" extrusionOk="0">
                  <a:moveTo>
                    <a:pt x="1" y="1"/>
                  </a:moveTo>
                  <a:lnTo>
                    <a:pt x="1" y="251"/>
                  </a:lnTo>
                  <a:lnTo>
                    <a:pt x="1" y="251"/>
                  </a:ln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44"/>
            <p:cNvSpPr/>
            <p:nvPr/>
          </p:nvSpPr>
          <p:spPr>
            <a:xfrm>
              <a:off x="3452525" y="2261300"/>
              <a:ext cx="650" cy="6300"/>
            </a:xfrm>
            <a:custGeom>
              <a:avLst/>
              <a:gdLst/>
              <a:ahLst/>
              <a:cxnLst/>
              <a:rect l="l" t="t" r="r" b="b"/>
              <a:pathLst>
                <a:path w="26"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44"/>
            <p:cNvSpPr/>
            <p:nvPr/>
          </p:nvSpPr>
          <p:spPr>
            <a:xfrm>
              <a:off x="3452525" y="22613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44"/>
            <p:cNvSpPr/>
            <p:nvPr/>
          </p:nvSpPr>
          <p:spPr>
            <a:xfrm>
              <a:off x="3451900" y="2261300"/>
              <a:ext cx="650" cy="6300"/>
            </a:xfrm>
            <a:custGeom>
              <a:avLst/>
              <a:gdLst/>
              <a:ahLst/>
              <a:cxnLst/>
              <a:rect l="l" t="t" r="r" b="b"/>
              <a:pathLst>
                <a:path w="26"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44"/>
            <p:cNvSpPr/>
            <p:nvPr/>
          </p:nvSpPr>
          <p:spPr>
            <a:xfrm>
              <a:off x="3451275" y="2261300"/>
              <a:ext cx="650" cy="6300"/>
            </a:xfrm>
            <a:custGeom>
              <a:avLst/>
              <a:gdLst/>
              <a:ahLst/>
              <a:cxnLst/>
              <a:rect l="l" t="t" r="r" b="b"/>
              <a:pathLst>
                <a:path w="26" h="252" extrusionOk="0">
                  <a:moveTo>
                    <a:pt x="26" y="1"/>
                  </a:moveTo>
                  <a:cubicBezTo>
                    <a:pt x="26" y="26"/>
                    <a:pt x="26" y="26"/>
                    <a:pt x="1" y="26"/>
                  </a:cubicBez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44"/>
            <p:cNvSpPr/>
            <p:nvPr/>
          </p:nvSpPr>
          <p:spPr>
            <a:xfrm>
              <a:off x="3466950" y="2254425"/>
              <a:ext cx="14425" cy="14425"/>
            </a:xfrm>
            <a:custGeom>
              <a:avLst/>
              <a:gdLst/>
              <a:ahLst/>
              <a:cxnLst/>
              <a:rect l="l" t="t" r="r" b="b"/>
              <a:pathLst>
                <a:path w="577" h="577" extrusionOk="0">
                  <a:moveTo>
                    <a:pt x="0" y="0"/>
                  </a:moveTo>
                  <a:lnTo>
                    <a:pt x="0" y="226"/>
                  </a:lnTo>
                  <a:lnTo>
                    <a:pt x="577" y="577"/>
                  </a:lnTo>
                  <a:lnTo>
                    <a:pt x="577" y="3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44"/>
            <p:cNvSpPr/>
            <p:nvPr/>
          </p:nvSpPr>
          <p:spPr>
            <a:xfrm>
              <a:off x="3481350" y="2262550"/>
              <a:ext cx="25" cy="6925"/>
            </a:xfrm>
            <a:custGeom>
              <a:avLst/>
              <a:gdLst/>
              <a:ahLst/>
              <a:cxnLst/>
              <a:rect l="l" t="t" r="r" b="b"/>
              <a:pathLst>
                <a:path w="1" h="277" extrusionOk="0">
                  <a:moveTo>
                    <a:pt x="1" y="26"/>
                  </a:moveTo>
                  <a:lnTo>
                    <a:pt x="1" y="277"/>
                  </a:lnTo>
                  <a:cubicBezTo>
                    <a:pt x="1" y="252"/>
                    <a:pt x="1" y="252"/>
                    <a:pt x="1" y="252"/>
                  </a:cubicBezTo>
                  <a:lnTo>
                    <a:pt x="1" y="1"/>
                  </a:lnTo>
                  <a:cubicBezTo>
                    <a:pt x="1" y="26"/>
                    <a:pt x="1" y="26"/>
                    <a:pt x="1" y="2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44"/>
            <p:cNvSpPr/>
            <p:nvPr/>
          </p:nvSpPr>
          <p:spPr>
            <a:xfrm>
              <a:off x="3481350" y="2263175"/>
              <a:ext cx="25" cy="6300"/>
            </a:xfrm>
            <a:custGeom>
              <a:avLst/>
              <a:gdLst/>
              <a:ahLst/>
              <a:cxnLst/>
              <a:rect l="l" t="t" r="r" b="b"/>
              <a:pathLst>
                <a:path w="1" h="252" extrusionOk="0">
                  <a:moveTo>
                    <a:pt x="1" y="1"/>
                  </a:moveTo>
                  <a:lnTo>
                    <a:pt x="1" y="252"/>
                  </a:lnTo>
                  <a:lnTo>
                    <a:pt x="1" y="252"/>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44"/>
            <p:cNvSpPr/>
            <p:nvPr/>
          </p:nvSpPr>
          <p:spPr>
            <a:xfrm>
              <a:off x="3481350" y="2263175"/>
              <a:ext cx="25" cy="6300"/>
            </a:xfrm>
            <a:custGeom>
              <a:avLst/>
              <a:gdLst/>
              <a:ahLst/>
              <a:cxnLst/>
              <a:rect l="l" t="t" r="r" b="b"/>
              <a:pathLst>
                <a:path w="1" h="252" extrusionOk="0">
                  <a:moveTo>
                    <a:pt x="1" y="1"/>
                  </a:moveTo>
                  <a:lnTo>
                    <a:pt x="1" y="252"/>
                  </a:lnTo>
                  <a:cubicBezTo>
                    <a:pt x="1" y="252"/>
                    <a:pt x="1" y="252"/>
                    <a:pt x="1" y="252"/>
                  </a:cubicBezTo>
                  <a:lnTo>
                    <a:pt x="1" y="26"/>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44"/>
            <p:cNvSpPr/>
            <p:nvPr/>
          </p:nvSpPr>
          <p:spPr>
            <a:xfrm>
              <a:off x="3481350" y="2263825"/>
              <a:ext cx="25" cy="5650"/>
            </a:xfrm>
            <a:custGeom>
              <a:avLst/>
              <a:gdLst/>
              <a:ahLst/>
              <a:cxnLst/>
              <a:rect l="l" t="t" r="r" b="b"/>
              <a:pathLst>
                <a:path w="1" h="226" extrusionOk="0">
                  <a:moveTo>
                    <a:pt x="1" y="0"/>
                  </a:moveTo>
                  <a:lnTo>
                    <a:pt x="1" y="226"/>
                  </a:lnTo>
                  <a:lnTo>
                    <a:pt x="1" y="226"/>
                  </a:ln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44"/>
            <p:cNvSpPr/>
            <p:nvPr/>
          </p:nvSpPr>
          <p:spPr>
            <a:xfrm>
              <a:off x="3481350" y="22638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44"/>
            <p:cNvSpPr/>
            <p:nvPr/>
          </p:nvSpPr>
          <p:spPr>
            <a:xfrm>
              <a:off x="3481350" y="22638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44"/>
            <p:cNvSpPr/>
            <p:nvPr/>
          </p:nvSpPr>
          <p:spPr>
            <a:xfrm>
              <a:off x="3481350" y="2263825"/>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44"/>
            <p:cNvSpPr/>
            <p:nvPr/>
          </p:nvSpPr>
          <p:spPr>
            <a:xfrm>
              <a:off x="3481350" y="22638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44"/>
            <p:cNvSpPr/>
            <p:nvPr/>
          </p:nvSpPr>
          <p:spPr>
            <a:xfrm>
              <a:off x="3481350" y="22638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44"/>
            <p:cNvSpPr/>
            <p:nvPr/>
          </p:nvSpPr>
          <p:spPr>
            <a:xfrm>
              <a:off x="3487000" y="2265700"/>
              <a:ext cx="25" cy="6275"/>
            </a:xfrm>
            <a:custGeom>
              <a:avLst/>
              <a:gdLst/>
              <a:ahLst/>
              <a:cxnLst/>
              <a:rect l="l" t="t" r="r" b="b"/>
              <a:pathLst>
                <a:path w="1" h="251" extrusionOk="0">
                  <a:moveTo>
                    <a:pt x="0" y="25"/>
                  </a:moveTo>
                  <a:lnTo>
                    <a:pt x="0" y="251"/>
                  </a:lnTo>
                  <a:cubicBezTo>
                    <a:pt x="0" y="251"/>
                    <a:pt x="0" y="251"/>
                    <a:pt x="0" y="251"/>
                  </a:cubicBezTo>
                  <a:lnTo>
                    <a:pt x="0" y="0"/>
                  </a:lnTo>
                  <a:cubicBezTo>
                    <a:pt x="0" y="25"/>
                    <a:pt x="0" y="25"/>
                    <a:pt x="0" y="2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44"/>
            <p:cNvSpPr/>
            <p:nvPr/>
          </p:nvSpPr>
          <p:spPr>
            <a:xfrm>
              <a:off x="3486375" y="226570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44"/>
            <p:cNvSpPr/>
            <p:nvPr/>
          </p:nvSpPr>
          <p:spPr>
            <a:xfrm>
              <a:off x="3486375" y="22657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44"/>
            <p:cNvSpPr/>
            <p:nvPr/>
          </p:nvSpPr>
          <p:spPr>
            <a:xfrm>
              <a:off x="3486375" y="22657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44"/>
            <p:cNvSpPr/>
            <p:nvPr/>
          </p:nvSpPr>
          <p:spPr>
            <a:xfrm>
              <a:off x="3485750" y="2265700"/>
              <a:ext cx="650" cy="6275"/>
            </a:xfrm>
            <a:custGeom>
              <a:avLst/>
              <a:gdLst/>
              <a:ahLst/>
              <a:cxnLst/>
              <a:rect l="l" t="t" r="r" b="b"/>
              <a:pathLst>
                <a:path w="26" h="251" extrusionOk="0">
                  <a:moveTo>
                    <a:pt x="25"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44"/>
            <p:cNvSpPr/>
            <p:nvPr/>
          </p:nvSpPr>
          <p:spPr>
            <a:xfrm>
              <a:off x="3485750" y="2265700"/>
              <a:ext cx="650" cy="6275"/>
            </a:xfrm>
            <a:custGeom>
              <a:avLst/>
              <a:gdLst/>
              <a:ahLst/>
              <a:cxnLst/>
              <a:rect l="l" t="t" r="r" b="b"/>
              <a:pathLst>
                <a:path w="26" h="251" extrusionOk="0">
                  <a:moveTo>
                    <a:pt x="0" y="0"/>
                  </a:moveTo>
                  <a:lnTo>
                    <a:pt x="0"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44"/>
            <p:cNvSpPr/>
            <p:nvPr/>
          </p:nvSpPr>
          <p:spPr>
            <a:xfrm>
              <a:off x="3485750" y="2265700"/>
              <a:ext cx="0" cy="6275"/>
            </a:xfrm>
            <a:custGeom>
              <a:avLst/>
              <a:gdLst/>
              <a:ahLst/>
              <a:cxnLst/>
              <a:rect l="l" t="t" r="r" b="b"/>
              <a:pathLst>
                <a:path h="251" extrusionOk="0">
                  <a:moveTo>
                    <a:pt x="0" y="0"/>
                  </a:moveTo>
                  <a:lnTo>
                    <a:pt x="0" y="251"/>
                  </a:lnTo>
                  <a:lnTo>
                    <a:pt x="0" y="251"/>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44"/>
            <p:cNvSpPr/>
            <p:nvPr/>
          </p:nvSpPr>
          <p:spPr>
            <a:xfrm>
              <a:off x="3485750" y="2265700"/>
              <a:ext cx="0" cy="6275"/>
            </a:xfrm>
            <a:custGeom>
              <a:avLst/>
              <a:gdLst/>
              <a:ahLst/>
              <a:cxnLst/>
              <a:rect l="l" t="t" r="r" b="b"/>
              <a:pathLst>
                <a:path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44"/>
            <p:cNvSpPr/>
            <p:nvPr/>
          </p:nvSpPr>
          <p:spPr>
            <a:xfrm>
              <a:off x="3485100" y="2265700"/>
              <a:ext cx="650" cy="6275"/>
            </a:xfrm>
            <a:custGeom>
              <a:avLst/>
              <a:gdLst/>
              <a:ahLst/>
              <a:cxnLst/>
              <a:rect l="l" t="t" r="r" b="b"/>
              <a:pathLst>
                <a:path w="26"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44"/>
            <p:cNvSpPr/>
            <p:nvPr/>
          </p:nvSpPr>
          <p:spPr>
            <a:xfrm>
              <a:off x="3485100" y="22657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44"/>
            <p:cNvSpPr/>
            <p:nvPr/>
          </p:nvSpPr>
          <p:spPr>
            <a:xfrm>
              <a:off x="3484475" y="2265700"/>
              <a:ext cx="650" cy="6275"/>
            </a:xfrm>
            <a:custGeom>
              <a:avLst/>
              <a:gdLst/>
              <a:ahLst/>
              <a:cxnLst/>
              <a:rect l="l" t="t" r="r" b="b"/>
              <a:pathLst>
                <a:path w="26" h="251" extrusionOk="0">
                  <a:moveTo>
                    <a:pt x="26" y="0"/>
                  </a:moveTo>
                  <a:cubicBezTo>
                    <a:pt x="26" y="0"/>
                    <a:pt x="1" y="25"/>
                    <a:pt x="1" y="25"/>
                  </a:cubicBez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44"/>
            <p:cNvSpPr/>
            <p:nvPr/>
          </p:nvSpPr>
          <p:spPr>
            <a:xfrm>
              <a:off x="3475725" y="2263825"/>
              <a:ext cx="5650" cy="9400"/>
            </a:xfrm>
            <a:custGeom>
              <a:avLst/>
              <a:gdLst/>
              <a:ahLst/>
              <a:cxnLst/>
              <a:rect l="l" t="t" r="r" b="b"/>
              <a:pathLst>
                <a:path w="226" h="376" extrusionOk="0">
                  <a:moveTo>
                    <a:pt x="226" y="0"/>
                  </a:moveTo>
                  <a:lnTo>
                    <a:pt x="0" y="150"/>
                  </a:lnTo>
                  <a:lnTo>
                    <a:pt x="0" y="376"/>
                  </a:lnTo>
                  <a:lnTo>
                    <a:pt x="226" y="251"/>
                  </a:lnTo>
                  <a:lnTo>
                    <a:pt x="226"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44"/>
            <p:cNvSpPr/>
            <p:nvPr/>
          </p:nvSpPr>
          <p:spPr>
            <a:xfrm>
              <a:off x="3458800" y="2258800"/>
              <a:ext cx="14425" cy="14425"/>
            </a:xfrm>
            <a:custGeom>
              <a:avLst/>
              <a:gdLst/>
              <a:ahLst/>
              <a:cxnLst/>
              <a:rect l="l" t="t" r="r" b="b"/>
              <a:pathLst>
                <a:path w="577" h="577" extrusionOk="0">
                  <a:moveTo>
                    <a:pt x="0" y="1"/>
                  </a:moveTo>
                  <a:lnTo>
                    <a:pt x="0" y="251"/>
                  </a:lnTo>
                  <a:lnTo>
                    <a:pt x="577" y="577"/>
                  </a:lnTo>
                  <a:lnTo>
                    <a:pt x="577" y="351"/>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44"/>
            <p:cNvSpPr/>
            <p:nvPr/>
          </p:nvSpPr>
          <p:spPr>
            <a:xfrm>
              <a:off x="3458175" y="2253950"/>
              <a:ext cx="23825" cy="13650"/>
            </a:xfrm>
            <a:custGeom>
              <a:avLst/>
              <a:gdLst/>
              <a:ahLst/>
              <a:cxnLst/>
              <a:rect l="l" t="t" r="r" b="b"/>
              <a:pathLst>
                <a:path w="953" h="546" extrusionOk="0">
                  <a:moveTo>
                    <a:pt x="301" y="0"/>
                  </a:moveTo>
                  <a:cubicBezTo>
                    <a:pt x="282" y="0"/>
                    <a:pt x="263" y="7"/>
                    <a:pt x="251" y="19"/>
                  </a:cubicBezTo>
                  <a:lnTo>
                    <a:pt x="25" y="144"/>
                  </a:lnTo>
                  <a:cubicBezTo>
                    <a:pt x="0" y="169"/>
                    <a:pt x="0" y="195"/>
                    <a:pt x="25" y="195"/>
                  </a:cubicBezTo>
                  <a:lnTo>
                    <a:pt x="602" y="545"/>
                  </a:lnTo>
                  <a:lnTo>
                    <a:pt x="702" y="545"/>
                  </a:lnTo>
                  <a:lnTo>
                    <a:pt x="928" y="395"/>
                  </a:lnTo>
                  <a:cubicBezTo>
                    <a:pt x="953" y="395"/>
                    <a:pt x="953" y="370"/>
                    <a:pt x="928" y="345"/>
                  </a:cubicBezTo>
                  <a:lnTo>
                    <a:pt x="351" y="19"/>
                  </a:lnTo>
                  <a:cubicBezTo>
                    <a:pt x="339" y="7"/>
                    <a:pt x="320" y="0"/>
                    <a:pt x="301"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44"/>
            <p:cNvSpPr/>
            <p:nvPr/>
          </p:nvSpPr>
          <p:spPr>
            <a:xfrm>
              <a:off x="3459425" y="2254425"/>
              <a:ext cx="20700" cy="11300"/>
            </a:xfrm>
            <a:custGeom>
              <a:avLst/>
              <a:gdLst/>
              <a:ahLst/>
              <a:cxnLst/>
              <a:rect l="l" t="t" r="r" b="b"/>
              <a:pathLst>
                <a:path w="828" h="452" extrusionOk="0">
                  <a:moveTo>
                    <a:pt x="226" y="0"/>
                  </a:moveTo>
                  <a:lnTo>
                    <a:pt x="0" y="125"/>
                  </a:lnTo>
                  <a:lnTo>
                    <a:pt x="577" y="451"/>
                  </a:lnTo>
                  <a:lnTo>
                    <a:pt x="627" y="451"/>
                  </a:lnTo>
                  <a:lnTo>
                    <a:pt x="827" y="326"/>
                  </a:lnTo>
                  <a:lnTo>
                    <a:pt x="276"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44"/>
            <p:cNvSpPr/>
            <p:nvPr/>
          </p:nvSpPr>
          <p:spPr>
            <a:xfrm>
              <a:off x="3475075" y="2267575"/>
              <a:ext cx="650" cy="5650"/>
            </a:xfrm>
            <a:custGeom>
              <a:avLst/>
              <a:gdLst/>
              <a:ahLst/>
              <a:cxnLst/>
              <a:rect l="l" t="t" r="r" b="b"/>
              <a:pathLst>
                <a:path w="26" h="226" extrusionOk="0">
                  <a:moveTo>
                    <a:pt x="1" y="0"/>
                  </a:moveTo>
                  <a:lnTo>
                    <a:pt x="1" y="226"/>
                  </a:lnTo>
                  <a:lnTo>
                    <a:pt x="26" y="226"/>
                  </a:ln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44"/>
            <p:cNvSpPr/>
            <p:nvPr/>
          </p:nvSpPr>
          <p:spPr>
            <a:xfrm>
              <a:off x="3475075" y="2267575"/>
              <a:ext cx="25" cy="6300"/>
            </a:xfrm>
            <a:custGeom>
              <a:avLst/>
              <a:gdLst/>
              <a:ahLst/>
              <a:cxnLst/>
              <a:rect l="l" t="t" r="r" b="b"/>
              <a:pathLst>
                <a:path w="1" h="252" extrusionOk="0">
                  <a:moveTo>
                    <a:pt x="1" y="0"/>
                  </a:moveTo>
                  <a:lnTo>
                    <a:pt x="1" y="226"/>
                  </a:lnTo>
                  <a:cubicBezTo>
                    <a:pt x="1" y="226"/>
                    <a:pt x="1" y="226"/>
                    <a:pt x="1" y="251"/>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44"/>
            <p:cNvSpPr/>
            <p:nvPr/>
          </p:nvSpPr>
          <p:spPr>
            <a:xfrm>
              <a:off x="3474450" y="2267575"/>
              <a:ext cx="650" cy="6300"/>
            </a:xfrm>
            <a:custGeom>
              <a:avLst/>
              <a:gdLst/>
              <a:ahLst/>
              <a:cxnLst/>
              <a:rect l="l" t="t" r="r" b="b"/>
              <a:pathLst>
                <a:path w="26" h="252" extrusionOk="0">
                  <a:moveTo>
                    <a:pt x="1" y="0"/>
                  </a:moveTo>
                  <a:lnTo>
                    <a:pt x="1" y="251"/>
                  </a:lnTo>
                  <a:lnTo>
                    <a:pt x="26" y="251"/>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44"/>
            <p:cNvSpPr/>
            <p:nvPr/>
          </p:nvSpPr>
          <p:spPr>
            <a:xfrm>
              <a:off x="3474450" y="2267575"/>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44"/>
            <p:cNvSpPr/>
            <p:nvPr/>
          </p:nvSpPr>
          <p:spPr>
            <a:xfrm>
              <a:off x="3474450" y="2267575"/>
              <a:ext cx="25" cy="6300"/>
            </a:xfrm>
            <a:custGeom>
              <a:avLst/>
              <a:gdLst/>
              <a:ahLst/>
              <a:cxnLst/>
              <a:rect l="l" t="t" r="r" b="b"/>
              <a:pathLst>
                <a:path w="1" h="252" extrusionOk="0">
                  <a:moveTo>
                    <a:pt x="1" y="0"/>
                  </a:moveTo>
                  <a:lnTo>
                    <a:pt x="1" y="251"/>
                  </a:lnTo>
                  <a:lnTo>
                    <a:pt x="1" y="251"/>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44"/>
            <p:cNvSpPr/>
            <p:nvPr/>
          </p:nvSpPr>
          <p:spPr>
            <a:xfrm>
              <a:off x="3473825" y="2267575"/>
              <a:ext cx="650" cy="6300"/>
            </a:xfrm>
            <a:custGeom>
              <a:avLst/>
              <a:gdLst/>
              <a:ahLst/>
              <a:cxnLst/>
              <a:rect l="l" t="t" r="r" b="b"/>
              <a:pathLst>
                <a:path w="26" h="252" extrusionOk="0">
                  <a:moveTo>
                    <a:pt x="1" y="0"/>
                  </a:moveTo>
                  <a:lnTo>
                    <a:pt x="1" y="251"/>
                  </a:lnTo>
                  <a:lnTo>
                    <a:pt x="26" y="251"/>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44"/>
            <p:cNvSpPr/>
            <p:nvPr/>
          </p:nvSpPr>
          <p:spPr>
            <a:xfrm>
              <a:off x="3473825" y="2267575"/>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44"/>
            <p:cNvSpPr/>
            <p:nvPr/>
          </p:nvSpPr>
          <p:spPr>
            <a:xfrm>
              <a:off x="3473825" y="2267575"/>
              <a:ext cx="25" cy="6300"/>
            </a:xfrm>
            <a:custGeom>
              <a:avLst/>
              <a:gdLst/>
              <a:ahLst/>
              <a:cxnLst/>
              <a:rect l="l" t="t" r="r" b="b"/>
              <a:pathLst>
                <a:path w="1" h="252" extrusionOk="0">
                  <a:moveTo>
                    <a:pt x="1" y="0"/>
                  </a:moveTo>
                  <a:lnTo>
                    <a:pt x="1" y="251"/>
                  </a:lnTo>
                  <a:lnTo>
                    <a:pt x="1" y="226"/>
                  </a:lnTo>
                  <a:lnTo>
                    <a:pt x="1" y="0"/>
                  </a:lnTo>
                  <a:cubicBezTo>
                    <a:pt x="1" y="0"/>
                    <a:pt x="1" y="0"/>
                    <a:pt x="1"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44"/>
            <p:cNvSpPr/>
            <p:nvPr/>
          </p:nvSpPr>
          <p:spPr>
            <a:xfrm>
              <a:off x="3473825" y="22675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44"/>
            <p:cNvSpPr/>
            <p:nvPr/>
          </p:nvSpPr>
          <p:spPr>
            <a:xfrm>
              <a:off x="3473200" y="2267575"/>
              <a:ext cx="650" cy="5650"/>
            </a:xfrm>
            <a:custGeom>
              <a:avLst/>
              <a:gdLst/>
              <a:ahLst/>
              <a:cxnLst/>
              <a:rect l="l" t="t" r="r" b="b"/>
              <a:pathLst>
                <a:path w="26" h="226" extrusionOk="0">
                  <a:moveTo>
                    <a:pt x="1" y="0"/>
                  </a:moveTo>
                  <a:lnTo>
                    <a:pt x="1" y="226"/>
                  </a:lnTo>
                  <a:lnTo>
                    <a:pt x="26" y="226"/>
                  </a:lnTo>
                  <a:lnTo>
                    <a:pt x="26"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44"/>
            <p:cNvSpPr/>
            <p:nvPr/>
          </p:nvSpPr>
          <p:spPr>
            <a:xfrm>
              <a:off x="3473200" y="22675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44"/>
            <p:cNvSpPr/>
            <p:nvPr/>
          </p:nvSpPr>
          <p:spPr>
            <a:xfrm>
              <a:off x="3440625" y="2261925"/>
              <a:ext cx="10675" cy="12575"/>
            </a:xfrm>
            <a:custGeom>
              <a:avLst/>
              <a:gdLst/>
              <a:ahLst/>
              <a:cxnLst/>
              <a:rect l="l" t="t" r="r" b="b"/>
              <a:pathLst>
                <a:path w="427" h="503" extrusionOk="0">
                  <a:moveTo>
                    <a:pt x="427" y="1"/>
                  </a:moveTo>
                  <a:lnTo>
                    <a:pt x="0" y="251"/>
                  </a:lnTo>
                  <a:lnTo>
                    <a:pt x="0" y="502"/>
                  </a:lnTo>
                  <a:lnTo>
                    <a:pt x="427" y="226"/>
                  </a:lnTo>
                  <a:lnTo>
                    <a:pt x="4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44"/>
            <p:cNvSpPr/>
            <p:nvPr/>
          </p:nvSpPr>
          <p:spPr>
            <a:xfrm>
              <a:off x="3440625" y="2268200"/>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44"/>
            <p:cNvSpPr/>
            <p:nvPr/>
          </p:nvSpPr>
          <p:spPr>
            <a:xfrm>
              <a:off x="3440000" y="2268200"/>
              <a:ext cx="650" cy="6300"/>
            </a:xfrm>
            <a:custGeom>
              <a:avLst/>
              <a:gdLst/>
              <a:ahLst/>
              <a:cxnLst/>
              <a:rect l="l" t="t" r="r" b="b"/>
              <a:pathLst>
                <a:path w="26" h="252"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44"/>
            <p:cNvSpPr/>
            <p:nvPr/>
          </p:nvSpPr>
          <p:spPr>
            <a:xfrm>
              <a:off x="3440000" y="2268200"/>
              <a:ext cx="25" cy="6300"/>
            </a:xfrm>
            <a:custGeom>
              <a:avLst/>
              <a:gdLst/>
              <a:ahLst/>
              <a:cxnLst/>
              <a:rect l="l" t="t" r="r" b="b"/>
              <a:pathLst>
                <a:path w="1" h="252" extrusionOk="0">
                  <a:moveTo>
                    <a:pt x="0" y="0"/>
                  </a:moveTo>
                  <a:lnTo>
                    <a:pt x="0" y="251"/>
                  </a:lnTo>
                  <a:cubicBezTo>
                    <a:pt x="0" y="251"/>
                    <a:pt x="0" y="251"/>
                    <a:pt x="0" y="251"/>
                  </a:cubicBezTo>
                  <a:lnTo>
                    <a:pt x="0" y="26"/>
                  </a:lnTo>
                  <a:cubicBezTo>
                    <a:pt x="0" y="26"/>
                    <a:pt x="0" y="26"/>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44"/>
            <p:cNvSpPr/>
            <p:nvPr/>
          </p:nvSpPr>
          <p:spPr>
            <a:xfrm>
              <a:off x="3440000" y="22688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44"/>
            <p:cNvSpPr/>
            <p:nvPr/>
          </p:nvSpPr>
          <p:spPr>
            <a:xfrm>
              <a:off x="3440000" y="2268825"/>
              <a:ext cx="25" cy="6300"/>
            </a:xfrm>
            <a:custGeom>
              <a:avLst/>
              <a:gdLst/>
              <a:ahLst/>
              <a:cxnLst/>
              <a:rect l="l" t="t" r="r" b="b"/>
              <a:pathLst>
                <a:path w="1" h="252" extrusionOk="0">
                  <a:moveTo>
                    <a:pt x="0" y="1"/>
                  </a:moveTo>
                  <a:lnTo>
                    <a:pt x="0" y="226"/>
                  </a:lnTo>
                  <a:cubicBezTo>
                    <a:pt x="0" y="226"/>
                    <a:pt x="0" y="251"/>
                    <a:pt x="0" y="251"/>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44"/>
            <p:cNvSpPr/>
            <p:nvPr/>
          </p:nvSpPr>
          <p:spPr>
            <a:xfrm>
              <a:off x="3440000" y="22688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44"/>
            <p:cNvSpPr/>
            <p:nvPr/>
          </p:nvSpPr>
          <p:spPr>
            <a:xfrm>
              <a:off x="3440000" y="2268825"/>
              <a:ext cx="25" cy="6300"/>
            </a:xfrm>
            <a:custGeom>
              <a:avLst/>
              <a:gdLst/>
              <a:ahLst/>
              <a:cxnLst/>
              <a:rect l="l" t="t" r="r" b="b"/>
              <a:pathLst>
                <a:path w="1" h="252" extrusionOk="0">
                  <a:moveTo>
                    <a:pt x="0" y="1"/>
                  </a:moveTo>
                  <a:lnTo>
                    <a:pt x="0" y="251"/>
                  </a:lnTo>
                  <a:cubicBezTo>
                    <a:pt x="0" y="251"/>
                    <a:pt x="0" y="251"/>
                    <a:pt x="0" y="251"/>
                  </a:cubicBezTo>
                  <a:lnTo>
                    <a:pt x="0" y="26"/>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44"/>
            <p:cNvSpPr/>
            <p:nvPr/>
          </p:nvSpPr>
          <p:spPr>
            <a:xfrm>
              <a:off x="3440000" y="2269450"/>
              <a:ext cx="25" cy="5675"/>
            </a:xfrm>
            <a:custGeom>
              <a:avLst/>
              <a:gdLst/>
              <a:ahLst/>
              <a:cxnLst/>
              <a:rect l="l" t="t" r="r" b="b"/>
              <a:pathLst>
                <a:path w="1" h="227" extrusionOk="0">
                  <a:moveTo>
                    <a:pt x="0" y="1"/>
                  </a:moveTo>
                  <a:lnTo>
                    <a:pt x="0" y="226"/>
                  </a:lnTo>
                  <a:lnTo>
                    <a:pt x="0" y="22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44"/>
            <p:cNvSpPr/>
            <p:nvPr/>
          </p:nvSpPr>
          <p:spPr>
            <a:xfrm>
              <a:off x="3478850" y="2266325"/>
              <a:ext cx="5650" cy="8800"/>
            </a:xfrm>
            <a:custGeom>
              <a:avLst/>
              <a:gdLst/>
              <a:ahLst/>
              <a:cxnLst/>
              <a:rect l="l" t="t" r="r" b="b"/>
              <a:pathLst>
                <a:path w="226" h="352" extrusionOk="0">
                  <a:moveTo>
                    <a:pt x="226" y="0"/>
                  </a:moveTo>
                  <a:lnTo>
                    <a:pt x="0" y="126"/>
                  </a:lnTo>
                  <a:lnTo>
                    <a:pt x="0" y="351"/>
                  </a:lnTo>
                  <a:lnTo>
                    <a:pt x="226" y="226"/>
                  </a:lnTo>
                  <a:lnTo>
                    <a:pt x="2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44"/>
            <p:cNvSpPr/>
            <p:nvPr/>
          </p:nvSpPr>
          <p:spPr>
            <a:xfrm>
              <a:off x="3455025" y="2261925"/>
              <a:ext cx="13200" cy="13825"/>
            </a:xfrm>
            <a:custGeom>
              <a:avLst/>
              <a:gdLst/>
              <a:ahLst/>
              <a:cxnLst/>
              <a:rect l="l" t="t" r="r" b="b"/>
              <a:pathLst>
                <a:path w="528" h="553" extrusionOk="0">
                  <a:moveTo>
                    <a:pt x="1" y="1"/>
                  </a:moveTo>
                  <a:lnTo>
                    <a:pt x="1" y="226"/>
                  </a:lnTo>
                  <a:lnTo>
                    <a:pt x="527" y="552"/>
                  </a:lnTo>
                  <a:lnTo>
                    <a:pt x="527" y="30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44"/>
            <p:cNvSpPr/>
            <p:nvPr/>
          </p:nvSpPr>
          <p:spPr>
            <a:xfrm>
              <a:off x="3478850" y="22694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44"/>
            <p:cNvSpPr/>
            <p:nvPr/>
          </p:nvSpPr>
          <p:spPr>
            <a:xfrm>
              <a:off x="3478850" y="2269450"/>
              <a:ext cx="25" cy="6300"/>
            </a:xfrm>
            <a:custGeom>
              <a:avLst/>
              <a:gdLst/>
              <a:ahLst/>
              <a:cxnLst/>
              <a:rect l="l" t="t" r="r" b="b"/>
              <a:pathLst>
                <a:path w="1" h="252" extrusionOk="0">
                  <a:moveTo>
                    <a:pt x="0" y="1"/>
                  </a:moveTo>
                  <a:lnTo>
                    <a:pt x="0" y="226"/>
                  </a:lnTo>
                  <a:cubicBezTo>
                    <a:pt x="0" y="226"/>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44"/>
            <p:cNvSpPr/>
            <p:nvPr/>
          </p:nvSpPr>
          <p:spPr>
            <a:xfrm>
              <a:off x="3478850" y="22694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44"/>
            <p:cNvSpPr/>
            <p:nvPr/>
          </p:nvSpPr>
          <p:spPr>
            <a:xfrm>
              <a:off x="3478850" y="22694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44"/>
            <p:cNvSpPr/>
            <p:nvPr/>
          </p:nvSpPr>
          <p:spPr>
            <a:xfrm>
              <a:off x="3478850" y="2269450"/>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26"/>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44"/>
            <p:cNvSpPr/>
            <p:nvPr/>
          </p:nvSpPr>
          <p:spPr>
            <a:xfrm>
              <a:off x="3478225" y="2270075"/>
              <a:ext cx="650" cy="5675"/>
            </a:xfrm>
            <a:custGeom>
              <a:avLst/>
              <a:gdLst/>
              <a:ahLst/>
              <a:cxnLst/>
              <a:rect l="l" t="t" r="r" b="b"/>
              <a:pathLst>
                <a:path w="26" h="227" extrusionOk="0">
                  <a:moveTo>
                    <a:pt x="25"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44"/>
            <p:cNvSpPr/>
            <p:nvPr/>
          </p:nvSpPr>
          <p:spPr>
            <a:xfrm>
              <a:off x="3478225" y="2270075"/>
              <a:ext cx="650" cy="5675"/>
            </a:xfrm>
            <a:custGeom>
              <a:avLst/>
              <a:gdLst/>
              <a:ahLst/>
              <a:cxnLst/>
              <a:rect l="l" t="t" r="r" b="b"/>
              <a:pathLst>
                <a:path w="26" h="227" extrusionOk="0">
                  <a:moveTo>
                    <a:pt x="0" y="1"/>
                  </a:moveTo>
                  <a:lnTo>
                    <a:pt x="0"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44"/>
            <p:cNvSpPr/>
            <p:nvPr/>
          </p:nvSpPr>
          <p:spPr>
            <a:xfrm>
              <a:off x="3478225" y="2270075"/>
              <a:ext cx="25" cy="5675"/>
            </a:xfrm>
            <a:custGeom>
              <a:avLst/>
              <a:gdLst/>
              <a:ahLst/>
              <a:cxnLst/>
              <a:rect l="l" t="t" r="r" b="b"/>
              <a:pathLst>
                <a:path w="1" h="227" extrusionOk="0">
                  <a:moveTo>
                    <a:pt x="0" y="1"/>
                  </a:moveTo>
                  <a:lnTo>
                    <a:pt x="0" y="226"/>
                  </a:lnTo>
                  <a:lnTo>
                    <a:pt x="0" y="22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44"/>
            <p:cNvSpPr/>
            <p:nvPr/>
          </p:nvSpPr>
          <p:spPr>
            <a:xfrm>
              <a:off x="3440000" y="2269450"/>
              <a:ext cx="650" cy="6925"/>
            </a:xfrm>
            <a:custGeom>
              <a:avLst/>
              <a:gdLst/>
              <a:ahLst/>
              <a:cxnLst/>
              <a:rect l="l" t="t" r="r" b="b"/>
              <a:pathLst>
                <a:path w="26" h="277" extrusionOk="0">
                  <a:moveTo>
                    <a:pt x="0" y="1"/>
                  </a:moveTo>
                  <a:lnTo>
                    <a:pt x="0" y="226"/>
                  </a:lnTo>
                  <a:cubicBezTo>
                    <a:pt x="0" y="251"/>
                    <a:pt x="0" y="251"/>
                    <a:pt x="25" y="276"/>
                  </a:cubicBezTo>
                  <a:lnTo>
                    <a:pt x="25" y="26"/>
                  </a:lnTo>
                  <a:cubicBezTo>
                    <a:pt x="0" y="26"/>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44"/>
            <p:cNvSpPr/>
            <p:nvPr/>
          </p:nvSpPr>
          <p:spPr>
            <a:xfrm>
              <a:off x="3468200" y="2269450"/>
              <a:ext cx="650" cy="6925"/>
            </a:xfrm>
            <a:custGeom>
              <a:avLst/>
              <a:gdLst/>
              <a:ahLst/>
              <a:cxnLst/>
              <a:rect l="l" t="t" r="r" b="b"/>
              <a:pathLst>
                <a:path w="26" h="277" extrusionOk="0">
                  <a:moveTo>
                    <a:pt x="0" y="1"/>
                  </a:moveTo>
                  <a:lnTo>
                    <a:pt x="0" y="251"/>
                  </a:lnTo>
                  <a:cubicBezTo>
                    <a:pt x="25" y="251"/>
                    <a:pt x="25" y="276"/>
                    <a:pt x="25" y="276"/>
                  </a:cubicBezTo>
                  <a:lnTo>
                    <a:pt x="25" y="51"/>
                  </a:lnTo>
                  <a:cubicBezTo>
                    <a:pt x="25" y="26"/>
                    <a:pt x="25" y="26"/>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44"/>
            <p:cNvSpPr/>
            <p:nvPr/>
          </p:nvSpPr>
          <p:spPr>
            <a:xfrm>
              <a:off x="3478225" y="2270075"/>
              <a:ext cx="650" cy="6925"/>
            </a:xfrm>
            <a:custGeom>
              <a:avLst/>
              <a:gdLst/>
              <a:ahLst/>
              <a:cxnLst/>
              <a:rect l="l" t="t" r="r" b="b"/>
              <a:pathLst>
                <a:path w="26" h="277" extrusionOk="0">
                  <a:moveTo>
                    <a:pt x="0" y="1"/>
                  </a:moveTo>
                  <a:lnTo>
                    <a:pt x="0" y="226"/>
                  </a:lnTo>
                  <a:cubicBezTo>
                    <a:pt x="0" y="251"/>
                    <a:pt x="25" y="251"/>
                    <a:pt x="25" y="276"/>
                  </a:cubicBezTo>
                  <a:lnTo>
                    <a:pt x="25" y="26"/>
                  </a:lnTo>
                  <a:cubicBezTo>
                    <a:pt x="25" y="26"/>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44"/>
            <p:cNvSpPr/>
            <p:nvPr/>
          </p:nvSpPr>
          <p:spPr>
            <a:xfrm>
              <a:off x="3468825" y="2270700"/>
              <a:ext cx="25" cy="5675"/>
            </a:xfrm>
            <a:custGeom>
              <a:avLst/>
              <a:gdLst/>
              <a:ahLst/>
              <a:cxnLst/>
              <a:rect l="l" t="t" r="r" b="b"/>
              <a:pathLst>
                <a:path w="1" h="227" extrusionOk="0">
                  <a:moveTo>
                    <a:pt x="0" y="1"/>
                  </a:moveTo>
                  <a:lnTo>
                    <a:pt x="0" y="226"/>
                  </a:lnTo>
                  <a:lnTo>
                    <a:pt x="0" y="226"/>
                  </a:lnTo>
                  <a:lnTo>
                    <a:pt x="0"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44"/>
            <p:cNvSpPr/>
            <p:nvPr/>
          </p:nvSpPr>
          <p:spPr>
            <a:xfrm>
              <a:off x="3468825" y="2270700"/>
              <a:ext cx="25" cy="6300"/>
            </a:xfrm>
            <a:custGeom>
              <a:avLst/>
              <a:gdLst/>
              <a:ahLst/>
              <a:cxnLst/>
              <a:rect l="l" t="t" r="r" b="b"/>
              <a:pathLst>
                <a:path w="1" h="252" extrusionOk="0">
                  <a:moveTo>
                    <a:pt x="0" y="1"/>
                  </a:moveTo>
                  <a:lnTo>
                    <a:pt x="0" y="226"/>
                  </a:lnTo>
                  <a:cubicBezTo>
                    <a:pt x="0" y="226"/>
                    <a:pt x="0" y="226"/>
                    <a:pt x="0" y="251"/>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44"/>
            <p:cNvSpPr/>
            <p:nvPr/>
          </p:nvSpPr>
          <p:spPr>
            <a:xfrm>
              <a:off x="3468825" y="227070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44"/>
            <p:cNvSpPr/>
            <p:nvPr/>
          </p:nvSpPr>
          <p:spPr>
            <a:xfrm>
              <a:off x="3468825" y="227070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44"/>
            <p:cNvSpPr/>
            <p:nvPr/>
          </p:nvSpPr>
          <p:spPr>
            <a:xfrm>
              <a:off x="3468825" y="2270700"/>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26"/>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44"/>
            <p:cNvSpPr/>
            <p:nvPr/>
          </p:nvSpPr>
          <p:spPr>
            <a:xfrm>
              <a:off x="3468825" y="22713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44"/>
            <p:cNvSpPr/>
            <p:nvPr/>
          </p:nvSpPr>
          <p:spPr>
            <a:xfrm>
              <a:off x="3468200" y="2271325"/>
              <a:ext cx="650" cy="6300"/>
            </a:xfrm>
            <a:custGeom>
              <a:avLst/>
              <a:gdLst/>
              <a:ahLst/>
              <a:cxnLst/>
              <a:rect l="l" t="t" r="r" b="b"/>
              <a:pathLst>
                <a:path w="26" h="252" extrusionOk="0">
                  <a:moveTo>
                    <a:pt x="0" y="1"/>
                  </a:moveTo>
                  <a:lnTo>
                    <a:pt x="0" y="251"/>
                  </a:lnTo>
                  <a:cubicBezTo>
                    <a:pt x="0" y="251"/>
                    <a:pt x="25" y="251"/>
                    <a:pt x="25" y="226"/>
                  </a:cubicBez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44"/>
            <p:cNvSpPr/>
            <p:nvPr/>
          </p:nvSpPr>
          <p:spPr>
            <a:xfrm>
              <a:off x="3468200" y="2271325"/>
              <a:ext cx="25" cy="6300"/>
            </a:xfrm>
            <a:custGeom>
              <a:avLst/>
              <a:gdLst/>
              <a:ahLst/>
              <a:cxnLst/>
              <a:rect l="l" t="t" r="r" b="b"/>
              <a:pathLst>
                <a:path w="1" h="252" extrusionOk="0">
                  <a:moveTo>
                    <a:pt x="0" y="1"/>
                  </a:moveTo>
                  <a:lnTo>
                    <a:pt x="0" y="251"/>
                  </a:lnTo>
                  <a:lnTo>
                    <a:pt x="0" y="251"/>
                  </a:lnTo>
                  <a:lnTo>
                    <a:pt x="0" y="1"/>
                  </a:lnTo>
                  <a:cubicBezTo>
                    <a:pt x="0" y="1"/>
                    <a:pt x="0" y="1"/>
                    <a:pt x="0"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44"/>
            <p:cNvSpPr/>
            <p:nvPr/>
          </p:nvSpPr>
          <p:spPr>
            <a:xfrm>
              <a:off x="3436250" y="2272575"/>
              <a:ext cx="650" cy="6300"/>
            </a:xfrm>
            <a:custGeom>
              <a:avLst/>
              <a:gdLst/>
              <a:ahLst/>
              <a:cxnLst/>
              <a:rect l="l" t="t" r="r" b="b"/>
              <a:pathLst>
                <a:path w="26" h="252" extrusionOk="0">
                  <a:moveTo>
                    <a:pt x="0" y="1"/>
                  </a:moveTo>
                  <a:lnTo>
                    <a:pt x="0" y="252"/>
                  </a:lnTo>
                  <a:lnTo>
                    <a:pt x="25" y="252"/>
                  </a:lnTo>
                  <a:lnTo>
                    <a:pt x="25" y="26"/>
                  </a:lnTo>
                  <a:cubicBezTo>
                    <a:pt x="25" y="26"/>
                    <a:pt x="0" y="26"/>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44"/>
            <p:cNvSpPr/>
            <p:nvPr/>
          </p:nvSpPr>
          <p:spPr>
            <a:xfrm>
              <a:off x="3436250" y="2272575"/>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44"/>
            <p:cNvSpPr/>
            <p:nvPr/>
          </p:nvSpPr>
          <p:spPr>
            <a:xfrm>
              <a:off x="3435600" y="2272575"/>
              <a:ext cx="675" cy="6300"/>
            </a:xfrm>
            <a:custGeom>
              <a:avLst/>
              <a:gdLst/>
              <a:ahLst/>
              <a:cxnLst/>
              <a:rect l="l" t="t" r="r" b="b"/>
              <a:pathLst>
                <a:path w="27" h="252" extrusionOk="0">
                  <a:moveTo>
                    <a:pt x="1" y="1"/>
                  </a:moveTo>
                  <a:lnTo>
                    <a:pt x="1" y="252"/>
                  </a:lnTo>
                  <a:lnTo>
                    <a:pt x="26" y="252"/>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44"/>
            <p:cNvSpPr/>
            <p:nvPr/>
          </p:nvSpPr>
          <p:spPr>
            <a:xfrm>
              <a:off x="3434975" y="2272575"/>
              <a:ext cx="650" cy="6300"/>
            </a:xfrm>
            <a:custGeom>
              <a:avLst/>
              <a:gdLst/>
              <a:ahLst/>
              <a:cxnLst/>
              <a:rect l="l" t="t" r="r" b="b"/>
              <a:pathLst>
                <a:path w="26" h="252" extrusionOk="0">
                  <a:moveTo>
                    <a:pt x="1" y="1"/>
                  </a:moveTo>
                  <a:lnTo>
                    <a:pt x="1" y="226"/>
                  </a:lnTo>
                  <a:cubicBezTo>
                    <a:pt x="26" y="226"/>
                    <a:pt x="26" y="226"/>
                    <a:pt x="26" y="252"/>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44"/>
            <p:cNvSpPr/>
            <p:nvPr/>
          </p:nvSpPr>
          <p:spPr>
            <a:xfrm>
              <a:off x="3434975" y="22725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44"/>
            <p:cNvSpPr/>
            <p:nvPr/>
          </p:nvSpPr>
          <p:spPr>
            <a:xfrm>
              <a:off x="3434350" y="2272575"/>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44"/>
            <p:cNvSpPr/>
            <p:nvPr/>
          </p:nvSpPr>
          <p:spPr>
            <a:xfrm>
              <a:off x="3434350" y="2272575"/>
              <a:ext cx="25" cy="5675"/>
            </a:xfrm>
            <a:custGeom>
              <a:avLst/>
              <a:gdLst/>
              <a:ahLst/>
              <a:cxnLst/>
              <a:rect l="l" t="t" r="r" b="b"/>
              <a:pathLst>
                <a:path w="1" h="227" extrusionOk="0">
                  <a:moveTo>
                    <a:pt x="1" y="1"/>
                  </a:moveTo>
                  <a:lnTo>
                    <a:pt x="1" y="226"/>
                  </a:lnTo>
                  <a:lnTo>
                    <a:pt x="1" y="226"/>
                  </a:ln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44"/>
            <p:cNvSpPr/>
            <p:nvPr/>
          </p:nvSpPr>
          <p:spPr>
            <a:xfrm>
              <a:off x="3433725" y="2272575"/>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44"/>
            <p:cNvSpPr/>
            <p:nvPr/>
          </p:nvSpPr>
          <p:spPr>
            <a:xfrm>
              <a:off x="3433725" y="22725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44"/>
            <p:cNvSpPr/>
            <p:nvPr/>
          </p:nvSpPr>
          <p:spPr>
            <a:xfrm>
              <a:off x="3433100" y="2272575"/>
              <a:ext cx="650" cy="6300"/>
            </a:xfrm>
            <a:custGeom>
              <a:avLst/>
              <a:gdLst/>
              <a:ahLst/>
              <a:cxnLst/>
              <a:rect l="l" t="t" r="r" b="b"/>
              <a:pathLst>
                <a:path w="26" h="252" extrusionOk="0">
                  <a:moveTo>
                    <a:pt x="1" y="1"/>
                  </a:moveTo>
                  <a:lnTo>
                    <a:pt x="1" y="252"/>
                  </a:lnTo>
                  <a:cubicBezTo>
                    <a:pt x="1" y="252"/>
                    <a:pt x="1" y="252"/>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44"/>
            <p:cNvSpPr/>
            <p:nvPr/>
          </p:nvSpPr>
          <p:spPr>
            <a:xfrm>
              <a:off x="3432475" y="2272575"/>
              <a:ext cx="650" cy="6300"/>
            </a:xfrm>
            <a:custGeom>
              <a:avLst/>
              <a:gdLst/>
              <a:ahLst/>
              <a:cxnLst/>
              <a:rect l="l" t="t" r="r" b="b"/>
              <a:pathLst>
                <a:path w="26" h="252" extrusionOk="0">
                  <a:moveTo>
                    <a:pt x="26" y="1"/>
                  </a:moveTo>
                  <a:cubicBezTo>
                    <a:pt x="1" y="1"/>
                    <a:pt x="1" y="26"/>
                    <a:pt x="1" y="26"/>
                  </a:cubicBezTo>
                  <a:lnTo>
                    <a:pt x="1" y="252"/>
                  </a:lnTo>
                  <a:lnTo>
                    <a:pt x="26" y="252"/>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44"/>
            <p:cNvSpPr/>
            <p:nvPr/>
          </p:nvSpPr>
          <p:spPr>
            <a:xfrm>
              <a:off x="3474450" y="2273200"/>
              <a:ext cx="650" cy="6300"/>
            </a:xfrm>
            <a:custGeom>
              <a:avLst/>
              <a:gdLst/>
              <a:ahLst/>
              <a:cxnLst/>
              <a:rect l="l" t="t" r="r" b="b"/>
              <a:pathLst>
                <a:path w="26" h="252" extrusionOk="0">
                  <a:moveTo>
                    <a:pt x="1" y="1"/>
                  </a:moveTo>
                  <a:lnTo>
                    <a:pt x="1" y="252"/>
                  </a:lnTo>
                  <a:lnTo>
                    <a:pt x="26" y="252"/>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44"/>
            <p:cNvSpPr/>
            <p:nvPr/>
          </p:nvSpPr>
          <p:spPr>
            <a:xfrm>
              <a:off x="3474450" y="2273200"/>
              <a:ext cx="25" cy="6300"/>
            </a:xfrm>
            <a:custGeom>
              <a:avLst/>
              <a:gdLst/>
              <a:ahLst/>
              <a:cxnLst/>
              <a:rect l="l" t="t" r="r" b="b"/>
              <a:pathLst>
                <a:path w="1" h="252" extrusionOk="0">
                  <a:moveTo>
                    <a:pt x="1" y="1"/>
                  </a:moveTo>
                  <a:lnTo>
                    <a:pt x="1" y="252"/>
                  </a:lnTo>
                  <a:lnTo>
                    <a:pt x="1" y="252"/>
                  </a:ln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44"/>
            <p:cNvSpPr/>
            <p:nvPr/>
          </p:nvSpPr>
          <p:spPr>
            <a:xfrm>
              <a:off x="3474450" y="2273200"/>
              <a:ext cx="25" cy="6300"/>
            </a:xfrm>
            <a:custGeom>
              <a:avLst/>
              <a:gdLst/>
              <a:ahLst/>
              <a:cxnLst/>
              <a:rect l="l" t="t" r="r" b="b"/>
              <a:pathLst>
                <a:path w="1" h="252" extrusionOk="0">
                  <a:moveTo>
                    <a:pt x="1" y="1"/>
                  </a:moveTo>
                  <a:lnTo>
                    <a:pt x="1" y="252"/>
                  </a:lnTo>
                  <a:cubicBezTo>
                    <a:pt x="1" y="252"/>
                    <a:pt x="1" y="227"/>
                    <a:pt x="1" y="227"/>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44"/>
            <p:cNvSpPr/>
            <p:nvPr/>
          </p:nvSpPr>
          <p:spPr>
            <a:xfrm>
              <a:off x="3473825" y="2273200"/>
              <a:ext cx="650" cy="5675"/>
            </a:xfrm>
            <a:custGeom>
              <a:avLst/>
              <a:gdLst/>
              <a:ahLst/>
              <a:cxnLst/>
              <a:rect l="l" t="t" r="r" b="b"/>
              <a:pathLst>
                <a:path w="26" h="227" extrusionOk="0">
                  <a:moveTo>
                    <a:pt x="1" y="1"/>
                  </a:moveTo>
                  <a:lnTo>
                    <a:pt x="1"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44"/>
            <p:cNvSpPr/>
            <p:nvPr/>
          </p:nvSpPr>
          <p:spPr>
            <a:xfrm>
              <a:off x="3473825" y="2273200"/>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44"/>
            <p:cNvSpPr/>
            <p:nvPr/>
          </p:nvSpPr>
          <p:spPr>
            <a:xfrm>
              <a:off x="3473825" y="2273200"/>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44"/>
            <p:cNvSpPr/>
            <p:nvPr/>
          </p:nvSpPr>
          <p:spPr>
            <a:xfrm>
              <a:off x="3473200" y="2273200"/>
              <a:ext cx="650" cy="5675"/>
            </a:xfrm>
            <a:custGeom>
              <a:avLst/>
              <a:gdLst/>
              <a:ahLst/>
              <a:cxnLst/>
              <a:rect l="l" t="t" r="r" b="b"/>
              <a:pathLst>
                <a:path w="26" h="227" extrusionOk="0">
                  <a:moveTo>
                    <a:pt x="1" y="1"/>
                  </a:moveTo>
                  <a:lnTo>
                    <a:pt x="1"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44"/>
            <p:cNvSpPr/>
            <p:nvPr/>
          </p:nvSpPr>
          <p:spPr>
            <a:xfrm>
              <a:off x="3473200" y="2273200"/>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44"/>
            <p:cNvSpPr/>
            <p:nvPr/>
          </p:nvSpPr>
          <p:spPr>
            <a:xfrm>
              <a:off x="3472575" y="2273200"/>
              <a:ext cx="650" cy="5675"/>
            </a:xfrm>
            <a:custGeom>
              <a:avLst/>
              <a:gdLst/>
              <a:ahLst/>
              <a:cxnLst/>
              <a:rect l="l" t="t" r="r" b="b"/>
              <a:pathLst>
                <a:path w="26" h="227" extrusionOk="0">
                  <a:moveTo>
                    <a:pt x="1" y="1"/>
                  </a:moveTo>
                  <a:lnTo>
                    <a:pt x="1"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44"/>
            <p:cNvSpPr/>
            <p:nvPr/>
          </p:nvSpPr>
          <p:spPr>
            <a:xfrm>
              <a:off x="3472575" y="2273200"/>
              <a:ext cx="25" cy="6300"/>
            </a:xfrm>
            <a:custGeom>
              <a:avLst/>
              <a:gdLst/>
              <a:ahLst/>
              <a:cxnLst/>
              <a:rect l="l" t="t" r="r" b="b"/>
              <a:pathLst>
                <a:path w="1" h="252" extrusionOk="0">
                  <a:moveTo>
                    <a:pt x="1" y="1"/>
                  </a:moveTo>
                  <a:lnTo>
                    <a:pt x="1" y="227"/>
                  </a:lnTo>
                  <a:cubicBezTo>
                    <a:pt x="1" y="227"/>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44"/>
            <p:cNvSpPr/>
            <p:nvPr/>
          </p:nvSpPr>
          <p:spPr>
            <a:xfrm>
              <a:off x="3471950" y="2273200"/>
              <a:ext cx="650" cy="6300"/>
            </a:xfrm>
            <a:custGeom>
              <a:avLst/>
              <a:gdLst/>
              <a:ahLst/>
              <a:cxnLst/>
              <a:rect l="l" t="t" r="r" b="b"/>
              <a:pathLst>
                <a:path w="26" h="252" extrusionOk="0">
                  <a:moveTo>
                    <a:pt x="1" y="1"/>
                  </a:moveTo>
                  <a:lnTo>
                    <a:pt x="1" y="252"/>
                  </a:lnTo>
                  <a:lnTo>
                    <a:pt x="26" y="252"/>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44"/>
            <p:cNvSpPr/>
            <p:nvPr/>
          </p:nvSpPr>
          <p:spPr>
            <a:xfrm>
              <a:off x="3487000" y="2266325"/>
              <a:ext cx="14425" cy="13800"/>
            </a:xfrm>
            <a:custGeom>
              <a:avLst/>
              <a:gdLst/>
              <a:ahLst/>
              <a:cxnLst/>
              <a:rect l="l" t="t" r="r" b="b"/>
              <a:pathLst>
                <a:path w="577" h="552" extrusionOk="0">
                  <a:moveTo>
                    <a:pt x="0" y="0"/>
                  </a:moveTo>
                  <a:lnTo>
                    <a:pt x="0" y="226"/>
                  </a:lnTo>
                  <a:lnTo>
                    <a:pt x="577" y="552"/>
                  </a:lnTo>
                  <a:lnTo>
                    <a:pt x="577" y="3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44"/>
            <p:cNvSpPr/>
            <p:nvPr/>
          </p:nvSpPr>
          <p:spPr>
            <a:xfrm>
              <a:off x="3501400" y="2274475"/>
              <a:ext cx="650" cy="6900"/>
            </a:xfrm>
            <a:custGeom>
              <a:avLst/>
              <a:gdLst/>
              <a:ahLst/>
              <a:cxnLst/>
              <a:rect l="l" t="t" r="r" b="b"/>
              <a:pathLst>
                <a:path w="26" h="276" extrusionOk="0">
                  <a:moveTo>
                    <a:pt x="1" y="0"/>
                  </a:moveTo>
                  <a:lnTo>
                    <a:pt x="1" y="226"/>
                  </a:lnTo>
                  <a:cubicBezTo>
                    <a:pt x="26" y="251"/>
                    <a:pt x="26" y="251"/>
                    <a:pt x="26" y="276"/>
                  </a:cubicBezTo>
                  <a:lnTo>
                    <a:pt x="26" y="25"/>
                  </a:lnTo>
                  <a:cubicBezTo>
                    <a:pt x="26" y="25"/>
                    <a:pt x="26"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44"/>
            <p:cNvSpPr/>
            <p:nvPr/>
          </p:nvSpPr>
          <p:spPr>
            <a:xfrm>
              <a:off x="3502025" y="2275100"/>
              <a:ext cx="25" cy="6275"/>
            </a:xfrm>
            <a:custGeom>
              <a:avLst/>
              <a:gdLst/>
              <a:ahLst/>
              <a:cxnLst/>
              <a:rect l="l" t="t" r="r" b="b"/>
              <a:pathLst>
                <a:path w="1" h="251" extrusionOk="0">
                  <a:moveTo>
                    <a:pt x="1" y="0"/>
                  </a:moveTo>
                  <a:lnTo>
                    <a:pt x="1" y="251"/>
                  </a:lnTo>
                  <a:lnTo>
                    <a:pt x="1" y="251"/>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44"/>
            <p:cNvSpPr/>
            <p:nvPr/>
          </p:nvSpPr>
          <p:spPr>
            <a:xfrm>
              <a:off x="3502025" y="22751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44"/>
            <p:cNvSpPr/>
            <p:nvPr/>
          </p:nvSpPr>
          <p:spPr>
            <a:xfrm>
              <a:off x="3502025" y="22751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44"/>
            <p:cNvSpPr/>
            <p:nvPr/>
          </p:nvSpPr>
          <p:spPr>
            <a:xfrm>
              <a:off x="3502025" y="2275100"/>
              <a:ext cx="25" cy="6275"/>
            </a:xfrm>
            <a:custGeom>
              <a:avLst/>
              <a:gdLst/>
              <a:ahLst/>
              <a:cxnLst/>
              <a:rect l="l" t="t" r="r" b="b"/>
              <a:pathLst>
                <a:path w="1" h="251" extrusionOk="0">
                  <a:moveTo>
                    <a:pt x="1" y="0"/>
                  </a:moveTo>
                  <a:lnTo>
                    <a:pt x="1" y="251"/>
                  </a:lnTo>
                  <a:cubicBezTo>
                    <a:pt x="1" y="251"/>
                    <a:pt x="1" y="251"/>
                    <a:pt x="1" y="251"/>
                  </a:cubicBezTo>
                  <a:lnTo>
                    <a:pt x="1" y="25"/>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44"/>
            <p:cNvSpPr/>
            <p:nvPr/>
          </p:nvSpPr>
          <p:spPr>
            <a:xfrm>
              <a:off x="3502025" y="22757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44"/>
            <p:cNvSpPr/>
            <p:nvPr/>
          </p:nvSpPr>
          <p:spPr>
            <a:xfrm>
              <a:off x="3501400" y="2275725"/>
              <a:ext cx="650" cy="5650"/>
            </a:xfrm>
            <a:custGeom>
              <a:avLst/>
              <a:gdLst/>
              <a:ahLst/>
              <a:cxnLst/>
              <a:rect l="l" t="t" r="r" b="b"/>
              <a:pathLst>
                <a:path w="26" h="226" extrusionOk="0">
                  <a:moveTo>
                    <a:pt x="1" y="0"/>
                  </a:moveTo>
                  <a:lnTo>
                    <a:pt x="1" y="226"/>
                  </a:lnTo>
                  <a:lnTo>
                    <a:pt x="26" y="226"/>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44"/>
            <p:cNvSpPr/>
            <p:nvPr/>
          </p:nvSpPr>
          <p:spPr>
            <a:xfrm>
              <a:off x="3501400" y="2275725"/>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44"/>
            <p:cNvSpPr/>
            <p:nvPr/>
          </p:nvSpPr>
          <p:spPr>
            <a:xfrm>
              <a:off x="3501400" y="22757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44"/>
            <p:cNvSpPr/>
            <p:nvPr/>
          </p:nvSpPr>
          <p:spPr>
            <a:xfrm>
              <a:off x="3557800" y="2273850"/>
              <a:ext cx="5650" cy="8775"/>
            </a:xfrm>
            <a:custGeom>
              <a:avLst/>
              <a:gdLst/>
              <a:ahLst/>
              <a:cxnLst/>
              <a:rect l="l" t="t" r="r" b="b"/>
              <a:pathLst>
                <a:path w="226" h="351" extrusionOk="0">
                  <a:moveTo>
                    <a:pt x="226" y="0"/>
                  </a:moveTo>
                  <a:lnTo>
                    <a:pt x="0" y="100"/>
                  </a:lnTo>
                  <a:lnTo>
                    <a:pt x="0" y="351"/>
                  </a:lnTo>
                  <a:lnTo>
                    <a:pt x="226" y="226"/>
                  </a:lnTo>
                  <a:lnTo>
                    <a:pt x="2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44"/>
            <p:cNvSpPr/>
            <p:nvPr/>
          </p:nvSpPr>
          <p:spPr>
            <a:xfrm>
              <a:off x="3507050" y="2277600"/>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44"/>
            <p:cNvSpPr/>
            <p:nvPr/>
          </p:nvSpPr>
          <p:spPr>
            <a:xfrm>
              <a:off x="3507050" y="2277600"/>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44"/>
            <p:cNvSpPr/>
            <p:nvPr/>
          </p:nvSpPr>
          <p:spPr>
            <a:xfrm>
              <a:off x="3506425" y="2277600"/>
              <a:ext cx="650" cy="6300"/>
            </a:xfrm>
            <a:custGeom>
              <a:avLst/>
              <a:gdLst/>
              <a:ahLst/>
              <a:cxnLst/>
              <a:rect l="l" t="t" r="r" b="b"/>
              <a:pathLst>
                <a:path w="26" h="252" extrusionOk="0">
                  <a:moveTo>
                    <a:pt x="0" y="0"/>
                  </a:moveTo>
                  <a:lnTo>
                    <a:pt x="0" y="226"/>
                  </a:lnTo>
                  <a:cubicBezTo>
                    <a:pt x="0" y="226"/>
                    <a:pt x="25" y="226"/>
                    <a:pt x="25" y="251"/>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44"/>
            <p:cNvSpPr/>
            <p:nvPr/>
          </p:nvSpPr>
          <p:spPr>
            <a:xfrm>
              <a:off x="3506425" y="2277600"/>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44"/>
            <p:cNvSpPr/>
            <p:nvPr/>
          </p:nvSpPr>
          <p:spPr>
            <a:xfrm>
              <a:off x="3506425" y="22776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44"/>
            <p:cNvSpPr/>
            <p:nvPr/>
          </p:nvSpPr>
          <p:spPr>
            <a:xfrm>
              <a:off x="3506425" y="22776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44"/>
            <p:cNvSpPr/>
            <p:nvPr/>
          </p:nvSpPr>
          <p:spPr>
            <a:xfrm>
              <a:off x="3505800" y="227760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44"/>
            <p:cNvSpPr/>
            <p:nvPr/>
          </p:nvSpPr>
          <p:spPr>
            <a:xfrm>
              <a:off x="3505800" y="22776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44"/>
            <p:cNvSpPr/>
            <p:nvPr/>
          </p:nvSpPr>
          <p:spPr>
            <a:xfrm>
              <a:off x="3505800" y="2277600"/>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44"/>
            <p:cNvSpPr/>
            <p:nvPr/>
          </p:nvSpPr>
          <p:spPr>
            <a:xfrm>
              <a:off x="3505150" y="2277600"/>
              <a:ext cx="675" cy="6300"/>
            </a:xfrm>
            <a:custGeom>
              <a:avLst/>
              <a:gdLst/>
              <a:ahLst/>
              <a:cxnLst/>
              <a:rect l="l" t="t" r="r" b="b"/>
              <a:pathLst>
                <a:path w="27" h="252" extrusionOk="0">
                  <a:moveTo>
                    <a:pt x="1" y="0"/>
                  </a:moveTo>
                  <a:lnTo>
                    <a:pt x="1" y="251"/>
                  </a:lnTo>
                  <a:cubicBezTo>
                    <a:pt x="1" y="251"/>
                    <a:pt x="1" y="226"/>
                    <a:pt x="26" y="226"/>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44"/>
            <p:cNvSpPr/>
            <p:nvPr/>
          </p:nvSpPr>
          <p:spPr>
            <a:xfrm>
              <a:off x="3505150" y="2277600"/>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44"/>
            <p:cNvSpPr/>
            <p:nvPr/>
          </p:nvSpPr>
          <p:spPr>
            <a:xfrm>
              <a:off x="3457550" y="2271325"/>
              <a:ext cx="10675" cy="12575"/>
            </a:xfrm>
            <a:custGeom>
              <a:avLst/>
              <a:gdLst/>
              <a:ahLst/>
              <a:cxnLst/>
              <a:rect l="l" t="t" r="r" b="b"/>
              <a:pathLst>
                <a:path w="427" h="503" extrusionOk="0">
                  <a:moveTo>
                    <a:pt x="426" y="1"/>
                  </a:moveTo>
                  <a:lnTo>
                    <a:pt x="0" y="276"/>
                  </a:lnTo>
                  <a:lnTo>
                    <a:pt x="0" y="502"/>
                  </a:lnTo>
                  <a:lnTo>
                    <a:pt x="426" y="251"/>
                  </a:lnTo>
                  <a:lnTo>
                    <a:pt x="426"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44"/>
            <p:cNvSpPr/>
            <p:nvPr/>
          </p:nvSpPr>
          <p:spPr>
            <a:xfrm>
              <a:off x="3440625" y="2270075"/>
              <a:ext cx="13175" cy="13825"/>
            </a:xfrm>
            <a:custGeom>
              <a:avLst/>
              <a:gdLst/>
              <a:ahLst/>
              <a:cxnLst/>
              <a:rect l="l" t="t" r="r" b="b"/>
              <a:pathLst>
                <a:path w="527" h="553" extrusionOk="0">
                  <a:moveTo>
                    <a:pt x="0" y="1"/>
                  </a:moveTo>
                  <a:lnTo>
                    <a:pt x="0" y="251"/>
                  </a:lnTo>
                  <a:lnTo>
                    <a:pt x="527" y="552"/>
                  </a:lnTo>
                  <a:lnTo>
                    <a:pt x="527" y="326"/>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44"/>
            <p:cNvSpPr/>
            <p:nvPr/>
          </p:nvSpPr>
          <p:spPr>
            <a:xfrm>
              <a:off x="3456925" y="2278225"/>
              <a:ext cx="650" cy="5675"/>
            </a:xfrm>
            <a:custGeom>
              <a:avLst/>
              <a:gdLst/>
              <a:ahLst/>
              <a:cxnLst/>
              <a:rect l="l" t="t" r="r" b="b"/>
              <a:pathLst>
                <a:path w="26" h="227" extrusionOk="0">
                  <a:moveTo>
                    <a:pt x="0" y="0"/>
                  </a:moveTo>
                  <a:lnTo>
                    <a:pt x="0" y="226"/>
                  </a:lnTo>
                  <a:lnTo>
                    <a:pt x="25" y="226"/>
                  </a:lnTo>
                  <a:lnTo>
                    <a:pt x="25"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4"/>
            <p:cNvSpPr/>
            <p:nvPr/>
          </p:nvSpPr>
          <p:spPr>
            <a:xfrm>
              <a:off x="3456300" y="2278225"/>
              <a:ext cx="650" cy="6300"/>
            </a:xfrm>
            <a:custGeom>
              <a:avLst/>
              <a:gdLst/>
              <a:ahLst/>
              <a:cxnLst/>
              <a:rect l="l" t="t" r="r" b="b"/>
              <a:pathLst>
                <a:path w="26" h="252" extrusionOk="0">
                  <a:moveTo>
                    <a:pt x="0" y="0"/>
                  </a:moveTo>
                  <a:lnTo>
                    <a:pt x="0" y="251"/>
                  </a:lnTo>
                  <a:cubicBezTo>
                    <a:pt x="0" y="251"/>
                    <a:pt x="25" y="226"/>
                    <a:pt x="25" y="226"/>
                  </a:cubicBez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4"/>
            <p:cNvSpPr/>
            <p:nvPr/>
          </p:nvSpPr>
          <p:spPr>
            <a:xfrm>
              <a:off x="3456300" y="227822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4"/>
            <p:cNvSpPr/>
            <p:nvPr/>
          </p:nvSpPr>
          <p:spPr>
            <a:xfrm>
              <a:off x="3455650" y="2278225"/>
              <a:ext cx="675" cy="6300"/>
            </a:xfrm>
            <a:custGeom>
              <a:avLst/>
              <a:gdLst/>
              <a:ahLst/>
              <a:cxnLst/>
              <a:rect l="l" t="t" r="r" b="b"/>
              <a:pathLst>
                <a:path w="27" h="252" extrusionOk="0">
                  <a:moveTo>
                    <a:pt x="1" y="0"/>
                  </a:moveTo>
                  <a:lnTo>
                    <a:pt x="1" y="251"/>
                  </a:lnTo>
                  <a:lnTo>
                    <a:pt x="26" y="251"/>
                  </a:lnTo>
                  <a:lnTo>
                    <a:pt x="26"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44"/>
            <p:cNvSpPr/>
            <p:nvPr/>
          </p:nvSpPr>
          <p:spPr>
            <a:xfrm>
              <a:off x="3455650" y="2278225"/>
              <a:ext cx="25" cy="6300"/>
            </a:xfrm>
            <a:custGeom>
              <a:avLst/>
              <a:gdLst/>
              <a:ahLst/>
              <a:cxnLst/>
              <a:rect l="l" t="t" r="r" b="b"/>
              <a:pathLst>
                <a:path w="1" h="252" extrusionOk="0">
                  <a:moveTo>
                    <a:pt x="1" y="0"/>
                  </a:moveTo>
                  <a:lnTo>
                    <a:pt x="1" y="251"/>
                  </a:lnTo>
                  <a:lnTo>
                    <a:pt x="1" y="251"/>
                  </a:lnTo>
                  <a:lnTo>
                    <a:pt x="1" y="0"/>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44"/>
            <p:cNvSpPr/>
            <p:nvPr/>
          </p:nvSpPr>
          <p:spPr>
            <a:xfrm>
              <a:off x="3455025" y="2278225"/>
              <a:ext cx="650" cy="6300"/>
            </a:xfrm>
            <a:custGeom>
              <a:avLst/>
              <a:gdLst/>
              <a:ahLst/>
              <a:cxnLst/>
              <a:rect l="l" t="t" r="r" b="b"/>
              <a:pathLst>
                <a:path w="26" h="252" extrusionOk="0">
                  <a:moveTo>
                    <a:pt x="26" y="0"/>
                  </a:moveTo>
                  <a:lnTo>
                    <a:pt x="1" y="251"/>
                  </a:lnTo>
                  <a:lnTo>
                    <a:pt x="26" y="251"/>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4"/>
            <p:cNvSpPr/>
            <p:nvPr/>
          </p:nvSpPr>
          <p:spPr>
            <a:xfrm>
              <a:off x="3455025" y="2278225"/>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44"/>
            <p:cNvSpPr/>
            <p:nvPr/>
          </p:nvSpPr>
          <p:spPr>
            <a:xfrm>
              <a:off x="3455025" y="2278225"/>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44"/>
            <p:cNvSpPr/>
            <p:nvPr/>
          </p:nvSpPr>
          <p:spPr>
            <a:xfrm>
              <a:off x="3454400" y="2278225"/>
              <a:ext cx="650" cy="6300"/>
            </a:xfrm>
            <a:custGeom>
              <a:avLst/>
              <a:gdLst/>
              <a:ahLst/>
              <a:cxnLst/>
              <a:rect l="l" t="t" r="r" b="b"/>
              <a:pathLst>
                <a:path w="26" h="252" extrusionOk="0">
                  <a:moveTo>
                    <a:pt x="1" y="0"/>
                  </a:moveTo>
                  <a:lnTo>
                    <a:pt x="1" y="226"/>
                  </a:lnTo>
                  <a:cubicBezTo>
                    <a:pt x="1" y="226"/>
                    <a:pt x="26" y="251"/>
                    <a:pt x="26" y="251"/>
                  </a:cubicBezTo>
                  <a:lnTo>
                    <a:pt x="26" y="0"/>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44"/>
            <p:cNvSpPr/>
            <p:nvPr/>
          </p:nvSpPr>
          <p:spPr>
            <a:xfrm>
              <a:off x="3454400" y="2278225"/>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44"/>
            <p:cNvSpPr/>
            <p:nvPr/>
          </p:nvSpPr>
          <p:spPr>
            <a:xfrm>
              <a:off x="3453775" y="2278225"/>
              <a:ext cx="650" cy="5675"/>
            </a:xfrm>
            <a:custGeom>
              <a:avLst/>
              <a:gdLst/>
              <a:ahLst/>
              <a:cxnLst/>
              <a:rect l="l" t="t" r="r" b="b"/>
              <a:pathLst>
                <a:path w="26" h="227" extrusionOk="0">
                  <a:moveTo>
                    <a:pt x="1" y="0"/>
                  </a:moveTo>
                  <a:lnTo>
                    <a:pt x="1" y="226"/>
                  </a:lnTo>
                  <a:lnTo>
                    <a:pt x="26" y="226"/>
                  </a:lnTo>
                  <a:lnTo>
                    <a:pt x="26"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44"/>
            <p:cNvSpPr/>
            <p:nvPr/>
          </p:nvSpPr>
          <p:spPr>
            <a:xfrm>
              <a:off x="3422450" y="2273200"/>
              <a:ext cx="10050" cy="11325"/>
            </a:xfrm>
            <a:custGeom>
              <a:avLst/>
              <a:gdLst/>
              <a:ahLst/>
              <a:cxnLst/>
              <a:rect l="l" t="t" r="r" b="b"/>
              <a:pathLst>
                <a:path w="402" h="453" extrusionOk="0">
                  <a:moveTo>
                    <a:pt x="402" y="1"/>
                  </a:moveTo>
                  <a:lnTo>
                    <a:pt x="1" y="227"/>
                  </a:lnTo>
                  <a:lnTo>
                    <a:pt x="1" y="452"/>
                  </a:lnTo>
                  <a:lnTo>
                    <a:pt x="402" y="227"/>
                  </a:lnTo>
                  <a:lnTo>
                    <a:pt x="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44"/>
            <p:cNvSpPr/>
            <p:nvPr/>
          </p:nvSpPr>
          <p:spPr>
            <a:xfrm>
              <a:off x="3478850" y="2270700"/>
              <a:ext cx="14425" cy="14450"/>
            </a:xfrm>
            <a:custGeom>
              <a:avLst/>
              <a:gdLst/>
              <a:ahLst/>
              <a:cxnLst/>
              <a:rect l="l" t="t" r="r" b="b"/>
              <a:pathLst>
                <a:path w="577" h="578" extrusionOk="0">
                  <a:moveTo>
                    <a:pt x="0" y="1"/>
                  </a:moveTo>
                  <a:lnTo>
                    <a:pt x="0" y="251"/>
                  </a:lnTo>
                  <a:lnTo>
                    <a:pt x="577" y="577"/>
                  </a:lnTo>
                  <a:lnTo>
                    <a:pt x="577" y="327"/>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44"/>
            <p:cNvSpPr/>
            <p:nvPr/>
          </p:nvSpPr>
          <p:spPr>
            <a:xfrm>
              <a:off x="3495775" y="2275725"/>
              <a:ext cx="5650" cy="9425"/>
            </a:xfrm>
            <a:custGeom>
              <a:avLst/>
              <a:gdLst/>
              <a:ahLst/>
              <a:cxnLst/>
              <a:rect l="l" t="t" r="r" b="b"/>
              <a:pathLst>
                <a:path w="226" h="377" extrusionOk="0">
                  <a:moveTo>
                    <a:pt x="226" y="0"/>
                  </a:moveTo>
                  <a:lnTo>
                    <a:pt x="0" y="126"/>
                  </a:lnTo>
                  <a:lnTo>
                    <a:pt x="0" y="376"/>
                  </a:lnTo>
                  <a:lnTo>
                    <a:pt x="226" y="251"/>
                  </a:lnTo>
                  <a:lnTo>
                    <a:pt x="226"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44"/>
            <p:cNvSpPr/>
            <p:nvPr/>
          </p:nvSpPr>
          <p:spPr>
            <a:xfrm>
              <a:off x="3495125" y="2279475"/>
              <a:ext cx="675" cy="5675"/>
            </a:xfrm>
            <a:custGeom>
              <a:avLst/>
              <a:gdLst/>
              <a:ahLst/>
              <a:cxnLst/>
              <a:rect l="l" t="t" r="r" b="b"/>
              <a:pathLst>
                <a:path w="27" h="227" extrusionOk="0">
                  <a:moveTo>
                    <a:pt x="26" y="1"/>
                  </a:moveTo>
                  <a:lnTo>
                    <a:pt x="1" y="226"/>
                  </a:lnTo>
                  <a:lnTo>
                    <a:pt x="26" y="226"/>
                  </a:ln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44"/>
            <p:cNvSpPr/>
            <p:nvPr/>
          </p:nvSpPr>
          <p:spPr>
            <a:xfrm>
              <a:off x="3495125" y="2279475"/>
              <a:ext cx="675" cy="5675"/>
            </a:xfrm>
            <a:custGeom>
              <a:avLst/>
              <a:gdLst/>
              <a:ahLst/>
              <a:cxnLst/>
              <a:rect l="l" t="t" r="r" b="b"/>
              <a:pathLst>
                <a:path w="27" h="227" extrusionOk="0">
                  <a:moveTo>
                    <a:pt x="1" y="1"/>
                  </a:moveTo>
                  <a:lnTo>
                    <a:pt x="1" y="226"/>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44"/>
            <p:cNvSpPr/>
            <p:nvPr/>
          </p:nvSpPr>
          <p:spPr>
            <a:xfrm>
              <a:off x="3495125" y="2279475"/>
              <a:ext cx="25" cy="5675"/>
            </a:xfrm>
            <a:custGeom>
              <a:avLst/>
              <a:gdLst/>
              <a:ahLst/>
              <a:cxnLst/>
              <a:rect l="l" t="t" r="r" b="b"/>
              <a:pathLst>
                <a:path w="1" h="227" extrusionOk="0">
                  <a:moveTo>
                    <a:pt x="1" y="1"/>
                  </a:moveTo>
                  <a:lnTo>
                    <a:pt x="1" y="226"/>
                  </a:lnTo>
                  <a:lnTo>
                    <a:pt x="1" y="226"/>
                  </a:lnTo>
                  <a:lnTo>
                    <a:pt x="1" y="1"/>
                  </a:lnTo>
                  <a:lnTo>
                    <a:pt x="1"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44"/>
            <p:cNvSpPr/>
            <p:nvPr/>
          </p:nvSpPr>
          <p:spPr>
            <a:xfrm>
              <a:off x="3494500" y="2279475"/>
              <a:ext cx="650" cy="5675"/>
            </a:xfrm>
            <a:custGeom>
              <a:avLst/>
              <a:gdLst/>
              <a:ahLst/>
              <a:cxnLst/>
              <a:rect l="l" t="t" r="r" b="b"/>
              <a:pathLst>
                <a:path w="26" h="227" extrusionOk="0">
                  <a:moveTo>
                    <a:pt x="1" y="1"/>
                  </a:moveTo>
                  <a:lnTo>
                    <a:pt x="1" y="226"/>
                  </a:lnTo>
                  <a:lnTo>
                    <a:pt x="26" y="226"/>
                  </a:lnTo>
                  <a:lnTo>
                    <a:pt x="26"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44"/>
            <p:cNvSpPr/>
            <p:nvPr/>
          </p:nvSpPr>
          <p:spPr>
            <a:xfrm>
              <a:off x="3494500" y="2279475"/>
              <a:ext cx="25" cy="5675"/>
            </a:xfrm>
            <a:custGeom>
              <a:avLst/>
              <a:gdLst/>
              <a:ahLst/>
              <a:cxnLst/>
              <a:rect l="l" t="t" r="r" b="b"/>
              <a:pathLst>
                <a:path w="1" h="227" extrusionOk="0">
                  <a:moveTo>
                    <a:pt x="1" y="1"/>
                  </a:moveTo>
                  <a:lnTo>
                    <a:pt x="1" y="226"/>
                  </a:lnTo>
                  <a:lnTo>
                    <a:pt x="1" y="226"/>
                  </a:ln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44"/>
            <p:cNvSpPr/>
            <p:nvPr/>
          </p:nvSpPr>
          <p:spPr>
            <a:xfrm>
              <a:off x="3494500" y="22794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44"/>
            <p:cNvSpPr/>
            <p:nvPr/>
          </p:nvSpPr>
          <p:spPr>
            <a:xfrm>
              <a:off x="3494500" y="2279475"/>
              <a:ext cx="25" cy="5675"/>
            </a:xfrm>
            <a:custGeom>
              <a:avLst/>
              <a:gdLst/>
              <a:ahLst/>
              <a:cxnLst/>
              <a:rect l="l" t="t" r="r" b="b"/>
              <a:pathLst>
                <a:path w="1" h="227" extrusionOk="0">
                  <a:moveTo>
                    <a:pt x="1" y="1"/>
                  </a:moveTo>
                  <a:lnTo>
                    <a:pt x="1" y="226"/>
                  </a:lnTo>
                  <a:cubicBezTo>
                    <a:pt x="1" y="226"/>
                    <a:pt x="1" y="226"/>
                    <a:pt x="1" y="226"/>
                  </a:cubicBezTo>
                  <a:lnTo>
                    <a:pt x="1" y="1"/>
                  </a:lnTo>
                  <a:lnTo>
                    <a:pt x="1"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44"/>
            <p:cNvSpPr/>
            <p:nvPr/>
          </p:nvSpPr>
          <p:spPr>
            <a:xfrm>
              <a:off x="3493875" y="2279475"/>
              <a:ext cx="650" cy="5675"/>
            </a:xfrm>
            <a:custGeom>
              <a:avLst/>
              <a:gdLst/>
              <a:ahLst/>
              <a:cxnLst/>
              <a:rect l="l" t="t" r="r" b="b"/>
              <a:pathLst>
                <a:path w="26" h="227" extrusionOk="0">
                  <a:moveTo>
                    <a:pt x="1" y="1"/>
                  </a:moveTo>
                  <a:lnTo>
                    <a:pt x="1" y="226"/>
                  </a:lnTo>
                  <a:lnTo>
                    <a:pt x="26" y="226"/>
                  </a:lnTo>
                  <a:lnTo>
                    <a:pt x="26"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44"/>
            <p:cNvSpPr/>
            <p:nvPr/>
          </p:nvSpPr>
          <p:spPr>
            <a:xfrm>
              <a:off x="3493875" y="2279475"/>
              <a:ext cx="25" cy="5675"/>
            </a:xfrm>
            <a:custGeom>
              <a:avLst/>
              <a:gdLst/>
              <a:ahLst/>
              <a:cxnLst/>
              <a:rect l="l" t="t" r="r" b="b"/>
              <a:pathLst>
                <a:path w="1" h="227" extrusionOk="0">
                  <a:moveTo>
                    <a:pt x="1" y="1"/>
                  </a:moveTo>
                  <a:lnTo>
                    <a:pt x="1" y="226"/>
                  </a:lnTo>
                  <a:cubicBezTo>
                    <a:pt x="1" y="226"/>
                    <a:pt x="1" y="226"/>
                    <a:pt x="1" y="226"/>
                  </a:cubicBezTo>
                  <a:lnTo>
                    <a:pt x="1" y="1"/>
                  </a:lnTo>
                  <a:lnTo>
                    <a:pt x="1" y="1"/>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44"/>
            <p:cNvSpPr/>
            <p:nvPr/>
          </p:nvSpPr>
          <p:spPr>
            <a:xfrm>
              <a:off x="3493875" y="22794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44"/>
            <p:cNvSpPr/>
            <p:nvPr/>
          </p:nvSpPr>
          <p:spPr>
            <a:xfrm>
              <a:off x="3493250" y="2278850"/>
              <a:ext cx="650" cy="6300"/>
            </a:xfrm>
            <a:custGeom>
              <a:avLst/>
              <a:gdLst/>
              <a:ahLst/>
              <a:cxnLst/>
              <a:rect l="l" t="t" r="r" b="b"/>
              <a:pathLst>
                <a:path w="26" h="252" extrusionOk="0">
                  <a:moveTo>
                    <a:pt x="1" y="1"/>
                  </a:moveTo>
                  <a:lnTo>
                    <a:pt x="1" y="251"/>
                  </a:lnTo>
                  <a:lnTo>
                    <a:pt x="26" y="251"/>
                  </a:lnTo>
                  <a:lnTo>
                    <a:pt x="26" y="26"/>
                  </a:lnTo>
                  <a:cubicBezTo>
                    <a:pt x="26" y="1"/>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4"/>
            <p:cNvSpPr/>
            <p:nvPr/>
          </p:nvSpPr>
          <p:spPr>
            <a:xfrm>
              <a:off x="3478225" y="2265850"/>
              <a:ext cx="23825" cy="13500"/>
            </a:xfrm>
            <a:custGeom>
              <a:avLst/>
              <a:gdLst/>
              <a:ahLst/>
              <a:cxnLst/>
              <a:rect l="l" t="t" r="r" b="b"/>
              <a:pathLst>
                <a:path w="953" h="540" extrusionOk="0">
                  <a:moveTo>
                    <a:pt x="301" y="0"/>
                  </a:moveTo>
                  <a:cubicBezTo>
                    <a:pt x="282" y="0"/>
                    <a:pt x="263" y="7"/>
                    <a:pt x="251" y="19"/>
                  </a:cubicBezTo>
                  <a:lnTo>
                    <a:pt x="25" y="145"/>
                  </a:lnTo>
                  <a:cubicBezTo>
                    <a:pt x="0" y="145"/>
                    <a:pt x="0" y="170"/>
                    <a:pt x="25" y="195"/>
                  </a:cubicBezTo>
                  <a:lnTo>
                    <a:pt x="602" y="521"/>
                  </a:lnTo>
                  <a:cubicBezTo>
                    <a:pt x="614" y="533"/>
                    <a:pt x="633" y="539"/>
                    <a:pt x="652" y="539"/>
                  </a:cubicBezTo>
                  <a:cubicBezTo>
                    <a:pt x="671" y="539"/>
                    <a:pt x="689" y="533"/>
                    <a:pt x="702" y="521"/>
                  </a:cubicBezTo>
                  <a:lnTo>
                    <a:pt x="928" y="395"/>
                  </a:lnTo>
                  <a:cubicBezTo>
                    <a:pt x="953" y="395"/>
                    <a:pt x="953" y="370"/>
                    <a:pt x="928" y="345"/>
                  </a:cubicBezTo>
                  <a:lnTo>
                    <a:pt x="351" y="19"/>
                  </a:lnTo>
                  <a:cubicBezTo>
                    <a:pt x="339" y="7"/>
                    <a:pt x="320" y="0"/>
                    <a:pt x="301"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4"/>
            <p:cNvSpPr/>
            <p:nvPr/>
          </p:nvSpPr>
          <p:spPr>
            <a:xfrm>
              <a:off x="3479475" y="2265700"/>
              <a:ext cx="21325" cy="11925"/>
            </a:xfrm>
            <a:custGeom>
              <a:avLst/>
              <a:gdLst/>
              <a:ahLst/>
              <a:cxnLst/>
              <a:rect l="l" t="t" r="r" b="b"/>
              <a:pathLst>
                <a:path w="853" h="477" extrusionOk="0">
                  <a:moveTo>
                    <a:pt x="226" y="0"/>
                  </a:moveTo>
                  <a:lnTo>
                    <a:pt x="0" y="126"/>
                  </a:lnTo>
                  <a:lnTo>
                    <a:pt x="577" y="451"/>
                  </a:lnTo>
                  <a:cubicBezTo>
                    <a:pt x="577" y="476"/>
                    <a:pt x="602" y="476"/>
                    <a:pt x="602" y="476"/>
                  </a:cubicBezTo>
                  <a:cubicBezTo>
                    <a:pt x="627" y="476"/>
                    <a:pt x="627" y="476"/>
                    <a:pt x="627" y="451"/>
                  </a:cubicBezTo>
                  <a:lnTo>
                    <a:pt x="853" y="326"/>
                  </a:lnTo>
                  <a:lnTo>
                    <a:pt x="276"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4"/>
            <p:cNvSpPr/>
            <p:nvPr/>
          </p:nvSpPr>
          <p:spPr>
            <a:xfrm>
              <a:off x="3460675" y="2273200"/>
              <a:ext cx="11300" cy="12575"/>
            </a:xfrm>
            <a:custGeom>
              <a:avLst/>
              <a:gdLst/>
              <a:ahLst/>
              <a:cxnLst/>
              <a:rect l="l" t="t" r="r" b="b"/>
              <a:pathLst>
                <a:path w="452" h="503" extrusionOk="0">
                  <a:moveTo>
                    <a:pt x="452" y="1"/>
                  </a:moveTo>
                  <a:lnTo>
                    <a:pt x="1" y="277"/>
                  </a:lnTo>
                  <a:lnTo>
                    <a:pt x="1" y="502"/>
                  </a:lnTo>
                  <a:lnTo>
                    <a:pt x="452" y="252"/>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4"/>
            <p:cNvSpPr/>
            <p:nvPr/>
          </p:nvSpPr>
          <p:spPr>
            <a:xfrm>
              <a:off x="3422450" y="22788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44"/>
            <p:cNvSpPr/>
            <p:nvPr/>
          </p:nvSpPr>
          <p:spPr>
            <a:xfrm>
              <a:off x="3421825" y="2278850"/>
              <a:ext cx="650" cy="6300"/>
            </a:xfrm>
            <a:custGeom>
              <a:avLst/>
              <a:gdLst/>
              <a:ahLst/>
              <a:cxnLst/>
              <a:rect l="l" t="t" r="r" b="b"/>
              <a:pathLst>
                <a:path w="26" h="252" extrusionOk="0">
                  <a:moveTo>
                    <a:pt x="1" y="1"/>
                  </a:moveTo>
                  <a:lnTo>
                    <a:pt x="1" y="251"/>
                  </a:lnTo>
                  <a:cubicBezTo>
                    <a:pt x="1" y="251"/>
                    <a:pt x="26" y="226"/>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44"/>
            <p:cNvSpPr/>
            <p:nvPr/>
          </p:nvSpPr>
          <p:spPr>
            <a:xfrm>
              <a:off x="3421825" y="2278850"/>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44"/>
            <p:cNvSpPr/>
            <p:nvPr/>
          </p:nvSpPr>
          <p:spPr>
            <a:xfrm>
              <a:off x="3421825" y="22794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4"/>
            <p:cNvSpPr/>
            <p:nvPr/>
          </p:nvSpPr>
          <p:spPr>
            <a:xfrm>
              <a:off x="3421825" y="2279475"/>
              <a:ext cx="25" cy="6300"/>
            </a:xfrm>
            <a:custGeom>
              <a:avLst/>
              <a:gdLst/>
              <a:ahLst/>
              <a:cxnLst/>
              <a:rect l="l" t="t" r="r" b="b"/>
              <a:pathLst>
                <a:path w="1" h="252" extrusionOk="0">
                  <a:moveTo>
                    <a:pt x="1" y="1"/>
                  </a:moveTo>
                  <a:lnTo>
                    <a:pt x="1" y="226"/>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4"/>
            <p:cNvSpPr/>
            <p:nvPr/>
          </p:nvSpPr>
          <p:spPr>
            <a:xfrm>
              <a:off x="3421825" y="2279475"/>
              <a:ext cx="25" cy="6300"/>
            </a:xfrm>
            <a:custGeom>
              <a:avLst/>
              <a:gdLst/>
              <a:ahLst/>
              <a:cxnLst/>
              <a:rect l="l" t="t" r="r" b="b"/>
              <a:pathLst>
                <a:path w="1" h="252" extrusionOk="0">
                  <a:moveTo>
                    <a:pt x="1" y="1"/>
                  </a:moveTo>
                  <a:lnTo>
                    <a:pt x="1" y="251"/>
                  </a:lnTo>
                  <a:cubicBezTo>
                    <a:pt x="1" y="251"/>
                    <a:pt x="1" y="251"/>
                    <a:pt x="1" y="251"/>
                  </a:cubicBezTo>
                  <a:lnTo>
                    <a:pt x="1" y="26"/>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44"/>
            <p:cNvSpPr/>
            <p:nvPr/>
          </p:nvSpPr>
          <p:spPr>
            <a:xfrm>
              <a:off x="3421825" y="22801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44"/>
            <p:cNvSpPr/>
            <p:nvPr/>
          </p:nvSpPr>
          <p:spPr>
            <a:xfrm>
              <a:off x="3421825" y="2280100"/>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44"/>
            <p:cNvSpPr/>
            <p:nvPr/>
          </p:nvSpPr>
          <p:spPr>
            <a:xfrm>
              <a:off x="3460675" y="22801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4"/>
            <p:cNvSpPr/>
            <p:nvPr/>
          </p:nvSpPr>
          <p:spPr>
            <a:xfrm>
              <a:off x="3460675" y="2280100"/>
              <a:ext cx="25" cy="6300"/>
            </a:xfrm>
            <a:custGeom>
              <a:avLst/>
              <a:gdLst/>
              <a:ahLst/>
              <a:cxnLst/>
              <a:rect l="l" t="t" r="r" b="b"/>
              <a:pathLst>
                <a:path w="1" h="252" extrusionOk="0">
                  <a:moveTo>
                    <a:pt x="1" y="1"/>
                  </a:moveTo>
                  <a:lnTo>
                    <a:pt x="1" y="226"/>
                  </a:lnTo>
                  <a:cubicBezTo>
                    <a:pt x="1" y="226"/>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44"/>
            <p:cNvSpPr/>
            <p:nvPr/>
          </p:nvSpPr>
          <p:spPr>
            <a:xfrm>
              <a:off x="3460050" y="2280100"/>
              <a:ext cx="650" cy="6300"/>
            </a:xfrm>
            <a:custGeom>
              <a:avLst/>
              <a:gdLst/>
              <a:ahLst/>
              <a:cxnLst/>
              <a:rect l="l" t="t" r="r" b="b"/>
              <a:pathLst>
                <a:path w="26" h="252" extrusionOk="0">
                  <a:moveTo>
                    <a:pt x="0" y="1"/>
                  </a:moveTo>
                  <a:lnTo>
                    <a:pt x="0"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44"/>
            <p:cNvSpPr/>
            <p:nvPr/>
          </p:nvSpPr>
          <p:spPr>
            <a:xfrm>
              <a:off x="3460050" y="2280100"/>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44"/>
            <p:cNvSpPr/>
            <p:nvPr/>
          </p:nvSpPr>
          <p:spPr>
            <a:xfrm>
              <a:off x="3460050" y="22807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44"/>
            <p:cNvSpPr/>
            <p:nvPr/>
          </p:nvSpPr>
          <p:spPr>
            <a:xfrm>
              <a:off x="3460050" y="22807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44"/>
            <p:cNvSpPr/>
            <p:nvPr/>
          </p:nvSpPr>
          <p:spPr>
            <a:xfrm>
              <a:off x="3460050" y="22807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44"/>
            <p:cNvSpPr/>
            <p:nvPr/>
          </p:nvSpPr>
          <p:spPr>
            <a:xfrm>
              <a:off x="3460050" y="22807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44"/>
            <p:cNvSpPr/>
            <p:nvPr/>
          </p:nvSpPr>
          <p:spPr>
            <a:xfrm>
              <a:off x="3460050" y="2280725"/>
              <a:ext cx="25" cy="6300"/>
            </a:xfrm>
            <a:custGeom>
              <a:avLst/>
              <a:gdLst/>
              <a:ahLst/>
              <a:cxnLst/>
              <a:rect l="l" t="t" r="r" b="b"/>
              <a:pathLst>
                <a:path w="1" h="252" extrusionOk="0">
                  <a:moveTo>
                    <a:pt x="0" y="1"/>
                  </a:moveTo>
                  <a:lnTo>
                    <a:pt x="0" y="251"/>
                  </a:lnTo>
                  <a:lnTo>
                    <a:pt x="0" y="25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44"/>
            <p:cNvSpPr/>
            <p:nvPr/>
          </p:nvSpPr>
          <p:spPr>
            <a:xfrm>
              <a:off x="3499525" y="2277600"/>
              <a:ext cx="5650" cy="9425"/>
            </a:xfrm>
            <a:custGeom>
              <a:avLst/>
              <a:gdLst/>
              <a:ahLst/>
              <a:cxnLst/>
              <a:rect l="l" t="t" r="r" b="b"/>
              <a:pathLst>
                <a:path w="226" h="377" extrusionOk="0">
                  <a:moveTo>
                    <a:pt x="226" y="0"/>
                  </a:moveTo>
                  <a:lnTo>
                    <a:pt x="0" y="151"/>
                  </a:lnTo>
                  <a:lnTo>
                    <a:pt x="0" y="376"/>
                  </a:lnTo>
                  <a:lnTo>
                    <a:pt x="226" y="251"/>
                  </a:lnTo>
                  <a:lnTo>
                    <a:pt x="2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44"/>
            <p:cNvSpPr/>
            <p:nvPr/>
          </p:nvSpPr>
          <p:spPr>
            <a:xfrm>
              <a:off x="3475075" y="2273200"/>
              <a:ext cx="13825" cy="13825"/>
            </a:xfrm>
            <a:custGeom>
              <a:avLst/>
              <a:gdLst/>
              <a:ahLst/>
              <a:cxnLst/>
              <a:rect l="l" t="t" r="r" b="b"/>
              <a:pathLst>
                <a:path w="553" h="553" extrusionOk="0">
                  <a:moveTo>
                    <a:pt x="1" y="1"/>
                  </a:moveTo>
                  <a:lnTo>
                    <a:pt x="1" y="252"/>
                  </a:lnTo>
                  <a:lnTo>
                    <a:pt x="552" y="552"/>
                  </a:lnTo>
                  <a:lnTo>
                    <a:pt x="552"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44"/>
            <p:cNvSpPr/>
            <p:nvPr/>
          </p:nvSpPr>
          <p:spPr>
            <a:xfrm>
              <a:off x="3421200" y="2280100"/>
              <a:ext cx="1275" cy="7550"/>
            </a:xfrm>
            <a:custGeom>
              <a:avLst/>
              <a:gdLst/>
              <a:ahLst/>
              <a:cxnLst/>
              <a:rect l="l" t="t" r="r" b="b"/>
              <a:pathLst>
                <a:path w="51" h="302" extrusionOk="0">
                  <a:moveTo>
                    <a:pt x="26" y="1"/>
                  </a:moveTo>
                  <a:lnTo>
                    <a:pt x="26" y="226"/>
                  </a:lnTo>
                  <a:cubicBezTo>
                    <a:pt x="1" y="251"/>
                    <a:pt x="26" y="276"/>
                    <a:pt x="51" y="301"/>
                  </a:cubicBezTo>
                  <a:lnTo>
                    <a:pt x="51" y="51"/>
                  </a:lnTo>
                  <a:cubicBezTo>
                    <a:pt x="26" y="26"/>
                    <a:pt x="26" y="26"/>
                    <a:pt x="26"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4"/>
            <p:cNvSpPr/>
            <p:nvPr/>
          </p:nvSpPr>
          <p:spPr>
            <a:xfrm>
              <a:off x="3499525" y="22813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44"/>
            <p:cNvSpPr/>
            <p:nvPr/>
          </p:nvSpPr>
          <p:spPr>
            <a:xfrm>
              <a:off x="3498900" y="228135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44"/>
            <p:cNvSpPr/>
            <p:nvPr/>
          </p:nvSpPr>
          <p:spPr>
            <a:xfrm>
              <a:off x="3498900" y="22813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44"/>
            <p:cNvSpPr/>
            <p:nvPr/>
          </p:nvSpPr>
          <p:spPr>
            <a:xfrm>
              <a:off x="3498900" y="2281350"/>
              <a:ext cx="25" cy="6300"/>
            </a:xfrm>
            <a:custGeom>
              <a:avLst/>
              <a:gdLst/>
              <a:ahLst/>
              <a:cxnLst/>
              <a:rect l="l" t="t" r="r" b="b"/>
              <a:pathLst>
                <a:path w="1" h="252" extrusionOk="0">
                  <a:moveTo>
                    <a:pt x="0" y="1"/>
                  </a:moveTo>
                  <a:lnTo>
                    <a:pt x="0" y="226"/>
                  </a:lnTo>
                  <a:cubicBezTo>
                    <a:pt x="0" y="226"/>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44"/>
            <p:cNvSpPr/>
            <p:nvPr/>
          </p:nvSpPr>
          <p:spPr>
            <a:xfrm>
              <a:off x="3498900" y="22813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44"/>
            <p:cNvSpPr/>
            <p:nvPr/>
          </p:nvSpPr>
          <p:spPr>
            <a:xfrm>
              <a:off x="3498900" y="2281350"/>
              <a:ext cx="25" cy="6300"/>
            </a:xfrm>
            <a:custGeom>
              <a:avLst/>
              <a:gdLst/>
              <a:ahLst/>
              <a:cxnLst/>
              <a:rect l="l" t="t" r="r" b="b"/>
              <a:pathLst>
                <a:path w="1" h="252" extrusionOk="0">
                  <a:moveTo>
                    <a:pt x="0" y="1"/>
                  </a:moveTo>
                  <a:lnTo>
                    <a:pt x="0" y="251"/>
                  </a:lnTo>
                  <a:lnTo>
                    <a:pt x="0" y="251"/>
                  </a:ln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44"/>
            <p:cNvSpPr/>
            <p:nvPr/>
          </p:nvSpPr>
          <p:spPr>
            <a:xfrm>
              <a:off x="3498900" y="2281350"/>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26"/>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44"/>
            <p:cNvSpPr/>
            <p:nvPr/>
          </p:nvSpPr>
          <p:spPr>
            <a:xfrm>
              <a:off x="3498900" y="2281975"/>
              <a:ext cx="25" cy="5675"/>
            </a:xfrm>
            <a:custGeom>
              <a:avLst/>
              <a:gdLst/>
              <a:ahLst/>
              <a:cxnLst/>
              <a:rect l="l" t="t" r="r" b="b"/>
              <a:pathLst>
                <a:path w="1" h="227" extrusionOk="0">
                  <a:moveTo>
                    <a:pt x="0" y="1"/>
                  </a:moveTo>
                  <a:lnTo>
                    <a:pt x="0" y="226"/>
                  </a:lnTo>
                  <a:lnTo>
                    <a:pt x="0" y="22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44"/>
            <p:cNvSpPr/>
            <p:nvPr/>
          </p:nvSpPr>
          <p:spPr>
            <a:xfrm>
              <a:off x="3460050" y="2280725"/>
              <a:ext cx="650" cy="6925"/>
            </a:xfrm>
            <a:custGeom>
              <a:avLst/>
              <a:gdLst/>
              <a:ahLst/>
              <a:cxnLst/>
              <a:rect l="l" t="t" r="r" b="b"/>
              <a:pathLst>
                <a:path w="26" h="277" extrusionOk="0">
                  <a:moveTo>
                    <a:pt x="0" y="1"/>
                  </a:moveTo>
                  <a:lnTo>
                    <a:pt x="0" y="251"/>
                  </a:lnTo>
                  <a:cubicBezTo>
                    <a:pt x="0" y="251"/>
                    <a:pt x="0" y="276"/>
                    <a:pt x="26" y="276"/>
                  </a:cubicBezTo>
                  <a:lnTo>
                    <a:pt x="26" y="51"/>
                  </a:lnTo>
                  <a:cubicBezTo>
                    <a:pt x="0" y="26"/>
                    <a:pt x="0" y="26"/>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44"/>
            <p:cNvSpPr/>
            <p:nvPr/>
          </p:nvSpPr>
          <p:spPr>
            <a:xfrm>
              <a:off x="3488875" y="2281350"/>
              <a:ext cx="650" cy="6925"/>
            </a:xfrm>
            <a:custGeom>
              <a:avLst/>
              <a:gdLst/>
              <a:ahLst/>
              <a:cxnLst/>
              <a:rect l="l" t="t" r="r" b="b"/>
              <a:pathLst>
                <a:path w="26" h="277" extrusionOk="0">
                  <a:moveTo>
                    <a:pt x="0" y="1"/>
                  </a:moveTo>
                  <a:lnTo>
                    <a:pt x="0" y="226"/>
                  </a:lnTo>
                  <a:cubicBezTo>
                    <a:pt x="0" y="251"/>
                    <a:pt x="25" y="251"/>
                    <a:pt x="25" y="276"/>
                  </a:cubicBezTo>
                  <a:lnTo>
                    <a:pt x="25" y="26"/>
                  </a:lnTo>
                  <a:cubicBezTo>
                    <a:pt x="25" y="26"/>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44"/>
            <p:cNvSpPr/>
            <p:nvPr/>
          </p:nvSpPr>
          <p:spPr>
            <a:xfrm>
              <a:off x="3498900" y="2281975"/>
              <a:ext cx="650" cy="6300"/>
            </a:xfrm>
            <a:custGeom>
              <a:avLst/>
              <a:gdLst/>
              <a:ahLst/>
              <a:cxnLst/>
              <a:rect l="l" t="t" r="r" b="b"/>
              <a:pathLst>
                <a:path w="26" h="252" extrusionOk="0">
                  <a:moveTo>
                    <a:pt x="0" y="1"/>
                  </a:moveTo>
                  <a:lnTo>
                    <a:pt x="0" y="226"/>
                  </a:lnTo>
                  <a:cubicBezTo>
                    <a:pt x="0" y="251"/>
                    <a:pt x="0" y="251"/>
                    <a:pt x="25" y="251"/>
                  </a:cubicBezTo>
                  <a:lnTo>
                    <a:pt x="25" y="26"/>
                  </a:lnTo>
                  <a:cubicBezTo>
                    <a:pt x="0" y="1"/>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44"/>
            <p:cNvSpPr/>
            <p:nvPr/>
          </p:nvSpPr>
          <p:spPr>
            <a:xfrm>
              <a:off x="3489500" y="2281975"/>
              <a:ext cx="25" cy="6300"/>
            </a:xfrm>
            <a:custGeom>
              <a:avLst/>
              <a:gdLst/>
              <a:ahLst/>
              <a:cxnLst/>
              <a:rect l="l" t="t" r="r" b="b"/>
              <a:pathLst>
                <a:path w="1" h="252" extrusionOk="0">
                  <a:moveTo>
                    <a:pt x="0" y="1"/>
                  </a:moveTo>
                  <a:lnTo>
                    <a:pt x="0" y="251"/>
                  </a:lnTo>
                  <a:lnTo>
                    <a:pt x="0" y="251"/>
                  </a:lnTo>
                  <a:lnTo>
                    <a:pt x="0" y="26"/>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44"/>
            <p:cNvSpPr/>
            <p:nvPr/>
          </p:nvSpPr>
          <p:spPr>
            <a:xfrm>
              <a:off x="3489500" y="22826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44"/>
            <p:cNvSpPr/>
            <p:nvPr/>
          </p:nvSpPr>
          <p:spPr>
            <a:xfrm>
              <a:off x="3489500" y="22826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44"/>
            <p:cNvSpPr/>
            <p:nvPr/>
          </p:nvSpPr>
          <p:spPr>
            <a:xfrm>
              <a:off x="3489500" y="2282600"/>
              <a:ext cx="25" cy="6300"/>
            </a:xfrm>
            <a:custGeom>
              <a:avLst/>
              <a:gdLst/>
              <a:ahLst/>
              <a:cxnLst/>
              <a:rect l="l" t="t" r="r" b="b"/>
              <a:pathLst>
                <a:path w="1" h="252" extrusionOk="0">
                  <a:moveTo>
                    <a:pt x="0" y="1"/>
                  </a:moveTo>
                  <a:lnTo>
                    <a:pt x="0" y="226"/>
                  </a:lnTo>
                  <a:cubicBezTo>
                    <a:pt x="0" y="226"/>
                    <a:pt x="0" y="252"/>
                    <a:pt x="0" y="252"/>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44"/>
            <p:cNvSpPr/>
            <p:nvPr/>
          </p:nvSpPr>
          <p:spPr>
            <a:xfrm>
              <a:off x="3488875" y="2282600"/>
              <a:ext cx="650" cy="6300"/>
            </a:xfrm>
            <a:custGeom>
              <a:avLst/>
              <a:gdLst/>
              <a:ahLst/>
              <a:cxnLst/>
              <a:rect l="l" t="t" r="r" b="b"/>
              <a:pathLst>
                <a:path w="26" h="252" extrusionOk="0">
                  <a:moveTo>
                    <a:pt x="0" y="1"/>
                  </a:moveTo>
                  <a:lnTo>
                    <a:pt x="0" y="252"/>
                  </a:lnTo>
                  <a:lnTo>
                    <a:pt x="25" y="252"/>
                  </a:lnTo>
                  <a:lnTo>
                    <a:pt x="25"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44"/>
            <p:cNvSpPr/>
            <p:nvPr/>
          </p:nvSpPr>
          <p:spPr>
            <a:xfrm>
              <a:off x="3488875" y="2282600"/>
              <a:ext cx="25" cy="6300"/>
            </a:xfrm>
            <a:custGeom>
              <a:avLst/>
              <a:gdLst/>
              <a:ahLst/>
              <a:cxnLst/>
              <a:rect l="l" t="t" r="r" b="b"/>
              <a:pathLst>
                <a:path w="1" h="252" extrusionOk="0">
                  <a:moveTo>
                    <a:pt x="0" y="1"/>
                  </a:moveTo>
                  <a:lnTo>
                    <a:pt x="0" y="252"/>
                  </a:lnTo>
                  <a:cubicBezTo>
                    <a:pt x="0" y="252"/>
                    <a:pt x="0" y="252"/>
                    <a:pt x="0" y="252"/>
                  </a:cubicBezTo>
                  <a:lnTo>
                    <a:pt x="0" y="26"/>
                  </a:lnTo>
                  <a:cubicBezTo>
                    <a:pt x="0" y="26"/>
                    <a:pt x="0" y="1"/>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44"/>
            <p:cNvSpPr/>
            <p:nvPr/>
          </p:nvSpPr>
          <p:spPr>
            <a:xfrm>
              <a:off x="3488875" y="2283225"/>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44"/>
            <p:cNvSpPr/>
            <p:nvPr/>
          </p:nvSpPr>
          <p:spPr>
            <a:xfrm>
              <a:off x="3488875" y="2283225"/>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44"/>
            <p:cNvSpPr/>
            <p:nvPr/>
          </p:nvSpPr>
          <p:spPr>
            <a:xfrm>
              <a:off x="3416825" y="2283225"/>
              <a:ext cx="650" cy="6300"/>
            </a:xfrm>
            <a:custGeom>
              <a:avLst/>
              <a:gdLst/>
              <a:ahLst/>
              <a:cxnLst/>
              <a:rect l="l" t="t" r="r" b="b"/>
              <a:pathLst>
                <a:path w="26" h="252" extrusionOk="0">
                  <a:moveTo>
                    <a:pt x="0" y="1"/>
                  </a:moveTo>
                  <a:lnTo>
                    <a:pt x="0" y="252"/>
                  </a:lnTo>
                  <a:lnTo>
                    <a:pt x="25" y="252"/>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44"/>
            <p:cNvSpPr/>
            <p:nvPr/>
          </p:nvSpPr>
          <p:spPr>
            <a:xfrm>
              <a:off x="3416825" y="2283225"/>
              <a:ext cx="25" cy="6300"/>
            </a:xfrm>
            <a:custGeom>
              <a:avLst/>
              <a:gdLst/>
              <a:ahLst/>
              <a:cxnLst/>
              <a:rect l="l" t="t" r="r" b="b"/>
              <a:pathLst>
                <a:path w="1" h="252" extrusionOk="0">
                  <a:moveTo>
                    <a:pt x="0" y="1"/>
                  </a:moveTo>
                  <a:lnTo>
                    <a:pt x="0" y="252"/>
                  </a:lnTo>
                  <a:cubicBezTo>
                    <a:pt x="0" y="252"/>
                    <a:pt x="0" y="252"/>
                    <a:pt x="0" y="252"/>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44"/>
            <p:cNvSpPr/>
            <p:nvPr/>
          </p:nvSpPr>
          <p:spPr>
            <a:xfrm>
              <a:off x="3416825" y="2283225"/>
              <a:ext cx="25" cy="6300"/>
            </a:xfrm>
            <a:custGeom>
              <a:avLst/>
              <a:gdLst/>
              <a:ahLst/>
              <a:cxnLst/>
              <a:rect l="l" t="t" r="r" b="b"/>
              <a:pathLst>
                <a:path w="1" h="252" extrusionOk="0">
                  <a:moveTo>
                    <a:pt x="0" y="1"/>
                  </a:moveTo>
                  <a:lnTo>
                    <a:pt x="0" y="252"/>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44"/>
            <p:cNvSpPr/>
            <p:nvPr/>
          </p:nvSpPr>
          <p:spPr>
            <a:xfrm>
              <a:off x="3416200" y="2283225"/>
              <a:ext cx="650" cy="5675"/>
            </a:xfrm>
            <a:custGeom>
              <a:avLst/>
              <a:gdLst/>
              <a:ahLst/>
              <a:cxnLst/>
              <a:rect l="l" t="t" r="r" b="b"/>
              <a:pathLst>
                <a:path w="26" h="227" extrusionOk="0">
                  <a:moveTo>
                    <a:pt x="0" y="1"/>
                  </a:moveTo>
                  <a:lnTo>
                    <a:pt x="0" y="227"/>
                  </a:lnTo>
                  <a:lnTo>
                    <a:pt x="25" y="227"/>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4"/>
            <p:cNvSpPr/>
            <p:nvPr/>
          </p:nvSpPr>
          <p:spPr>
            <a:xfrm>
              <a:off x="3416200" y="2283225"/>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4"/>
            <p:cNvSpPr/>
            <p:nvPr/>
          </p:nvSpPr>
          <p:spPr>
            <a:xfrm>
              <a:off x="3416200" y="2283225"/>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4"/>
            <p:cNvSpPr/>
            <p:nvPr/>
          </p:nvSpPr>
          <p:spPr>
            <a:xfrm>
              <a:off x="3415550" y="2283225"/>
              <a:ext cx="675" cy="5675"/>
            </a:xfrm>
            <a:custGeom>
              <a:avLst/>
              <a:gdLst/>
              <a:ahLst/>
              <a:cxnLst/>
              <a:rect l="l" t="t" r="r" b="b"/>
              <a:pathLst>
                <a:path w="27" h="227" extrusionOk="0">
                  <a:moveTo>
                    <a:pt x="1" y="1"/>
                  </a:moveTo>
                  <a:lnTo>
                    <a:pt x="1"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4"/>
            <p:cNvSpPr/>
            <p:nvPr/>
          </p:nvSpPr>
          <p:spPr>
            <a:xfrm>
              <a:off x="3415550" y="2283225"/>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4"/>
            <p:cNvSpPr/>
            <p:nvPr/>
          </p:nvSpPr>
          <p:spPr>
            <a:xfrm>
              <a:off x="3414925" y="2283225"/>
              <a:ext cx="650" cy="5675"/>
            </a:xfrm>
            <a:custGeom>
              <a:avLst/>
              <a:gdLst/>
              <a:ahLst/>
              <a:cxnLst/>
              <a:rect l="l" t="t" r="r" b="b"/>
              <a:pathLst>
                <a:path w="26" h="227" extrusionOk="0">
                  <a:moveTo>
                    <a:pt x="1" y="1"/>
                  </a:moveTo>
                  <a:lnTo>
                    <a:pt x="1"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4"/>
            <p:cNvSpPr/>
            <p:nvPr/>
          </p:nvSpPr>
          <p:spPr>
            <a:xfrm>
              <a:off x="3414925" y="2283225"/>
              <a:ext cx="25" cy="6300"/>
            </a:xfrm>
            <a:custGeom>
              <a:avLst/>
              <a:gdLst/>
              <a:ahLst/>
              <a:cxnLst/>
              <a:rect l="l" t="t" r="r" b="b"/>
              <a:pathLst>
                <a:path w="1" h="252" extrusionOk="0">
                  <a:moveTo>
                    <a:pt x="1" y="1"/>
                  </a:moveTo>
                  <a:lnTo>
                    <a:pt x="1" y="227"/>
                  </a:lnTo>
                  <a:cubicBezTo>
                    <a:pt x="1" y="227"/>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4"/>
            <p:cNvSpPr/>
            <p:nvPr/>
          </p:nvSpPr>
          <p:spPr>
            <a:xfrm>
              <a:off x="3414300" y="2283225"/>
              <a:ext cx="650" cy="6300"/>
            </a:xfrm>
            <a:custGeom>
              <a:avLst/>
              <a:gdLst/>
              <a:ahLst/>
              <a:cxnLst/>
              <a:rect l="l" t="t" r="r" b="b"/>
              <a:pathLst>
                <a:path w="26" h="252" extrusionOk="0">
                  <a:moveTo>
                    <a:pt x="1" y="1"/>
                  </a:moveTo>
                  <a:lnTo>
                    <a:pt x="1" y="252"/>
                  </a:lnTo>
                  <a:lnTo>
                    <a:pt x="26" y="252"/>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4"/>
            <p:cNvSpPr/>
            <p:nvPr/>
          </p:nvSpPr>
          <p:spPr>
            <a:xfrm>
              <a:off x="3495125" y="2285125"/>
              <a:ext cx="25" cy="6275"/>
            </a:xfrm>
            <a:custGeom>
              <a:avLst/>
              <a:gdLst/>
              <a:ahLst/>
              <a:cxnLst/>
              <a:rect l="l" t="t" r="r" b="b"/>
              <a:pathLst>
                <a:path w="1" h="251" extrusionOk="0">
                  <a:moveTo>
                    <a:pt x="1" y="0"/>
                  </a:moveTo>
                  <a:lnTo>
                    <a:pt x="1" y="251"/>
                  </a:lnTo>
                  <a:cubicBezTo>
                    <a:pt x="1" y="251"/>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44"/>
            <p:cNvSpPr/>
            <p:nvPr/>
          </p:nvSpPr>
          <p:spPr>
            <a:xfrm>
              <a:off x="3494500" y="228512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44"/>
            <p:cNvSpPr/>
            <p:nvPr/>
          </p:nvSpPr>
          <p:spPr>
            <a:xfrm>
              <a:off x="3494500" y="22851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44"/>
            <p:cNvSpPr/>
            <p:nvPr/>
          </p:nvSpPr>
          <p:spPr>
            <a:xfrm>
              <a:off x="3494500" y="2285125"/>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44"/>
            <p:cNvSpPr/>
            <p:nvPr/>
          </p:nvSpPr>
          <p:spPr>
            <a:xfrm>
              <a:off x="3493875" y="228512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44"/>
            <p:cNvSpPr/>
            <p:nvPr/>
          </p:nvSpPr>
          <p:spPr>
            <a:xfrm>
              <a:off x="3493875" y="22851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44"/>
            <p:cNvSpPr/>
            <p:nvPr/>
          </p:nvSpPr>
          <p:spPr>
            <a:xfrm>
              <a:off x="3493875" y="2285125"/>
              <a:ext cx="25" cy="5650"/>
            </a:xfrm>
            <a:custGeom>
              <a:avLst/>
              <a:gdLst/>
              <a:ahLst/>
              <a:cxnLst/>
              <a:rect l="l" t="t" r="r" b="b"/>
              <a:pathLst>
                <a:path w="1" h="226" extrusionOk="0">
                  <a:moveTo>
                    <a:pt x="1" y="0"/>
                  </a:moveTo>
                  <a:lnTo>
                    <a:pt x="1" y="226"/>
                  </a:lnTo>
                  <a:lnTo>
                    <a:pt x="1" y="226"/>
                  </a:ln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44"/>
            <p:cNvSpPr/>
            <p:nvPr/>
          </p:nvSpPr>
          <p:spPr>
            <a:xfrm>
              <a:off x="3493250" y="228512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44"/>
            <p:cNvSpPr/>
            <p:nvPr/>
          </p:nvSpPr>
          <p:spPr>
            <a:xfrm>
              <a:off x="3493250" y="22851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44"/>
            <p:cNvSpPr/>
            <p:nvPr/>
          </p:nvSpPr>
          <p:spPr>
            <a:xfrm>
              <a:off x="3492625" y="228512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44"/>
            <p:cNvSpPr/>
            <p:nvPr/>
          </p:nvSpPr>
          <p:spPr>
            <a:xfrm>
              <a:off x="3492000" y="2285125"/>
              <a:ext cx="650" cy="6275"/>
            </a:xfrm>
            <a:custGeom>
              <a:avLst/>
              <a:gdLst/>
              <a:ahLst/>
              <a:cxnLst/>
              <a:rect l="l" t="t" r="r" b="b"/>
              <a:pathLst>
                <a:path w="26" h="251" extrusionOk="0">
                  <a:moveTo>
                    <a:pt x="1" y="0"/>
                  </a:moveTo>
                  <a:lnTo>
                    <a:pt x="1" y="251"/>
                  </a:lnTo>
                  <a:cubicBezTo>
                    <a:pt x="1" y="251"/>
                    <a:pt x="26" y="226"/>
                    <a:pt x="26" y="226"/>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44"/>
            <p:cNvSpPr/>
            <p:nvPr/>
          </p:nvSpPr>
          <p:spPr>
            <a:xfrm>
              <a:off x="3507050" y="2277600"/>
              <a:ext cx="14425" cy="14425"/>
            </a:xfrm>
            <a:custGeom>
              <a:avLst/>
              <a:gdLst/>
              <a:ahLst/>
              <a:cxnLst/>
              <a:rect l="l" t="t" r="r" b="b"/>
              <a:pathLst>
                <a:path w="577" h="577" extrusionOk="0">
                  <a:moveTo>
                    <a:pt x="0" y="0"/>
                  </a:moveTo>
                  <a:lnTo>
                    <a:pt x="0" y="251"/>
                  </a:lnTo>
                  <a:lnTo>
                    <a:pt x="577" y="577"/>
                  </a:lnTo>
                  <a:lnTo>
                    <a:pt x="577" y="35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44"/>
            <p:cNvSpPr/>
            <p:nvPr/>
          </p:nvSpPr>
          <p:spPr>
            <a:xfrm>
              <a:off x="3521450" y="2286375"/>
              <a:ext cx="650" cy="6275"/>
            </a:xfrm>
            <a:custGeom>
              <a:avLst/>
              <a:gdLst/>
              <a:ahLst/>
              <a:cxnLst/>
              <a:rect l="l" t="t" r="r" b="b"/>
              <a:pathLst>
                <a:path w="26" h="251" extrusionOk="0">
                  <a:moveTo>
                    <a:pt x="1" y="0"/>
                  </a:moveTo>
                  <a:lnTo>
                    <a:pt x="1" y="226"/>
                  </a:lnTo>
                  <a:cubicBezTo>
                    <a:pt x="26" y="226"/>
                    <a:pt x="26" y="251"/>
                    <a:pt x="26" y="251"/>
                  </a:cubicBezTo>
                  <a:lnTo>
                    <a:pt x="26" y="25"/>
                  </a:lnTo>
                  <a:cubicBezTo>
                    <a:pt x="26" y="0"/>
                    <a:pt x="26"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44"/>
            <p:cNvSpPr/>
            <p:nvPr/>
          </p:nvSpPr>
          <p:spPr>
            <a:xfrm>
              <a:off x="3522075" y="2287000"/>
              <a:ext cx="25" cy="5650"/>
            </a:xfrm>
            <a:custGeom>
              <a:avLst/>
              <a:gdLst/>
              <a:ahLst/>
              <a:cxnLst/>
              <a:rect l="l" t="t" r="r" b="b"/>
              <a:pathLst>
                <a:path w="1" h="226" extrusionOk="0">
                  <a:moveTo>
                    <a:pt x="1" y="0"/>
                  </a:moveTo>
                  <a:lnTo>
                    <a:pt x="1" y="226"/>
                  </a:lnTo>
                  <a:lnTo>
                    <a:pt x="1" y="226"/>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44"/>
            <p:cNvSpPr/>
            <p:nvPr/>
          </p:nvSpPr>
          <p:spPr>
            <a:xfrm>
              <a:off x="3522075" y="22870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44"/>
            <p:cNvSpPr/>
            <p:nvPr/>
          </p:nvSpPr>
          <p:spPr>
            <a:xfrm>
              <a:off x="3522075" y="2287000"/>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44"/>
            <p:cNvSpPr/>
            <p:nvPr/>
          </p:nvSpPr>
          <p:spPr>
            <a:xfrm>
              <a:off x="3522075" y="22870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44"/>
            <p:cNvSpPr/>
            <p:nvPr/>
          </p:nvSpPr>
          <p:spPr>
            <a:xfrm>
              <a:off x="3522075" y="22870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44"/>
            <p:cNvSpPr/>
            <p:nvPr/>
          </p:nvSpPr>
          <p:spPr>
            <a:xfrm>
              <a:off x="3522075" y="2287000"/>
              <a:ext cx="25" cy="6275"/>
            </a:xfrm>
            <a:custGeom>
              <a:avLst/>
              <a:gdLst/>
              <a:ahLst/>
              <a:cxnLst/>
              <a:rect l="l" t="t" r="r" b="b"/>
              <a:pathLst>
                <a:path w="1" h="251" extrusionOk="0">
                  <a:moveTo>
                    <a:pt x="1" y="0"/>
                  </a:moveTo>
                  <a:lnTo>
                    <a:pt x="1" y="251"/>
                  </a:lnTo>
                  <a:cubicBezTo>
                    <a:pt x="1" y="251"/>
                    <a:pt x="1" y="251"/>
                    <a:pt x="1" y="251"/>
                  </a:cubicBezTo>
                  <a:lnTo>
                    <a:pt x="1" y="25"/>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44"/>
            <p:cNvSpPr/>
            <p:nvPr/>
          </p:nvSpPr>
          <p:spPr>
            <a:xfrm>
              <a:off x="3521450" y="2287625"/>
              <a:ext cx="650" cy="5650"/>
            </a:xfrm>
            <a:custGeom>
              <a:avLst/>
              <a:gdLst/>
              <a:ahLst/>
              <a:cxnLst/>
              <a:rect l="l" t="t" r="r" b="b"/>
              <a:pathLst>
                <a:path w="26" h="226" extrusionOk="0">
                  <a:moveTo>
                    <a:pt x="1" y="0"/>
                  </a:moveTo>
                  <a:lnTo>
                    <a:pt x="1" y="226"/>
                  </a:lnTo>
                  <a:lnTo>
                    <a:pt x="26" y="226"/>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44"/>
            <p:cNvSpPr/>
            <p:nvPr/>
          </p:nvSpPr>
          <p:spPr>
            <a:xfrm>
              <a:off x="3521450" y="22876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44"/>
            <p:cNvSpPr/>
            <p:nvPr/>
          </p:nvSpPr>
          <p:spPr>
            <a:xfrm>
              <a:off x="3527100" y="228950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44"/>
            <p:cNvSpPr/>
            <p:nvPr/>
          </p:nvSpPr>
          <p:spPr>
            <a:xfrm>
              <a:off x="3527100" y="22895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44"/>
            <p:cNvSpPr/>
            <p:nvPr/>
          </p:nvSpPr>
          <p:spPr>
            <a:xfrm>
              <a:off x="3527100" y="22895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44"/>
            <p:cNvSpPr/>
            <p:nvPr/>
          </p:nvSpPr>
          <p:spPr>
            <a:xfrm>
              <a:off x="3526475" y="228950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44"/>
            <p:cNvSpPr/>
            <p:nvPr/>
          </p:nvSpPr>
          <p:spPr>
            <a:xfrm>
              <a:off x="3526475" y="22895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44"/>
            <p:cNvSpPr/>
            <p:nvPr/>
          </p:nvSpPr>
          <p:spPr>
            <a:xfrm>
              <a:off x="3526475" y="22895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4"/>
            <p:cNvSpPr/>
            <p:nvPr/>
          </p:nvSpPr>
          <p:spPr>
            <a:xfrm>
              <a:off x="3526475" y="2289500"/>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44"/>
            <p:cNvSpPr/>
            <p:nvPr/>
          </p:nvSpPr>
          <p:spPr>
            <a:xfrm>
              <a:off x="3525850" y="228950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44"/>
            <p:cNvSpPr/>
            <p:nvPr/>
          </p:nvSpPr>
          <p:spPr>
            <a:xfrm>
              <a:off x="3525850" y="2289500"/>
              <a:ext cx="25" cy="5675"/>
            </a:xfrm>
            <a:custGeom>
              <a:avLst/>
              <a:gdLst/>
              <a:ahLst/>
              <a:cxnLst/>
              <a:rect l="l" t="t" r="r" b="b"/>
              <a:pathLst>
                <a:path w="1" h="227" extrusionOk="0">
                  <a:moveTo>
                    <a:pt x="0" y="1"/>
                  </a:moveTo>
                  <a:lnTo>
                    <a:pt x="0" y="226"/>
                  </a:lnTo>
                  <a:cubicBezTo>
                    <a:pt x="0" y="226"/>
                    <a:pt x="0" y="226"/>
                    <a:pt x="0" y="226"/>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44"/>
            <p:cNvSpPr/>
            <p:nvPr/>
          </p:nvSpPr>
          <p:spPr>
            <a:xfrm>
              <a:off x="3525200" y="2289500"/>
              <a:ext cx="675" cy="5675"/>
            </a:xfrm>
            <a:custGeom>
              <a:avLst/>
              <a:gdLst/>
              <a:ahLst/>
              <a:cxnLst/>
              <a:rect l="l" t="t" r="r" b="b"/>
              <a:pathLst>
                <a:path w="27"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44"/>
            <p:cNvSpPr/>
            <p:nvPr/>
          </p:nvSpPr>
          <p:spPr>
            <a:xfrm>
              <a:off x="3525200" y="22895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44"/>
            <p:cNvSpPr/>
            <p:nvPr/>
          </p:nvSpPr>
          <p:spPr>
            <a:xfrm>
              <a:off x="3477600" y="2283225"/>
              <a:ext cx="11300" cy="12575"/>
            </a:xfrm>
            <a:custGeom>
              <a:avLst/>
              <a:gdLst/>
              <a:ahLst/>
              <a:cxnLst/>
              <a:rect l="l" t="t" r="r" b="b"/>
              <a:pathLst>
                <a:path w="452" h="503" extrusionOk="0">
                  <a:moveTo>
                    <a:pt x="451" y="1"/>
                  </a:moveTo>
                  <a:lnTo>
                    <a:pt x="0" y="252"/>
                  </a:lnTo>
                  <a:lnTo>
                    <a:pt x="0" y="502"/>
                  </a:lnTo>
                  <a:lnTo>
                    <a:pt x="451" y="227"/>
                  </a:lnTo>
                  <a:lnTo>
                    <a:pt x="451"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44"/>
            <p:cNvSpPr/>
            <p:nvPr/>
          </p:nvSpPr>
          <p:spPr>
            <a:xfrm>
              <a:off x="3460675" y="2281975"/>
              <a:ext cx="13800" cy="13825"/>
            </a:xfrm>
            <a:custGeom>
              <a:avLst/>
              <a:gdLst/>
              <a:ahLst/>
              <a:cxnLst/>
              <a:rect l="l" t="t" r="r" b="b"/>
              <a:pathLst>
                <a:path w="552" h="553" extrusionOk="0">
                  <a:moveTo>
                    <a:pt x="1" y="1"/>
                  </a:moveTo>
                  <a:lnTo>
                    <a:pt x="1" y="226"/>
                  </a:lnTo>
                  <a:lnTo>
                    <a:pt x="552" y="552"/>
                  </a:lnTo>
                  <a:lnTo>
                    <a:pt x="552" y="302"/>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44"/>
            <p:cNvSpPr/>
            <p:nvPr/>
          </p:nvSpPr>
          <p:spPr>
            <a:xfrm>
              <a:off x="3403025" y="2283225"/>
              <a:ext cx="11300" cy="12575"/>
            </a:xfrm>
            <a:custGeom>
              <a:avLst/>
              <a:gdLst/>
              <a:ahLst/>
              <a:cxnLst/>
              <a:rect l="l" t="t" r="r" b="b"/>
              <a:pathLst>
                <a:path w="452" h="503" extrusionOk="0">
                  <a:moveTo>
                    <a:pt x="452" y="1"/>
                  </a:moveTo>
                  <a:lnTo>
                    <a:pt x="1" y="277"/>
                  </a:lnTo>
                  <a:lnTo>
                    <a:pt x="1" y="502"/>
                  </a:lnTo>
                  <a:lnTo>
                    <a:pt x="452" y="252"/>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44"/>
            <p:cNvSpPr/>
            <p:nvPr/>
          </p:nvSpPr>
          <p:spPr>
            <a:xfrm>
              <a:off x="3476975" y="2289500"/>
              <a:ext cx="650" cy="6300"/>
            </a:xfrm>
            <a:custGeom>
              <a:avLst/>
              <a:gdLst/>
              <a:ahLst/>
              <a:cxnLst/>
              <a:rect l="l" t="t" r="r" b="b"/>
              <a:pathLst>
                <a:path w="26" h="252" extrusionOk="0">
                  <a:moveTo>
                    <a:pt x="25" y="1"/>
                  </a:moveTo>
                  <a:cubicBezTo>
                    <a:pt x="25" y="1"/>
                    <a:pt x="0" y="26"/>
                    <a:pt x="0" y="26"/>
                  </a:cubicBezTo>
                  <a:lnTo>
                    <a:pt x="0" y="251"/>
                  </a:lnTo>
                  <a:lnTo>
                    <a:pt x="25" y="251"/>
                  </a:lnTo>
                  <a:lnTo>
                    <a:pt x="25"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44"/>
            <p:cNvSpPr/>
            <p:nvPr/>
          </p:nvSpPr>
          <p:spPr>
            <a:xfrm>
              <a:off x="3476350" y="2290125"/>
              <a:ext cx="650" cy="5675"/>
            </a:xfrm>
            <a:custGeom>
              <a:avLst/>
              <a:gdLst/>
              <a:ahLst/>
              <a:cxnLst/>
              <a:rect l="l" t="t" r="r" b="b"/>
              <a:pathLst>
                <a:path w="26" h="227" extrusionOk="0">
                  <a:moveTo>
                    <a:pt x="0" y="1"/>
                  </a:moveTo>
                  <a:lnTo>
                    <a:pt x="0" y="226"/>
                  </a:lnTo>
                  <a:lnTo>
                    <a:pt x="25" y="226"/>
                  </a:ln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44"/>
            <p:cNvSpPr/>
            <p:nvPr/>
          </p:nvSpPr>
          <p:spPr>
            <a:xfrm>
              <a:off x="3476350" y="22901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44"/>
            <p:cNvSpPr/>
            <p:nvPr/>
          </p:nvSpPr>
          <p:spPr>
            <a:xfrm>
              <a:off x="3476350" y="22901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44"/>
            <p:cNvSpPr/>
            <p:nvPr/>
          </p:nvSpPr>
          <p:spPr>
            <a:xfrm>
              <a:off x="3475725" y="2290125"/>
              <a:ext cx="650" cy="5675"/>
            </a:xfrm>
            <a:custGeom>
              <a:avLst/>
              <a:gdLst/>
              <a:ahLst/>
              <a:cxnLst/>
              <a:rect l="l" t="t" r="r" b="b"/>
              <a:pathLst>
                <a:path w="26" h="227" extrusionOk="0">
                  <a:moveTo>
                    <a:pt x="0" y="1"/>
                  </a:moveTo>
                  <a:lnTo>
                    <a:pt x="0" y="226"/>
                  </a:lnTo>
                  <a:lnTo>
                    <a:pt x="25" y="226"/>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44"/>
            <p:cNvSpPr/>
            <p:nvPr/>
          </p:nvSpPr>
          <p:spPr>
            <a:xfrm>
              <a:off x="3475725" y="2290125"/>
              <a:ext cx="0" cy="5675"/>
            </a:xfrm>
            <a:custGeom>
              <a:avLst/>
              <a:gdLst/>
              <a:ahLst/>
              <a:cxnLst/>
              <a:rect l="l" t="t" r="r" b="b"/>
              <a:pathLst>
                <a:path h="227" extrusionOk="0">
                  <a:moveTo>
                    <a:pt x="0" y="1"/>
                  </a:moveTo>
                  <a:lnTo>
                    <a:pt x="0" y="226"/>
                  </a:lnTo>
                  <a:cubicBezTo>
                    <a:pt x="0" y="226"/>
                    <a:pt x="0" y="226"/>
                    <a:pt x="0" y="226"/>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44"/>
            <p:cNvSpPr/>
            <p:nvPr/>
          </p:nvSpPr>
          <p:spPr>
            <a:xfrm>
              <a:off x="3475075" y="2290125"/>
              <a:ext cx="650" cy="5675"/>
            </a:xfrm>
            <a:custGeom>
              <a:avLst/>
              <a:gdLst/>
              <a:ahLst/>
              <a:cxnLst/>
              <a:rect l="l" t="t" r="r" b="b"/>
              <a:pathLst>
                <a:path w="26" h="227" extrusionOk="0">
                  <a:moveTo>
                    <a:pt x="1" y="1"/>
                  </a:moveTo>
                  <a:lnTo>
                    <a:pt x="1" y="226"/>
                  </a:lnTo>
                  <a:lnTo>
                    <a:pt x="26" y="226"/>
                  </a:lnTo>
                  <a:lnTo>
                    <a:pt x="26"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44"/>
            <p:cNvSpPr/>
            <p:nvPr/>
          </p:nvSpPr>
          <p:spPr>
            <a:xfrm>
              <a:off x="3475075" y="22901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44"/>
            <p:cNvSpPr/>
            <p:nvPr/>
          </p:nvSpPr>
          <p:spPr>
            <a:xfrm>
              <a:off x="3475075" y="22901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4"/>
            <p:cNvSpPr/>
            <p:nvPr/>
          </p:nvSpPr>
          <p:spPr>
            <a:xfrm>
              <a:off x="3474450" y="2290125"/>
              <a:ext cx="650" cy="5675"/>
            </a:xfrm>
            <a:custGeom>
              <a:avLst/>
              <a:gdLst/>
              <a:ahLst/>
              <a:cxnLst/>
              <a:rect l="l" t="t" r="r" b="b"/>
              <a:pathLst>
                <a:path w="26" h="227" extrusionOk="0">
                  <a:moveTo>
                    <a:pt x="1" y="1"/>
                  </a:moveTo>
                  <a:lnTo>
                    <a:pt x="1" y="226"/>
                  </a:lnTo>
                  <a:lnTo>
                    <a:pt x="26" y="226"/>
                  </a:lnTo>
                  <a:lnTo>
                    <a:pt x="26"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44"/>
            <p:cNvSpPr/>
            <p:nvPr/>
          </p:nvSpPr>
          <p:spPr>
            <a:xfrm>
              <a:off x="3474450" y="2289500"/>
              <a:ext cx="25" cy="6300"/>
            </a:xfrm>
            <a:custGeom>
              <a:avLst/>
              <a:gdLst/>
              <a:ahLst/>
              <a:cxnLst/>
              <a:rect l="l" t="t" r="r" b="b"/>
              <a:pathLst>
                <a:path w="1" h="252" extrusionOk="0">
                  <a:moveTo>
                    <a:pt x="1" y="26"/>
                  </a:moveTo>
                  <a:lnTo>
                    <a:pt x="1" y="251"/>
                  </a:lnTo>
                  <a:cubicBezTo>
                    <a:pt x="1" y="251"/>
                    <a:pt x="1" y="251"/>
                    <a:pt x="1" y="251"/>
                  </a:cubicBezTo>
                  <a:lnTo>
                    <a:pt x="1" y="1"/>
                  </a:lnTo>
                  <a:cubicBezTo>
                    <a:pt x="1" y="1"/>
                    <a:pt x="1" y="1"/>
                    <a:pt x="1" y="26"/>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44"/>
            <p:cNvSpPr/>
            <p:nvPr/>
          </p:nvSpPr>
          <p:spPr>
            <a:xfrm>
              <a:off x="3460050" y="2273200"/>
              <a:ext cx="29475" cy="16800"/>
            </a:xfrm>
            <a:custGeom>
              <a:avLst/>
              <a:gdLst/>
              <a:ahLst/>
              <a:cxnLst/>
              <a:rect l="l" t="t" r="r" b="b"/>
              <a:pathLst>
                <a:path w="1179" h="672" extrusionOk="0">
                  <a:moveTo>
                    <a:pt x="477" y="1"/>
                  </a:moveTo>
                  <a:lnTo>
                    <a:pt x="26" y="277"/>
                  </a:lnTo>
                  <a:cubicBezTo>
                    <a:pt x="0" y="302"/>
                    <a:pt x="0" y="327"/>
                    <a:pt x="26" y="352"/>
                  </a:cubicBezTo>
                  <a:lnTo>
                    <a:pt x="577" y="653"/>
                  </a:lnTo>
                  <a:cubicBezTo>
                    <a:pt x="589" y="665"/>
                    <a:pt x="614" y="671"/>
                    <a:pt x="640" y="671"/>
                  </a:cubicBezTo>
                  <a:cubicBezTo>
                    <a:pt x="665" y="671"/>
                    <a:pt x="690" y="665"/>
                    <a:pt x="702" y="653"/>
                  </a:cubicBezTo>
                  <a:lnTo>
                    <a:pt x="1153" y="402"/>
                  </a:lnTo>
                  <a:cubicBezTo>
                    <a:pt x="1178" y="377"/>
                    <a:pt x="1178" y="352"/>
                    <a:pt x="1153" y="327"/>
                  </a:cubicBezTo>
                  <a:lnTo>
                    <a:pt x="602" y="1"/>
                  </a:ln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44"/>
            <p:cNvSpPr/>
            <p:nvPr/>
          </p:nvSpPr>
          <p:spPr>
            <a:xfrm>
              <a:off x="3461300" y="2273200"/>
              <a:ext cx="26975" cy="15075"/>
            </a:xfrm>
            <a:custGeom>
              <a:avLst/>
              <a:gdLst/>
              <a:ahLst/>
              <a:cxnLst/>
              <a:rect l="l" t="t" r="r" b="b"/>
              <a:pathLst>
                <a:path w="1079" h="603" extrusionOk="0">
                  <a:moveTo>
                    <a:pt x="452" y="1"/>
                  </a:moveTo>
                  <a:cubicBezTo>
                    <a:pt x="452" y="1"/>
                    <a:pt x="1" y="277"/>
                    <a:pt x="1" y="277"/>
                  </a:cubicBezTo>
                  <a:lnTo>
                    <a:pt x="552" y="577"/>
                  </a:lnTo>
                  <a:cubicBezTo>
                    <a:pt x="552" y="602"/>
                    <a:pt x="577" y="602"/>
                    <a:pt x="577" y="602"/>
                  </a:cubicBezTo>
                  <a:cubicBezTo>
                    <a:pt x="602" y="602"/>
                    <a:pt x="627" y="602"/>
                    <a:pt x="627" y="577"/>
                  </a:cubicBezTo>
                  <a:cubicBezTo>
                    <a:pt x="627" y="577"/>
                    <a:pt x="1078" y="327"/>
                    <a:pt x="1078" y="327"/>
                  </a:cubicBezTo>
                  <a:lnTo>
                    <a:pt x="527"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4"/>
            <p:cNvSpPr/>
            <p:nvPr/>
          </p:nvSpPr>
          <p:spPr>
            <a:xfrm>
              <a:off x="3515825" y="2287625"/>
              <a:ext cx="5650" cy="8800"/>
            </a:xfrm>
            <a:custGeom>
              <a:avLst/>
              <a:gdLst/>
              <a:ahLst/>
              <a:cxnLst/>
              <a:rect l="l" t="t" r="r" b="b"/>
              <a:pathLst>
                <a:path w="226" h="352" extrusionOk="0">
                  <a:moveTo>
                    <a:pt x="226" y="0"/>
                  </a:moveTo>
                  <a:lnTo>
                    <a:pt x="0" y="126"/>
                  </a:lnTo>
                  <a:lnTo>
                    <a:pt x="0" y="351"/>
                  </a:lnTo>
                  <a:lnTo>
                    <a:pt x="226" y="226"/>
                  </a:lnTo>
                  <a:lnTo>
                    <a:pt x="226"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4"/>
            <p:cNvSpPr/>
            <p:nvPr/>
          </p:nvSpPr>
          <p:spPr>
            <a:xfrm>
              <a:off x="3499525" y="2282600"/>
              <a:ext cx="14425" cy="13825"/>
            </a:xfrm>
            <a:custGeom>
              <a:avLst/>
              <a:gdLst/>
              <a:ahLst/>
              <a:cxnLst/>
              <a:rect l="l" t="t" r="r" b="b"/>
              <a:pathLst>
                <a:path w="577" h="553" extrusionOk="0">
                  <a:moveTo>
                    <a:pt x="0" y="1"/>
                  </a:moveTo>
                  <a:lnTo>
                    <a:pt x="0" y="226"/>
                  </a:lnTo>
                  <a:lnTo>
                    <a:pt x="577" y="552"/>
                  </a:lnTo>
                  <a:lnTo>
                    <a:pt x="577" y="327"/>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4"/>
            <p:cNvSpPr/>
            <p:nvPr/>
          </p:nvSpPr>
          <p:spPr>
            <a:xfrm>
              <a:off x="3498900" y="2277600"/>
              <a:ext cx="23200" cy="13650"/>
            </a:xfrm>
            <a:custGeom>
              <a:avLst/>
              <a:gdLst/>
              <a:ahLst/>
              <a:cxnLst/>
              <a:rect l="l" t="t" r="r" b="b"/>
              <a:pathLst>
                <a:path w="928" h="546" extrusionOk="0">
                  <a:moveTo>
                    <a:pt x="251" y="0"/>
                  </a:moveTo>
                  <a:lnTo>
                    <a:pt x="25" y="151"/>
                  </a:lnTo>
                  <a:cubicBezTo>
                    <a:pt x="0" y="151"/>
                    <a:pt x="0" y="176"/>
                    <a:pt x="25" y="201"/>
                  </a:cubicBezTo>
                  <a:lnTo>
                    <a:pt x="602" y="527"/>
                  </a:lnTo>
                  <a:cubicBezTo>
                    <a:pt x="614" y="539"/>
                    <a:pt x="627" y="546"/>
                    <a:pt x="639" y="546"/>
                  </a:cubicBezTo>
                  <a:cubicBezTo>
                    <a:pt x="652" y="546"/>
                    <a:pt x="664" y="539"/>
                    <a:pt x="677" y="527"/>
                  </a:cubicBezTo>
                  <a:lnTo>
                    <a:pt x="903" y="401"/>
                  </a:lnTo>
                  <a:cubicBezTo>
                    <a:pt x="928" y="376"/>
                    <a:pt x="928" y="351"/>
                    <a:pt x="903" y="351"/>
                  </a:cubicBezTo>
                  <a:lnTo>
                    <a:pt x="326" y="0"/>
                  </a:ln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4"/>
            <p:cNvSpPr/>
            <p:nvPr/>
          </p:nvSpPr>
          <p:spPr>
            <a:xfrm>
              <a:off x="3500150" y="2277600"/>
              <a:ext cx="20700" cy="11300"/>
            </a:xfrm>
            <a:custGeom>
              <a:avLst/>
              <a:gdLst/>
              <a:ahLst/>
              <a:cxnLst/>
              <a:rect l="l" t="t" r="r" b="b"/>
              <a:pathLst>
                <a:path w="828" h="452" extrusionOk="0">
                  <a:moveTo>
                    <a:pt x="201" y="0"/>
                  </a:moveTo>
                  <a:lnTo>
                    <a:pt x="0" y="126"/>
                  </a:lnTo>
                  <a:lnTo>
                    <a:pt x="552" y="452"/>
                  </a:lnTo>
                  <a:lnTo>
                    <a:pt x="627" y="452"/>
                  </a:lnTo>
                  <a:lnTo>
                    <a:pt x="828" y="326"/>
                  </a:lnTo>
                  <a:lnTo>
                    <a:pt x="276"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4"/>
            <p:cNvSpPr/>
            <p:nvPr/>
          </p:nvSpPr>
          <p:spPr>
            <a:xfrm>
              <a:off x="3515825" y="2290750"/>
              <a:ext cx="25" cy="6300"/>
            </a:xfrm>
            <a:custGeom>
              <a:avLst/>
              <a:gdLst/>
              <a:ahLst/>
              <a:cxnLst/>
              <a:rect l="l" t="t" r="r" b="b"/>
              <a:pathLst>
                <a:path w="1" h="252" extrusionOk="0">
                  <a:moveTo>
                    <a:pt x="0" y="1"/>
                  </a:moveTo>
                  <a:lnTo>
                    <a:pt x="0" y="226"/>
                  </a:lnTo>
                  <a:cubicBezTo>
                    <a:pt x="0" y="251"/>
                    <a:pt x="0" y="251"/>
                    <a:pt x="0" y="251"/>
                  </a:cubicBezTo>
                  <a:lnTo>
                    <a:pt x="0" y="1"/>
                  </a:lnTo>
                  <a:cubicBezTo>
                    <a:pt x="0" y="1"/>
                    <a:pt x="0" y="1"/>
                    <a:pt x="0"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44"/>
            <p:cNvSpPr/>
            <p:nvPr/>
          </p:nvSpPr>
          <p:spPr>
            <a:xfrm>
              <a:off x="3515175" y="2290750"/>
              <a:ext cx="675" cy="6300"/>
            </a:xfrm>
            <a:custGeom>
              <a:avLst/>
              <a:gdLst/>
              <a:ahLst/>
              <a:cxnLst/>
              <a:rect l="l" t="t" r="r" b="b"/>
              <a:pathLst>
                <a:path w="27" h="252" extrusionOk="0">
                  <a:moveTo>
                    <a:pt x="1" y="1"/>
                  </a:moveTo>
                  <a:lnTo>
                    <a:pt x="1" y="251"/>
                  </a:lnTo>
                  <a:lnTo>
                    <a:pt x="26" y="251"/>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44"/>
            <p:cNvSpPr/>
            <p:nvPr/>
          </p:nvSpPr>
          <p:spPr>
            <a:xfrm>
              <a:off x="3515175" y="2290750"/>
              <a:ext cx="25" cy="6300"/>
            </a:xfrm>
            <a:custGeom>
              <a:avLst/>
              <a:gdLst/>
              <a:ahLst/>
              <a:cxnLst/>
              <a:rect l="l" t="t" r="r" b="b"/>
              <a:pathLst>
                <a:path w="1" h="252" extrusionOk="0">
                  <a:moveTo>
                    <a:pt x="1" y="1"/>
                  </a:moveTo>
                  <a:lnTo>
                    <a:pt x="1" y="251"/>
                  </a:lnTo>
                  <a:cubicBezTo>
                    <a:pt x="1" y="251"/>
                    <a:pt x="1" y="251"/>
                    <a:pt x="1" y="251"/>
                  </a:cubicBezTo>
                  <a:lnTo>
                    <a:pt x="1" y="1"/>
                  </a:lnTo>
                  <a:lnTo>
                    <a:pt x="1"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4"/>
            <p:cNvSpPr/>
            <p:nvPr/>
          </p:nvSpPr>
          <p:spPr>
            <a:xfrm>
              <a:off x="3515175" y="22907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4"/>
            <p:cNvSpPr/>
            <p:nvPr/>
          </p:nvSpPr>
          <p:spPr>
            <a:xfrm>
              <a:off x="3514550" y="2290750"/>
              <a:ext cx="650" cy="6300"/>
            </a:xfrm>
            <a:custGeom>
              <a:avLst/>
              <a:gdLst/>
              <a:ahLst/>
              <a:cxnLst/>
              <a:rect l="l" t="t" r="r" b="b"/>
              <a:pathLst>
                <a:path w="26" h="252" extrusionOk="0">
                  <a:moveTo>
                    <a:pt x="1" y="1"/>
                  </a:moveTo>
                  <a:lnTo>
                    <a:pt x="1" y="251"/>
                  </a:lnTo>
                  <a:lnTo>
                    <a:pt x="26" y="251"/>
                  </a:lnTo>
                  <a:lnTo>
                    <a:pt x="26"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4"/>
            <p:cNvSpPr/>
            <p:nvPr/>
          </p:nvSpPr>
          <p:spPr>
            <a:xfrm>
              <a:off x="3514550" y="22907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4"/>
            <p:cNvSpPr/>
            <p:nvPr/>
          </p:nvSpPr>
          <p:spPr>
            <a:xfrm>
              <a:off x="3514550" y="2290750"/>
              <a:ext cx="25" cy="6300"/>
            </a:xfrm>
            <a:custGeom>
              <a:avLst/>
              <a:gdLst/>
              <a:ahLst/>
              <a:cxnLst/>
              <a:rect l="l" t="t" r="r" b="b"/>
              <a:pathLst>
                <a:path w="1" h="252" extrusionOk="0">
                  <a:moveTo>
                    <a:pt x="1" y="1"/>
                  </a:moveTo>
                  <a:lnTo>
                    <a:pt x="1" y="251"/>
                  </a:lnTo>
                  <a:cubicBezTo>
                    <a:pt x="1" y="251"/>
                    <a:pt x="1" y="251"/>
                    <a:pt x="1" y="251"/>
                  </a:cubicBezTo>
                  <a:lnTo>
                    <a:pt x="1" y="1"/>
                  </a:lnTo>
                  <a:lnTo>
                    <a:pt x="1"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4"/>
            <p:cNvSpPr/>
            <p:nvPr/>
          </p:nvSpPr>
          <p:spPr>
            <a:xfrm>
              <a:off x="3514550" y="2290750"/>
              <a:ext cx="25" cy="6300"/>
            </a:xfrm>
            <a:custGeom>
              <a:avLst/>
              <a:gdLst/>
              <a:ahLst/>
              <a:cxnLst/>
              <a:rect l="l" t="t" r="r" b="b"/>
              <a:pathLst>
                <a:path w="1" h="252" extrusionOk="0">
                  <a:moveTo>
                    <a:pt x="1" y="1"/>
                  </a:moveTo>
                  <a:lnTo>
                    <a:pt x="1" y="251"/>
                  </a:lnTo>
                  <a:cubicBezTo>
                    <a:pt x="1" y="251"/>
                    <a:pt x="1" y="251"/>
                    <a:pt x="1" y="251"/>
                  </a:cubicBezTo>
                  <a:lnTo>
                    <a:pt x="1" y="1"/>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4"/>
            <p:cNvSpPr/>
            <p:nvPr/>
          </p:nvSpPr>
          <p:spPr>
            <a:xfrm>
              <a:off x="3513925" y="2290750"/>
              <a:ext cx="650" cy="6300"/>
            </a:xfrm>
            <a:custGeom>
              <a:avLst/>
              <a:gdLst/>
              <a:ahLst/>
              <a:cxnLst/>
              <a:rect l="l" t="t" r="r" b="b"/>
              <a:pathLst>
                <a:path w="26" h="252" extrusionOk="0">
                  <a:moveTo>
                    <a:pt x="1" y="1"/>
                  </a:moveTo>
                  <a:lnTo>
                    <a:pt x="1" y="251"/>
                  </a:lnTo>
                  <a:lnTo>
                    <a:pt x="26" y="251"/>
                  </a:lnTo>
                  <a:lnTo>
                    <a:pt x="26" y="1"/>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4"/>
            <p:cNvSpPr/>
            <p:nvPr/>
          </p:nvSpPr>
          <p:spPr>
            <a:xfrm>
              <a:off x="3513925" y="22907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4"/>
            <p:cNvSpPr/>
            <p:nvPr/>
          </p:nvSpPr>
          <p:spPr>
            <a:xfrm>
              <a:off x="3513925" y="2290750"/>
              <a:ext cx="25" cy="6300"/>
            </a:xfrm>
            <a:custGeom>
              <a:avLst/>
              <a:gdLst/>
              <a:ahLst/>
              <a:cxnLst/>
              <a:rect l="l" t="t" r="r" b="b"/>
              <a:pathLst>
                <a:path w="1" h="252" extrusionOk="0">
                  <a:moveTo>
                    <a:pt x="1" y="1"/>
                  </a:moveTo>
                  <a:lnTo>
                    <a:pt x="1" y="251"/>
                  </a:lnTo>
                  <a:cubicBezTo>
                    <a:pt x="1" y="251"/>
                    <a:pt x="1" y="251"/>
                    <a:pt x="1" y="226"/>
                  </a:cubicBezTo>
                  <a:lnTo>
                    <a:pt x="1" y="1"/>
                  </a:lnTo>
                  <a:cubicBezTo>
                    <a:pt x="1" y="1"/>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4"/>
            <p:cNvSpPr/>
            <p:nvPr/>
          </p:nvSpPr>
          <p:spPr>
            <a:xfrm>
              <a:off x="3403025" y="22901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4"/>
            <p:cNvSpPr/>
            <p:nvPr/>
          </p:nvSpPr>
          <p:spPr>
            <a:xfrm>
              <a:off x="3403025" y="2290125"/>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4"/>
            <p:cNvSpPr/>
            <p:nvPr/>
          </p:nvSpPr>
          <p:spPr>
            <a:xfrm>
              <a:off x="3402400" y="2290125"/>
              <a:ext cx="650" cy="6300"/>
            </a:xfrm>
            <a:custGeom>
              <a:avLst/>
              <a:gdLst/>
              <a:ahLst/>
              <a:cxnLst/>
              <a:rect l="l" t="t" r="r" b="b"/>
              <a:pathLst>
                <a:path w="26"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4"/>
            <p:cNvSpPr/>
            <p:nvPr/>
          </p:nvSpPr>
          <p:spPr>
            <a:xfrm>
              <a:off x="3402400" y="229012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4"/>
            <p:cNvSpPr/>
            <p:nvPr/>
          </p:nvSpPr>
          <p:spPr>
            <a:xfrm>
              <a:off x="3402400" y="22907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4"/>
            <p:cNvSpPr/>
            <p:nvPr/>
          </p:nvSpPr>
          <p:spPr>
            <a:xfrm>
              <a:off x="3402400" y="22907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4"/>
            <p:cNvSpPr/>
            <p:nvPr/>
          </p:nvSpPr>
          <p:spPr>
            <a:xfrm>
              <a:off x="3402400" y="2290750"/>
              <a:ext cx="25" cy="6300"/>
            </a:xfrm>
            <a:custGeom>
              <a:avLst/>
              <a:gdLst/>
              <a:ahLst/>
              <a:cxnLst/>
              <a:rect l="l" t="t" r="r" b="b"/>
              <a:pathLst>
                <a:path w="1" h="252" extrusionOk="0">
                  <a:moveTo>
                    <a:pt x="1" y="1"/>
                  </a:moveTo>
                  <a:lnTo>
                    <a:pt x="1" y="226"/>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4"/>
            <p:cNvSpPr/>
            <p:nvPr/>
          </p:nvSpPr>
          <p:spPr>
            <a:xfrm>
              <a:off x="3402400" y="2290750"/>
              <a:ext cx="25" cy="6300"/>
            </a:xfrm>
            <a:custGeom>
              <a:avLst/>
              <a:gdLst/>
              <a:ahLst/>
              <a:cxnLst/>
              <a:rect l="l" t="t" r="r" b="b"/>
              <a:pathLst>
                <a:path w="1" h="252" extrusionOk="0">
                  <a:moveTo>
                    <a:pt x="1" y="1"/>
                  </a:moveTo>
                  <a:lnTo>
                    <a:pt x="1" y="251"/>
                  </a:lnTo>
                  <a:lnTo>
                    <a:pt x="1" y="25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4"/>
            <p:cNvSpPr/>
            <p:nvPr/>
          </p:nvSpPr>
          <p:spPr>
            <a:xfrm>
              <a:off x="3422450" y="2281350"/>
              <a:ext cx="33225" cy="25100"/>
            </a:xfrm>
            <a:custGeom>
              <a:avLst/>
              <a:gdLst/>
              <a:ahLst/>
              <a:cxnLst/>
              <a:rect l="l" t="t" r="r" b="b"/>
              <a:pathLst>
                <a:path w="1329" h="1004" extrusionOk="0">
                  <a:moveTo>
                    <a:pt x="1" y="1"/>
                  </a:moveTo>
                  <a:lnTo>
                    <a:pt x="1" y="251"/>
                  </a:lnTo>
                  <a:lnTo>
                    <a:pt x="1329" y="1003"/>
                  </a:lnTo>
                  <a:lnTo>
                    <a:pt x="1329" y="778"/>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4"/>
            <p:cNvSpPr/>
            <p:nvPr/>
          </p:nvSpPr>
          <p:spPr>
            <a:xfrm>
              <a:off x="3417450" y="2283225"/>
              <a:ext cx="13800" cy="13825"/>
            </a:xfrm>
            <a:custGeom>
              <a:avLst/>
              <a:gdLst/>
              <a:ahLst/>
              <a:cxnLst/>
              <a:rect l="l" t="t" r="r" b="b"/>
              <a:pathLst>
                <a:path w="552" h="553" extrusionOk="0">
                  <a:moveTo>
                    <a:pt x="0" y="1"/>
                  </a:moveTo>
                  <a:lnTo>
                    <a:pt x="0" y="252"/>
                  </a:lnTo>
                  <a:lnTo>
                    <a:pt x="552" y="552"/>
                  </a:lnTo>
                  <a:lnTo>
                    <a:pt x="552" y="32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4"/>
            <p:cNvSpPr/>
            <p:nvPr/>
          </p:nvSpPr>
          <p:spPr>
            <a:xfrm>
              <a:off x="3480725" y="2285125"/>
              <a:ext cx="11300" cy="12550"/>
            </a:xfrm>
            <a:custGeom>
              <a:avLst/>
              <a:gdLst/>
              <a:ahLst/>
              <a:cxnLst/>
              <a:rect l="l" t="t" r="r" b="b"/>
              <a:pathLst>
                <a:path w="452" h="502" extrusionOk="0">
                  <a:moveTo>
                    <a:pt x="452" y="0"/>
                  </a:moveTo>
                  <a:lnTo>
                    <a:pt x="1" y="251"/>
                  </a:lnTo>
                  <a:lnTo>
                    <a:pt x="1" y="501"/>
                  </a:lnTo>
                  <a:lnTo>
                    <a:pt x="452" y="251"/>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4"/>
            <p:cNvSpPr/>
            <p:nvPr/>
          </p:nvSpPr>
          <p:spPr>
            <a:xfrm>
              <a:off x="3402400" y="2290750"/>
              <a:ext cx="650" cy="6925"/>
            </a:xfrm>
            <a:custGeom>
              <a:avLst/>
              <a:gdLst/>
              <a:ahLst/>
              <a:cxnLst/>
              <a:rect l="l" t="t" r="r" b="b"/>
              <a:pathLst>
                <a:path w="26" h="277" extrusionOk="0">
                  <a:moveTo>
                    <a:pt x="1" y="1"/>
                  </a:moveTo>
                  <a:lnTo>
                    <a:pt x="1" y="251"/>
                  </a:lnTo>
                  <a:cubicBezTo>
                    <a:pt x="1" y="251"/>
                    <a:pt x="1" y="276"/>
                    <a:pt x="26" y="276"/>
                  </a:cubicBezTo>
                  <a:lnTo>
                    <a:pt x="26" y="51"/>
                  </a:lnTo>
                  <a:cubicBezTo>
                    <a:pt x="1" y="26"/>
                    <a:pt x="1" y="26"/>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4"/>
            <p:cNvSpPr/>
            <p:nvPr/>
          </p:nvSpPr>
          <p:spPr>
            <a:xfrm>
              <a:off x="3436875" y="2273200"/>
              <a:ext cx="33225" cy="25100"/>
            </a:xfrm>
            <a:custGeom>
              <a:avLst/>
              <a:gdLst/>
              <a:ahLst/>
              <a:cxnLst/>
              <a:rect l="l" t="t" r="r" b="b"/>
              <a:pathLst>
                <a:path w="1329" h="1004" extrusionOk="0">
                  <a:moveTo>
                    <a:pt x="0" y="1"/>
                  </a:moveTo>
                  <a:lnTo>
                    <a:pt x="0" y="227"/>
                  </a:lnTo>
                  <a:lnTo>
                    <a:pt x="1328" y="1003"/>
                  </a:lnTo>
                  <a:lnTo>
                    <a:pt x="1328" y="753"/>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4"/>
            <p:cNvSpPr/>
            <p:nvPr/>
          </p:nvSpPr>
          <p:spPr>
            <a:xfrm>
              <a:off x="3431225" y="2291375"/>
              <a:ext cx="650" cy="6925"/>
            </a:xfrm>
            <a:custGeom>
              <a:avLst/>
              <a:gdLst/>
              <a:ahLst/>
              <a:cxnLst/>
              <a:rect l="l" t="t" r="r" b="b"/>
              <a:pathLst>
                <a:path w="26" h="277" extrusionOk="0">
                  <a:moveTo>
                    <a:pt x="1" y="1"/>
                  </a:moveTo>
                  <a:lnTo>
                    <a:pt x="1" y="226"/>
                  </a:lnTo>
                  <a:cubicBezTo>
                    <a:pt x="1" y="251"/>
                    <a:pt x="26" y="251"/>
                    <a:pt x="26" y="276"/>
                  </a:cubicBezTo>
                  <a:lnTo>
                    <a:pt x="26" y="26"/>
                  </a:lnTo>
                  <a:cubicBezTo>
                    <a:pt x="26" y="26"/>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4"/>
            <p:cNvSpPr/>
            <p:nvPr/>
          </p:nvSpPr>
          <p:spPr>
            <a:xfrm>
              <a:off x="3480725" y="2291375"/>
              <a:ext cx="25" cy="6300"/>
            </a:xfrm>
            <a:custGeom>
              <a:avLst/>
              <a:gdLst/>
              <a:ahLst/>
              <a:cxnLst/>
              <a:rect l="l" t="t" r="r" b="b"/>
              <a:pathLst>
                <a:path w="1" h="252" extrusionOk="0">
                  <a:moveTo>
                    <a:pt x="1" y="1"/>
                  </a:moveTo>
                  <a:lnTo>
                    <a:pt x="1" y="251"/>
                  </a:lnTo>
                  <a:cubicBezTo>
                    <a:pt x="1" y="251"/>
                    <a:pt x="1" y="251"/>
                    <a:pt x="1" y="251"/>
                  </a:cubicBez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4"/>
            <p:cNvSpPr/>
            <p:nvPr/>
          </p:nvSpPr>
          <p:spPr>
            <a:xfrm>
              <a:off x="3480725" y="229137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4"/>
            <p:cNvSpPr/>
            <p:nvPr/>
          </p:nvSpPr>
          <p:spPr>
            <a:xfrm>
              <a:off x="3480725" y="2292000"/>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4"/>
            <p:cNvSpPr/>
            <p:nvPr/>
          </p:nvSpPr>
          <p:spPr>
            <a:xfrm>
              <a:off x="3480725" y="22920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4"/>
            <p:cNvSpPr/>
            <p:nvPr/>
          </p:nvSpPr>
          <p:spPr>
            <a:xfrm>
              <a:off x="3480100" y="2292625"/>
              <a:ext cx="650" cy="5675"/>
            </a:xfrm>
            <a:custGeom>
              <a:avLst/>
              <a:gdLst/>
              <a:ahLst/>
              <a:cxnLst/>
              <a:rect l="l" t="t" r="r" b="b"/>
              <a:pathLst>
                <a:path w="26" h="227" extrusionOk="0">
                  <a:moveTo>
                    <a:pt x="26" y="1"/>
                  </a:moveTo>
                  <a:lnTo>
                    <a:pt x="0"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4"/>
            <p:cNvSpPr/>
            <p:nvPr/>
          </p:nvSpPr>
          <p:spPr>
            <a:xfrm>
              <a:off x="3480100" y="2292625"/>
              <a:ext cx="650" cy="5675"/>
            </a:xfrm>
            <a:custGeom>
              <a:avLst/>
              <a:gdLst/>
              <a:ahLst/>
              <a:cxnLst/>
              <a:rect l="l" t="t" r="r" b="b"/>
              <a:pathLst>
                <a:path w="26" h="227" extrusionOk="0">
                  <a:moveTo>
                    <a:pt x="0" y="1"/>
                  </a:moveTo>
                  <a:lnTo>
                    <a:pt x="0"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4"/>
            <p:cNvSpPr/>
            <p:nvPr/>
          </p:nvSpPr>
          <p:spPr>
            <a:xfrm>
              <a:off x="3480100" y="22926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4"/>
            <p:cNvSpPr/>
            <p:nvPr/>
          </p:nvSpPr>
          <p:spPr>
            <a:xfrm>
              <a:off x="3480100" y="2292625"/>
              <a:ext cx="25" cy="5675"/>
            </a:xfrm>
            <a:custGeom>
              <a:avLst/>
              <a:gdLst/>
              <a:ahLst/>
              <a:cxnLst/>
              <a:rect l="l" t="t" r="r" b="b"/>
              <a:pathLst>
                <a:path w="1" h="227" extrusionOk="0">
                  <a:moveTo>
                    <a:pt x="0" y="1"/>
                  </a:moveTo>
                  <a:lnTo>
                    <a:pt x="0" y="226"/>
                  </a:lnTo>
                  <a:lnTo>
                    <a:pt x="0" y="22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4"/>
            <p:cNvSpPr/>
            <p:nvPr/>
          </p:nvSpPr>
          <p:spPr>
            <a:xfrm>
              <a:off x="3519575" y="2289500"/>
              <a:ext cx="5650" cy="9425"/>
            </a:xfrm>
            <a:custGeom>
              <a:avLst/>
              <a:gdLst/>
              <a:ahLst/>
              <a:cxnLst/>
              <a:rect l="l" t="t" r="r" b="b"/>
              <a:pathLst>
                <a:path w="226" h="377" extrusionOk="0">
                  <a:moveTo>
                    <a:pt x="226" y="1"/>
                  </a:moveTo>
                  <a:lnTo>
                    <a:pt x="0" y="126"/>
                  </a:lnTo>
                  <a:lnTo>
                    <a:pt x="0" y="377"/>
                  </a:lnTo>
                  <a:lnTo>
                    <a:pt x="226" y="226"/>
                  </a:lnTo>
                  <a:lnTo>
                    <a:pt x="22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4"/>
            <p:cNvSpPr/>
            <p:nvPr/>
          </p:nvSpPr>
          <p:spPr>
            <a:xfrm>
              <a:off x="3495125" y="2285125"/>
              <a:ext cx="13825" cy="13800"/>
            </a:xfrm>
            <a:custGeom>
              <a:avLst/>
              <a:gdLst/>
              <a:ahLst/>
              <a:cxnLst/>
              <a:rect l="l" t="t" r="r" b="b"/>
              <a:pathLst>
                <a:path w="553" h="552" extrusionOk="0">
                  <a:moveTo>
                    <a:pt x="1" y="0"/>
                  </a:moveTo>
                  <a:lnTo>
                    <a:pt x="1" y="251"/>
                  </a:lnTo>
                  <a:lnTo>
                    <a:pt x="552" y="552"/>
                  </a:lnTo>
                  <a:lnTo>
                    <a:pt x="552" y="3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4"/>
            <p:cNvSpPr/>
            <p:nvPr/>
          </p:nvSpPr>
          <p:spPr>
            <a:xfrm>
              <a:off x="3470075" y="2292000"/>
              <a:ext cx="650" cy="6925"/>
            </a:xfrm>
            <a:custGeom>
              <a:avLst/>
              <a:gdLst/>
              <a:ahLst/>
              <a:cxnLst/>
              <a:rect l="l" t="t" r="r" b="b"/>
              <a:pathLst>
                <a:path w="26" h="277" extrusionOk="0">
                  <a:moveTo>
                    <a:pt x="0" y="1"/>
                  </a:moveTo>
                  <a:lnTo>
                    <a:pt x="0" y="251"/>
                  </a:lnTo>
                  <a:cubicBezTo>
                    <a:pt x="26" y="251"/>
                    <a:pt x="26" y="277"/>
                    <a:pt x="26" y="277"/>
                  </a:cubicBezTo>
                  <a:lnTo>
                    <a:pt x="26" y="51"/>
                  </a:lnTo>
                  <a:cubicBezTo>
                    <a:pt x="26" y="26"/>
                    <a:pt x="26" y="26"/>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4"/>
            <p:cNvSpPr/>
            <p:nvPr/>
          </p:nvSpPr>
          <p:spPr>
            <a:xfrm>
              <a:off x="3519575" y="2292625"/>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4"/>
            <p:cNvSpPr/>
            <p:nvPr/>
          </p:nvSpPr>
          <p:spPr>
            <a:xfrm>
              <a:off x="3519575" y="2292625"/>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4"/>
            <p:cNvSpPr/>
            <p:nvPr/>
          </p:nvSpPr>
          <p:spPr>
            <a:xfrm>
              <a:off x="3518950" y="2292625"/>
              <a:ext cx="650" cy="6300"/>
            </a:xfrm>
            <a:custGeom>
              <a:avLst/>
              <a:gdLst/>
              <a:ahLst/>
              <a:cxnLst/>
              <a:rect l="l" t="t" r="r" b="b"/>
              <a:pathLst>
                <a:path w="26" h="252" extrusionOk="0">
                  <a:moveTo>
                    <a:pt x="25" y="1"/>
                  </a:moveTo>
                  <a:cubicBezTo>
                    <a:pt x="25" y="26"/>
                    <a:pt x="0" y="26"/>
                    <a:pt x="0" y="26"/>
                  </a:cubicBezTo>
                  <a:lnTo>
                    <a:pt x="0" y="252"/>
                  </a:lnTo>
                  <a:lnTo>
                    <a:pt x="25" y="252"/>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4"/>
            <p:cNvSpPr/>
            <p:nvPr/>
          </p:nvSpPr>
          <p:spPr>
            <a:xfrm>
              <a:off x="3518950" y="229325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4"/>
            <p:cNvSpPr/>
            <p:nvPr/>
          </p:nvSpPr>
          <p:spPr>
            <a:xfrm>
              <a:off x="3518950" y="229325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4"/>
            <p:cNvSpPr/>
            <p:nvPr/>
          </p:nvSpPr>
          <p:spPr>
            <a:xfrm>
              <a:off x="3518950" y="2293250"/>
              <a:ext cx="25" cy="6300"/>
            </a:xfrm>
            <a:custGeom>
              <a:avLst/>
              <a:gdLst/>
              <a:ahLst/>
              <a:cxnLst/>
              <a:rect l="l" t="t" r="r" b="b"/>
              <a:pathLst>
                <a:path w="1" h="252" extrusionOk="0">
                  <a:moveTo>
                    <a:pt x="0" y="1"/>
                  </a:moveTo>
                  <a:lnTo>
                    <a:pt x="0" y="227"/>
                  </a:lnTo>
                  <a:cubicBezTo>
                    <a:pt x="0" y="227"/>
                    <a:pt x="0" y="252"/>
                    <a:pt x="0" y="252"/>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4"/>
            <p:cNvSpPr/>
            <p:nvPr/>
          </p:nvSpPr>
          <p:spPr>
            <a:xfrm>
              <a:off x="3518950" y="2293250"/>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4"/>
            <p:cNvSpPr/>
            <p:nvPr/>
          </p:nvSpPr>
          <p:spPr>
            <a:xfrm>
              <a:off x="3518950" y="2293250"/>
              <a:ext cx="25" cy="6300"/>
            </a:xfrm>
            <a:custGeom>
              <a:avLst/>
              <a:gdLst/>
              <a:ahLst/>
              <a:cxnLst/>
              <a:rect l="l" t="t" r="r" b="b"/>
              <a:pathLst>
                <a:path w="1" h="252" extrusionOk="0">
                  <a:moveTo>
                    <a:pt x="0" y="1"/>
                  </a:moveTo>
                  <a:lnTo>
                    <a:pt x="0" y="252"/>
                  </a:lnTo>
                  <a:lnTo>
                    <a:pt x="0" y="25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4"/>
            <p:cNvSpPr/>
            <p:nvPr/>
          </p:nvSpPr>
          <p:spPr>
            <a:xfrm>
              <a:off x="3431850" y="2292000"/>
              <a:ext cx="25" cy="6300"/>
            </a:xfrm>
            <a:custGeom>
              <a:avLst/>
              <a:gdLst/>
              <a:ahLst/>
              <a:cxnLst/>
              <a:rect l="l" t="t" r="r" b="b"/>
              <a:pathLst>
                <a:path w="1" h="252" extrusionOk="0">
                  <a:moveTo>
                    <a:pt x="1" y="1"/>
                  </a:moveTo>
                  <a:lnTo>
                    <a:pt x="1" y="251"/>
                  </a:lnTo>
                  <a:lnTo>
                    <a:pt x="1" y="251"/>
                  </a:lnTo>
                  <a:lnTo>
                    <a:pt x="1" y="26"/>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4"/>
            <p:cNvSpPr/>
            <p:nvPr/>
          </p:nvSpPr>
          <p:spPr>
            <a:xfrm>
              <a:off x="3431850" y="22926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4"/>
            <p:cNvSpPr/>
            <p:nvPr/>
          </p:nvSpPr>
          <p:spPr>
            <a:xfrm>
              <a:off x="3431850" y="22926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4"/>
            <p:cNvSpPr/>
            <p:nvPr/>
          </p:nvSpPr>
          <p:spPr>
            <a:xfrm>
              <a:off x="3431850" y="2292625"/>
              <a:ext cx="25" cy="6300"/>
            </a:xfrm>
            <a:custGeom>
              <a:avLst/>
              <a:gdLst/>
              <a:ahLst/>
              <a:cxnLst/>
              <a:rect l="l" t="t" r="r" b="b"/>
              <a:pathLst>
                <a:path w="1" h="252" extrusionOk="0">
                  <a:moveTo>
                    <a:pt x="1" y="1"/>
                  </a:moveTo>
                  <a:lnTo>
                    <a:pt x="1" y="226"/>
                  </a:lnTo>
                  <a:cubicBezTo>
                    <a:pt x="1" y="226"/>
                    <a:pt x="1" y="252"/>
                    <a:pt x="1" y="252"/>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4"/>
            <p:cNvSpPr/>
            <p:nvPr/>
          </p:nvSpPr>
          <p:spPr>
            <a:xfrm>
              <a:off x="3431225" y="2292625"/>
              <a:ext cx="650" cy="6300"/>
            </a:xfrm>
            <a:custGeom>
              <a:avLst/>
              <a:gdLst/>
              <a:ahLst/>
              <a:cxnLst/>
              <a:rect l="l" t="t" r="r" b="b"/>
              <a:pathLst>
                <a:path w="26" h="252" extrusionOk="0">
                  <a:moveTo>
                    <a:pt x="1" y="1"/>
                  </a:moveTo>
                  <a:lnTo>
                    <a:pt x="1" y="252"/>
                  </a:lnTo>
                  <a:lnTo>
                    <a:pt x="26" y="252"/>
                  </a:lnTo>
                  <a:lnTo>
                    <a:pt x="26"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4"/>
            <p:cNvSpPr/>
            <p:nvPr/>
          </p:nvSpPr>
          <p:spPr>
            <a:xfrm>
              <a:off x="3431225" y="2292625"/>
              <a:ext cx="25" cy="6300"/>
            </a:xfrm>
            <a:custGeom>
              <a:avLst/>
              <a:gdLst/>
              <a:ahLst/>
              <a:cxnLst/>
              <a:rect l="l" t="t" r="r" b="b"/>
              <a:pathLst>
                <a:path w="1" h="252" extrusionOk="0">
                  <a:moveTo>
                    <a:pt x="1" y="1"/>
                  </a:moveTo>
                  <a:lnTo>
                    <a:pt x="1" y="252"/>
                  </a:lnTo>
                  <a:cubicBezTo>
                    <a:pt x="1" y="252"/>
                    <a:pt x="1" y="252"/>
                    <a:pt x="1" y="252"/>
                  </a:cubicBezTo>
                  <a:lnTo>
                    <a:pt x="1" y="26"/>
                  </a:lnTo>
                  <a:cubicBezTo>
                    <a:pt x="1" y="26"/>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4"/>
            <p:cNvSpPr/>
            <p:nvPr/>
          </p:nvSpPr>
          <p:spPr>
            <a:xfrm>
              <a:off x="3431225" y="2293250"/>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4"/>
            <p:cNvSpPr/>
            <p:nvPr/>
          </p:nvSpPr>
          <p:spPr>
            <a:xfrm>
              <a:off x="3431225" y="2293250"/>
              <a:ext cx="25" cy="5675"/>
            </a:xfrm>
            <a:custGeom>
              <a:avLst/>
              <a:gdLst/>
              <a:ahLst/>
              <a:cxnLst/>
              <a:rect l="l" t="t" r="r" b="b"/>
              <a:pathLst>
                <a:path w="1" h="227" extrusionOk="0">
                  <a:moveTo>
                    <a:pt x="1" y="1"/>
                  </a:moveTo>
                  <a:lnTo>
                    <a:pt x="1" y="227"/>
                  </a:lnTo>
                  <a:lnTo>
                    <a:pt x="1" y="227"/>
                  </a:ln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4"/>
            <p:cNvSpPr/>
            <p:nvPr/>
          </p:nvSpPr>
          <p:spPr>
            <a:xfrm>
              <a:off x="3480100" y="2292625"/>
              <a:ext cx="650" cy="6925"/>
            </a:xfrm>
            <a:custGeom>
              <a:avLst/>
              <a:gdLst/>
              <a:ahLst/>
              <a:cxnLst/>
              <a:rect l="l" t="t" r="r" b="b"/>
              <a:pathLst>
                <a:path w="26" h="277" extrusionOk="0">
                  <a:moveTo>
                    <a:pt x="0" y="1"/>
                  </a:moveTo>
                  <a:lnTo>
                    <a:pt x="0" y="226"/>
                  </a:lnTo>
                  <a:cubicBezTo>
                    <a:pt x="0" y="252"/>
                    <a:pt x="26" y="277"/>
                    <a:pt x="26" y="277"/>
                  </a:cubicBezTo>
                  <a:lnTo>
                    <a:pt x="26" y="26"/>
                  </a:lnTo>
                  <a:cubicBezTo>
                    <a:pt x="26" y="26"/>
                    <a:pt x="0" y="26"/>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4"/>
            <p:cNvSpPr/>
            <p:nvPr/>
          </p:nvSpPr>
          <p:spPr>
            <a:xfrm>
              <a:off x="3508925" y="2293250"/>
              <a:ext cx="650" cy="6925"/>
            </a:xfrm>
            <a:custGeom>
              <a:avLst/>
              <a:gdLst/>
              <a:ahLst/>
              <a:cxnLst/>
              <a:rect l="l" t="t" r="r" b="b"/>
              <a:pathLst>
                <a:path w="26" h="277" extrusionOk="0">
                  <a:moveTo>
                    <a:pt x="0" y="1"/>
                  </a:moveTo>
                  <a:lnTo>
                    <a:pt x="0" y="227"/>
                  </a:lnTo>
                  <a:cubicBezTo>
                    <a:pt x="25" y="252"/>
                    <a:pt x="25" y="252"/>
                    <a:pt x="25" y="277"/>
                  </a:cubicBezTo>
                  <a:lnTo>
                    <a:pt x="25" y="26"/>
                  </a:lnTo>
                  <a:cubicBezTo>
                    <a:pt x="25" y="26"/>
                    <a:pt x="25"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4"/>
            <p:cNvSpPr/>
            <p:nvPr/>
          </p:nvSpPr>
          <p:spPr>
            <a:xfrm>
              <a:off x="3518950" y="2293250"/>
              <a:ext cx="650" cy="6925"/>
            </a:xfrm>
            <a:custGeom>
              <a:avLst/>
              <a:gdLst/>
              <a:ahLst/>
              <a:cxnLst/>
              <a:rect l="l" t="t" r="r" b="b"/>
              <a:pathLst>
                <a:path w="26" h="277" extrusionOk="0">
                  <a:moveTo>
                    <a:pt x="0" y="1"/>
                  </a:moveTo>
                  <a:lnTo>
                    <a:pt x="0" y="252"/>
                  </a:lnTo>
                  <a:cubicBezTo>
                    <a:pt x="0" y="252"/>
                    <a:pt x="0" y="277"/>
                    <a:pt x="25" y="277"/>
                  </a:cubicBezTo>
                  <a:lnTo>
                    <a:pt x="25" y="26"/>
                  </a:lnTo>
                  <a:cubicBezTo>
                    <a:pt x="0" y="26"/>
                    <a:pt x="0" y="26"/>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4"/>
            <p:cNvSpPr/>
            <p:nvPr/>
          </p:nvSpPr>
          <p:spPr>
            <a:xfrm>
              <a:off x="3470700" y="2293250"/>
              <a:ext cx="25" cy="5675"/>
            </a:xfrm>
            <a:custGeom>
              <a:avLst/>
              <a:gdLst/>
              <a:ahLst/>
              <a:cxnLst/>
              <a:rect l="l" t="t" r="r" b="b"/>
              <a:pathLst>
                <a:path w="1" h="227" extrusionOk="0">
                  <a:moveTo>
                    <a:pt x="1" y="1"/>
                  </a:moveTo>
                  <a:lnTo>
                    <a:pt x="1" y="227"/>
                  </a:lnTo>
                  <a:lnTo>
                    <a:pt x="1" y="227"/>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4"/>
            <p:cNvSpPr/>
            <p:nvPr/>
          </p:nvSpPr>
          <p:spPr>
            <a:xfrm>
              <a:off x="3470700" y="2293250"/>
              <a:ext cx="25" cy="6300"/>
            </a:xfrm>
            <a:custGeom>
              <a:avLst/>
              <a:gdLst/>
              <a:ahLst/>
              <a:cxnLst/>
              <a:rect l="l" t="t" r="r" b="b"/>
              <a:pathLst>
                <a:path w="1" h="252" extrusionOk="0">
                  <a:moveTo>
                    <a:pt x="1" y="1"/>
                  </a:moveTo>
                  <a:lnTo>
                    <a:pt x="1" y="227"/>
                  </a:lnTo>
                  <a:cubicBezTo>
                    <a:pt x="1" y="227"/>
                    <a:pt x="1" y="227"/>
                    <a:pt x="1" y="252"/>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4"/>
            <p:cNvSpPr/>
            <p:nvPr/>
          </p:nvSpPr>
          <p:spPr>
            <a:xfrm>
              <a:off x="3470700" y="2293250"/>
              <a:ext cx="25" cy="6300"/>
            </a:xfrm>
            <a:custGeom>
              <a:avLst/>
              <a:gdLst/>
              <a:ahLst/>
              <a:cxnLst/>
              <a:rect l="l" t="t" r="r" b="b"/>
              <a:pathLst>
                <a:path w="1" h="252" extrusionOk="0">
                  <a:moveTo>
                    <a:pt x="1" y="1"/>
                  </a:moveTo>
                  <a:lnTo>
                    <a:pt x="1" y="252"/>
                  </a:lnTo>
                  <a:cubicBezTo>
                    <a:pt x="1" y="252"/>
                    <a:pt x="1" y="252"/>
                    <a:pt x="1" y="252"/>
                  </a:cubicBez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4"/>
            <p:cNvSpPr/>
            <p:nvPr/>
          </p:nvSpPr>
          <p:spPr>
            <a:xfrm>
              <a:off x="3470700" y="2293250"/>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4"/>
            <p:cNvSpPr/>
            <p:nvPr/>
          </p:nvSpPr>
          <p:spPr>
            <a:xfrm>
              <a:off x="3470700" y="2293250"/>
              <a:ext cx="25" cy="6300"/>
            </a:xfrm>
            <a:custGeom>
              <a:avLst/>
              <a:gdLst/>
              <a:ahLst/>
              <a:cxnLst/>
              <a:rect l="l" t="t" r="r" b="b"/>
              <a:pathLst>
                <a:path w="1" h="252" extrusionOk="0">
                  <a:moveTo>
                    <a:pt x="1" y="1"/>
                  </a:moveTo>
                  <a:lnTo>
                    <a:pt x="1" y="252"/>
                  </a:lnTo>
                  <a:cubicBezTo>
                    <a:pt x="1" y="252"/>
                    <a:pt x="1" y="252"/>
                    <a:pt x="1" y="252"/>
                  </a:cubicBezTo>
                  <a:lnTo>
                    <a:pt x="1" y="26"/>
                  </a:lnTo>
                  <a:cubicBezTo>
                    <a:pt x="1" y="26"/>
                    <a:pt x="1" y="26"/>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4"/>
            <p:cNvSpPr/>
            <p:nvPr/>
          </p:nvSpPr>
          <p:spPr>
            <a:xfrm>
              <a:off x="3470075" y="2293900"/>
              <a:ext cx="650" cy="5650"/>
            </a:xfrm>
            <a:custGeom>
              <a:avLst/>
              <a:gdLst/>
              <a:ahLst/>
              <a:cxnLst/>
              <a:rect l="l" t="t" r="r" b="b"/>
              <a:pathLst>
                <a:path w="26" h="226" extrusionOk="0">
                  <a:moveTo>
                    <a:pt x="0" y="0"/>
                  </a:moveTo>
                  <a:lnTo>
                    <a:pt x="0" y="226"/>
                  </a:lnTo>
                  <a:lnTo>
                    <a:pt x="26" y="226"/>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4"/>
            <p:cNvSpPr/>
            <p:nvPr/>
          </p:nvSpPr>
          <p:spPr>
            <a:xfrm>
              <a:off x="3470075" y="2293900"/>
              <a:ext cx="25" cy="6275"/>
            </a:xfrm>
            <a:custGeom>
              <a:avLst/>
              <a:gdLst/>
              <a:ahLst/>
              <a:cxnLst/>
              <a:rect l="l" t="t" r="r" b="b"/>
              <a:pathLst>
                <a:path w="1" h="251" extrusionOk="0">
                  <a:moveTo>
                    <a:pt x="0" y="0"/>
                  </a:moveTo>
                  <a:lnTo>
                    <a:pt x="0" y="226"/>
                  </a:lnTo>
                  <a:cubicBezTo>
                    <a:pt x="0" y="251"/>
                    <a:pt x="0" y="251"/>
                    <a:pt x="0" y="251"/>
                  </a:cubicBezTo>
                  <a:lnTo>
                    <a:pt x="0" y="0"/>
                  </a:lnTo>
                  <a:cubicBezTo>
                    <a:pt x="0" y="0"/>
                    <a:pt x="0" y="0"/>
                    <a:pt x="0"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4"/>
            <p:cNvSpPr/>
            <p:nvPr/>
          </p:nvSpPr>
          <p:spPr>
            <a:xfrm>
              <a:off x="3470075" y="2293900"/>
              <a:ext cx="25" cy="6275"/>
            </a:xfrm>
            <a:custGeom>
              <a:avLst/>
              <a:gdLst/>
              <a:ahLst/>
              <a:cxnLst/>
              <a:rect l="l" t="t" r="r" b="b"/>
              <a:pathLst>
                <a:path w="1" h="251" extrusionOk="0">
                  <a:moveTo>
                    <a:pt x="0" y="0"/>
                  </a:moveTo>
                  <a:lnTo>
                    <a:pt x="0" y="251"/>
                  </a:lnTo>
                  <a:cubicBezTo>
                    <a:pt x="0" y="251"/>
                    <a:pt x="0" y="251"/>
                    <a:pt x="0" y="251"/>
                  </a:cubicBezTo>
                  <a:lnTo>
                    <a:pt x="0" y="0"/>
                  </a:lnTo>
                  <a:lnTo>
                    <a:pt x="0"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4"/>
            <p:cNvSpPr/>
            <p:nvPr/>
          </p:nvSpPr>
          <p:spPr>
            <a:xfrm>
              <a:off x="3398650" y="22945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4"/>
            <p:cNvSpPr/>
            <p:nvPr/>
          </p:nvSpPr>
          <p:spPr>
            <a:xfrm>
              <a:off x="3398025" y="2293900"/>
              <a:ext cx="650" cy="6275"/>
            </a:xfrm>
            <a:custGeom>
              <a:avLst/>
              <a:gdLst/>
              <a:ahLst/>
              <a:cxnLst/>
              <a:rect l="l" t="t" r="r" b="b"/>
              <a:pathLst>
                <a:path w="26" h="251" extrusionOk="0">
                  <a:moveTo>
                    <a:pt x="0" y="0"/>
                  </a:moveTo>
                  <a:lnTo>
                    <a:pt x="0" y="251"/>
                  </a:lnTo>
                  <a:lnTo>
                    <a:pt x="25" y="251"/>
                  </a:lnTo>
                  <a:lnTo>
                    <a:pt x="25" y="25"/>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4"/>
            <p:cNvSpPr/>
            <p:nvPr/>
          </p:nvSpPr>
          <p:spPr>
            <a:xfrm>
              <a:off x="3398025" y="22939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4"/>
            <p:cNvSpPr/>
            <p:nvPr/>
          </p:nvSpPr>
          <p:spPr>
            <a:xfrm>
              <a:off x="3397400" y="229390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4"/>
            <p:cNvSpPr/>
            <p:nvPr/>
          </p:nvSpPr>
          <p:spPr>
            <a:xfrm>
              <a:off x="3397400" y="2293900"/>
              <a:ext cx="25" cy="6275"/>
            </a:xfrm>
            <a:custGeom>
              <a:avLst/>
              <a:gdLst/>
              <a:ahLst/>
              <a:cxnLst/>
              <a:rect l="l" t="t" r="r" b="b"/>
              <a:pathLst>
                <a:path w="1" h="251" extrusionOk="0">
                  <a:moveTo>
                    <a:pt x="0" y="0"/>
                  </a:moveTo>
                  <a:lnTo>
                    <a:pt x="0" y="251"/>
                  </a:lnTo>
                  <a:lnTo>
                    <a:pt x="0" y="251"/>
                  </a:ln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4"/>
            <p:cNvSpPr/>
            <p:nvPr/>
          </p:nvSpPr>
          <p:spPr>
            <a:xfrm>
              <a:off x="3397400" y="2293900"/>
              <a:ext cx="25" cy="6275"/>
            </a:xfrm>
            <a:custGeom>
              <a:avLst/>
              <a:gdLst/>
              <a:ahLst/>
              <a:cxnLst/>
              <a:rect l="l" t="t" r="r" b="b"/>
              <a:pathLst>
                <a:path w="1" h="251" extrusionOk="0">
                  <a:moveTo>
                    <a:pt x="0" y="0"/>
                  </a:moveTo>
                  <a:lnTo>
                    <a:pt x="0" y="251"/>
                  </a:lnTo>
                  <a:cubicBezTo>
                    <a:pt x="0" y="251"/>
                    <a:pt x="0" y="251"/>
                    <a:pt x="0" y="251"/>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44"/>
            <p:cNvSpPr/>
            <p:nvPr/>
          </p:nvSpPr>
          <p:spPr>
            <a:xfrm>
              <a:off x="3396775" y="229390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44"/>
            <p:cNvSpPr/>
            <p:nvPr/>
          </p:nvSpPr>
          <p:spPr>
            <a:xfrm>
              <a:off x="3396775" y="22939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4"/>
            <p:cNvSpPr/>
            <p:nvPr/>
          </p:nvSpPr>
          <p:spPr>
            <a:xfrm>
              <a:off x="3396150" y="2293900"/>
              <a:ext cx="650" cy="6275"/>
            </a:xfrm>
            <a:custGeom>
              <a:avLst/>
              <a:gdLst/>
              <a:ahLst/>
              <a:cxnLst/>
              <a:rect l="l" t="t" r="r" b="b"/>
              <a:pathLst>
                <a:path w="26" h="251" extrusionOk="0">
                  <a:moveTo>
                    <a:pt x="25"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4"/>
            <p:cNvSpPr/>
            <p:nvPr/>
          </p:nvSpPr>
          <p:spPr>
            <a:xfrm>
              <a:off x="3396150" y="2293900"/>
              <a:ext cx="650" cy="6275"/>
            </a:xfrm>
            <a:custGeom>
              <a:avLst/>
              <a:gdLst/>
              <a:ahLst/>
              <a:cxnLst/>
              <a:rect l="l" t="t" r="r" b="b"/>
              <a:pathLst>
                <a:path w="26" h="251" extrusionOk="0">
                  <a:moveTo>
                    <a:pt x="0" y="0"/>
                  </a:moveTo>
                  <a:lnTo>
                    <a:pt x="0"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44"/>
            <p:cNvSpPr/>
            <p:nvPr/>
          </p:nvSpPr>
          <p:spPr>
            <a:xfrm>
              <a:off x="3395500" y="2293900"/>
              <a:ext cx="675" cy="6275"/>
            </a:xfrm>
            <a:custGeom>
              <a:avLst/>
              <a:gdLst/>
              <a:ahLst/>
              <a:cxnLst/>
              <a:rect l="l" t="t" r="r" b="b"/>
              <a:pathLst>
                <a:path w="27" h="251" extrusionOk="0">
                  <a:moveTo>
                    <a:pt x="26" y="0"/>
                  </a:moveTo>
                  <a:cubicBezTo>
                    <a:pt x="26" y="25"/>
                    <a:pt x="1" y="25"/>
                    <a:pt x="1" y="25"/>
                  </a:cubicBez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44"/>
            <p:cNvSpPr/>
            <p:nvPr/>
          </p:nvSpPr>
          <p:spPr>
            <a:xfrm>
              <a:off x="3509550" y="2293900"/>
              <a:ext cx="25" cy="6275"/>
            </a:xfrm>
            <a:custGeom>
              <a:avLst/>
              <a:gdLst/>
              <a:ahLst/>
              <a:cxnLst/>
              <a:rect l="l" t="t" r="r" b="b"/>
              <a:pathLst>
                <a:path w="1" h="251" extrusionOk="0">
                  <a:moveTo>
                    <a:pt x="0" y="0"/>
                  </a:moveTo>
                  <a:lnTo>
                    <a:pt x="0" y="251"/>
                  </a:lnTo>
                  <a:lnTo>
                    <a:pt x="0" y="251"/>
                  </a:lnTo>
                  <a:lnTo>
                    <a:pt x="0"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4"/>
            <p:cNvSpPr/>
            <p:nvPr/>
          </p:nvSpPr>
          <p:spPr>
            <a:xfrm>
              <a:off x="3509550" y="22939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44"/>
            <p:cNvSpPr/>
            <p:nvPr/>
          </p:nvSpPr>
          <p:spPr>
            <a:xfrm>
              <a:off x="3509550" y="2293900"/>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4"/>
            <p:cNvSpPr/>
            <p:nvPr/>
          </p:nvSpPr>
          <p:spPr>
            <a:xfrm>
              <a:off x="3509550" y="22945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4"/>
            <p:cNvSpPr/>
            <p:nvPr/>
          </p:nvSpPr>
          <p:spPr>
            <a:xfrm>
              <a:off x="3509550" y="2294525"/>
              <a:ext cx="25" cy="6275"/>
            </a:xfrm>
            <a:custGeom>
              <a:avLst/>
              <a:gdLst/>
              <a:ahLst/>
              <a:cxnLst/>
              <a:rect l="l" t="t" r="r" b="b"/>
              <a:pathLst>
                <a:path w="1" h="251" extrusionOk="0">
                  <a:moveTo>
                    <a:pt x="0" y="0"/>
                  </a:moveTo>
                  <a:lnTo>
                    <a:pt x="0" y="226"/>
                  </a:lnTo>
                  <a:cubicBezTo>
                    <a:pt x="0" y="226"/>
                    <a:pt x="0" y="226"/>
                    <a:pt x="0" y="251"/>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4"/>
            <p:cNvSpPr/>
            <p:nvPr/>
          </p:nvSpPr>
          <p:spPr>
            <a:xfrm>
              <a:off x="3508925" y="2294525"/>
              <a:ext cx="650" cy="6275"/>
            </a:xfrm>
            <a:custGeom>
              <a:avLst/>
              <a:gdLst/>
              <a:ahLst/>
              <a:cxnLst/>
              <a:rect l="l" t="t" r="r" b="b"/>
              <a:pathLst>
                <a:path w="26" h="251" extrusionOk="0">
                  <a:moveTo>
                    <a:pt x="0" y="0"/>
                  </a:moveTo>
                  <a:lnTo>
                    <a:pt x="0" y="251"/>
                  </a:lnTo>
                  <a:cubicBezTo>
                    <a:pt x="25" y="251"/>
                    <a:pt x="25" y="251"/>
                    <a:pt x="25" y="226"/>
                  </a:cubicBezTo>
                  <a:lnTo>
                    <a:pt x="25"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4"/>
            <p:cNvSpPr/>
            <p:nvPr/>
          </p:nvSpPr>
          <p:spPr>
            <a:xfrm>
              <a:off x="3508925" y="2294525"/>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0"/>
                    <a:pt x="0"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4"/>
            <p:cNvSpPr/>
            <p:nvPr/>
          </p:nvSpPr>
          <p:spPr>
            <a:xfrm>
              <a:off x="3508925" y="2295150"/>
              <a:ext cx="25" cy="5650"/>
            </a:xfrm>
            <a:custGeom>
              <a:avLst/>
              <a:gdLst/>
              <a:ahLst/>
              <a:cxnLst/>
              <a:rect l="l" t="t" r="r" b="b"/>
              <a:pathLst>
                <a:path w="1" h="226" extrusionOk="0">
                  <a:moveTo>
                    <a:pt x="0" y="0"/>
                  </a:moveTo>
                  <a:lnTo>
                    <a:pt x="0" y="226"/>
                  </a:lnTo>
                  <a:lnTo>
                    <a:pt x="0" y="226"/>
                  </a:lnTo>
                  <a:lnTo>
                    <a:pt x="0" y="0"/>
                  </a:lnTo>
                  <a:cubicBezTo>
                    <a:pt x="0" y="0"/>
                    <a:pt x="0" y="0"/>
                    <a:pt x="0"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4"/>
            <p:cNvSpPr/>
            <p:nvPr/>
          </p:nvSpPr>
          <p:spPr>
            <a:xfrm>
              <a:off x="3437500" y="2295150"/>
              <a:ext cx="25" cy="6275"/>
            </a:xfrm>
            <a:custGeom>
              <a:avLst/>
              <a:gdLst/>
              <a:ahLst/>
              <a:cxnLst/>
              <a:rect l="l" t="t" r="r" b="b"/>
              <a:pathLst>
                <a:path w="1" h="251" extrusionOk="0">
                  <a:moveTo>
                    <a:pt x="0" y="0"/>
                  </a:moveTo>
                  <a:lnTo>
                    <a:pt x="0" y="251"/>
                  </a:lnTo>
                  <a:cubicBezTo>
                    <a:pt x="0" y="251"/>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4"/>
            <p:cNvSpPr/>
            <p:nvPr/>
          </p:nvSpPr>
          <p:spPr>
            <a:xfrm>
              <a:off x="3436875" y="229515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4"/>
            <p:cNvSpPr/>
            <p:nvPr/>
          </p:nvSpPr>
          <p:spPr>
            <a:xfrm>
              <a:off x="3436875" y="22951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4"/>
            <p:cNvSpPr/>
            <p:nvPr/>
          </p:nvSpPr>
          <p:spPr>
            <a:xfrm>
              <a:off x="3436875" y="22951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4"/>
            <p:cNvSpPr/>
            <p:nvPr/>
          </p:nvSpPr>
          <p:spPr>
            <a:xfrm>
              <a:off x="3436250" y="229515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4"/>
            <p:cNvSpPr/>
            <p:nvPr/>
          </p:nvSpPr>
          <p:spPr>
            <a:xfrm>
              <a:off x="3436250" y="22951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4"/>
            <p:cNvSpPr/>
            <p:nvPr/>
          </p:nvSpPr>
          <p:spPr>
            <a:xfrm>
              <a:off x="3436250" y="2295150"/>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4"/>
            <p:cNvSpPr/>
            <p:nvPr/>
          </p:nvSpPr>
          <p:spPr>
            <a:xfrm>
              <a:off x="3435600" y="2295150"/>
              <a:ext cx="675" cy="5650"/>
            </a:xfrm>
            <a:custGeom>
              <a:avLst/>
              <a:gdLst/>
              <a:ahLst/>
              <a:cxnLst/>
              <a:rect l="l" t="t" r="r" b="b"/>
              <a:pathLst>
                <a:path w="27"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4"/>
            <p:cNvSpPr/>
            <p:nvPr/>
          </p:nvSpPr>
          <p:spPr>
            <a:xfrm>
              <a:off x="3435600" y="22951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44"/>
            <p:cNvSpPr/>
            <p:nvPr/>
          </p:nvSpPr>
          <p:spPr>
            <a:xfrm>
              <a:off x="3434975" y="2295150"/>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44"/>
            <p:cNvSpPr/>
            <p:nvPr/>
          </p:nvSpPr>
          <p:spPr>
            <a:xfrm>
              <a:off x="3434350" y="2295150"/>
              <a:ext cx="650" cy="6275"/>
            </a:xfrm>
            <a:custGeom>
              <a:avLst/>
              <a:gdLst/>
              <a:ahLst/>
              <a:cxnLst/>
              <a:rect l="l" t="t" r="r" b="b"/>
              <a:pathLst>
                <a:path w="26" h="251" extrusionOk="0">
                  <a:moveTo>
                    <a:pt x="1" y="0"/>
                  </a:moveTo>
                  <a:lnTo>
                    <a:pt x="1" y="251"/>
                  </a:lnTo>
                  <a:cubicBezTo>
                    <a:pt x="1" y="226"/>
                    <a:pt x="26" y="226"/>
                    <a:pt x="26" y="226"/>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4"/>
            <p:cNvSpPr/>
            <p:nvPr/>
          </p:nvSpPr>
          <p:spPr>
            <a:xfrm>
              <a:off x="3476350" y="229577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4"/>
            <p:cNvSpPr/>
            <p:nvPr/>
          </p:nvSpPr>
          <p:spPr>
            <a:xfrm>
              <a:off x="3476350" y="22957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44"/>
            <p:cNvSpPr/>
            <p:nvPr/>
          </p:nvSpPr>
          <p:spPr>
            <a:xfrm>
              <a:off x="3475725" y="2295775"/>
              <a:ext cx="650" cy="6275"/>
            </a:xfrm>
            <a:custGeom>
              <a:avLst/>
              <a:gdLst/>
              <a:ahLst/>
              <a:cxnLst/>
              <a:rect l="l" t="t" r="r" b="b"/>
              <a:pathLst>
                <a:path w="26" h="251" extrusionOk="0">
                  <a:moveTo>
                    <a:pt x="0" y="0"/>
                  </a:moveTo>
                  <a:lnTo>
                    <a:pt x="0" y="226"/>
                  </a:lnTo>
                  <a:cubicBezTo>
                    <a:pt x="0" y="226"/>
                    <a:pt x="0" y="251"/>
                    <a:pt x="25" y="251"/>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44"/>
            <p:cNvSpPr/>
            <p:nvPr/>
          </p:nvSpPr>
          <p:spPr>
            <a:xfrm>
              <a:off x="3475725" y="2295775"/>
              <a:ext cx="0" cy="5650"/>
            </a:xfrm>
            <a:custGeom>
              <a:avLst/>
              <a:gdLst/>
              <a:ahLst/>
              <a:cxnLst/>
              <a:rect l="l" t="t" r="r" b="b"/>
              <a:pathLst>
                <a:path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44"/>
            <p:cNvSpPr/>
            <p:nvPr/>
          </p:nvSpPr>
          <p:spPr>
            <a:xfrm>
              <a:off x="3475075" y="229577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44"/>
            <p:cNvSpPr/>
            <p:nvPr/>
          </p:nvSpPr>
          <p:spPr>
            <a:xfrm>
              <a:off x="3475075" y="22957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44"/>
            <p:cNvSpPr/>
            <p:nvPr/>
          </p:nvSpPr>
          <p:spPr>
            <a:xfrm>
              <a:off x="3475075" y="2295775"/>
              <a:ext cx="25" cy="5650"/>
            </a:xfrm>
            <a:custGeom>
              <a:avLst/>
              <a:gdLst/>
              <a:ahLst/>
              <a:cxnLst/>
              <a:rect l="l" t="t" r="r" b="b"/>
              <a:pathLst>
                <a:path w="1" h="226" extrusionOk="0">
                  <a:moveTo>
                    <a:pt x="1" y="0"/>
                  </a:moveTo>
                  <a:lnTo>
                    <a:pt x="1" y="226"/>
                  </a:lnTo>
                  <a:lnTo>
                    <a:pt x="1" y="226"/>
                  </a:ln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44"/>
            <p:cNvSpPr/>
            <p:nvPr/>
          </p:nvSpPr>
          <p:spPr>
            <a:xfrm>
              <a:off x="3474450" y="229577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44"/>
            <p:cNvSpPr/>
            <p:nvPr/>
          </p:nvSpPr>
          <p:spPr>
            <a:xfrm>
              <a:off x="3474450" y="22957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44"/>
            <p:cNvSpPr/>
            <p:nvPr/>
          </p:nvSpPr>
          <p:spPr>
            <a:xfrm>
              <a:off x="3473825" y="2295775"/>
              <a:ext cx="650" cy="6275"/>
            </a:xfrm>
            <a:custGeom>
              <a:avLst/>
              <a:gdLst/>
              <a:ahLst/>
              <a:cxnLst/>
              <a:rect l="l" t="t" r="r" b="b"/>
              <a:pathLst>
                <a:path w="26" h="251" extrusionOk="0">
                  <a:moveTo>
                    <a:pt x="1" y="0"/>
                  </a:moveTo>
                  <a:lnTo>
                    <a:pt x="1" y="251"/>
                  </a:lnTo>
                  <a:cubicBezTo>
                    <a:pt x="1" y="251"/>
                    <a:pt x="26" y="226"/>
                    <a:pt x="26" y="226"/>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44"/>
            <p:cNvSpPr/>
            <p:nvPr/>
          </p:nvSpPr>
          <p:spPr>
            <a:xfrm>
              <a:off x="3473200" y="2295775"/>
              <a:ext cx="650" cy="6275"/>
            </a:xfrm>
            <a:custGeom>
              <a:avLst/>
              <a:gdLst/>
              <a:ahLst/>
              <a:cxnLst/>
              <a:rect l="l" t="t" r="r" b="b"/>
              <a:pathLst>
                <a:path w="26" h="251" extrusionOk="0">
                  <a:moveTo>
                    <a:pt x="26" y="0"/>
                  </a:moveTo>
                  <a:cubicBezTo>
                    <a:pt x="26" y="0"/>
                    <a:pt x="26" y="0"/>
                    <a:pt x="1" y="25"/>
                  </a:cubicBez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44"/>
            <p:cNvSpPr/>
            <p:nvPr/>
          </p:nvSpPr>
          <p:spPr>
            <a:xfrm>
              <a:off x="3515175" y="2297025"/>
              <a:ext cx="675" cy="5650"/>
            </a:xfrm>
            <a:custGeom>
              <a:avLst/>
              <a:gdLst/>
              <a:ahLst/>
              <a:cxnLst/>
              <a:rect l="l" t="t" r="r" b="b"/>
              <a:pathLst>
                <a:path w="27"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44"/>
            <p:cNvSpPr/>
            <p:nvPr/>
          </p:nvSpPr>
          <p:spPr>
            <a:xfrm>
              <a:off x="3515175" y="2296400"/>
              <a:ext cx="25" cy="6275"/>
            </a:xfrm>
            <a:custGeom>
              <a:avLst/>
              <a:gdLst/>
              <a:ahLst/>
              <a:cxnLst/>
              <a:rect l="l" t="t" r="r" b="b"/>
              <a:pathLst>
                <a:path w="1" h="251" extrusionOk="0">
                  <a:moveTo>
                    <a:pt x="1" y="25"/>
                  </a:moveTo>
                  <a:lnTo>
                    <a:pt x="1" y="251"/>
                  </a:lnTo>
                  <a:cubicBezTo>
                    <a:pt x="1" y="251"/>
                    <a:pt x="1" y="251"/>
                    <a:pt x="1" y="251"/>
                  </a:cubicBezTo>
                  <a:lnTo>
                    <a:pt x="1" y="0"/>
                  </a:lnTo>
                  <a:cubicBezTo>
                    <a:pt x="1" y="0"/>
                    <a:pt x="1" y="25"/>
                    <a:pt x="1" y="2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44"/>
            <p:cNvSpPr/>
            <p:nvPr/>
          </p:nvSpPr>
          <p:spPr>
            <a:xfrm>
              <a:off x="3514550" y="2296400"/>
              <a:ext cx="650" cy="6275"/>
            </a:xfrm>
            <a:custGeom>
              <a:avLst/>
              <a:gdLst/>
              <a:ahLst/>
              <a:cxnLst/>
              <a:rect l="l" t="t" r="r" b="b"/>
              <a:pathLst>
                <a:path w="26"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44"/>
            <p:cNvSpPr/>
            <p:nvPr/>
          </p:nvSpPr>
          <p:spPr>
            <a:xfrm>
              <a:off x="3514550" y="22964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44"/>
            <p:cNvSpPr/>
            <p:nvPr/>
          </p:nvSpPr>
          <p:spPr>
            <a:xfrm>
              <a:off x="3514550" y="22964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44"/>
            <p:cNvSpPr/>
            <p:nvPr/>
          </p:nvSpPr>
          <p:spPr>
            <a:xfrm>
              <a:off x="3513925" y="2296400"/>
              <a:ext cx="650" cy="6275"/>
            </a:xfrm>
            <a:custGeom>
              <a:avLst/>
              <a:gdLst/>
              <a:ahLst/>
              <a:cxnLst/>
              <a:rect l="l" t="t" r="r" b="b"/>
              <a:pathLst>
                <a:path w="26"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44"/>
            <p:cNvSpPr/>
            <p:nvPr/>
          </p:nvSpPr>
          <p:spPr>
            <a:xfrm>
              <a:off x="3513925" y="2296400"/>
              <a:ext cx="25" cy="6275"/>
            </a:xfrm>
            <a:custGeom>
              <a:avLst/>
              <a:gdLst/>
              <a:ahLst/>
              <a:cxnLst/>
              <a:rect l="l" t="t" r="r" b="b"/>
              <a:pathLst>
                <a:path w="1" h="251" extrusionOk="0">
                  <a:moveTo>
                    <a:pt x="1" y="0"/>
                  </a:moveTo>
                  <a:lnTo>
                    <a:pt x="1" y="251"/>
                  </a:lnTo>
                  <a:lnTo>
                    <a:pt x="1" y="251"/>
                  </a:ln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44"/>
            <p:cNvSpPr/>
            <p:nvPr/>
          </p:nvSpPr>
          <p:spPr>
            <a:xfrm>
              <a:off x="3513300" y="2296400"/>
              <a:ext cx="650" cy="6275"/>
            </a:xfrm>
            <a:custGeom>
              <a:avLst/>
              <a:gdLst/>
              <a:ahLst/>
              <a:cxnLst/>
              <a:rect l="l" t="t" r="r" b="b"/>
              <a:pathLst>
                <a:path w="26"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44"/>
            <p:cNvSpPr/>
            <p:nvPr/>
          </p:nvSpPr>
          <p:spPr>
            <a:xfrm>
              <a:off x="3513300" y="22964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44"/>
            <p:cNvSpPr/>
            <p:nvPr/>
          </p:nvSpPr>
          <p:spPr>
            <a:xfrm>
              <a:off x="3512675" y="2296400"/>
              <a:ext cx="650" cy="6275"/>
            </a:xfrm>
            <a:custGeom>
              <a:avLst/>
              <a:gdLst/>
              <a:ahLst/>
              <a:cxnLst/>
              <a:rect l="l" t="t" r="r" b="b"/>
              <a:pathLst>
                <a:path w="26"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44"/>
            <p:cNvSpPr/>
            <p:nvPr/>
          </p:nvSpPr>
          <p:spPr>
            <a:xfrm>
              <a:off x="3512050" y="2297025"/>
              <a:ext cx="650" cy="5650"/>
            </a:xfrm>
            <a:custGeom>
              <a:avLst/>
              <a:gdLst/>
              <a:ahLst/>
              <a:cxnLst/>
              <a:rect l="l" t="t" r="r" b="b"/>
              <a:pathLst>
                <a:path w="26" h="226" extrusionOk="0">
                  <a:moveTo>
                    <a:pt x="26"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44"/>
            <p:cNvSpPr/>
            <p:nvPr/>
          </p:nvSpPr>
          <p:spPr>
            <a:xfrm>
              <a:off x="3527725" y="2289500"/>
              <a:ext cx="14425" cy="14450"/>
            </a:xfrm>
            <a:custGeom>
              <a:avLst/>
              <a:gdLst/>
              <a:ahLst/>
              <a:cxnLst/>
              <a:rect l="l" t="t" r="r" b="b"/>
              <a:pathLst>
                <a:path w="577" h="578" extrusionOk="0">
                  <a:moveTo>
                    <a:pt x="0" y="1"/>
                  </a:moveTo>
                  <a:lnTo>
                    <a:pt x="0" y="226"/>
                  </a:lnTo>
                  <a:lnTo>
                    <a:pt x="577" y="577"/>
                  </a:lnTo>
                  <a:lnTo>
                    <a:pt x="577" y="32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44"/>
            <p:cNvSpPr/>
            <p:nvPr/>
          </p:nvSpPr>
          <p:spPr>
            <a:xfrm>
              <a:off x="3542125" y="2297650"/>
              <a:ext cx="25" cy="6925"/>
            </a:xfrm>
            <a:custGeom>
              <a:avLst/>
              <a:gdLst/>
              <a:ahLst/>
              <a:cxnLst/>
              <a:rect l="l" t="t" r="r" b="b"/>
              <a:pathLst>
                <a:path w="1" h="277" extrusionOk="0">
                  <a:moveTo>
                    <a:pt x="1" y="25"/>
                  </a:moveTo>
                  <a:lnTo>
                    <a:pt x="1" y="276"/>
                  </a:lnTo>
                  <a:cubicBezTo>
                    <a:pt x="1" y="251"/>
                    <a:pt x="1" y="251"/>
                    <a:pt x="1" y="251"/>
                  </a:cubicBezTo>
                  <a:lnTo>
                    <a:pt x="1" y="0"/>
                  </a:lnTo>
                  <a:cubicBezTo>
                    <a:pt x="1" y="25"/>
                    <a:pt x="1" y="25"/>
                    <a:pt x="1" y="2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44"/>
            <p:cNvSpPr/>
            <p:nvPr/>
          </p:nvSpPr>
          <p:spPr>
            <a:xfrm>
              <a:off x="3542125" y="2298275"/>
              <a:ext cx="25" cy="6300"/>
            </a:xfrm>
            <a:custGeom>
              <a:avLst/>
              <a:gdLst/>
              <a:ahLst/>
              <a:cxnLst/>
              <a:rect l="l" t="t" r="r" b="b"/>
              <a:pathLst>
                <a:path w="1" h="252" extrusionOk="0">
                  <a:moveTo>
                    <a:pt x="1" y="0"/>
                  </a:moveTo>
                  <a:lnTo>
                    <a:pt x="1" y="251"/>
                  </a:lnTo>
                  <a:lnTo>
                    <a:pt x="1" y="251"/>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44"/>
            <p:cNvSpPr/>
            <p:nvPr/>
          </p:nvSpPr>
          <p:spPr>
            <a:xfrm>
              <a:off x="3542125" y="2298275"/>
              <a:ext cx="25" cy="6300"/>
            </a:xfrm>
            <a:custGeom>
              <a:avLst/>
              <a:gdLst/>
              <a:ahLst/>
              <a:cxnLst/>
              <a:rect l="l" t="t" r="r" b="b"/>
              <a:pathLst>
                <a:path w="1" h="252" extrusionOk="0">
                  <a:moveTo>
                    <a:pt x="1" y="0"/>
                  </a:moveTo>
                  <a:lnTo>
                    <a:pt x="1" y="251"/>
                  </a:lnTo>
                  <a:cubicBezTo>
                    <a:pt x="1" y="251"/>
                    <a:pt x="1" y="251"/>
                    <a:pt x="1" y="251"/>
                  </a:cubicBezTo>
                  <a:lnTo>
                    <a:pt x="1" y="26"/>
                  </a:lnTo>
                  <a:cubicBezTo>
                    <a:pt x="1" y="26"/>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44"/>
            <p:cNvSpPr/>
            <p:nvPr/>
          </p:nvSpPr>
          <p:spPr>
            <a:xfrm>
              <a:off x="3542125" y="2298900"/>
              <a:ext cx="25" cy="5675"/>
            </a:xfrm>
            <a:custGeom>
              <a:avLst/>
              <a:gdLst/>
              <a:ahLst/>
              <a:cxnLst/>
              <a:rect l="l" t="t" r="r" b="b"/>
              <a:pathLst>
                <a:path w="1" h="227" extrusionOk="0">
                  <a:moveTo>
                    <a:pt x="1" y="1"/>
                  </a:moveTo>
                  <a:lnTo>
                    <a:pt x="1" y="226"/>
                  </a:lnTo>
                  <a:lnTo>
                    <a:pt x="1" y="226"/>
                  </a:ln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44"/>
            <p:cNvSpPr/>
            <p:nvPr/>
          </p:nvSpPr>
          <p:spPr>
            <a:xfrm>
              <a:off x="3542125" y="22989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44"/>
            <p:cNvSpPr/>
            <p:nvPr/>
          </p:nvSpPr>
          <p:spPr>
            <a:xfrm>
              <a:off x="3542125" y="2298900"/>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44"/>
            <p:cNvSpPr/>
            <p:nvPr/>
          </p:nvSpPr>
          <p:spPr>
            <a:xfrm>
              <a:off x="3542125" y="22989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44"/>
            <p:cNvSpPr/>
            <p:nvPr/>
          </p:nvSpPr>
          <p:spPr>
            <a:xfrm>
              <a:off x="3542125" y="22989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44"/>
            <p:cNvSpPr/>
            <p:nvPr/>
          </p:nvSpPr>
          <p:spPr>
            <a:xfrm>
              <a:off x="3542125" y="22989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44"/>
            <p:cNvSpPr/>
            <p:nvPr/>
          </p:nvSpPr>
          <p:spPr>
            <a:xfrm>
              <a:off x="3419950" y="2293250"/>
              <a:ext cx="11300" cy="12575"/>
            </a:xfrm>
            <a:custGeom>
              <a:avLst/>
              <a:gdLst/>
              <a:ahLst/>
              <a:cxnLst/>
              <a:rect l="l" t="t" r="r" b="b"/>
              <a:pathLst>
                <a:path w="452" h="503" extrusionOk="0">
                  <a:moveTo>
                    <a:pt x="452" y="1"/>
                  </a:moveTo>
                  <a:lnTo>
                    <a:pt x="0" y="252"/>
                  </a:lnTo>
                  <a:lnTo>
                    <a:pt x="0" y="502"/>
                  </a:lnTo>
                  <a:lnTo>
                    <a:pt x="452" y="227"/>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44"/>
            <p:cNvSpPr/>
            <p:nvPr/>
          </p:nvSpPr>
          <p:spPr>
            <a:xfrm>
              <a:off x="3403025" y="2292000"/>
              <a:ext cx="13825" cy="13825"/>
            </a:xfrm>
            <a:custGeom>
              <a:avLst/>
              <a:gdLst/>
              <a:ahLst/>
              <a:cxnLst/>
              <a:rect l="l" t="t" r="r" b="b"/>
              <a:pathLst>
                <a:path w="553" h="553" extrusionOk="0">
                  <a:moveTo>
                    <a:pt x="1" y="1"/>
                  </a:moveTo>
                  <a:lnTo>
                    <a:pt x="1" y="226"/>
                  </a:lnTo>
                  <a:lnTo>
                    <a:pt x="552" y="552"/>
                  </a:lnTo>
                  <a:lnTo>
                    <a:pt x="552" y="302"/>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44"/>
            <p:cNvSpPr/>
            <p:nvPr/>
          </p:nvSpPr>
          <p:spPr>
            <a:xfrm>
              <a:off x="3402400" y="2283225"/>
              <a:ext cx="29475" cy="16800"/>
            </a:xfrm>
            <a:custGeom>
              <a:avLst/>
              <a:gdLst/>
              <a:ahLst/>
              <a:cxnLst/>
              <a:rect l="l" t="t" r="r" b="b"/>
              <a:pathLst>
                <a:path w="1179" h="672" extrusionOk="0">
                  <a:moveTo>
                    <a:pt x="477" y="1"/>
                  </a:moveTo>
                  <a:lnTo>
                    <a:pt x="26" y="277"/>
                  </a:lnTo>
                  <a:cubicBezTo>
                    <a:pt x="1" y="302"/>
                    <a:pt x="1" y="327"/>
                    <a:pt x="26" y="352"/>
                  </a:cubicBezTo>
                  <a:lnTo>
                    <a:pt x="577" y="653"/>
                  </a:lnTo>
                  <a:cubicBezTo>
                    <a:pt x="590" y="665"/>
                    <a:pt x="615" y="671"/>
                    <a:pt x="640" y="671"/>
                  </a:cubicBezTo>
                  <a:cubicBezTo>
                    <a:pt x="665" y="671"/>
                    <a:pt x="690" y="665"/>
                    <a:pt x="702" y="653"/>
                  </a:cubicBezTo>
                  <a:lnTo>
                    <a:pt x="1154" y="402"/>
                  </a:lnTo>
                  <a:cubicBezTo>
                    <a:pt x="1179" y="377"/>
                    <a:pt x="1179" y="352"/>
                    <a:pt x="1154" y="327"/>
                  </a:cubicBezTo>
                  <a:lnTo>
                    <a:pt x="602" y="1"/>
                  </a:ln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44"/>
            <p:cNvSpPr/>
            <p:nvPr/>
          </p:nvSpPr>
          <p:spPr>
            <a:xfrm>
              <a:off x="3403650" y="2283225"/>
              <a:ext cx="26975" cy="15075"/>
            </a:xfrm>
            <a:custGeom>
              <a:avLst/>
              <a:gdLst/>
              <a:ahLst/>
              <a:cxnLst/>
              <a:rect l="l" t="t" r="r" b="b"/>
              <a:pathLst>
                <a:path w="1079" h="603" extrusionOk="0">
                  <a:moveTo>
                    <a:pt x="452" y="1"/>
                  </a:moveTo>
                  <a:cubicBezTo>
                    <a:pt x="452" y="1"/>
                    <a:pt x="1" y="277"/>
                    <a:pt x="1" y="277"/>
                  </a:cubicBezTo>
                  <a:lnTo>
                    <a:pt x="552" y="577"/>
                  </a:lnTo>
                  <a:cubicBezTo>
                    <a:pt x="552" y="602"/>
                    <a:pt x="577" y="602"/>
                    <a:pt x="577" y="602"/>
                  </a:cubicBezTo>
                  <a:cubicBezTo>
                    <a:pt x="602" y="602"/>
                    <a:pt x="627" y="602"/>
                    <a:pt x="627" y="577"/>
                  </a:cubicBezTo>
                  <a:cubicBezTo>
                    <a:pt x="627" y="577"/>
                    <a:pt x="1078" y="327"/>
                    <a:pt x="1078" y="327"/>
                  </a:cubicBezTo>
                  <a:lnTo>
                    <a:pt x="527"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44"/>
            <p:cNvSpPr/>
            <p:nvPr/>
          </p:nvSpPr>
          <p:spPr>
            <a:xfrm>
              <a:off x="3419325" y="2299525"/>
              <a:ext cx="650" cy="6300"/>
            </a:xfrm>
            <a:custGeom>
              <a:avLst/>
              <a:gdLst/>
              <a:ahLst/>
              <a:cxnLst/>
              <a:rect l="l" t="t" r="r" b="b"/>
              <a:pathLst>
                <a:path w="26" h="252" extrusionOk="0">
                  <a:moveTo>
                    <a:pt x="25" y="1"/>
                  </a:moveTo>
                  <a:cubicBezTo>
                    <a:pt x="25" y="1"/>
                    <a:pt x="0" y="26"/>
                    <a:pt x="0" y="26"/>
                  </a:cubicBezTo>
                  <a:lnTo>
                    <a:pt x="0" y="251"/>
                  </a:lnTo>
                  <a:lnTo>
                    <a:pt x="25" y="251"/>
                  </a:lnTo>
                  <a:lnTo>
                    <a:pt x="25"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44"/>
            <p:cNvSpPr/>
            <p:nvPr/>
          </p:nvSpPr>
          <p:spPr>
            <a:xfrm>
              <a:off x="3418700" y="2300150"/>
              <a:ext cx="650" cy="5675"/>
            </a:xfrm>
            <a:custGeom>
              <a:avLst/>
              <a:gdLst/>
              <a:ahLst/>
              <a:cxnLst/>
              <a:rect l="l" t="t" r="r" b="b"/>
              <a:pathLst>
                <a:path w="26" h="227" extrusionOk="0">
                  <a:moveTo>
                    <a:pt x="0" y="1"/>
                  </a:moveTo>
                  <a:lnTo>
                    <a:pt x="0" y="226"/>
                  </a:lnTo>
                  <a:lnTo>
                    <a:pt x="25" y="226"/>
                  </a:ln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44"/>
            <p:cNvSpPr/>
            <p:nvPr/>
          </p:nvSpPr>
          <p:spPr>
            <a:xfrm>
              <a:off x="3418700" y="23001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44"/>
            <p:cNvSpPr/>
            <p:nvPr/>
          </p:nvSpPr>
          <p:spPr>
            <a:xfrm>
              <a:off x="3418700" y="23001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44"/>
            <p:cNvSpPr/>
            <p:nvPr/>
          </p:nvSpPr>
          <p:spPr>
            <a:xfrm>
              <a:off x="3418075" y="2300150"/>
              <a:ext cx="650" cy="5675"/>
            </a:xfrm>
            <a:custGeom>
              <a:avLst/>
              <a:gdLst/>
              <a:ahLst/>
              <a:cxnLst/>
              <a:rect l="l" t="t" r="r" b="b"/>
              <a:pathLst>
                <a:path w="26" h="227" extrusionOk="0">
                  <a:moveTo>
                    <a:pt x="0" y="1"/>
                  </a:moveTo>
                  <a:lnTo>
                    <a:pt x="0" y="226"/>
                  </a:lnTo>
                  <a:lnTo>
                    <a:pt x="25" y="226"/>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44"/>
            <p:cNvSpPr/>
            <p:nvPr/>
          </p:nvSpPr>
          <p:spPr>
            <a:xfrm>
              <a:off x="3418075" y="23001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44"/>
            <p:cNvSpPr/>
            <p:nvPr/>
          </p:nvSpPr>
          <p:spPr>
            <a:xfrm>
              <a:off x="3417450" y="2300150"/>
              <a:ext cx="650" cy="5675"/>
            </a:xfrm>
            <a:custGeom>
              <a:avLst/>
              <a:gdLst/>
              <a:ahLst/>
              <a:cxnLst/>
              <a:rect l="l" t="t" r="r" b="b"/>
              <a:pathLst>
                <a:path w="26" h="227" extrusionOk="0">
                  <a:moveTo>
                    <a:pt x="0" y="1"/>
                  </a:moveTo>
                  <a:lnTo>
                    <a:pt x="0" y="226"/>
                  </a:lnTo>
                  <a:lnTo>
                    <a:pt x="25" y="226"/>
                  </a:lnTo>
                  <a:lnTo>
                    <a:pt x="25"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44"/>
            <p:cNvSpPr/>
            <p:nvPr/>
          </p:nvSpPr>
          <p:spPr>
            <a:xfrm>
              <a:off x="3417450" y="23001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44"/>
            <p:cNvSpPr/>
            <p:nvPr/>
          </p:nvSpPr>
          <p:spPr>
            <a:xfrm>
              <a:off x="3417450" y="23001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44"/>
            <p:cNvSpPr/>
            <p:nvPr/>
          </p:nvSpPr>
          <p:spPr>
            <a:xfrm>
              <a:off x="3416825" y="2300150"/>
              <a:ext cx="650" cy="5675"/>
            </a:xfrm>
            <a:custGeom>
              <a:avLst/>
              <a:gdLst/>
              <a:ahLst/>
              <a:cxnLst/>
              <a:rect l="l" t="t" r="r" b="b"/>
              <a:pathLst>
                <a:path w="26" h="227" extrusionOk="0">
                  <a:moveTo>
                    <a:pt x="0" y="1"/>
                  </a:moveTo>
                  <a:lnTo>
                    <a:pt x="0" y="226"/>
                  </a:lnTo>
                  <a:lnTo>
                    <a:pt x="25" y="226"/>
                  </a:lnTo>
                  <a:lnTo>
                    <a:pt x="25"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44"/>
            <p:cNvSpPr/>
            <p:nvPr/>
          </p:nvSpPr>
          <p:spPr>
            <a:xfrm>
              <a:off x="3416825" y="2299525"/>
              <a:ext cx="25" cy="6300"/>
            </a:xfrm>
            <a:custGeom>
              <a:avLst/>
              <a:gdLst/>
              <a:ahLst/>
              <a:cxnLst/>
              <a:rect l="l" t="t" r="r" b="b"/>
              <a:pathLst>
                <a:path w="1" h="252" extrusionOk="0">
                  <a:moveTo>
                    <a:pt x="0" y="26"/>
                  </a:moveTo>
                  <a:lnTo>
                    <a:pt x="0" y="251"/>
                  </a:lnTo>
                  <a:cubicBezTo>
                    <a:pt x="0" y="251"/>
                    <a:pt x="0" y="251"/>
                    <a:pt x="0" y="251"/>
                  </a:cubicBezTo>
                  <a:lnTo>
                    <a:pt x="0" y="1"/>
                  </a:lnTo>
                  <a:cubicBezTo>
                    <a:pt x="0" y="1"/>
                    <a:pt x="0" y="1"/>
                    <a:pt x="0" y="26"/>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44"/>
            <p:cNvSpPr/>
            <p:nvPr/>
          </p:nvSpPr>
          <p:spPr>
            <a:xfrm>
              <a:off x="3458800" y="2293900"/>
              <a:ext cx="11300" cy="12550"/>
            </a:xfrm>
            <a:custGeom>
              <a:avLst/>
              <a:gdLst/>
              <a:ahLst/>
              <a:cxnLst/>
              <a:rect l="l" t="t" r="r" b="b"/>
              <a:pathLst>
                <a:path w="452" h="502" extrusionOk="0">
                  <a:moveTo>
                    <a:pt x="451" y="0"/>
                  </a:moveTo>
                  <a:lnTo>
                    <a:pt x="0" y="276"/>
                  </a:lnTo>
                  <a:lnTo>
                    <a:pt x="0" y="501"/>
                  </a:lnTo>
                  <a:lnTo>
                    <a:pt x="451" y="251"/>
                  </a:lnTo>
                  <a:lnTo>
                    <a:pt x="451"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44"/>
            <p:cNvSpPr/>
            <p:nvPr/>
          </p:nvSpPr>
          <p:spPr>
            <a:xfrm>
              <a:off x="3547775" y="23014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44"/>
            <p:cNvSpPr/>
            <p:nvPr/>
          </p:nvSpPr>
          <p:spPr>
            <a:xfrm>
              <a:off x="3547150" y="2300775"/>
              <a:ext cx="650" cy="6300"/>
            </a:xfrm>
            <a:custGeom>
              <a:avLst/>
              <a:gdLst/>
              <a:ahLst/>
              <a:cxnLst/>
              <a:rect l="l" t="t" r="r" b="b"/>
              <a:pathLst>
                <a:path w="26" h="252" extrusionOk="0">
                  <a:moveTo>
                    <a:pt x="0" y="1"/>
                  </a:moveTo>
                  <a:lnTo>
                    <a:pt x="0" y="251"/>
                  </a:lnTo>
                  <a:lnTo>
                    <a:pt x="25" y="251"/>
                  </a:lnTo>
                  <a:lnTo>
                    <a:pt x="25" y="26"/>
                  </a:lnTo>
                  <a:cubicBezTo>
                    <a:pt x="25"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44"/>
            <p:cNvSpPr/>
            <p:nvPr/>
          </p:nvSpPr>
          <p:spPr>
            <a:xfrm>
              <a:off x="3547150" y="23007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44"/>
            <p:cNvSpPr/>
            <p:nvPr/>
          </p:nvSpPr>
          <p:spPr>
            <a:xfrm>
              <a:off x="3547150" y="23007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44"/>
            <p:cNvSpPr/>
            <p:nvPr/>
          </p:nvSpPr>
          <p:spPr>
            <a:xfrm>
              <a:off x="3547150" y="23007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44"/>
            <p:cNvSpPr/>
            <p:nvPr/>
          </p:nvSpPr>
          <p:spPr>
            <a:xfrm>
              <a:off x="3546525" y="2300775"/>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44"/>
            <p:cNvSpPr/>
            <p:nvPr/>
          </p:nvSpPr>
          <p:spPr>
            <a:xfrm>
              <a:off x="3546525" y="2300775"/>
              <a:ext cx="25" cy="6300"/>
            </a:xfrm>
            <a:custGeom>
              <a:avLst/>
              <a:gdLst/>
              <a:ahLst/>
              <a:cxnLst/>
              <a:rect l="l" t="t" r="r" b="b"/>
              <a:pathLst>
                <a:path w="1" h="252" extrusionOk="0">
                  <a:moveTo>
                    <a:pt x="0" y="1"/>
                  </a:moveTo>
                  <a:lnTo>
                    <a:pt x="0" y="251"/>
                  </a:lnTo>
                  <a:lnTo>
                    <a:pt x="0" y="251"/>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44"/>
            <p:cNvSpPr/>
            <p:nvPr/>
          </p:nvSpPr>
          <p:spPr>
            <a:xfrm>
              <a:off x="3546525" y="23007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44"/>
            <p:cNvSpPr/>
            <p:nvPr/>
          </p:nvSpPr>
          <p:spPr>
            <a:xfrm>
              <a:off x="3545900" y="2300775"/>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44"/>
            <p:cNvSpPr/>
            <p:nvPr/>
          </p:nvSpPr>
          <p:spPr>
            <a:xfrm>
              <a:off x="3545900" y="23007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44"/>
            <p:cNvSpPr/>
            <p:nvPr/>
          </p:nvSpPr>
          <p:spPr>
            <a:xfrm>
              <a:off x="3545250" y="2300775"/>
              <a:ext cx="675" cy="6300"/>
            </a:xfrm>
            <a:custGeom>
              <a:avLst/>
              <a:gdLst/>
              <a:ahLst/>
              <a:cxnLst/>
              <a:rect l="l" t="t" r="r" b="b"/>
              <a:pathLst>
                <a:path w="27" h="252" extrusionOk="0">
                  <a:moveTo>
                    <a:pt x="26" y="1"/>
                  </a:moveTo>
                  <a:cubicBezTo>
                    <a:pt x="26" y="1"/>
                    <a:pt x="1" y="26"/>
                    <a:pt x="1" y="26"/>
                  </a:cubicBez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44"/>
            <p:cNvSpPr/>
            <p:nvPr/>
          </p:nvSpPr>
          <p:spPr>
            <a:xfrm>
              <a:off x="3384225" y="2294525"/>
              <a:ext cx="11300" cy="12550"/>
            </a:xfrm>
            <a:custGeom>
              <a:avLst/>
              <a:gdLst/>
              <a:ahLst/>
              <a:cxnLst/>
              <a:rect l="l" t="t" r="r" b="b"/>
              <a:pathLst>
                <a:path w="452" h="502" extrusionOk="0">
                  <a:moveTo>
                    <a:pt x="452" y="0"/>
                  </a:moveTo>
                  <a:lnTo>
                    <a:pt x="1" y="251"/>
                  </a:lnTo>
                  <a:lnTo>
                    <a:pt x="1" y="501"/>
                  </a:lnTo>
                  <a:lnTo>
                    <a:pt x="452" y="226"/>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44"/>
            <p:cNvSpPr/>
            <p:nvPr/>
          </p:nvSpPr>
          <p:spPr>
            <a:xfrm>
              <a:off x="3458175" y="2300775"/>
              <a:ext cx="650" cy="5675"/>
            </a:xfrm>
            <a:custGeom>
              <a:avLst/>
              <a:gdLst/>
              <a:ahLst/>
              <a:cxnLst/>
              <a:rect l="l" t="t" r="r" b="b"/>
              <a:pathLst>
                <a:path w="26" h="227" extrusionOk="0">
                  <a:moveTo>
                    <a:pt x="0" y="1"/>
                  </a:moveTo>
                  <a:lnTo>
                    <a:pt x="0" y="226"/>
                  </a:lnTo>
                  <a:lnTo>
                    <a:pt x="25" y="226"/>
                  </a:lnTo>
                  <a:lnTo>
                    <a:pt x="25"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44"/>
            <p:cNvSpPr/>
            <p:nvPr/>
          </p:nvSpPr>
          <p:spPr>
            <a:xfrm>
              <a:off x="3458175" y="2300775"/>
              <a:ext cx="25" cy="6300"/>
            </a:xfrm>
            <a:custGeom>
              <a:avLst/>
              <a:gdLst/>
              <a:ahLst/>
              <a:cxnLst/>
              <a:rect l="l" t="t" r="r" b="b"/>
              <a:pathLst>
                <a:path w="1" h="252" extrusionOk="0">
                  <a:moveTo>
                    <a:pt x="0" y="1"/>
                  </a:moveTo>
                  <a:lnTo>
                    <a:pt x="0" y="226"/>
                  </a:lnTo>
                  <a:cubicBezTo>
                    <a:pt x="0" y="251"/>
                    <a:pt x="0" y="251"/>
                    <a:pt x="0" y="251"/>
                  </a:cubicBezTo>
                  <a:lnTo>
                    <a:pt x="0" y="1"/>
                  </a:lnTo>
                  <a:cubicBezTo>
                    <a:pt x="0" y="1"/>
                    <a:pt x="0" y="1"/>
                    <a:pt x="0"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44"/>
            <p:cNvSpPr/>
            <p:nvPr/>
          </p:nvSpPr>
          <p:spPr>
            <a:xfrm>
              <a:off x="3457550" y="2300775"/>
              <a:ext cx="650" cy="6300"/>
            </a:xfrm>
            <a:custGeom>
              <a:avLst/>
              <a:gdLst/>
              <a:ahLst/>
              <a:cxnLst/>
              <a:rect l="l" t="t" r="r" b="b"/>
              <a:pathLst>
                <a:path w="26" h="252" extrusionOk="0">
                  <a:moveTo>
                    <a:pt x="0" y="1"/>
                  </a:moveTo>
                  <a:lnTo>
                    <a:pt x="0" y="251"/>
                  </a:lnTo>
                  <a:lnTo>
                    <a:pt x="25" y="251"/>
                  </a:lnTo>
                  <a:lnTo>
                    <a:pt x="25"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44"/>
            <p:cNvSpPr/>
            <p:nvPr/>
          </p:nvSpPr>
          <p:spPr>
            <a:xfrm>
              <a:off x="3457550" y="23007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44"/>
            <p:cNvSpPr/>
            <p:nvPr/>
          </p:nvSpPr>
          <p:spPr>
            <a:xfrm>
              <a:off x="3456925" y="2300775"/>
              <a:ext cx="650" cy="6300"/>
            </a:xfrm>
            <a:custGeom>
              <a:avLst/>
              <a:gdLst/>
              <a:ahLst/>
              <a:cxnLst/>
              <a:rect l="l" t="t" r="r" b="b"/>
              <a:pathLst>
                <a:path w="26" h="252" extrusionOk="0">
                  <a:moveTo>
                    <a:pt x="0" y="1"/>
                  </a:moveTo>
                  <a:lnTo>
                    <a:pt x="0" y="251"/>
                  </a:lnTo>
                  <a:lnTo>
                    <a:pt x="25" y="251"/>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44"/>
            <p:cNvSpPr/>
            <p:nvPr/>
          </p:nvSpPr>
          <p:spPr>
            <a:xfrm>
              <a:off x="3456925" y="23007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44"/>
            <p:cNvSpPr/>
            <p:nvPr/>
          </p:nvSpPr>
          <p:spPr>
            <a:xfrm>
              <a:off x="3456925" y="23007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44"/>
            <p:cNvSpPr/>
            <p:nvPr/>
          </p:nvSpPr>
          <p:spPr>
            <a:xfrm>
              <a:off x="3456300" y="2300775"/>
              <a:ext cx="650" cy="6300"/>
            </a:xfrm>
            <a:custGeom>
              <a:avLst/>
              <a:gdLst/>
              <a:ahLst/>
              <a:cxnLst/>
              <a:rect l="l" t="t" r="r" b="b"/>
              <a:pathLst>
                <a:path w="26" h="252" extrusionOk="0">
                  <a:moveTo>
                    <a:pt x="0" y="1"/>
                  </a:moveTo>
                  <a:lnTo>
                    <a:pt x="0" y="251"/>
                  </a:lnTo>
                  <a:lnTo>
                    <a:pt x="25" y="251"/>
                  </a:lnTo>
                  <a:lnTo>
                    <a:pt x="25"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44"/>
            <p:cNvSpPr/>
            <p:nvPr/>
          </p:nvSpPr>
          <p:spPr>
            <a:xfrm>
              <a:off x="3456300" y="2300775"/>
              <a:ext cx="25" cy="6300"/>
            </a:xfrm>
            <a:custGeom>
              <a:avLst/>
              <a:gdLst/>
              <a:ahLst/>
              <a:cxnLst/>
              <a:rect l="l" t="t" r="r" b="b"/>
              <a:pathLst>
                <a:path w="1" h="252" extrusionOk="0">
                  <a:moveTo>
                    <a:pt x="0" y="1"/>
                  </a:moveTo>
                  <a:lnTo>
                    <a:pt x="0" y="251"/>
                  </a:lnTo>
                  <a:cubicBezTo>
                    <a:pt x="0" y="251"/>
                    <a:pt x="0" y="226"/>
                    <a:pt x="0" y="226"/>
                  </a:cubicBezTo>
                  <a:lnTo>
                    <a:pt x="0" y="1"/>
                  </a:lnTo>
                  <a:lnTo>
                    <a:pt x="0" y="1"/>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44"/>
            <p:cNvSpPr/>
            <p:nvPr/>
          </p:nvSpPr>
          <p:spPr>
            <a:xfrm>
              <a:off x="3455650" y="2300775"/>
              <a:ext cx="675" cy="5675"/>
            </a:xfrm>
            <a:custGeom>
              <a:avLst/>
              <a:gdLst/>
              <a:ahLst/>
              <a:cxnLst/>
              <a:rect l="l" t="t" r="r" b="b"/>
              <a:pathLst>
                <a:path w="27" h="227" extrusionOk="0">
                  <a:moveTo>
                    <a:pt x="26" y="1"/>
                  </a:moveTo>
                  <a:lnTo>
                    <a:pt x="1" y="226"/>
                  </a:lnTo>
                  <a:lnTo>
                    <a:pt x="26" y="226"/>
                  </a:lnTo>
                  <a:lnTo>
                    <a:pt x="26"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44"/>
            <p:cNvSpPr/>
            <p:nvPr/>
          </p:nvSpPr>
          <p:spPr>
            <a:xfrm>
              <a:off x="3455650" y="23007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44"/>
            <p:cNvSpPr/>
            <p:nvPr/>
          </p:nvSpPr>
          <p:spPr>
            <a:xfrm>
              <a:off x="3421200" y="2272750"/>
              <a:ext cx="49525" cy="28050"/>
            </a:xfrm>
            <a:custGeom>
              <a:avLst/>
              <a:gdLst/>
              <a:ahLst/>
              <a:cxnLst/>
              <a:rect l="l" t="t" r="r" b="b"/>
              <a:pathLst>
                <a:path w="1981" h="1122" extrusionOk="0">
                  <a:moveTo>
                    <a:pt x="539" y="0"/>
                  </a:moveTo>
                  <a:cubicBezTo>
                    <a:pt x="508" y="0"/>
                    <a:pt x="477" y="6"/>
                    <a:pt x="452" y="19"/>
                  </a:cubicBezTo>
                  <a:lnTo>
                    <a:pt x="51" y="245"/>
                  </a:lnTo>
                  <a:cubicBezTo>
                    <a:pt x="1" y="270"/>
                    <a:pt x="1" y="320"/>
                    <a:pt x="51" y="345"/>
                  </a:cubicBezTo>
                  <a:lnTo>
                    <a:pt x="1379" y="1122"/>
                  </a:lnTo>
                  <a:lnTo>
                    <a:pt x="1504" y="1122"/>
                  </a:lnTo>
                  <a:lnTo>
                    <a:pt x="1955" y="846"/>
                  </a:lnTo>
                  <a:cubicBezTo>
                    <a:pt x="1981" y="821"/>
                    <a:pt x="1981" y="796"/>
                    <a:pt x="1955" y="771"/>
                  </a:cubicBezTo>
                  <a:lnTo>
                    <a:pt x="627" y="19"/>
                  </a:lnTo>
                  <a:cubicBezTo>
                    <a:pt x="602" y="6"/>
                    <a:pt x="571" y="0"/>
                    <a:pt x="539"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44"/>
            <p:cNvSpPr/>
            <p:nvPr/>
          </p:nvSpPr>
          <p:spPr>
            <a:xfrm>
              <a:off x="3422450" y="2272575"/>
              <a:ext cx="47025" cy="26350"/>
            </a:xfrm>
            <a:custGeom>
              <a:avLst/>
              <a:gdLst/>
              <a:ahLst/>
              <a:cxnLst/>
              <a:rect l="l" t="t" r="r" b="b"/>
              <a:pathLst>
                <a:path w="1881" h="1054" extrusionOk="0">
                  <a:moveTo>
                    <a:pt x="477" y="1"/>
                  </a:moveTo>
                  <a:cubicBezTo>
                    <a:pt x="452" y="1"/>
                    <a:pt x="427" y="1"/>
                    <a:pt x="402" y="26"/>
                  </a:cubicBezTo>
                  <a:lnTo>
                    <a:pt x="26" y="252"/>
                  </a:lnTo>
                  <a:lnTo>
                    <a:pt x="1" y="252"/>
                  </a:lnTo>
                  <a:cubicBezTo>
                    <a:pt x="1" y="277"/>
                    <a:pt x="1" y="277"/>
                    <a:pt x="26" y="277"/>
                  </a:cubicBezTo>
                  <a:lnTo>
                    <a:pt x="1354" y="1054"/>
                  </a:lnTo>
                  <a:lnTo>
                    <a:pt x="1429" y="1054"/>
                  </a:lnTo>
                  <a:cubicBezTo>
                    <a:pt x="1429" y="1054"/>
                    <a:pt x="1880" y="778"/>
                    <a:pt x="1880" y="778"/>
                  </a:cubicBezTo>
                  <a:lnTo>
                    <a:pt x="552" y="26"/>
                  </a:lnTo>
                  <a:cubicBezTo>
                    <a:pt x="527" y="1"/>
                    <a:pt x="502" y="1"/>
                    <a:pt x="477" y="1"/>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44"/>
            <p:cNvSpPr/>
            <p:nvPr/>
          </p:nvSpPr>
          <p:spPr>
            <a:xfrm>
              <a:off x="3497650" y="2295150"/>
              <a:ext cx="11300" cy="11925"/>
            </a:xfrm>
            <a:custGeom>
              <a:avLst/>
              <a:gdLst/>
              <a:ahLst/>
              <a:cxnLst/>
              <a:rect l="l" t="t" r="r" b="b"/>
              <a:pathLst>
                <a:path w="452" h="477" extrusionOk="0">
                  <a:moveTo>
                    <a:pt x="451" y="0"/>
                  </a:moveTo>
                  <a:lnTo>
                    <a:pt x="0" y="251"/>
                  </a:lnTo>
                  <a:lnTo>
                    <a:pt x="0" y="476"/>
                  </a:lnTo>
                  <a:lnTo>
                    <a:pt x="451" y="226"/>
                  </a:lnTo>
                  <a:lnTo>
                    <a:pt x="451"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44"/>
            <p:cNvSpPr/>
            <p:nvPr/>
          </p:nvSpPr>
          <p:spPr>
            <a:xfrm>
              <a:off x="3480725" y="2293250"/>
              <a:ext cx="13800" cy="13825"/>
            </a:xfrm>
            <a:custGeom>
              <a:avLst/>
              <a:gdLst/>
              <a:ahLst/>
              <a:cxnLst/>
              <a:rect l="l" t="t" r="r" b="b"/>
              <a:pathLst>
                <a:path w="552" h="553" extrusionOk="0">
                  <a:moveTo>
                    <a:pt x="1" y="1"/>
                  </a:moveTo>
                  <a:lnTo>
                    <a:pt x="1" y="252"/>
                  </a:lnTo>
                  <a:lnTo>
                    <a:pt x="552" y="552"/>
                  </a:lnTo>
                  <a:lnTo>
                    <a:pt x="552" y="327"/>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44"/>
            <p:cNvSpPr/>
            <p:nvPr/>
          </p:nvSpPr>
          <p:spPr>
            <a:xfrm>
              <a:off x="3497025" y="2301400"/>
              <a:ext cx="650" cy="6300"/>
            </a:xfrm>
            <a:custGeom>
              <a:avLst/>
              <a:gdLst/>
              <a:ahLst/>
              <a:cxnLst/>
              <a:rect l="l" t="t" r="r" b="b"/>
              <a:pathLst>
                <a:path w="26" h="252" extrusionOk="0">
                  <a:moveTo>
                    <a:pt x="0" y="1"/>
                  </a:moveTo>
                  <a:lnTo>
                    <a:pt x="0" y="251"/>
                  </a:lnTo>
                  <a:cubicBezTo>
                    <a:pt x="25" y="251"/>
                    <a:pt x="25" y="251"/>
                    <a:pt x="25" y="226"/>
                  </a:cubicBezTo>
                  <a:lnTo>
                    <a:pt x="25"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44"/>
            <p:cNvSpPr/>
            <p:nvPr/>
          </p:nvSpPr>
          <p:spPr>
            <a:xfrm>
              <a:off x="3497025" y="230140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44"/>
            <p:cNvSpPr/>
            <p:nvPr/>
          </p:nvSpPr>
          <p:spPr>
            <a:xfrm>
              <a:off x="3496400" y="2301400"/>
              <a:ext cx="650" cy="6300"/>
            </a:xfrm>
            <a:custGeom>
              <a:avLst/>
              <a:gdLst/>
              <a:ahLst/>
              <a:cxnLst/>
              <a:rect l="l" t="t" r="r" b="b"/>
              <a:pathLst>
                <a:path w="26" h="252" extrusionOk="0">
                  <a:moveTo>
                    <a:pt x="25" y="1"/>
                  </a:moveTo>
                  <a:cubicBezTo>
                    <a:pt x="25" y="1"/>
                    <a:pt x="0" y="26"/>
                    <a:pt x="0" y="26"/>
                  </a:cubicBezTo>
                  <a:lnTo>
                    <a:pt x="0" y="251"/>
                  </a:lnTo>
                  <a:lnTo>
                    <a:pt x="25" y="251"/>
                  </a:lnTo>
                  <a:lnTo>
                    <a:pt x="25"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44"/>
            <p:cNvSpPr/>
            <p:nvPr/>
          </p:nvSpPr>
          <p:spPr>
            <a:xfrm>
              <a:off x="3496400" y="23020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44"/>
            <p:cNvSpPr/>
            <p:nvPr/>
          </p:nvSpPr>
          <p:spPr>
            <a:xfrm>
              <a:off x="3496400" y="2302025"/>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44"/>
            <p:cNvSpPr/>
            <p:nvPr/>
          </p:nvSpPr>
          <p:spPr>
            <a:xfrm>
              <a:off x="3495775" y="2302025"/>
              <a:ext cx="650" cy="5675"/>
            </a:xfrm>
            <a:custGeom>
              <a:avLst/>
              <a:gdLst/>
              <a:ahLst/>
              <a:cxnLst/>
              <a:rect l="l" t="t" r="r" b="b"/>
              <a:pathLst>
                <a:path w="26" h="227" extrusionOk="0">
                  <a:moveTo>
                    <a:pt x="0" y="1"/>
                  </a:moveTo>
                  <a:lnTo>
                    <a:pt x="0" y="226"/>
                  </a:lnTo>
                  <a:lnTo>
                    <a:pt x="25" y="226"/>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44"/>
            <p:cNvSpPr/>
            <p:nvPr/>
          </p:nvSpPr>
          <p:spPr>
            <a:xfrm>
              <a:off x="3495775" y="23020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44"/>
            <p:cNvSpPr/>
            <p:nvPr/>
          </p:nvSpPr>
          <p:spPr>
            <a:xfrm>
              <a:off x="3495125" y="2301400"/>
              <a:ext cx="675" cy="6300"/>
            </a:xfrm>
            <a:custGeom>
              <a:avLst/>
              <a:gdLst/>
              <a:ahLst/>
              <a:cxnLst/>
              <a:rect l="l" t="t" r="r" b="b"/>
              <a:pathLst>
                <a:path w="27" h="252" extrusionOk="0">
                  <a:moveTo>
                    <a:pt x="1" y="1"/>
                  </a:moveTo>
                  <a:lnTo>
                    <a:pt x="1" y="251"/>
                  </a:lnTo>
                  <a:lnTo>
                    <a:pt x="26" y="251"/>
                  </a:lnTo>
                  <a:lnTo>
                    <a:pt x="26"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44"/>
            <p:cNvSpPr/>
            <p:nvPr/>
          </p:nvSpPr>
          <p:spPr>
            <a:xfrm>
              <a:off x="3495125" y="23014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44"/>
            <p:cNvSpPr/>
            <p:nvPr/>
          </p:nvSpPr>
          <p:spPr>
            <a:xfrm>
              <a:off x="3495125" y="2301400"/>
              <a:ext cx="25" cy="6300"/>
            </a:xfrm>
            <a:custGeom>
              <a:avLst/>
              <a:gdLst/>
              <a:ahLst/>
              <a:cxnLst/>
              <a:rect l="l" t="t" r="r" b="b"/>
              <a:pathLst>
                <a:path w="1" h="252" extrusionOk="0">
                  <a:moveTo>
                    <a:pt x="1" y="1"/>
                  </a:moveTo>
                  <a:lnTo>
                    <a:pt x="1" y="251"/>
                  </a:lnTo>
                  <a:cubicBezTo>
                    <a:pt x="1" y="251"/>
                    <a:pt x="1" y="251"/>
                    <a:pt x="1" y="251"/>
                  </a:cubicBezTo>
                  <a:lnTo>
                    <a:pt x="1" y="1"/>
                  </a:lnTo>
                  <a:lnTo>
                    <a:pt x="1"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44"/>
            <p:cNvSpPr/>
            <p:nvPr/>
          </p:nvSpPr>
          <p:spPr>
            <a:xfrm>
              <a:off x="3494500" y="2301400"/>
              <a:ext cx="650" cy="6300"/>
            </a:xfrm>
            <a:custGeom>
              <a:avLst/>
              <a:gdLst/>
              <a:ahLst/>
              <a:cxnLst/>
              <a:rect l="l" t="t" r="r" b="b"/>
              <a:pathLst>
                <a:path w="26" h="252" extrusionOk="0">
                  <a:moveTo>
                    <a:pt x="1" y="1"/>
                  </a:moveTo>
                  <a:lnTo>
                    <a:pt x="1" y="226"/>
                  </a:lnTo>
                  <a:cubicBezTo>
                    <a:pt x="1" y="251"/>
                    <a:pt x="1" y="251"/>
                    <a:pt x="26" y="251"/>
                  </a:cubicBezTo>
                  <a:lnTo>
                    <a:pt x="26"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44"/>
            <p:cNvSpPr/>
            <p:nvPr/>
          </p:nvSpPr>
          <p:spPr>
            <a:xfrm>
              <a:off x="3480100" y="2284650"/>
              <a:ext cx="29475" cy="17250"/>
            </a:xfrm>
            <a:custGeom>
              <a:avLst/>
              <a:gdLst/>
              <a:ahLst/>
              <a:cxnLst/>
              <a:rect l="l" t="t" r="r" b="b"/>
              <a:pathLst>
                <a:path w="1179" h="690" extrusionOk="0">
                  <a:moveTo>
                    <a:pt x="549" y="0"/>
                  </a:moveTo>
                  <a:cubicBezTo>
                    <a:pt x="527" y="0"/>
                    <a:pt x="502" y="7"/>
                    <a:pt x="477" y="19"/>
                  </a:cubicBezTo>
                  <a:lnTo>
                    <a:pt x="26" y="270"/>
                  </a:lnTo>
                  <a:cubicBezTo>
                    <a:pt x="0" y="295"/>
                    <a:pt x="0" y="345"/>
                    <a:pt x="26" y="345"/>
                  </a:cubicBezTo>
                  <a:lnTo>
                    <a:pt x="577" y="671"/>
                  </a:lnTo>
                  <a:cubicBezTo>
                    <a:pt x="602" y="683"/>
                    <a:pt x="627" y="690"/>
                    <a:pt x="649" y="690"/>
                  </a:cubicBezTo>
                  <a:cubicBezTo>
                    <a:pt x="671" y="690"/>
                    <a:pt x="690" y="683"/>
                    <a:pt x="702" y="671"/>
                  </a:cubicBezTo>
                  <a:lnTo>
                    <a:pt x="1153" y="420"/>
                  </a:lnTo>
                  <a:cubicBezTo>
                    <a:pt x="1178" y="395"/>
                    <a:pt x="1178" y="345"/>
                    <a:pt x="1153" y="345"/>
                  </a:cubicBezTo>
                  <a:lnTo>
                    <a:pt x="602" y="19"/>
                  </a:lnTo>
                  <a:cubicBezTo>
                    <a:pt x="589" y="7"/>
                    <a:pt x="571" y="0"/>
                    <a:pt x="549"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44"/>
            <p:cNvSpPr/>
            <p:nvPr/>
          </p:nvSpPr>
          <p:spPr>
            <a:xfrm>
              <a:off x="3481350" y="2285125"/>
              <a:ext cx="26975" cy="14425"/>
            </a:xfrm>
            <a:custGeom>
              <a:avLst/>
              <a:gdLst/>
              <a:ahLst/>
              <a:cxnLst/>
              <a:rect l="l" t="t" r="r" b="b"/>
              <a:pathLst>
                <a:path w="1079" h="577" extrusionOk="0">
                  <a:moveTo>
                    <a:pt x="452" y="0"/>
                  </a:moveTo>
                  <a:cubicBezTo>
                    <a:pt x="452" y="0"/>
                    <a:pt x="1" y="251"/>
                    <a:pt x="1" y="251"/>
                  </a:cubicBezTo>
                  <a:cubicBezTo>
                    <a:pt x="1" y="251"/>
                    <a:pt x="1" y="251"/>
                    <a:pt x="1" y="276"/>
                  </a:cubicBezTo>
                  <a:lnTo>
                    <a:pt x="552" y="577"/>
                  </a:lnTo>
                  <a:lnTo>
                    <a:pt x="652" y="577"/>
                  </a:lnTo>
                  <a:cubicBezTo>
                    <a:pt x="652" y="577"/>
                    <a:pt x="1078" y="326"/>
                    <a:pt x="1078" y="326"/>
                  </a:cubicBezTo>
                  <a:cubicBezTo>
                    <a:pt x="1078" y="326"/>
                    <a:pt x="1078" y="326"/>
                    <a:pt x="1078" y="301"/>
                  </a:cubicBezTo>
                  <a:lnTo>
                    <a:pt x="552"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44"/>
            <p:cNvSpPr/>
            <p:nvPr/>
          </p:nvSpPr>
          <p:spPr>
            <a:xfrm>
              <a:off x="3423075" y="2295150"/>
              <a:ext cx="11300" cy="12550"/>
            </a:xfrm>
            <a:custGeom>
              <a:avLst/>
              <a:gdLst/>
              <a:ahLst/>
              <a:cxnLst/>
              <a:rect l="l" t="t" r="r" b="b"/>
              <a:pathLst>
                <a:path w="452" h="502" extrusionOk="0">
                  <a:moveTo>
                    <a:pt x="452" y="0"/>
                  </a:moveTo>
                  <a:lnTo>
                    <a:pt x="1" y="251"/>
                  </a:lnTo>
                  <a:lnTo>
                    <a:pt x="1" y="501"/>
                  </a:lnTo>
                  <a:lnTo>
                    <a:pt x="452" y="251"/>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44"/>
            <p:cNvSpPr/>
            <p:nvPr/>
          </p:nvSpPr>
          <p:spPr>
            <a:xfrm>
              <a:off x="3384225" y="2300775"/>
              <a:ext cx="25" cy="6300"/>
            </a:xfrm>
            <a:custGeom>
              <a:avLst/>
              <a:gdLst/>
              <a:ahLst/>
              <a:cxnLst/>
              <a:rect l="l" t="t" r="r" b="b"/>
              <a:pathLst>
                <a:path w="1" h="252" extrusionOk="0">
                  <a:moveTo>
                    <a:pt x="1" y="1"/>
                  </a:moveTo>
                  <a:lnTo>
                    <a:pt x="1" y="251"/>
                  </a:lnTo>
                  <a:lnTo>
                    <a:pt x="1" y="251"/>
                  </a:ln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44"/>
            <p:cNvSpPr/>
            <p:nvPr/>
          </p:nvSpPr>
          <p:spPr>
            <a:xfrm>
              <a:off x="3384225" y="23007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44"/>
            <p:cNvSpPr/>
            <p:nvPr/>
          </p:nvSpPr>
          <p:spPr>
            <a:xfrm>
              <a:off x="3384225" y="230077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44"/>
            <p:cNvSpPr/>
            <p:nvPr/>
          </p:nvSpPr>
          <p:spPr>
            <a:xfrm>
              <a:off x="3383600" y="2301400"/>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44"/>
            <p:cNvSpPr/>
            <p:nvPr/>
          </p:nvSpPr>
          <p:spPr>
            <a:xfrm>
              <a:off x="3383600" y="2301400"/>
              <a:ext cx="25" cy="6300"/>
            </a:xfrm>
            <a:custGeom>
              <a:avLst/>
              <a:gdLst/>
              <a:ahLst/>
              <a:cxnLst/>
              <a:rect l="l" t="t" r="r" b="b"/>
              <a:pathLst>
                <a:path w="1" h="252" extrusionOk="0">
                  <a:moveTo>
                    <a:pt x="1" y="1"/>
                  </a:moveTo>
                  <a:lnTo>
                    <a:pt x="1" y="226"/>
                  </a:lnTo>
                  <a:cubicBezTo>
                    <a:pt x="1" y="226"/>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44"/>
            <p:cNvSpPr/>
            <p:nvPr/>
          </p:nvSpPr>
          <p:spPr>
            <a:xfrm>
              <a:off x="3383600" y="2301400"/>
              <a:ext cx="25" cy="6300"/>
            </a:xfrm>
            <a:custGeom>
              <a:avLst/>
              <a:gdLst/>
              <a:ahLst/>
              <a:cxnLst/>
              <a:rect l="l" t="t" r="r" b="b"/>
              <a:pathLst>
                <a:path w="1" h="252" extrusionOk="0">
                  <a:moveTo>
                    <a:pt x="1" y="1"/>
                  </a:moveTo>
                  <a:lnTo>
                    <a:pt x="1" y="251"/>
                  </a:lnTo>
                  <a:lnTo>
                    <a:pt x="1" y="251"/>
                  </a:ln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44"/>
            <p:cNvSpPr/>
            <p:nvPr/>
          </p:nvSpPr>
          <p:spPr>
            <a:xfrm>
              <a:off x="3383600" y="2301400"/>
              <a:ext cx="25" cy="6300"/>
            </a:xfrm>
            <a:custGeom>
              <a:avLst/>
              <a:gdLst/>
              <a:ahLst/>
              <a:cxnLst/>
              <a:rect l="l" t="t" r="r" b="b"/>
              <a:pathLst>
                <a:path w="1" h="252" extrusionOk="0">
                  <a:moveTo>
                    <a:pt x="1" y="1"/>
                  </a:moveTo>
                  <a:lnTo>
                    <a:pt x="1" y="251"/>
                  </a:lnTo>
                  <a:cubicBezTo>
                    <a:pt x="1" y="251"/>
                    <a:pt x="1" y="251"/>
                    <a:pt x="1" y="251"/>
                  </a:cubicBezTo>
                  <a:lnTo>
                    <a:pt x="1" y="26"/>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44"/>
            <p:cNvSpPr/>
            <p:nvPr/>
          </p:nvSpPr>
          <p:spPr>
            <a:xfrm>
              <a:off x="3383600" y="2302025"/>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44"/>
            <p:cNvSpPr/>
            <p:nvPr/>
          </p:nvSpPr>
          <p:spPr>
            <a:xfrm>
              <a:off x="3536500" y="2299525"/>
              <a:ext cx="5650" cy="8800"/>
            </a:xfrm>
            <a:custGeom>
              <a:avLst/>
              <a:gdLst/>
              <a:ahLst/>
              <a:cxnLst/>
              <a:rect l="l" t="t" r="r" b="b"/>
              <a:pathLst>
                <a:path w="226" h="352" extrusionOk="0">
                  <a:moveTo>
                    <a:pt x="226" y="1"/>
                  </a:moveTo>
                  <a:lnTo>
                    <a:pt x="0" y="126"/>
                  </a:lnTo>
                  <a:lnTo>
                    <a:pt x="0" y="351"/>
                  </a:lnTo>
                  <a:lnTo>
                    <a:pt x="226" y="226"/>
                  </a:lnTo>
                  <a:lnTo>
                    <a:pt x="226"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44"/>
            <p:cNvSpPr/>
            <p:nvPr/>
          </p:nvSpPr>
          <p:spPr>
            <a:xfrm>
              <a:off x="3519575" y="2293900"/>
              <a:ext cx="14425" cy="14425"/>
            </a:xfrm>
            <a:custGeom>
              <a:avLst/>
              <a:gdLst/>
              <a:ahLst/>
              <a:cxnLst/>
              <a:rect l="l" t="t" r="r" b="b"/>
              <a:pathLst>
                <a:path w="577" h="577" extrusionOk="0">
                  <a:moveTo>
                    <a:pt x="0" y="0"/>
                  </a:moveTo>
                  <a:lnTo>
                    <a:pt x="0" y="251"/>
                  </a:lnTo>
                  <a:lnTo>
                    <a:pt x="577" y="576"/>
                  </a:lnTo>
                  <a:lnTo>
                    <a:pt x="577" y="351"/>
                  </a:lnTo>
                  <a:lnTo>
                    <a:pt x="0"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44"/>
            <p:cNvSpPr/>
            <p:nvPr/>
          </p:nvSpPr>
          <p:spPr>
            <a:xfrm>
              <a:off x="3423075" y="23014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44"/>
            <p:cNvSpPr/>
            <p:nvPr/>
          </p:nvSpPr>
          <p:spPr>
            <a:xfrm>
              <a:off x="3423075" y="2301400"/>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44"/>
            <p:cNvSpPr/>
            <p:nvPr/>
          </p:nvSpPr>
          <p:spPr>
            <a:xfrm>
              <a:off x="3423075" y="2302025"/>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44"/>
            <p:cNvSpPr/>
            <p:nvPr/>
          </p:nvSpPr>
          <p:spPr>
            <a:xfrm>
              <a:off x="3423075" y="23020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44"/>
            <p:cNvSpPr/>
            <p:nvPr/>
          </p:nvSpPr>
          <p:spPr>
            <a:xfrm>
              <a:off x="3422450" y="2302025"/>
              <a:ext cx="650" cy="6300"/>
            </a:xfrm>
            <a:custGeom>
              <a:avLst/>
              <a:gdLst/>
              <a:ahLst/>
              <a:cxnLst/>
              <a:rect l="l" t="t" r="r" b="b"/>
              <a:pathLst>
                <a:path w="26"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44"/>
            <p:cNvSpPr/>
            <p:nvPr/>
          </p:nvSpPr>
          <p:spPr>
            <a:xfrm>
              <a:off x="3398650" y="2294525"/>
              <a:ext cx="13800" cy="13800"/>
            </a:xfrm>
            <a:custGeom>
              <a:avLst/>
              <a:gdLst/>
              <a:ahLst/>
              <a:cxnLst/>
              <a:rect l="l" t="t" r="r" b="b"/>
              <a:pathLst>
                <a:path w="552" h="552" extrusionOk="0">
                  <a:moveTo>
                    <a:pt x="0" y="0"/>
                  </a:moveTo>
                  <a:lnTo>
                    <a:pt x="0" y="226"/>
                  </a:lnTo>
                  <a:lnTo>
                    <a:pt x="552" y="551"/>
                  </a:lnTo>
                  <a:lnTo>
                    <a:pt x="552" y="3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44"/>
            <p:cNvSpPr/>
            <p:nvPr/>
          </p:nvSpPr>
          <p:spPr>
            <a:xfrm>
              <a:off x="3462550" y="2296400"/>
              <a:ext cx="10675" cy="11925"/>
            </a:xfrm>
            <a:custGeom>
              <a:avLst/>
              <a:gdLst/>
              <a:ahLst/>
              <a:cxnLst/>
              <a:rect l="l" t="t" r="r" b="b"/>
              <a:pathLst>
                <a:path w="427" h="477" extrusionOk="0">
                  <a:moveTo>
                    <a:pt x="427" y="0"/>
                  </a:moveTo>
                  <a:lnTo>
                    <a:pt x="1" y="251"/>
                  </a:lnTo>
                  <a:lnTo>
                    <a:pt x="1" y="476"/>
                  </a:lnTo>
                  <a:lnTo>
                    <a:pt x="427" y="226"/>
                  </a:lnTo>
                  <a:lnTo>
                    <a:pt x="4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44"/>
            <p:cNvSpPr/>
            <p:nvPr/>
          </p:nvSpPr>
          <p:spPr>
            <a:xfrm>
              <a:off x="3535875" y="2302650"/>
              <a:ext cx="650" cy="5675"/>
            </a:xfrm>
            <a:custGeom>
              <a:avLst/>
              <a:gdLst/>
              <a:ahLst/>
              <a:cxnLst/>
              <a:rect l="l" t="t" r="r" b="b"/>
              <a:pathLst>
                <a:path w="26" h="227" extrusionOk="0">
                  <a:moveTo>
                    <a:pt x="0" y="1"/>
                  </a:moveTo>
                  <a:lnTo>
                    <a:pt x="0" y="226"/>
                  </a:lnTo>
                  <a:lnTo>
                    <a:pt x="25" y="226"/>
                  </a:lnTo>
                  <a:lnTo>
                    <a:pt x="25"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44"/>
            <p:cNvSpPr/>
            <p:nvPr/>
          </p:nvSpPr>
          <p:spPr>
            <a:xfrm>
              <a:off x="3535875" y="2302650"/>
              <a:ext cx="25" cy="6300"/>
            </a:xfrm>
            <a:custGeom>
              <a:avLst/>
              <a:gdLst/>
              <a:ahLst/>
              <a:cxnLst/>
              <a:rect l="l" t="t" r="r" b="b"/>
              <a:pathLst>
                <a:path w="1" h="252" extrusionOk="0">
                  <a:moveTo>
                    <a:pt x="0" y="1"/>
                  </a:moveTo>
                  <a:lnTo>
                    <a:pt x="0" y="226"/>
                  </a:lnTo>
                  <a:cubicBezTo>
                    <a:pt x="0" y="226"/>
                    <a:pt x="0" y="252"/>
                    <a:pt x="0" y="252"/>
                  </a:cubicBezTo>
                  <a:lnTo>
                    <a:pt x="0" y="1"/>
                  </a:lnTo>
                  <a:cubicBezTo>
                    <a:pt x="0" y="1"/>
                    <a:pt x="0" y="1"/>
                    <a:pt x="0"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44"/>
            <p:cNvSpPr/>
            <p:nvPr/>
          </p:nvSpPr>
          <p:spPr>
            <a:xfrm>
              <a:off x="3535225" y="2302650"/>
              <a:ext cx="675" cy="6300"/>
            </a:xfrm>
            <a:custGeom>
              <a:avLst/>
              <a:gdLst/>
              <a:ahLst/>
              <a:cxnLst/>
              <a:rect l="l" t="t" r="r" b="b"/>
              <a:pathLst>
                <a:path w="27" h="252" extrusionOk="0">
                  <a:moveTo>
                    <a:pt x="1" y="1"/>
                  </a:moveTo>
                  <a:lnTo>
                    <a:pt x="1" y="252"/>
                  </a:lnTo>
                  <a:lnTo>
                    <a:pt x="26" y="252"/>
                  </a:lnTo>
                  <a:lnTo>
                    <a:pt x="26"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44"/>
            <p:cNvSpPr/>
            <p:nvPr/>
          </p:nvSpPr>
          <p:spPr>
            <a:xfrm>
              <a:off x="3535225" y="2302650"/>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44"/>
            <p:cNvSpPr/>
            <p:nvPr/>
          </p:nvSpPr>
          <p:spPr>
            <a:xfrm>
              <a:off x="3535225" y="2302650"/>
              <a:ext cx="25" cy="6300"/>
            </a:xfrm>
            <a:custGeom>
              <a:avLst/>
              <a:gdLst/>
              <a:ahLst/>
              <a:cxnLst/>
              <a:rect l="l" t="t" r="r" b="b"/>
              <a:pathLst>
                <a:path w="1" h="252" extrusionOk="0">
                  <a:moveTo>
                    <a:pt x="1" y="1"/>
                  </a:moveTo>
                  <a:lnTo>
                    <a:pt x="1" y="252"/>
                  </a:lnTo>
                  <a:lnTo>
                    <a:pt x="1" y="252"/>
                  </a:ln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44"/>
            <p:cNvSpPr/>
            <p:nvPr/>
          </p:nvSpPr>
          <p:spPr>
            <a:xfrm>
              <a:off x="3534600" y="2302650"/>
              <a:ext cx="650" cy="6300"/>
            </a:xfrm>
            <a:custGeom>
              <a:avLst/>
              <a:gdLst/>
              <a:ahLst/>
              <a:cxnLst/>
              <a:rect l="l" t="t" r="r" b="b"/>
              <a:pathLst>
                <a:path w="26" h="252" extrusionOk="0">
                  <a:moveTo>
                    <a:pt x="1" y="1"/>
                  </a:moveTo>
                  <a:lnTo>
                    <a:pt x="1" y="252"/>
                  </a:lnTo>
                  <a:lnTo>
                    <a:pt x="26" y="252"/>
                  </a:lnTo>
                  <a:lnTo>
                    <a:pt x="26"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44"/>
            <p:cNvSpPr/>
            <p:nvPr/>
          </p:nvSpPr>
          <p:spPr>
            <a:xfrm>
              <a:off x="3534600" y="2302650"/>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44"/>
            <p:cNvSpPr/>
            <p:nvPr/>
          </p:nvSpPr>
          <p:spPr>
            <a:xfrm>
              <a:off x="3534600" y="2302650"/>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44"/>
            <p:cNvSpPr/>
            <p:nvPr/>
          </p:nvSpPr>
          <p:spPr>
            <a:xfrm>
              <a:off x="3534600" y="2302650"/>
              <a:ext cx="25" cy="6300"/>
            </a:xfrm>
            <a:custGeom>
              <a:avLst/>
              <a:gdLst/>
              <a:ahLst/>
              <a:cxnLst/>
              <a:rect l="l" t="t" r="r" b="b"/>
              <a:pathLst>
                <a:path w="1" h="252" extrusionOk="0">
                  <a:moveTo>
                    <a:pt x="1" y="1"/>
                  </a:moveTo>
                  <a:lnTo>
                    <a:pt x="1" y="252"/>
                  </a:lnTo>
                  <a:cubicBezTo>
                    <a:pt x="1" y="226"/>
                    <a:pt x="1" y="226"/>
                    <a:pt x="1" y="226"/>
                  </a:cubicBezTo>
                  <a:lnTo>
                    <a:pt x="1" y="1"/>
                  </a:lnTo>
                  <a:cubicBezTo>
                    <a:pt x="1" y="1"/>
                    <a:pt x="1" y="1"/>
                    <a:pt x="1"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44"/>
            <p:cNvSpPr/>
            <p:nvPr/>
          </p:nvSpPr>
          <p:spPr>
            <a:xfrm>
              <a:off x="3533975" y="2302650"/>
              <a:ext cx="650" cy="5675"/>
            </a:xfrm>
            <a:custGeom>
              <a:avLst/>
              <a:gdLst/>
              <a:ahLst/>
              <a:cxnLst/>
              <a:rect l="l" t="t" r="r" b="b"/>
              <a:pathLst>
                <a:path w="26" h="227" extrusionOk="0">
                  <a:moveTo>
                    <a:pt x="1" y="1"/>
                  </a:moveTo>
                  <a:lnTo>
                    <a:pt x="1" y="226"/>
                  </a:lnTo>
                  <a:lnTo>
                    <a:pt x="26" y="226"/>
                  </a:lnTo>
                  <a:lnTo>
                    <a:pt x="26"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44"/>
            <p:cNvSpPr/>
            <p:nvPr/>
          </p:nvSpPr>
          <p:spPr>
            <a:xfrm>
              <a:off x="3533975" y="23026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44"/>
            <p:cNvSpPr/>
            <p:nvPr/>
          </p:nvSpPr>
          <p:spPr>
            <a:xfrm>
              <a:off x="3518950" y="2289025"/>
              <a:ext cx="23825" cy="13650"/>
            </a:xfrm>
            <a:custGeom>
              <a:avLst/>
              <a:gdLst/>
              <a:ahLst/>
              <a:cxnLst/>
              <a:rect l="l" t="t" r="r" b="b"/>
              <a:pathLst>
                <a:path w="953" h="546" extrusionOk="0">
                  <a:moveTo>
                    <a:pt x="301" y="1"/>
                  </a:moveTo>
                  <a:cubicBezTo>
                    <a:pt x="282" y="1"/>
                    <a:pt x="264" y="7"/>
                    <a:pt x="251" y="20"/>
                  </a:cubicBezTo>
                  <a:lnTo>
                    <a:pt x="25" y="145"/>
                  </a:lnTo>
                  <a:cubicBezTo>
                    <a:pt x="0" y="170"/>
                    <a:pt x="0" y="195"/>
                    <a:pt x="25" y="195"/>
                  </a:cubicBezTo>
                  <a:lnTo>
                    <a:pt x="602" y="546"/>
                  </a:lnTo>
                  <a:lnTo>
                    <a:pt x="702" y="546"/>
                  </a:lnTo>
                  <a:lnTo>
                    <a:pt x="928" y="421"/>
                  </a:lnTo>
                  <a:cubicBezTo>
                    <a:pt x="953" y="396"/>
                    <a:pt x="953" y="370"/>
                    <a:pt x="928" y="345"/>
                  </a:cubicBezTo>
                  <a:lnTo>
                    <a:pt x="351" y="20"/>
                  </a:lnTo>
                  <a:cubicBezTo>
                    <a:pt x="339" y="7"/>
                    <a:pt x="320" y="1"/>
                    <a:pt x="301"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44"/>
            <p:cNvSpPr/>
            <p:nvPr/>
          </p:nvSpPr>
          <p:spPr>
            <a:xfrm>
              <a:off x="3520200" y="2289500"/>
              <a:ext cx="21325" cy="11300"/>
            </a:xfrm>
            <a:custGeom>
              <a:avLst/>
              <a:gdLst/>
              <a:ahLst/>
              <a:cxnLst/>
              <a:rect l="l" t="t" r="r" b="b"/>
              <a:pathLst>
                <a:path w="853" h="452" extrusionOk="0">
                  <a:moveTo>
                    <a:pt x="226" y="1"/>
                  </a:moveTo>
                  <a:lnTo>
                    <a:pt x="0" y="126"/>
                  </a:lnTo>
                  <a:lnTo>
                    <a:pt x="577" y="452"/>
                  </a:lnTo>
                  <a:lnTo>
                    <a:pt x="627" y="452"/>
                  </a:lnTo>
                  <a:lnTo>
                    <a:pt x="853" y="326"/>
                  </a:lnTo>
                  <a:lnTo>
                    <a:pt x="276"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44"/>
            <p:cNvSpPr/>
            <p:nvPr/>
          </p:nvSpPr>
          <p:spPr>
            <a:xfrm>
              <a:off x="3422450" y="2302025"/>
              <a:ext cx="650" cy="6300"/>
            </a:xfrm>
            <a:custGeom>
              <a:avLst/>
              <a:gdLst/>
              <a:ahLst/>
              <a:cxnLst/>
              <a:rect l="l" t="t" r="r" b="b"/>
              <a:pathLst>
                <a:path w="26"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44"/>
            <p:cNvSpPr/>
            <p:nvPr/>
          </p:nvSpPr>
          <p:spPr>
            <a:xfrm>
              <a:off x="3422450" y="230202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44"/>
            <p:cNvSpPr/>
            <p:nvPr/>
          </p:nvSpPr>
          <p:spPr>
            <a:xfrm>
              <a:off x="3422450" y="23026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44"/>
            <p:cNvSpPr/>
            <p:nvPr/>
          </p:nvSpPr>
          <p:spPr>
            <a:xfrm>
              <a:off x="3422450" y="2302650"/>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44"/>
            <p:cNvSpPr/>
            <p:nvPr/>
          </p:nvSpPr>
          <p:spPr>
            <a:xfrm>
              <a:off x="3383600" y="2302025"/>
              <a:ext cx="650" cy="6925"/>
            </a:xfrm>
            <a:custGeom>
              <a:avLst/>
              <a:gdLst/>
              <a:ahLst/>
              <a:cxnLst/>
              <a:rect l="l" t="t" r="r" b="b"/>
              <a:pathLst>
                <a:path w="26" h="277" extrusionOk="0">
                  <a:moveTo>
                    <a:pt x="1" y="1"/>
                  </a:moveTo>
                  <a:lnTo>
                    <a:pt x="1" y="226"/>
                  </a:lnTo>
                  <a:cubicBezTo>
                    <a:pt x="1" y="251"/>
                    <a:pt x="26" y="251"/>
                    <a:pt x="26" y="277"/>
                  </a:cubicBezTo>
                  <a:lnTo>
                    <a:pt x="26" y="26"/>
                  </a:lnTo>
                  <a:cubicBezTo>
                    <a:pt x="26" y="26"/>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44"/>
            <p:cNvSpPr/>
            <p:nvPr/>
          </p:nvSpPr>
          <p:spPr>
            <a:xfrm>
              <a:off x="3437500" y="2295150"/>
              <a:ext cx="13800" cy="13800"/>
            </a:xfrm>
            <a:custGeom>
              <a:avLst/>
              <a:gdLst/>
              <a:ahLst/>
              <a:cxnLst/>
              <a:rect l="l" t="t" r="r" b="b"/>
              <a:pathLst>
                <a:path w="552" h="552" extrusionOk="0">
                  <a:moveTo>
                    <a:pt x="0" y="0"/>
                  </a:moveTo>
                  <a:lnTo>
                    <a:pt x="0" y="251"/>
                  </a:lnTo>
                  <a:lnTo>
                    <a:pt x="552" y="552"/>
                  </a:lnTo>
                  <a:lnTo>
                    <a:pt x="552" y="3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44"/>
            <p:cNvSpPr/>
            <p:nvPr/>
          </p:nvSpPr>
          <p:spPr>
            <a:xfrm>
              <a:off x="3501400" y="2297025"/>
              <a:ext cx="11300" cy="12550"/>
            </a:xfrm>
            <a:custGeom>
              <a:avLst/>
              <a:gdLst/>
              <a:ahLst/>
              <a:cxnLst/>
              <a:rect l="l" t="t" r="r" b="b"/>
              <a:pathLst>
                <a:path w="452" h="502" extrusionOk="0">
                  <a:moveTo>
                    <a:pt x="452" y="0"/>
                  </a:moveTo>
                  <a:lnTo>
                    <a:pt x="1" y="251"/>
                  </a:lnTo>
                  <a:lnTo>
                    <a:pt x="1" y="502"/>
                  </a:lnTo>
                  <a:lnTo>
                    <a:pt x="452" y="226"/>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44"/>
            <p:cNvSpPr/>
            <p:nvPr/>
          </p:nvSpPr>
          <p:spPr>
            <a:xfrm>
              <a:off x="3412425" y="2302025"/>
              <a:ext cx="650" cy="6925"/>
            </a:xfrm>
            <a:custGeom>
              <a:avLst/>
              <a:gdLst/>
              <a:ahLst/>
              <a:cxnLst/>
              <a:rect l="l" t="t" r="r" b="b"/>
              <a:pathLst>
                <a:path w="26" h="277" extrusionOk="0">
                  <a:moveTo>
                    <a:pt x="1" y="1"/>
                  </a:moveTo>
                  <a:lnTo>
                    <a:pt x="1" y="251"/>
                  </a:lnTo>
                  <a:cubicBezTo>
                    <a:pt x="26" y="251"/>
                    <a:pt x="26" y="277"/>
                    <a:pt x="26" y="277"/>
                  </a:cubicBezTo>
                  <a:lnTo>
                    <a:pt x="26" y="51"/>
                  </a:lnTo>
                  <a:cubicBezTo>
                    <a:pt x="26" y="26"/>
                    <a:pt x="26"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44"/>
            <p:cNvSpPr/>
            <p:nvPr/>
          </p:nvSpPr>
          <p:spPr>
            <a:xfrm>
              <a:off x="3462550" y="2302650"/>
              <a:ext cx="25" cy="5675"/>
            </a:xfrm>
            <a:custGeom>
              <a:avLst/>
              <a:gdLst/>
              <a:ahLst/>
              <a:cxnLst/>
              <a:rect l="l" t="t" r="r" b="b"/>
              <a:pathLst>
                <a:path w="1" h="227" extrusionOk="0">
                  <a:moveTo>
                    <a:pt x="1" y="1"/>
                  </a:moveTo>
                  <a:lnTo>
                    <a:pt x="1" y="226"/>
                  </a:lnTo>
                  <a:lnTo>
                    <a:pt x="1" y="226"/>
                  </a:ln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44"/>
            <p:cNvSpPr/>
            <p:nvPr/>
          </p:nvSpPr>
          <p:spPr>
            <a:xfrm>
              <a:off x="3461925" y="2302650"/>
              <a:ext cx="650" cy="6300"/>
            </a:xfrm>
            <a:custGeom>
              <a:avLst/>
              <a:gdLst/>
              <a:ahLst/>
              <a:cxnLst/>
              <a:rect l="l" t="t" r="r" b="b"/>
              <a:pathLst>
                <a:path w="26" h="252" extrusionOk="0">
                  <a:moveTo>
                    <a:pt x="1" y="1"/>
                  </a:moveTo>
                  <a:lnTo>
                    <a:pt x="1" y="252"/>
                  </a:lnTo>
                  <a:cubicBezTo>
                    <a:pt x="1" y="252"/>
                    <a:pt x="1" y="226"/>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44"/>
            <p:cNvSpPr/>
            <p:nvPr/>
          </p:nvSpPr>
          <p:spPr>
            <a:xfrm>
              <a:off x="3461925" y="2302650"/>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44"/>
            <p:cNvSpPr/>
            <p:nvPr/>
          </p:nvSpPr>
          <p:spPr>
            <a:xfrm>
              <a:off x="3461925" y="2302650"/>
              <a:ext cx="25" cy="6300"/>
            </a:xfrm>
            <a:custGeom>
              <a:avLst/>
              <a:gdLst/>
              <a:ahLst/>
              <a:cxnLst/>
              <a:rect l="l" t="t" r="r" b="b"/>
              <a:pathLst>
                <a:path w="1" h="252" extrusionOk="0">
                  <a:moveTo>
                    <a:pt x="1" y="1"/>
                  </a:moveTo>
                  <a:lnTo>
                    <a:pt x="1" y="252"/>
                  </a:lnTo>
                  <a:cubicBezTo>
                    <a:pt x="1" y="252"/>
                    <a:pt x="1" y="252"/>
                    <a:pt x="1" y="252"/>
                  </a:cubicBezTo>
                  <a:lnTo>
                    <a:pt x="1" y="26"/>
                  </a:lnTo>
                  <a:cubicBezTo>
                    <a:pt x="1" y="26"/>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44"/>
            <p:cNvSpPr/>
            <p:nvPr/>
          </p:nvSpPr>
          <p:spPr>
            <a:xfrm>
              <a:off x="3461925" y="2303275"/>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44"/>
            <p:cNvSpPr/>
            <p:nvPr/>
          </p:nvSpPr>
          <p:spPr>
            <a:xfrm>
              <a:off x="3461925" y="2303275"/>
              <a:ext cx="25" cy="6300"/>
            </a:xfrm>
            <a:custGeom>
              <a:avLst/>
              <a:gdLst/>
              <a:ahLst/>
              <a:cxnLst/>
              <a:rect l="l" t="t" r="r" b="b"/>
              <a:pathLst>
                <a:path w="1" h="252" extrusionOk="0">
                  <a:moveTo>
                    <a:pt x="1" y="1"/>
                  </a:moveTo>
                  <a:lnTo>
                    <a:pt x="1" y="227"/>
                  </a:lnTo>
                  <a:cubicBezTo>
                    <a:pt x="1" y="227"/>
                    <a:pt x="1" y="227"/>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44"/>
            <p:cNvSpPr/>
            <p:nvPr/>
          </p:nvSpPr>
          <p:spPr>
            <a:xfrm>
              <a:off x="3461925" y="2303275"/>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44"/>
            <p:cNvSpPr/>
            <p:nvPr/>
          </p:nvSpPr>
          <p:spPr>
            <a:xfrm>
              <a:off x="3461925" y="2303275"/>
              <a:ext cx="25" cy="6300"/>
            </a:xfrm>
            <a:custGeom>
              <a:avLst/>
              <a:gdLst/>
              <a:ahLst/>
              <a:cxnLst/>
              <a:rect l="l" t="t" r="r" b="b"/>
              <a:pathLst>
                <a:path w="1" h="252" extrusionOk="0">
                  <a:moveTo>
                    <a:pt x="1" y="1"/>
                  </a:moveTo>
                  <a:lnTo>
                    <a:pt x="1" y="252"/>
                  </a:lnTo>
                  <a:lnTo>
                    <a:pt x="1" y="25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44"/>
            <p:cNvSpPr/>
            <p:nvPr/>
          </p:nvSpPr>
          <p:spPr>
            <a:xfrm>
              <a:off x="3422450" y="2302650"/>
              <a:ext cx="650" cy="6925"/>
            </a:xfrm>
            <a:custGeom>
              <a:avLst/>
              <a:gdLst/>
              <a:ahLst/>
              <a:cxnLst/>
              <a:rect l="l" t="t" r="r" b="b"/>
              <a:pathLst>
                <a:path w="26" h="277" extrusionOk="0">
                  <a:moveTo>
                    <a:pt x="1" y="1"/>
                  </a:moveTo>
                  <a:lnTo>
                    <a:pt x="1" y="226"/>
                  </a:lnTo>
                  <a:cubicBezTo>
                    <a:pt x="1" y="252"/>
                    <a:pt x="26" y="277"/>
                    <a:pt x="26" y="277"/>
                  </a:cubicBezTo>
                  <a:lnTo>
                    <a:pt x="26" y="26"/>
                  </a:lnTo>
                  <a:cubicBezTo>
                    <a:pt x="26" y="26"/>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44"/>
            <p:cNvSpPr/>
            <p:nvPr/>
          </p:nvSpPr>
          <p:spPr>
            <a:xfrm>
              <a:off x="3476975" y="2295775"/>
              <a:ext cx="13175" cy="13800"/>
            </a:xfrm>
            <a:custGeom>
              <a:avLst/>
              <a:gdLst/>
              <a:ahLst/>
              <a:cxnLst/>
              <a:rect l="l" t="t" r="r" b="b"/>
              <a:pathLst>
                <a:path w="527" h="552" extrusionOk="0">
                  <a:moveTo>
                    <a:pt x="0" y="0"/>
                  </a:moveTo>
                  <a:lnTo>
                    <a:pt x="0" y="251"/>
                  </a:lnTo>
                  <a:lnTo>
                    <a:pt x="526" y="552"/>
                  </a:lnTo>
                  <a:lnTo>
                    <a:pt x="526" y="3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44"/>
            <p:cNvSpPr/>
            <p:nvPr/>
          </p:nvSpPr>
          <p:spPr>
            <a:xfrm>
              <a:off x="3451275" y="2303275"/>
              <a:ext cx="650" cy="6925"/>
            </a:xfrm>
            <a:custGeom>
              <a:avLst/>
              <a:gdLst/>
              <a:ahLst/>
              <a:cxnLst/>
              <a:rect l="l" t="t" r="r" b="b"/>
              <a:pathLst>
                <a:path w="26" h="277" extrusionOk="0">
                  <a:moveTo>
                    <a:pt x="1" y="1"/>
                  </a:moveTo>
                  <a:lnTo>
                    <a:pt x="1" y="227"/>
                  </a:lnTo>
                  <a:cubicBezTo>
                    <a:pt x="26" y="252"/>
                    <a:pt x="26" y="252"/>
                    <a:pt x="26" y="277"/>
                  </a:cubicBezTo>
                  <a:lnTo>
                    <a:pt x="26" y="26"/>
                  </a:lnTo>
                  <a:cubicBezTo>
                    <a:pt x="26" y="26"/>
                    <a:pt x="26"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44"/>
            <p:cNvSpPr/>
            <p:nvPr/>
          </p:nvSpPr>
          <p:spPr>
            <a:xfrm>
              <a:off x="3501400" y="2303275"/>
              <a:ext cx="25" cy="6300"/>
            </a:xfrm>
            <a:custGeom>
              <a:avLst/>
              <a:gdLst/>
              <a:ahLst/>
              <a:cxnLst/>
              <a:rect l="l" t="t" r="r" b="b"/>
              <a:pathLst>
                <a:path w="1" h="252" extrusionOk="0">
                  <a:moveTo>
                    <a:pt x="1" y="1"/>
                  </a:moveTo>
                  <a:lnTo>
                    <a:pt x="1" y="252"/>
                  </a:lnTo>
                  <a:lnTo>
                    <a:pt x="1" y="252"/>
                  </a:ln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44"/>
            <p:cNvSpPr/>
            <p:nvPr/>
          </p:nvSpPr>
          <p:spPr>
            <a:xfrm>
              <a:off x="3500775" y="2303275"/>
              <a:ext cx="650" cy="6300"/>
            </a:xfrm>
            <a:custGeom>
              <a:avLst/>
              <a:gdLst/>
              <a:ahLst/>
              <a:cxnLst/>
              <a:rect l="l" t="t" r="r" b="b"/>
              <a:pathLst>
                <a:path w="26" h="252" extrusionOk="0">
                  <a:moveTo>
                    <a:pt x="26" y="1"/>
                  </a:moveTo>
                  <a:cubicBezTo>
                    <a:pt x="26" y="1"/>
                    <a:pt x="1" y="1"/>
                    <a:pt x="1" y="26"/>
                  </a:cubicBezTo>
                  <a:lnTo>
                    <a:pt x="1" y="252"/>
                  </a:lnTo>
                  <a:lnTo>
                    <a:pt x="26" y="252"/>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44"/>
            <p:cNvSpPr/>
            <p:nvPr/>
          </p:nvSpPr>
          <p:spPr>
            <a:xfrm>
              <a:off x="3500775" y="23039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44"/>
            <p:cNvSpPr/>
            <p:nvPr/>
          </p:nvSpPr>
          <p:spPr>
            <a:xfrm>
              <a:off x="3500775" y="23039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44"/>
            <p:cNvSpPr/>
            <p:nvPr/>
          </p:nvSpPr>
          <p:spPr>
            <a:xfrm>
              <a:off x="3500775" y="2303925"/>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44"/>
            <p:cNvSpPr/>
            <p:nvPr/>
          </p:nvSpPr>
          <p:spPr>
            <a:xfrm>
              <a:off x="3500775" y="23039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44"/>
            <p:cNvSpPr/>
            <p:nvPr/>
          </p:nvSpPr>
          <p:spPr>
            <a:xfrm>
              <a:off x="3500775" y="230392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44"/>
            <p:cNvSpPr/>
            <p:nvPr/>
          </p:nvSpPr>
          <p:spPr>
            <a:xfrm>
              <a:off x="3500775" y="2304550"/>
              <a:ext cx="25" cy="5650"/>
            </a:xfrm>
            <a:custGeom>
              <a:avLst/>
              <a:gdLst/>
              <a:ahLst/>
              <a:cxnLst/>
              <a:rect l="l" t="t" r="r" b="b"/>
              <a:pathLst>
                <a:path w="1" h="226" extrusionOk="0">
                  <a:moveTo>
                    <a:pt x="1" y="0"/>
                  </a:moveTo>
                  <a:lnTo>
                    <a:pt x="1" y="226"/>
                  </a:lnTo>
                  <a:lnTo>
                    <a:pt x="1" y="2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44"/>
            <p:cNvSpPr/>
            <p:nvPr/>
          </p:nvSpPr>
          <p:spPr>
            <a:xfrm>
              <a:off x="3413050" y="2303275"/>
              <a:ext cx="25" cy="5675"/>
            </a:xfrm>
            <a:custGeom>
              <a:avLst/>
              <a:gdLst/>
              <a:ahLst/>
              <a:cxnLst/>
              <a:rect l="l" t="t" r="r" b="b"/>
              <a:pathLst>
                <a:path w="1" h="227" extrusionOk="0">
                  <a:moveTo>
                    <a:pt x="1" y="1"/>
                  </a:moveTo>
                  <a:lnTo>
                    <a:pt x="1" y="227"/>
                  </a:lnTo>
                  <a:lnTo>
                    <a:pt x="1" y="227"/>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44"/>
            <p:cNvSpPr/>
            <p:nvPr/>
          </p:nvSpPr>
          <p:spPr>
            <a:xfrm>
              <a:off x="3413050" y="2303275"/>
              <a:ext cx="25" cy="6300"/>
            </a:xfrm>
            <a:custGeom>
              <a:avLst/>
              <a:gdLst/>
              <a:ahLst/>
              <a:cxnLst/>
              <a:rect l="l" t="t" r="r" b="b"/>
              <a:pathLst>
                <a:path w="1" h="252" extrusionOk="0">
                  <a:moveTo>
                    <a:pt x="1" y="1"/>
                  </a:moveTo>
                  <a:lnTo>
                    <a:pt x="1" y="227"/>
                  </a:lnTo>
                  <a:cubicBezTo>
                    <a:pt x="1" y="227"/>
                    <a:pt x="1" y="227"/>
                    <a:pt x="1" y="252"/>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44"/>
            <p:cNvSpPr/>
            <p:nvPr/>
          </p:nvSpPr>
          <p:spPr>
            <a:xfrm>
              <a:off x="3413050" y="2303275"/>
              <a:ext cx="25" cy="6300"/>
            </a:xfrm>
            <a:custGeom>
              <a:avLst/>
              <a:gdLst/>
              <a:ahLst/>
              <a:cxnLst/>
              <a:rect l="l" t="t" r="r" b="b"/>
              <a:pathLst>
                <a:path w="1" h="252" extrusionOk="0">
                  <a:moveTo>
                    <a:pt x="1" y="1"/>
                  </a:moveTo>
                  <a:lnTo>
                    <a:pt x="1" y="252"/>
                  </a:lnTo>
                  <a:cubicBezTo>
                    <a:pt x="1" y="252"/>
                    <a:pt x="1" y="252"/>
                    <a:pt x="1" y="252"/>
                  </a:cubicBez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44"/>
            <p:cNvSpPr/>
            <p:nvPr/>
          </p:nvSpPr>
          <p:spPr>
            <a:xfrm>
              <a:off x="3413050" y="2303275"/>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44"/>
            <p:cNvSpPr/>
            <p:nvPr/>
          </p:nvSpPr>
          <p:spPr>
            <a:xfrm>
              <a:off x="3413050" y="2303275"/>
              <a:ext cx="25" cy="6300"/>
            </a:xfrm>
            <a:custGeom>
              <a:avLst/>
              <a:gdLst/>
              <a:ahLst/>
              <a:cxnLst/>
              <a:rect l="l" t="t" r="r" b="b"/>
              <a:pathLst>
                <a:path w="1" h="252" extrusionOk="0">
                  <a:moveTo>
                    <a:pt x="1" y="1"/>
                  </a:moveTo>
                  <a:lnTo>
                    <a:pt x="1" y="252"/>
                  </a:lnTo>
                  <a:cubicBezTo>
                    <a:pt x="1" y="252"/>
                    <a:pt x="1" y="252"/>
                    <a:pt x="1" y="252"/>
                  </a:cubicBezTo>
                  <a:lnTo>
                    <a:pt x="1" y="26"/>
                  </a:lnTo>
                  <a:cubicBezTo>
                    <a:pt x="1" y="26"/>
                    <a:pt x="1" y="26"/>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44"/>
            <p:cNvSpPr/>
            <p:nvPr/>
          </p:nvSpPr>
          <p:spPr>
            <a:xfrm>
              <a:off x="3412425" y="2303925"/>
              <a:ext cx="650" cy="5650"/>
            </a:xfrm>
            <a:custGeom>
              <a:avLst/>
              <a:gdLst/>
              <a:ahLst/>
              <a:cxnLst/>
              <a:rect l="l" t="t" r="r" b="b"/>
              <a:pathLst>
                <a:path w="26" h="226" extrusionOk="0">
                  <a:moveTo>
                    <a:pt x="1" y="0"/>
                  </a:moveTo>
                  <a:lnTo>
                    <a:pt x="1" y="226"/>
                  </a:lnTo>
                  <a:lnTo>
                    <a:pt x="26" y="226"/>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44"/>
            <p:cNvSpPr/>
            <p:nvPr/>
          </p:nvSpPr>
          <p:spPr>
            <a:xfrm>
              <a:off x="3412425" y="2303925"/>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44"/>
            <p:cNvSpPr/>
            <p:nvPr/>
          </p:nvSpPr>
          <p:spPr>
            <a:xfrm>
              <a:off x="3412425" y="2303925"/>
              <a:ext cx="25" cy="6275"/>
            </a:xfrm>
            <a:custGeom>
              <a:avLst/>
              <a:gdLst/>
              <a:ahLst/>
              <a:cxnLst/>
              <a:rect l="l" t="t" r="r" b="b"/>
              <a:pathLst>
                <a:path w="1" h="251" extrusionOk="0">
                  <a:moveTo>
                    <a:pt x="1" y="0"/>
                  </a:moveTo>
                  <a:lnTo>
                    <a:pt x="1" y="251"/>
                  </a:lnTo>
                  <a:lnTo>
                    <a:pt x="1" y="251"/>
                  </a:lnTo>
                  <a:lnTo>
                    <a:pt x="1" y="0"/>
                  </a:lnTo>
                  <a:lnTo>
                    <a:pt x="1"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44"/>
            <p:cNvSpPr/>
            <p:nvPr/>
          </p:nvSpPr>
          <p:spPr>
            <a:xfrm>
              <a:off x="3539625" y="2301400"/>
              <a:ext cx="5650" cy="8800"/>
            </a:xfrm>
            <a:custGeom>
              <a:avLst/>
              <a:gdLst/>
              <a:ahLst/>
              <a:cxnLst/>
              <a:rect l="l" t="t" r="r" b="b"/>
              <a:pathLst>
                <a:path w="226" h="352" extrusionOk="0">
                  <a:moveTo>
                    <a:pt x="226" y="1"/>
                  </a:moveTo>
                  <a:lnTo>
                    <a:pt x="0" y="126"/>
                  </a:lnTo>
                  <a:lnTo>
                    <a:pt x="0" y="352"/>
                  </a:lnTo>
                  <a:lnTo>
                    <a:pt x="226" y="226"/>
                  </a:lnTo>
                  <a:lnTo>
                    <a:pt x="22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44"/>
            <p:cNvSpPr/>
            <p:nvPr/>
          </p:nvSpPr>
          <p:spPr>
            <a:xfrm>
              <a:off x="3461925" y="2303275"/>
              <a:ext cx="650" cy="6925"/>
            </a:xfrm>
            <a:custGeom>
              <a:avLst/>
              <a:gdLst/>
              <a:ahLst/>
              <a:cxnLst/>
              <a:rect l="l" t="t" r="r" b="b"/>
              <a:pathLst>
                <a:path w="26" h="277" extrusionOk="0">
                  <a:moveTo>
                    <a:pt x="1" y="1"/>
                  </a:moveTo>
                  <a:lnTo>
                    <a:pt x="1" y="252"/>
                  </a:lnTo>
                  <a:cubicBezTo>
                    <a:pt x="1" y="252"/>
                    <a:pt x="1" y="277"/>
                    <a:pt x="26" y="277"/>
                  </a:cubicBezTo>
                  <a:lnTo>
                    <a:pt x="26" y="51"/>
                  </a:lnTo>
                  <a:cubicBezTo>
                    <a:pt x="1" y="26"/>
                    <a:pt x="1" y="26"/>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44"/>
            <p:cNvSpPr/>
            <p:nvPr/>
          </p:nvSpPr>
          <p:spPr>
            <a:xfrm>
              <a:off x="3515825" y="2297025"/>
              <a:ext cx="13175" cy="13800"/>
            </a:xfrm>
            <a:custGeom>
              <a:avLst/>
              <a:gdLst/>
              <a:ahLst/>
              <a:cxnLst/>
              <a:rect l="l" t="t" r="r" b="b"/>
              <a:pathLst>
                <a:path w="527" h="552" extrusionOk="0">
                  <a:moveTo>
                    <a:pt x="0" y="0"/>
                  </a:moveTo>
                  <a:lnTo>
                    <a:pt x="0" y="226"/>
                  </a:lnTo>
                  <a:lnTo>
                    <a:pt x="526" y="552"/>
                  </a:lnTo>
                  <a:lnTo>
                    <a:pt x="526" y="3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44"/>
            <p:cNvSpPr/>
            <p:nvPr/>
          </p:nvSpPr>
          <p:spPr>
            <a:xfrm>
              <a:off x="3490125" y="2303925"/>
              <a:ext cx="650" cy="6900"/>
            </a:xfrm>
            <a:custGeom>
              <a:avLst/>
              <a:gdLst/>
              <a:ahLst/>
              <a:cxnLst/>
              <a:rect l="l" t="t" r="r" b="b"/>
              <a:pathLst>
                <a:path w="26" h="276" extrusionOk="0">
                  <a:moveTo>
                    <a:pt x="0" y="0"/>
                  </a:moveTo>
                  <a:lnTo>
                    <a:pt x="0" y="226"/>
                  </a:lnTo>
                  <a:cubicBezTo>
                    <a:pt x="26" y="251"/>
                    <a:pt x="26" y="251"/>
                    <a:pt x="26" y="276"/>
                  </a:cubicBezTo>
                  <a:lnTo>
                    <a:pt x="26" y="25"/>
                  </a:lnTo>
                  <a:cubicBezTo>
                    <a:pt x="26" y="25"/>
                    <a:pt x="26"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4"/>
            <p:cNvSpPr/>
            <p:nvPr/>
          </p:nvSpPr>
          <p:spPr>
            <a:xfrm>
              <a:off x="3539625" y="23045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44"/>
            <p:cNvSpPr/>
            <p:nvPr/>
          </p:nvSpPr>
          <p:spPr>
            <a:xfrm>
              <a:off x="3539625" y="2304550"/>
              <a:ext cx="25" cy="6275"/>
            </a:xfrm>
            <a:custGeom>
              <a:avLst/>
              <a:gdLst/>
              <a:ahLst/>
              <a:cxnLst/>
              <a:rect l="l" t="t" r="r" b="b"/>
              <a:pathLst>
                <a:path w="1" h="251" extrusionOk="0">
                  <a:moveTo>
                    <a:pt x="0" y="0"/>
                  </a:moveTo>
                  <a:lnTo>
                    <a:pt x="0" y="226"/>
                  </a:lnTo>
                  <a:cubicBezTo>
                    <a:pt x="0" y="226"/>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44"/>
            <p:cNvSpPr/>
            <p:nvPr/>
          </p:nvSpPr>
          <p:spPr>
            <a:xfrm>
              <a:off x="3539625" y="23045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4"/>
            <p:cNvSpPr/>
            <p:nvPr/>
          </p:nvSpPr>
          <p:spPr>
            <a:xfrm>
              <a:off x="3539625" y="23045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44"/>
            <p:cNvSpPr/>
            <p:nvPr/>
          </p:nvSpPr>
          <p:spPr>
            <a:xfrm>
              <a:off x="3539625" y="2304550"/>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44"/>
            <p:cNvSpPr/>
            <p:nvPr/>
          </p:nvSpPr>
          <p:spPr>
            <a:xfrm>
              <a:off x="3539625" y="2305175"/>
              <a:ext cx="25" cy="5650"/>
            </a:xfrm>
            <a:custGeom>
              <a:avLst/>
              <a:gdLst/>
              <a:ahLst/>
              <a:cxnLst/>
              <a:rect l="l" t="t" r="r" b="b"/>
              <a:pathLst>
                <a:path w="1" h="226" extrusionOk="0">
                  <a:moveTo>
                    <a:pt x="0" y="0"/>
                  </a:moveTo>
                  <a:lnTo>
                    <a:pt x="0" y="226"/>
                  </a:lnTo>
                  <a:lnTo>
                    <a:pt x="0" y="226"/>
                  </a:ln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44"/>
            <p:cNvSpPr/>
            <p:nvPr/>
          </p:nvSpPr>
          <p:spPr>
            <a:xfrm>
              <a:off x="3539625" y="23051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44"/>
            <p:cNvSpPr/>
            <p:nvPr/>
          </p:nvSpPr>
          <p:spPr>
            <a:xfrm>
              <a:off x="3539625" y="2305175"/>
              <a:ext cx="25" cy="5650"/>
            </a:xfrm>
            <a:custGeom>
              <a:avLst/>
              <a:gdLst/>
              <a:ahLst/>
              <a:cxnLst/>
              <a:rect l="l" t="t" r="r" b="b"/>
              <a:pathLst>
                <a:path w="1" h="226" extrusionOk="0">
                  <a:moveTo>
                    <a:pt x="0" y="0"/>
                  </a:moveTo>
                  <a:lnTo>
                    <a:pt x="0" y="226"/>
                  </a:lnTo>
                  <a:lnTo>
                    <a:pt x="0" y="2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4"/>
            <p:cNvSpPr/>
            <p:nvPr/>
          </p:nvSpPr>
          <p:spPr>
            <a:xfrm>
              <a:off x="3451900" y="2303925"/>
              <a:ext cx="25" cy="6275"/>
            </a:xfrm>
            <a:custGeom>
              <a:avLst/>
              <a:gdLst/>
              <a:ahLst/>
              <a:cxnLst/>
              <a:rect l="l" t="t" r="r" b="b"/>
              <a:pathLst>
                <a:path w="1" h="251" extrusionOk="0">
                  <a:moveTo>
                    <a:pt x="1" y="0"/>
                  </a:moveTo>
                  <a:lnTo>
                    <a:pt x="1" y="251"/>
                  </a:lnTo>
                  <a:lnTo>
                    <a:pt x="1" y="251"/>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44"/>
            <p:cNvSpPr/>
            <p:nvPr/>
          </p:nvSpPr>
          <p:spPr>
            <a:xfrm>
              <a:off x="3451900" y="23039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44"/>
            <p:cNvSpPr/>
            <p:nvPr/>
          </p:nvSpPr>
          <p:spPr>
            <a:xfrm>
              <a:off x="3451900" y="230392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44"/>
            <p:cNvSpPr/>
            <p:nvPr/>
          </p:nvSpPr>
          <p:spPr>
            <a:xfrm>
              <a:off x="3451900" y="23045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44"/>
            <p:cNvSpPr/>
            <p:nvPr/>
          </p:nvSpPr>
          <p:spPr>
            <a:xfrm>
              <a:off x="3451900" y="23045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44"/>
            <p:cNvSpPr/>
            <p:nvPr/>
          </p:nvSpPr>
          <p:spPr>
            <a:xfrm>
              <a:off x="3451900" y="2304550"/>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44"/>
            <p:cNvSpPr/>
            <p:nvPr/>
          </p:nvSpPr>
          <p:spPr>
            <a:xfrm>
              <a:off x="3451275" y="2304550"/>
              <a:ext cx="650" cy="6275"/>
            </a:xfrm>
            <a:custGeom>
              <a:avLst/>
              <a:gdLst/>
              <a:ahLst/>
              <a:cxnLst/>
              <a:rect l="l" t="t" r="r" b="b"/>
              <a:pathLst>
                <a:path w="26" h="251" extrusionOk="0">
                  <a:moveTo>
                    <a:pt x="26" y="0"/>
                  </a:moveTo>
                  <a:cubicBezTo>
                    <a:pt x="1" y="0"/>
                    <a:pt x="1" y="25"/>
                    <a:pt x="1" y="25"/>
                  </a:cubicBezTo>
                  <a:lnTo>
                    <a:pt x="1" y="251"/>
                  </a:lnTo>
                  <a:lnTo>
                    <a:pt x="26" y="251"/>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44"/>
            <p:cNvSpPr/>
            <p:nvPr/>
          </p:nvSpPr>
          <p:spPr>
            <a:xfrm>
              <a:off x="3451275" y="23051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44"/>
            <p:cNvSpPr/>
            <p:nvPr/>
          </p:nvSpPr>
          <p:spPr>
            <a:xfrm>
              <a:off x="3500775" y="2304550"/>
              <a:ext cx="650" cy="6900"/>
            </a:xfrm>
            <a:custGeom>
              <a:avLst/>
              <a:gdLst/>
              <a:ahLst/>
              <a:cxnLst/>
              <a:rect l="l" t="t" r="r" b="b"/>
              <a:pathLst>
                <a:path w="26" h="276" extrusionOk="0">
                  <a:moveTo>
                    <a:pt x="1" y="0"/>
                  </a:moveTo>
                  <a:lnTo>
                    <a:pt x="1" y="226"/>
                  </a:lnTo>
                  <a:cubicBezTo>
                    <a:pt x="1" y="251"/>
                    <a:pt x="1" y="251"/>
                    <a:pt x="26" y="276"/>
                  </a:cubicBezTo>
                  <a:lnTo>
                    <a:pt x="26" y="25"/>
                  </a:lnTo>
                  <a:cubicBezTo>
                    <a:pt x="1" y="25"/>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44"/>
            <p:cNvSpPr/>
            <p:nvPr/>
          </p:nvSpPr>
          <p:spPr>
            <a:xfrm>
              <a:off x="3379850" y="2305175"/>
              <a:ext cx="25" cy="6275"/>
            </a:xfrm>
            <a:custGeom>
              <a:avLst/>
              <a:gdLst/>
              <a:ahLst/>
              <a:cxnLst/>
              <a:rect l="l" t="t" r="r" b="b"/>
              <a:pathLst>
                <a:path w="1" h="251" extrusionOk="0">
                  <a:moveTo>
                    <a:pt x="0" y="0"/>
                  </a:moveTo>
                  <a:lnTo>
                    <a:pt x="0" y="251"/>
                  </a:lnTo>
                  <a:cubicBezTo>
                    <a:pt x="0" y="251"/>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44"/>
            <p:cNvSpPr/>
            <p:nvPr/>
          </p:nvSpPr>
          <p:spPr>
            <a:xfrm>
              <a:off x="3379225" y="23051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44"/>
            <p:cNvSpPr/>
            <p:nvPr/>
          </p:nvSpPr>
          <p:spPr>
            <a:xfrm>
              <a:off x="3379225" y="23051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44"/>
            <p:cNvSpPr/>
            <p:nvPr/>
          </p:nvSpPr>
          <p:spPr>
            <a:xfrm>
              <a:off x="3379225" y="2305175"/>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44"/>
            <p:cNvSpPr/>
            <p:nvPr/>
          </p:nvSpPr>
          <p:spPr>
            <a:xfrm>
              <a:off x="3378600" y="23051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44"/>
            <p:cNvSpPr/>
            <p:nvPr/>
          </p:nvSpPr>
          <p:spPr>
            <a:xfrm>
              <a:off x="3378600" y="23051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44"/>
            <p:cNvSpPr/>
            <p:nvPr/>
          </p:nvSpPr>
          <p:spPr>
            <a:xfrm>
              <a:off x="3378600" y="2305175"/>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44"/>
            <p:cNvSpPr/>
            <p:nvPr/>
          </p:nvSpPr>
          <p:spPr>
            <a:xfrm>
              <a:off x="3377975" y="23051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44"/>
            <p:cNvSpPr/>
            <p:nvPr/>
          </p:nvSpPr>
          <p:spPr>
            <a:xfrm>
              <a:off x="3377975" y="23051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44"/>
            <p:cNvSpPr/>
            <p:nvPr/>
          </p:nvSpPr>
          <p:spPr>
            <a:xfrm>
              <a:off x="3377350" y="23051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44"/>
            <p:cNvSpPr/>
            <p:nvPr/>
          </p:nvSpPr>
          <p:spPr>
            <a:xfrm>
              <a:off x="3376725" y="2305175"/>
              <a:ext cx="650" cy="6275"/>
            </a:xfrm>
            <a:custGeom>
              <a:avLst/>
              <a:gdLst/>
              <a:ahLst/>
              <a:cxnLst/>
              <a:rect l="l" t="t" r="r" b="b"/>
              <a:pathLst>
                <a:path w="26" h="251" extrusionOk="0">
                  <a:moveTo>
                    <a:pt x="0" y="0"/>
                  </a:moveTo>
                  <a:lnTo>
                    <a:pt x="0" y="251"/>
                  </a:lnTo>
                  <a:cubicBezTo>
                    <a:pt x="0" y="226"/>
                    <a:pt x="25" y="226"/>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44"/>
            <p:cNvSpPr/>
            <p:nvPr/>
          </p:nvSpPr>
          <p:spPr>
            <a:xfrm>
              <a:off x="3528975" y="2304550"/>
              <a:ext cx="650" cy="6900"/>
            </a:xfrm>
            <a:custGeom>
              <a:avLst/>
              <a:gdLst/>
              <a:ahLst/>
              <a:cxnLst/>
              <a:rect l="l" t="t" r="r" b="b"/>
              <a:pathLst>
                <a:path w="26" h="276" extrusionOk="0">
                  <a:moveTo>
                    <a:pt x="0" y="0"/>
                  </a:moveTo>
                  <a:lnTo>
                    <a:pt x="0" y="251"/>
                  </a:lnTo>
                  <a:cubicBezTo>
                    <a:pt x="25" y="251"/>
                    <a:pt x="25" y="276"/>
                    <a:pt x="25" y="276"/>
                  </a:cubicBezTo>
                  <a:lnTo>
                    <a:pt x="25" y="50"/>
                  </a:lnTo>
                  <a:cubicBezTo>
                    <a:pt x="25" y="25"/>
                    <a:pt x="25"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44"/>
            <p:cNvSpPr/>
            <p:nvPr/>
          </p:nvSpPr>
          <p:spPr>
            <a:xfrm>
              <a:off x="3539625" y="2305175"/>
              <a:ext cx="25" cy="6900"/>
            </a:xfrm>
            <a:custGeom>
              <a:avLst/>
              <a:gdLst/>
              <a:ahLst/>
              <a:cxnLst/>
              <a:rect l="l" t="t" r="r" b="b"/>
              <a:pathLst>
                <a:path w="1" h="276" extrusionOk="0">
                  <a:moveTo>
                    <a:pt x="0" y="25"/>
                  </a:moveTo>
                  <a:lnTo>
                    <a:pt x="0" y="276"/>
                  </a:lnTo>
                  <a:cubicBezTo>
                    <a:pt x="0" y="251"/>
                    <a:pt x="0" y="251"/>
                    <a:pt x="0" y="226"/>
                  </a:cubicBezTo>
                  <a:lnTo>
                    <a:pt x="0" y="0"/>
                  </a:lnTo>
                  <a:cubicBezTo>
                    <a:pt x="0" y="0"/>
                    <a:pt x="0" y="25"/>
                    <a:pt x="0" y="25"/>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44"/>
            <p:cNvSpPr/>
            <p:nvPr/>
          </p:nvSpPr>
          <p:spPr>
            <a:xfrm>
              <a:off x="3490750" y="2304550"/>
              <a:ext cx="25" cy="6275"/>
            </a:xfrm>
            <a:custGeom>
              <a:avLst/>
              <a:gdLst/>
              <a:ahLst/>
              <a:cxnLst/>
              <a:rect l="l" t="t" r="r" b="b"/>
              <a:pathLst>
                <a:path w="1" h="251" extrusionOk="0">
                  <a:moveTo>
                    <a:pt x="1" y="0"/>
                  </a:moveTo>
                  <a:lnTo>
                    <a:pt x="1" y="251"/>
                  </a:lnTo>
                  <a:lnTo>
                    <a:pt x="1" y="251"/>
                  </a:lnTo>
                  <a:lnTo>
                    <a:pt x="1" y="25"/>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44"/>
            <p:cNvSpPr/>
            <p:nvPr/>
          </p:nvSpPr>
          <p:spPr>
            <a:xfrm>
              <a:off x="3490750" y="23051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44"/>
            <p:cNvSpPr/>
            <p:nvPr/>
          </p:nvSpPr>
          <p:spPr>
            <a:xfrm>
              <a:off x="3490750" y="2305175"/>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44"/>
            <p:cNvSpPr/>
            <p:nvPr/>
          </p:nvSpPr>
          <p:spPr>
            <a:xfrm>
              <a:off x="3490750" y="2305175"/>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44"/>
            <p:cNvSpPr/>
            <p:nvPr/>
          </p:nvSpPr>
          <p:spPr>
            <a:xfrm>
              <a:off x="3490750" y="23051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44"/>
            <p:cNvSpPr/>
            <p:nvPr/>
          </p:nvSpPr>
          <p:spPr>
            <a:xfrm>
              <a:off x="3490750" y="230517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44"/>
            <p:cNvSpPr/>
            <p:nvPr/>
          </p:nvSpPr>
          <p:spPr>
            <a:xfrm>
              <a:off x="3490125" y="2305800"/>
              <a:ext cx="650" cy="5650"/>
            </a:xfrm>
            <a:custGeom>
              <a:avLst/>
              <a:gdLst/>
              <a:ahLst/>
              <a:cxnLst/>
              <a:rect l="l" t="t" r="r" b="b"/>
              <a:pathLst>
                <a:path w="26" h="226" extrusionOk="0">
                  <a:moveTo>
                    <a:pt x="0" y="0"/>
                  </a:moveTo>
                  <a:lnTo>
                    <a:pt x="0" y="226"/>
                  </a:lnTo>
                  <a:lnTo>
                    <a:pt x="26" y="226"/>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44"/>
            <p:cNvSpPr/>
            <p:nvPr/>
          </p:nvSpPr>
          <p:spPr>
            <a:xfrm>
              <a:off x="3490125" y="2305800"/>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44"/>
            <p:cNvSpPr/>
            <p:nvPr/>
          </p:nvSpPr>
          <p:spPr>
            <a:xfrm>
              <a:off x="3418700" y="230580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44"/>
            <p:cNvSpPr/>
            <p:nvPr/>
          </p:nvSpPr>
          <p:spPr>
            <a:xfrm>
              <a:off x="3418700" y="2305800"/>
              <a:ext cx="25" cy="6275"/>
            </a:xfrm>
            <a:custGeom>
              <a:avLst/>
              <a:gdLst/>
              <a:ahLst/>
              <a:cxnLst/>
              <a:rect l="l" t="t" r="r" b="b"/>
              <a:pathLst>
                <a:path w="1" h="251" extrusionOk="0">
                  <a:moveTo>
                    <a:pt x="0" y="0"/>
                  </a:moveTo>
                  <a:lnTo>
                    <a:pt x="0" y="251"/>
                  </a:lnTo>
                  <a:cubicBezTo>
                    <a:pt x="0" y="251"/>
                    <a:pt x="0" y="251"/>
                    <a:pt x="0" y="251"/>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44"/>
            <p:cNvSpPr/>
            <p:nvPr/>
          </p:nvSpPr>
          <p:spPr>
            <a:xfrm>
              <a:off x="3418075" y="2305800"/>
              <a:ext cx="650" cy="6275"/>
            </a:xfrm>
            <a:custGeom>
              <a:avLst/>
              <a:gdLst/>
              <a:ahLst/>
              <a:cxnLst/>
              <a:rect l="l" t="t" r="r" b="b"/>
              <a:pathLst>
                <a:path w="26" h="251" extrusionOk="0">
                  <a:moveTo>
                    <a:pt x="0" y="0"/>
                  </a:moveTo>
                  <a:lnTo>
                    <a:pt x="0" y="226"/>
                  </a:lnTo>
                  <a:cubicBezTo>
                    <a:pt x="0" y="226"/>
                    <a:pt x="0" y="251"/>
                    <a:pt x="25" y="251"/>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44"/>
            <p:cNvSpPr/>
            <p:nvPr/>
          </p:nvSpPr>
          <p:spPr>
            <a:xfrm>
              <a:off x="3418075" y="23058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44"/>
            <p:cNvSpPr/>
            <p:nvPr/>
          </p:nvSpPr>
          <p:spPr>
            <a:xfrm>
              <a:off x="3417450" y="230580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44"/>
            <p:cNvSpPr/>
            <p:nvPr/>
          </p:nvSpPr>
          <p:spPr>
            <a:xfrm>
              <a:off x="3417450" y="23058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44"/>
            <p:cNvSpPr/>
            <p:nvPr/>
          </p:nvSpPr>
          <p:spPr>
            <a:xfrm>
              <a:off x="3417450" y="2305800"/>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44"/>
            <p:cNvSpPr/>
            <p:nvPr/>
          </p:nvSpPr>
          <p:spPr>
            <a:xfrm>
              <a:off x="3416825" y="230580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44"/>
            <p:cNvSpPr/>
            <p:nvPr/>
          </p:nvSpPr>
          <p:spPr>
            <a:xfrm>
              <a:off x="3416825" y="23058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44"/>
            <p:cNvSpPr/>
            <p:nvPr/>
          </p:nvSpPr>
          <p:spPr>
            <a:xfrm>
              <a:off x="3416200" y="2305800"/>
              <a:ext cx="650" cy="6275"/>
            </a:xfrm>
            <a:custGeom>
              <a:avLst/>
              <a:gdLst/>
              <a:ahLst/>
              <a:cxnLst/>
              <a:rect l="l" t="t" r="r" b="b"/>
              <a:pathLst>
                <a:path w="26" h="251" extrusionOk="0">
                  <a:moveTo>
                    <a:pt x="0" y="0"/>
                  </a:moveTo>
                  <a:lnTo>
                    <a:pt x="0" y="251"/>
                  </a:lnTo>
                  <a:cubicBezTo>
                    <a:pt x="0" y="251"/>
                    <a:pt x="25" y="226"/>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44"/>
            <p:cNvSpPr/>
            <p:nvPr/>
          </p:nvSpPr>
          <p:spPr>
            <a:xfrm>
              <a:off x="3415550" y="2305800"/>
              <a:ext cx="675" cy="6275"/>
            </a:xfrm>
            <a:custGeom>
              <a:avLst/>
              <a:gdLst/>
              <a:ahLst/>
              <a:cxnLst/>
              <a:rect l="l" t="t" r="r" b="b"/>
              <a:pathLst>
                <a:path w="27"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44"/>
            <p:cNvSpPr/>
            <p:nvPr/>
          </p:nvSpPr>
          <p:spPr>
            <a:xfrm>
              <a:off x="3529600" y="2305800"/>
              <a:ext cx="25" cy="5650"/>
            </a:xfrm>
            <a:custGeom>
              <a:avLst/>
              <a:gdLst/>
              <a:ahLst/>
              <a:cxnLst/>
              <a:rect l="l" t="t" r="r" b="b"/>
              <a:pathLst>
                <a:path w="1" h="226" extrusionOk="0">
                  <a:moveTo>
                    <a:pt x="0" y="0"/>
                  </a:moveTo>
                  <a:lnTo>
                    <a:pt x="0" y="226"/>
                  </a:lnTo>
                  <a:lnTo>
                    <a:pt x="0" y="226"/>
                  </a:lnTo>
                  <a:lnTo>
                    <a:pt x="0"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44"/>
            <p:cNvSpPr/>
            <p:nvPr/>
          </p:nvSpPr>
          <p:spPr>
            <a:xfrm>
              <a:off x="3529600" y="2305800"/>
              <a:ext cx="25" cy="6275"/>
            </a:xfrm>
            <a:custGeom>
              <a:avLst/>
              <a:gdLst/>
              <a:ahLst/>
              <a:cxnLst/>
              <a:rect l="l" t="t" r="r" b="b"/>
              <a:pathLst>
                <a:path w="1" h="251" extrusionOk="0">
                  <a:moveTo>
                    <a:pt x="0" y="0"/>
                  </a:moveTo>
                  <a:lnTo>
                    <a:pt x="0" y="226"/>
                  </a:lnTo>
                  <a:cubicBezTo>
                    <a:pt x="0" y="226"/>
                    <a:pt x="0" y="226"/>
                    <a:pt x="0" y="251"/>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44"/>
            <p:cNvSpPr/>
            <p:nvPr/>
          </p:nvSpPr>
          <p:spPr>
            <a:xfrm>
              <a:off x="3529600" y="23058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44"/>
            <p:cNvSpPr/>
            <p:nvPr/>
          </p:nvSpPr>
          <p:spPr>
            <a:xfrm>
              <a:off x="3529600" y="23058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44"/>
            <p:cNvSpPr/>
            <p:nvPr/>
          </p:nvSpPr>
          <p:spPr>
            <a:xfrm>
              <a:off x="3529600" y="2305800"/>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25"/>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44"/>
            <p:cNvSpPr/>
            <p:nvPr/>
          </p:nvSpPr>
          <p:spPr>
            <a:xfrm>
              <a:off x="3529600" y="23064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44"/>
            <p:cNvSpPr/>
            <p:nvPr/>
          </p:nvSpPr>
          <p:spPr>
            <a:xfrm>
              <a:off x="3528975" y="2306425"/>
              <a:ext cx="650" cy="6275"/>
            </a:xfrm>
            <a:custGeom>
              <a:avLst/>
              <a:gdLst/>
              <a:ahLst/>
              <a:cxnLst/>
              <a:rect l="l" t="t" r="r" b="b"/>
              <a:pathLst>
                <a:path w="26" h="251" extrusionOk="0">
                  <a:moveTo>
                    <a:pt x="0" y="0"/>
                  </a:moveTo>
                  <a:lnTo>
                    <a:pt x="0" y="251"/>
                  </a:lnTo>
                  <a:cubicBezTo>
                    <a:pt x="25" y="251"/>
                    <a:pt x="25" y="251"/>
                    <a:pt x="25" y="226"/>
                  </a:cubicBez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44"/>
            <p:cNvSpPr/>
            <p:nvPr/>
          </p:nvSpPr>
          <p:spPr>
            <a:xfrm>
              <a:off x="3528975" y="2306425"/>
              <a:ext cx="25" cy="6275"/>
            </a:xfrm>
            <a:custGeom>
              <a:avLst/>
              <a:gdLst/>
              <a:ahLst/>
              <a:cxnLst/>
              <a:rect l="l" t="t" r="r" b="b"/>
              <a:pathLst>
                <a:path w="1" h="251" extrusionOk="0">
                  <a:moveTo>
                    <a:pt x="0" y="0"/>
                  </a:moveTo>
                  <a:lnTo>
                    <a:pt x="0" y="251"/>
                  </a:lnTo>
                  <a:lnTo>
                    <a:pt x="0" y="251"/>
                  </a:lnTo>
                  <a:lnTo>
                    <a:pt x="0" y="0"/>
                  </a:lnTo>
                  <a:cubicBezTo>
                    <a:pt x="0" y="0"/>
                    <a:pt x="0" y="0"/>
                    <a:pt x="0"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44"/>
            <p:cNvSpPr/>
            <p:nvPr/>
          </p:nvSpPr>
          <p:spPr>
            <a:xfrm>
              <a:off x="3457550" y="230705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44"/>
            <p:cNvSpPr/>
            <p:nvPr/>
          </p:nvSpPr>
          <p:spPr>
            <a:xfrm>
              <a:off x="3457550" y="2306425"/>
              <a:ext cx="25" cy="6275"/>
            </a:xfrm>
            <a:custGeom>
              <a:avLst/>
              <a:gdLst/>
              <a:ahLst/>
              <a:cxnLst/>
              <a:rect l="l" t="t" r="r" b="b"/>
              <a:pathLst>
                <a:path w="1" h="251" extrusionOk="0">
                  <a:moveTo>
                    <a:pt x="0" y="25"/>
                  </a:moveTo>
                  <a:lnTo>
                    <a:pt x="0" y="251"/>
                  </a:lnTo>
                  <a:lnTo>
                    <a:pt x="0" y="251"/>
                  </a:lnTo>
                  <a:lnTo>
                    <a:pt x="0" y="0"/>
                  </a:lnTo>
                  <a:cubicBezTo>
                    <a:pt x="0" y="0"/>
                    <a:pt x="0" y="25"/>
                    <a:pt x="0" y="2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44"/>
            <p:cNvSpPr/>
            <p:nvPr/>
          </p:nvSpPr>
          <p:spPr>
            <a:xfrm>
              <a:off x="3456925" y="230642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44"/>
            <p:cNvSpPr/>
            <p:nvPr/>
          </p:nvSpPr>
          <p:spPr>
            <a:xfrm>
              <a:off x="3456925" y="230642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44"/>
            <p:cNvSpPr/>
            <p:nvPr/>
          </p:nvSpPr>
          <p:spPr>
            <a:xfrm>
              <a:off x="3456925" y="230642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44"/>
            <p:cNvSpPr/>
            <p:nvPr/>
          </p:nvSpPr>
          <p:spPr>
            <a:xfrm>
              <a:off x="3456300" y="230642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4"/>
            <p:cNvSpPr/>
            <p:nvPr/>
          </p:nvSpPr>
          <p:spPr>
            <a:xfrm>
              <a:off x="3456300" y="2306425"/>
              <a:ext cx="25" cy="6275"/>
            </a:xfrm>
            <a:custGeom>
              <a:avLst/>
              <a:gdLst/>
              <a:ahLst/>
              <a:cxnLst/>
              <a:rect l="l" t="t" r="r" b="b"/>
              <a:pathLst>
                <a:path w="1" h="251" extrusionOk="0">
                  <a:moveTo>
                    <a:pt x="0" y="0"/>
                  </a:moveTo>
                  <a:lnTo>
                    <a:pt x="0" y="251"/>
                  </a:lnTo>
                  <a:lnTo>
                    <a:pt x="0" y="251"/>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44"/>
            <p:cNvSpPr/>
            <p:nvPr/>
          </p:nvSpPr>
          <p:spPr>
            <a:xfrm>
              <a:off x="3456300" y="230642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44"/>
            <p:cNvSpPr/>
            <p:nvPr/>
          </p:nvSpPr>
          <p:spPr>
            <a:xfrm>
              <a:off x="3455650" y="2306425"/>
              <a:ext cx="675" cy="6275"/>
            </a:xfrm>
            <a:custGeom>
              <a:avLst/>
              <a:gdLst/>
              <a:ahLst/>
              <a:cxnLst/>
              <a:rect l="l" t="t" r="r" b="b"/>
              <a:pathLst>
                <a:path w="27"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44"/>
            <p:cNvSpPr/>
            <p:nvPr/>
          </p:nvSpPr>
          <p:spPr>
            <a:xfrm>
              <a:off x="3455025" y="2306425"/>
              <a:ext cx="650" cy="6275"/>
            </a:xfrm>
            <a:custGeom>
              <a:avLst/>
              <a:gdLst/>
              <a:ahLst/>
              <a:cxnLst/>
              <a:rect l="l" t="t" r="r" b="b"/>
              <a:pathLst>
                <a:path w="26"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44"/>
            <p:cNvSpPr/>
            <p:nvPr/>
          </p:nvSpPr>
          <p:spPr>
            <a:xfrm>
              <a:off x="3455025" y="230642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25"/>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44"/>
            <p:cNvSpPr/>
            <p:nvPr/>
          </p:nvSpPr>
          <p:spPr>
            <a:xfrm>
              <a:off x="3496400" y="2307675"/>
              <a:ext cx="650" cy="6300"/>
            </a:xfrm>
            <a:custGeom>
              <a:avLst/>
              <a:gdLst/>
              <a:ahLst/>
              <a:cxnLst/>
              <a:rect l="l" t="t" r="r" b="b"/>
              <a:pathLst>
                <a:path w="26" h="252" extrusionOk="0">
                  <a:moveTo>
                    <a:pt x="0" y="0"/>
                  </a:moveTo>
                  <a:lnTo>
                    <a:pt x="0" y="226"/>
                  </a:lnTo>
                  <a:cubicBezTo>
                    <a:pt x="25" y="226"/>
                    <a:pt x="25" y="251"/>
                    <a:pt x="25" y="251"/>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4"/>
            <p:cNvSpPr/>
            <p:nvPr/>
          </p:nvSpPr>
          <p:spPr>
            <a:xfrm>
              <a:off x="3496400" y="23076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44"/>
            <p:cNvSpPr/>
            <p:nvPr/>
          </p:nvSpPr>
          <p:spPr>
            <a:xfrm>
              <a:off x="3496400" y="23076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44"/>
            <p:cNvSpPr/>
            <p:nvPr/>
          </p:nvSpPr>
          <p:spPr>
            <a:xfrm>
              <a:off x="3495775" y="23076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4"/>
            <p:cNvSpPr/>
            <p:nvPr/>
          </p:nvSpPr>
          <p:spPr>
            <a:xfrm>
              <a:off x="3495775" y="23076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44"/>
            <p:cNvSpPr/>
            <p:nvPr/>
          </p:nvSpPr>
          <p:spPr>
            <a:xfrm>
              <a:off x="3495125" y="2307675"/>
              <a:ext cx="675" cy="5650"/>
            </a:xfrm>
            <a:custGeom>
              <a:avLst/>
              <a:gdLst/>
              <a:ahLst/>
              <a:cxnLst/>
              <a:rect l="l" t="t" r="r" b="b"/>
              <a:pathLst>
                <a:path w="27"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44"/>
            <p:cNvSpPr/>
            <p:nvPr/>
          </p:nvSpPr>
          <p:spPr>
            <a:xfrm>
              <a:off x="3495125" y="2307675"/>
              <a:ext cx="25" cy="5650"/>
            </a:xfrm>
            <a:custGeom>
              <a:avLst/>
              <a:gdLst/>
              <a:ahLst/>
              <a:cxnLst/>
              <a:rect l="l" t="t" r="r" b="b"/>
              <a:pathLst>
                <a:path w="1" h="226" extrusionOk="0">
                  <a:moveTo>
                    <a:pt x="1" y="0"/>
                  </a:moveTo>
                  <a:lnTo>
                    <a:pt x="1" y="226"/>
                  </a:lnTo>
                  <a:lnTo>
                    <a:pt x="1" y="226"/>
                  </a:ln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44"/>
            <p:cNvSpPr/>
            <p:nvPr/>
          </p:nvSpPr>
          <p:spPr>
            <a:xfrm>
              <a:off x="3495125" y="23076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44"/>
            <p:cNvSpPr/>
            <p:nvPr/>
          </p:nvSpPr>
          <p:spPr>
            <a:xfrm>
              <a:off x="3494500" y="230767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44"/>
            <p:cNvSpPr/>
            <p:nvPr/>
          </p:nvSpPr>
          <p:spPr>
            <a:xfrm>
              <a:off x="3493875" y="2307675"/>
              <a:ext cx="650" cy="5650"/>
            </a:xfrm>
            <a:custGeom>
              <a:avLst/>
              <a:gdLst/>
              <a:ahLst/>
              <a:cxnLst/>
              <a:rect l="l" t="t" r="r" b="b"/>
              <a:pathLst>
                <a:path w="26" h="226" extrusionOk="0">
                  <a:moveTo>
                    <a:pt x="26"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44"/>
            <p:cNvSpPr/>
            <p:nvPr/>
          </p:nvSpPr>
          <p:spPr>
            <a:xfrm>
              <a:off x="3493875" y="2307675"/>
              <a:ext cx="650" cy="5650"/>
            </a:xfrm>
            <a:custGeom>
              <a:avLst/>
              <a:gdLst/>
              <a:ahLst/>
              <a:cxnLst/>
              <a:rect l="l" t="t" r="r" b="b"/>
              <a:pathLst>
                <a:path w="26" h="226" extrusionOk="0">
                  <a:moveTo>
                    <a:pt x="1" y="0"/>
                  </a:moveTo>
                  <a:lnTo>
                    <a:pt x="1"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4"/>
            <p:cNvSpPr/>
            <p:nvPr/>
          </p:nvSpPr>
          <p:spPr>
            <a:xfrm>
              <a:off x="3535875" y="2308300"/>
              <a:ext cx="25" cy="6300"/>
            </a:xfrm>
            <a:custGeom>
              <a:avLst/>
              <a:gdLst/>
              <a:ahLst/>
              <a:cxnLst/>
              <a:rect l="l" t="t" r="r" b="b"/>
              <a:pathLst>
                <a:path w="1" h="252" extrusionOk="0">
                  <a:moveTo>
                    <a:pt x="0" y="26"/>
                  </a:moveTo>
                  <a:lnTo>
                    <a:pt x="0" y="251"/>
                  </a:lnTo>
                  <a:cubicBezTo>
                    <a:pt x="0" y="251"/>
                    <a:pt x="0" y="251"/>
                    <a:pt x="0" y="251"/>
                  </a:cubicBezTo>
                  <a:lnTo>
                    <a:pt x="0" y="0"/>
                  </a:lnTo>
                  <a:cubicBezTo>
                    <a:pt x="0" y="0"/>
                    <a:pt x="0" y="0"/>
                    <a:pt x="0" y="2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44"/>
            <p:cNvSpPr/>
            <p:nvPr/>
          </p:nvSpPr>
          <p:spPr>
            <a:xfrm>
              <a:off x="3535225" y="2308300"/>
              <a:ext cx="675" cy="6300"/>
            </a:xfrm>
            <a:custGeom>
              <a:avLst/>
              <a:gdLst/>
              <a:ahLst/>
              <a:cxnLst/>
              <a:rect l="l" t="t" r="r" b="b"/>
              <a:pathLst>
                <a:path w="27" h="252"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44"/>
            <p:cNvSpPr/>
            <p:nvPr/>
          </p:nvSpPr>
          <p:spPr>
            <a:xfrm>
              <a:off x="3535225" y="2308300"/>
              <a:ext cx="25" cy="6300"/>
            </a:xfrm>
            <a:custGeom>
              <a:avLst/>
              <a:gdLst/>
              <a:ahLst/>
              <a:cxnLst/>
              <a:rect l="l" t="t" r="r" b="b"/>
              <a:pathLst>
                <a:path w="1" h="252" extrusionOk="0">
                  <a:moveTo>
                    <a:pt x="1" y="0"/>
                  </a:moveTo>
                  <a:lnTo>
                    <a:pt x="1" y="251"/>
                  </a:lnTo>
                  <a:cubicBezTo>
                    <a:pt x="1" y="251"/>
                    <a:pt x="1" y="251"/>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44"/>
            <p:cNvSpPr/>
            <p:nvPr/>
          </p:nvSpPr>
          <p:spPr>
            <a:xfrm>
              <a:off x="3534600" y="2308300"/>
              <a:ext cx="650" cy="5675"/>
            </a:xfrm>
            <a:custGeom>
              <a:avLst/>
              <a:gdLst/>
              <a:ahLst/>
              <a:cxnLst/>
              <a:rect l="l" t="t" r="r" b="b"/>
              <a:pathLst>
                <a:path w="26" h="227"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44"/>
            <p:cNvSpPr/>
            <p:nvPr/>
          </p:nvSpPr>
          <p:spPr>
            <a:xfrm>
              <a:off x="3534600" y="2308300"/>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44"/>
            <p:cNvSpPr/>
            <p:nvPr/>
          </p:nvSpPr>
          <p:spPr>
            <a:xfrm>
              <a:off x="3534600" y="2308300"/>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44"/>
            <p:cNvSpPr/>
            <p:nvPr/>
          </p:nvSpPr>
          <p:spPr>
            <a:xfrm>
              <a:off x="3533975" y="2308300"/>
              <a:ext cx="650" cy="5675"/>
            </a:xfrm>
            <a:custGeom>
              <a:avLst/>
              <a:gdLst/>
              <a:ahLst/>
              <a:cxnLst/>
              <a:rect l="l" t="t" r="r" b="b"/>
              <a:pathLst>
                <a:path w="26" h="227"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44"/>
            <p:cNvSpPr/>
            <p:nvPr/>
          </p:nvSpPr>
          <p:spPr>
            <a:xfrm>
              <a:off x="3533975" y="2308300"/>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44"/>
            <p:cNvSpPr/>
            <p:nvPr/>
          </p:nvSpPr>
          <p:spPr>
            <a:xfrm>
              <a:off x="3533350" y="2308300"/>
              <a:ext cx="650" cy="5675"/>
            </a:xfrm>
            <a:custGeom>
              <a:avLst/>
              <a:gdLst/>
              <a:ahLst/>
              <a:cxnLst/>
              <a:rect l="l" t="t" r="r" b="b"/>
              <a:pathLst>
                <a:path w="26" h="227"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44"/>
            <p:cNvSpPr/>
            <p:nvPr/>
          </p:nvSpPr>
          <p:spPr>
            <a:xfrm>
              <a:off x="3533350" y="2308300"/>
              <a:ext cx="25" cy="6300"/>
            </a:xfrm>
            <a:custGeom>
              <a:avLst/>
              <a:gdLst/>
              <a:ahLst/>
              <a:cxnLst/>
              <a:rect l="l" t="t" r="r" b="b"/>
              <a:pathLst>
                <a:path w="1" h="252" extrusionOk="0">
                  <a:moveTo>
                    <a:pt x="1" y="0"/>
                  </a:moveTo>
                  <a:lnTo>
                    <a:pt x="1" y="226"/>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44"/>
            <p:cNvSpPr/>
            <p:nvPr/>
          </p:nvSpPr>
          <p:spPr>
            <a:xfrm>
              <a:off x="3532725" y="2308300"/>
              <a:ext cx="650" cy="6300"/>
            </a:xfrm>
            <a:custGeom>
              <a:avLst/>
              <a:gdLst/>
              <a:ahLst/>
              <a:cxnLst/>
              <a:rect l="l" t="t" r="r" b="b"/>
              <a:pathLst>
                <a:path w="26" h="252" extrusionOk="0">
                  <a:moveTo>
                    <a:pt x="26" y="0"/>
                  </a:moveTo>
                  <a:cubicBezTo>
                    <a:pt x="1" y="0"/>
                    <a:pt x="1" y="0"/>
                    <a:pt x="1" y="26"/>
                  </a:cubicBez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44"/>
            <p:cNvSpPr/>
            <p:nvPr/>
          </p:nvSpPr>
          <p:spPr>
            <a:xfrm>
              <a:off x="3547775" y="2301400"/>
              <a:ext cx="14425" cy="13825"/>
            </a:xfrm>
            <a:custGeom>
              <a:avLst/>
              <a:gdLst/>
              <a:ahLst/>
              <a:cxnLst/>
              <a:rect l="l" t="t" r="r" b="b"/>
              <a:pathLst>
                <a:path w="577" h="553" extrusionOk="0">
                  <a:moveTo>
                    <a:pt x="0" y="1"/>
                  </a:moveTo>
                  <a:lnTo>
                    <a:pt x="0" y="226"/>
                  </a:lnTo>
                  <a:lnTo>
                    <a:pt x="577" y="552"/>
                  </a:lnTo>
                  <a:lnTo>
                    <a:pt x="577" y="32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4"/>
            <p:cNvSpPr/>
            <p:nvPr/>
          </p:nvSpPr>
          <p:spPr>
            <a:xfrm>
              <a:off x="3562175" y="2309550"/>
              <a:ext cx="650" cy="6925"/>
            </a:xfrm>
            <a:custGeom>
              <a:avLst/>
              <a:gdLst/>
              <a:ahLst/>
              <a:cxnLst/>
              <a:rect l="l" t="t" r="r" b="b"/>
              <a:pathLst>
                <a:path w="26" h="277" extrusionOk="0">
                  <a:moveTo>
                    <a:pt x="1" y="1"/>
                  </a:moveTo>
                  <a:lnTo>
                    <a:pt x="1" y="226"/>
                  </a:lnTo>
                  <a:cubicBezTo>
                    <a:pt x="26" y="251"/>
                    <a:pt x="26" y="251"/>
                    <a:pt x="26" y="276"/>
                  </a:cubicBezTo>
                  <a:lnTo>
                    <a:pt x="26" y="26"/>
                  </a:lnTo>
                  <a:cubicBezTo>
                    <a:pt x="26" y="26"/>
                    <a:pt x="26"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4"/>
            <p:cNvSpPr/>
            <p:nvPr/>
          </p:nvSpPr>
          <p:spPr>
            <a:xfrm>
              <a:off x="3562800" y="2310175"/>
              <a:ext cx="25" cy="6300"/>
            </a:xfrm>
            <a:custGeom>
              <a:avLst/>
              <a:gdLst/>
              <a:ahLst/>
              <a:cxnLst/>
              <a:rect l="l" t="t" r="r" b="b"/>
              <a:pathLst>
                <a:path w="1" h="252" extrusionOk="0">
                  <a:moveTo>
                    <a:pt x="1" y="1"/>
                  </a:moveTo>
                  <a:lnTo>
                    <a:pt x="1" y="251"/>
                  </a:lnTo>
                  <a:lnTo>
                    <a:pt x="1" y="251"/>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44"/>
            <p:cNvSpPr/>
            <p:nvPr/>
          </p:nvSpPr>
          <p:spPr>
            <a:xfrm>
              <a:off x="3562800" y="23101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4"/>
            <p:cNvSpPr/>
            <p:nvPr/>
          </p:nvSpPr>
          <p:spPr>
            <a:xfrm>
              <a:off x="3562800" y="2310175"/>
              <a:ext cx="25" cy="6300"/>
            </a:xfrm>
            <a:custGeom>
              <a:avLst/>
              <a:gdLst/>
              <a:ahLst/>
              <a:cxnLst/>
              <a:rect l="l" t="t" r="r" b="b"/>
              <a:pathLst>
                <a:path w="1" h="252" extrusionOk="0">
                  <a:moveTo>
                    <a:pt x="1" y="1"/>
                  </a:moveTo>
                  <a:lnTo>
                    <a:pt x="1" y="251"/>
                  </a:lnTo>
                  <a:lnTo>
                    <a:pt x="1" y="251"/>
                  </a:ln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44"/>
            <p:cNvSpPr/>
            <p:nvPr/>
          </p:nvSpPr>
          <p:spPr>
            <a:xfrm>
              <a:off x="3562800" y="2310175"/>
              <a:ext cx="25" cy="6300"/>
            </a:xfrm>
            <a:custGeom>
              <a:avLst/>
              <a:gdLst/>
              <a:ahLst/>
              <a:cxnLst/>
              <a:rect l="l" t="t" r="r" b="b"/>
              <a:pathLst>
                <a:path w="1" h="252" extrusionOk="0">
                  <a:moveTo>
                    <a:pt x="1" y="1"/>
                  </a:moveTo>
                  <a:lnTo>
                    <a:pt x="1" y="251"/>
                  </a:lnTo>
                  <a:cubicBezTo>
                    <a:pt x="1" y="251"/>
                    <a:pt x="1" y="251"/>
                    <a:pt x="1" y="251"/>
                  </a:cubicBezTo>
                  <a:lnTo>
                    <a:pt x="1" y="26"/>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44"/>
            <p:cNvSpPr/>
            <p:nvPr/>
          </p:nvSpPr>
          <p:spPr>
            <a:xfrm>
              <a:off x="3562800" y="23108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44"/>
            <p:cNvSpPr/>
            <p:nvPr/>
          </p:nvSpPr>
          <p:spPr>
            <a:xfrm>
              <a:off x="3562175" y="2310800"/>
              <a:ext cx="650" cy="5675"/>
            </a:xfrm>
            <a:custGeom>
              <a:avLst/>
              <a:gdLst/>
              <a:ahLst/>
              <a:cxnLst/>
              <a:rect l="l" t="t" r="r" b="b"/>
              <a:pathLst>
                <a:path w="26" h="227" extrusionOk="0">
                  <a:moveTo>
                    <a:pt x="1" y="1"/>
                  </a:moveTo>
                  <a:lnTo>
                    <a:pt x="1" y="226"/>
                  </a:lnTo>
                  <a:lnTo>
                    <a:pt x="26" y="226"/>
                  </a:lnTo>
                  <a:lnTo>
                    <a:pt x="26"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44"/>
            <p:cNvSpPr/>
            <p:nvPr/>
          </p:nvSpPr>
          <p:spPr>
            <a:xfrm>
              <a:off x="3562175" y="2310800"/>
              <a:ext cx="25" cy="6300"/>
            </a:xfrm>
            <a:custGeom>
              <a:avLst/>
              <a:gdLst/>
              <a:ahLst/>
              <a:cxnLst/>
              <a:rect l="l" t="t" r="r" b="b"/>
              <a:pathLst>
                <a:path w="1" h="252" extrusionOk="0">
                  <a:moveTo>
                    <a:pt x="1" y="1"/>
                  </a:moveTo>
                  <a:lnTo>
                    <a:pt x="1" y="226"/>
                  </a:lnTo>
                  <a:cubicBezTo>
                    <a:pt x="1" y="226"/>
                    <a:pt x="1" y="251"/>
                    <a:pt x="1" y="251"/>
                  </a:cubicBezTo>
                  <a:lnTo>
                    <a:pt x="1" y="1"/>
                  </a:lnTo>
                  <a:cubicBezTo>
                    <a:pt x="1" y="1"/>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44"/>
            <p:cNvSpPr/>
            <p:nvPr/>
          </p:nvSpPr>
          <p:spPr>
            <a:xfrm>
              <a:off x="3562175" y="23108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44"/>
            <p:cNvSpPr/>
            <p:nvPr/>
          </p:nvSpPr>
          <p:spPr>
            <a:xfrm>
              <a:off x="3401150" y="2303925"/>
              <a:ext cx="11300" cy="12550"/>
            </a:xfrm>
            <a:custGeom>
              <a:avLst/>
              <a:gdLst/>
              <a:ahLst/>
              <a:cxnLst/>
              <a:rect l="l" t="t" r="r" b="b"/>
              <a:pathLst>
                <a:path w="452" h="502" extrusionOk="0">
                  <a:moveTo>
                    <a:pt x="452" y="0"/>
                  </a:moveTo>
                  <a:lnTo>
                    <a:pt x="1" y="276"/>
                  </a:lnTo>
                  <a:lnTo>
                    <a:pt x="1" y="501"/>
                  </a:lnTo>
                  <a:lnTo>
                    <a:pt x="452" y="251"/>
                  </a:lnTo>
                  <a:lnTo>
                    <a:pt x="452"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44"/>
            <p:cNvSpPr/>
            <p:nvPr/>
          </p:nvSpPr>
          <p:spPr>
            <a:xfrm>
              <a:off x="3384225" y="2302650"/>
              <a:ext cx="13825" cy="13825"/>
            </a:xfrm>
            <a:custGeom>
              <a:avLst/>
              <a:gdLst/>
              <a:ahLst/>
              <a:cxnLst/>
              <a:rect l="l" t="t" r="r" b="b"/>
              <a:pathLst>
                <a:path w="553" h="553" extrusionOk="0">
                  <a:moveTo>
                    <a:pt x="1" y="1"/>
                  </a:moveTo>
                  <a:lnTo>
                    <a:pt x="1" y="252"/>
                  </a:lnTo>
                  <a:lnTo>
                    <a:pt x="552" y="552"/>
                  </a:lnTo>
                  <a:lnTo>
                    <a:pt x="552" y="327"/>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44"/>
            <p:cNvSpPr/>
            <p:nvPr/>
          </p:nvSpPr>
          <p:spPr>
            <a:xfrm>
              <a:off x="3400525" y="2310800"/>
              <a:ext cx="650" cy="5675"/>
            </a:xfrm>
            <a:custGeom>
              <a:avLst/>
              <a:gdLst/>
              <a:ahLst/>
              <a:cxnLst/>
              <a:rect l="l" t="t" r="r" b="b"/>
              <a:pathLst>
                <a:path w="26" h="227" extrusionOk="0">
                  <a:moveTo>
                    <a:pt x="0" y="1"/>
                  </a:moveTo>
                  <a:lnTo>
                    <a:pt x="0" y="226"/>
                  </a:lnTo>
                  <a:lnTo>
                    <a:pt x="26" y="226"/>
                  </a:ln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44"/>
            <p:cNvSpPr/>
            <p:nvPr/>
          </p:nvSpPr>
          <p:spPr>
            <a:xfrm>
              <a:off x="3400525" y="2310800"/>
              <a:ext cx="25" cy="6300"/>
            </a:xfrm>
            <a:custGeom>
              <a:avLst/>
              <a:gdLst/>
              <a:ahLst/>
              <a:cxnLst/>
              <a:rect l="l" t="t" r="r" b="b"/>
              <a:pathLst>
                <a:path w="1" h="252" extrusionOk="0">
                  <a:moveTo>
                    <a:pt x="0" y="1"/>
                  </a:moveTo>
                  <a:lnTo>
                    <a:pt x="0" y="226"/>
                  </a:lnTo>
                  <a:cubicBezTo>
                    <a:pt x="0" y="226"/>
                    <a:pt x="0" y="251"/>
                    <a:pt x="0" y="251"/>
                  </a:cubicBezTo>
                  <a:lnTo>
                    <a:pt x="0" y="1"/>
                  </a:lnTo>
                  <a:cubicBezTo>
                    <a:pt x="0" y="1"/>
                    <a:pt x="0" y="1"/>
                    <a:pt x="0"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44"/>
            <p:cNvSpPr/>
            <p:nvPr/>
          </p:nvSpPr>
          <p:spPr>
            <a:xfrm>
              <a:off x="3399900" y="2310800"/>
              <a:ext cx="650" cy="6300"/>
            </a:xfrm>
            <a:custGeom>
              <a:avLst/>
              <a:gdLst/>
              <a:ahLst/>
              <a:cxnLst/>
              <a:rect l="l" t="t" r="r" b="b"/>
              <a:pathLst>
                <a:path w="26" h="252" extrusionOk="0">
                  <a:moveTo>
                    <a:pt x="0" y="1"/>
                  </a:moveTo>
                  <a:lnTo>
                    <a:pt x="0" y="251"/>
                  </a:lnTo>
                  <a:lnTo>
                    <a:pt x="25" y="251"/>
                  </a:lnTo>
                  <a:lnTo>
                    <a:pt x="25"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44"/>
            <p:cNvSpPr/>
            <p:nvPr/>
          </p:nvSpPr>
          <p:spPr>
            <a:xfrm>
              <a:off x="3399900" y="231080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44"/>
            <p:cNvSpPr/>
            <p:nvPr/>
          </p:nvSpPr>
          <p:spPr>
            <a:xfrm>
              <a:off x="3399275" y="2310800"/>
              <a:ext cx="650" cy="6300"/>
            </a:xfrm>
            <a:custGeom>
              <a:avLst/>
              <a:gdLst/>
              <a:ahLst/>
              <a:cxnLst/>
              <a:rect l="l" t="t" r="r" b="b"/>
              <a:pathLst>
                <a:path w="26" h="252" extrusionOk="0">
                  <a:moveTo>
                    <a:pt x="0" y="1"/>
                  </a:moveTo>
                  <a:lnTo>
                    <a:pt x="0" y="251"/>
                  </a:lnTo>
                  <a:lnTo>
                    <a:pt x="25" y="251"/>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44"/>
            <p:cNvSpPr/>
            <p:nvPr/>
          </p:nvSpPr>
          <p:spPr>
            <a:xfrm>
              <a:off x="3399275" y="231080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44"/>
            <p:cNvSpPr/>
            <p:nvPr/>
          </p:nvSpPr>
          <p:spPr>
            <a:xfrm>
              <a:off x="3399275" y="231080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44"/>
            <p:cNvSpPr/>
            <p:nvPr/>
          </p:nvSpPr>
          <p:spPr>
            <a:xfrm>
              <a:off x="3398650" y="2310800"/>
              <a:ext cx="650" cy="6300"/>
            </a:xfrm>
            <a:custGeom>
              <a:avLst/>
              <a:gdLst/>
              <a:ahLst/>
              <a:cxnLst/>
              <a:rect l="l" t="t" r="r" b="b"/>
              <a:pathLst>
                <a:path w="26" h="252" extrusionOk="0">
                  <a:moveTo>
                    <a:pt x="0" y="1"/>
                  </a:moveTo>
                  <a:lnTo>
                    <a:pt x="0" y="251"/>
                  </a:lnTo>
                  <a:lnTo>
                    <a:pt x="25" y="251"/>
                  </a:lnTo>
                  <a:lnTo>
                    <a:pt x="25"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44"/>
            <p:cNvSpPr/>
            <p:nvPr/>
          </p:nvSpPr>
          <p:spPr>
            <a:xfrm>
              <a:off x="3398650" y="2310800"/>
              <a:ext cx="25" cy="6300"/>
            </a:xfrm>
            <a:custGeom>
              <a:avLst/>
              <a:gdLst/>
              <a:ahLst/>
              <a:cxnLst/>
              <a:rect l="l" t="t" r="r" b="b"/>
              <a:pathLst>
                <a:path w="1" h="252" extrusionOk="0">
                  <a:moveTo>
                    <a:pt x="0" y="1"/>
                  </a:moveTo>
                  <a:lnTo>
                    <a:pt x="0" y="251"/>
                  </a:lnTo>
                  <a:cubicBezTo>
                    <a:pt x="0" y="251"/>
                    <a:pt x="0" y="226"/>
                    <a:pt x="0" y="226"/>
                  </a:cubicBezTo>
                  <a:lnTo>
                    <a:pt x="0" y="1"/>
                  </a:lnTo>
                  <a:cubicBezTo>
                    <a:pt x="0" y="1"/>
                    <a:pt x="0" y="1"/>
                    <a:pt x="0"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44"/>
            <p:cNvSpPr/>
            <p:nvPr/>
          </p:nvSpPr>
          <p:spPr>
            <a:xfrm>
              <a:off x="3398025" y="2310800"/>
              <a:ext cx="650" cy="5675"/>
            </a:xfrm>
            <a:custGeom>
              <a:avLst/>
              <a:gdLst/>
              <a:ahLst/>
              <a:cxnLst/>
              <a:rect l="l" t="t" r="r" b="b"/>
              <a:pathLst>
                <a:path w="26" h="227" extrusionOk="0">
                  <a:moveTo>
                    <a:pt x="0" y="1"/>
                  </a:moveTo>
                  <a:lnTo>
                    <a:pt x="0" y="226"/>
                  </a:lnTo>
                  <a:lnTo>
                    <a:pt x="25" y="226"/>
                  </a:lnTo>
                  <a:lnTo>
                    <a:pt x="25"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44"/>
            <p:cNvSpPr/>
            <p:nvPr/>
          </p:nvSpPr>
          <p:spPr>
            <a:xfrm>
              <a:off x="3398025" y="23108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44"/>
            <p:cNvSpPr/>
            <p:nvPr/>
          </p:nvSpPr>
          <p:spPr>
            <a:xfrm>
              <a:off x="3440000" y="2305175"/>
              <a:ext cx="11300" cy="11925"/>
            </a:xfrm>
            <a:custGeom>
              <a:avLst/>
              <a:gdLst/>
              <a:ahLst/>
              <a:cxnLst/>
              <a:rect l="l" t="t" r="r" b="b"/>
              <a:pathLst>
                <a:path w="452" h="477" extrusionOk="0">
                  <a:moveTo>
                    <a:pt x="452" y="0"/>
                  </a:moveTo>
                  <a:lnTo>
                    <a:pt x="0" y="251"/>
                  </a:lnTo>
                  <a:lnTo>
                    <a:pt x="0" y="476"/>
                  </a:lnTo>
                  <a:lnTo>
                    <a:pt x="452" y="226"/>
                  </a:lnTo>
                  <a:lnTo>
                    <a:pt x="452"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44"/>
            <p:cNvSpPr/>
            <p:nvPr/>
          </p:nvSpPr>
          <p:spPr>
            <a:xfrm>
              <a:off x="3423075" y="2303275"/>
              <a:ext cx="13825" cy="13825"/>
            </a:xfrm>
            <a:custGeom>
              <a:avLst/>
              <a:gdLst/>
              <a:ahLst/>
              <a:cxnLst/>
              <a:rect l="l" t="t" r="r" b="b"/>
              <a:pathLst>
                <a:path w="553" h="553" extrusionOk="0">
                  <a:moveTo>
                    <a:pt x="1" y="1"/>
                  </a:moveTo>
                  <a:lnTo>
                    <a:pt x="1" y="252"/>
                  </a:lnTo>
                  <a:lnTo>
                    <a:pt x="552" y="552"/>
                  </a:lnTo>
                  <a:lnTo>
                    <a:pt x="552" y="327"/>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44"/>
            <p:cNvSpPr/>
            <p:nvPr/>
          </p:nvSpPr>
          <p:spPr>
            <a:xfrm>
              <a:off x="3352900" y="2246900"/>
              <a:ext cx="110925" cy="70825"/>
            </a:xfrm>
            <a:custGeom>
              <a:avLst/>
              <a:gdLst/>
              <a:ahLst/>
              <a:cxnLst/>
              <a:rect l="l" t="t" r="r" b="b"/>
              <a:pathLst>
                <a:path w="4437" h="2833" extrusionOk="0">
                  <a:moveTo>
                    <a:pt x="4437" y="0"/>
                  </a:moveTo>
                  <a:lnTo>
                    <a:pt x="1" y="2582"/>
                  </a:lnTo>
                  <a:lnTo>
                    <a:pt x="1" y="2832"/>
                  </a:lnTo>
                  <a:lnTo>
                    <a:pt x="4437" y="251"/>
                  </a:lnTo>
                  <a:lnTo>
                    <a:pt x="44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44"/>
            <p:cNvSpPr/>
            <p:nvPr/>
          </p:nvSpPr>
          <p:spPr>
            <a:xfrm>
              <a:off x="3365425" y="2305175"/>
              <a:ext cx="11325" cy="12550"/>
            </a:xfrm>
            <a:custGeom>
              <a:avLst/>
              <a:gdLst/>
              <a:ahLst/>
              <a:cxnLst/>
              <a:rect l="l" t="t" r="r" b="b"/>
              <a:pathLst>
                <a:path w="453" h="502" extrusionOk="0">
                  <a:moveTo>
                    <a:pt x="452" y="0"/>
                  </a:moveTo>
                  <a:lnTo>
                    <a:pt x="26" y="251"/>
                  </a:lnTo>
                  <a:lnTo>
                    <a:pt x="1" y="501"/>
                  </a:lnTo>
                  <a:lnTo>
                    <a:pt x="452" y="251"/>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44"/>
            <p:cNvSpPr/>
            <p:nvPr/>
          </p:nvSpPr>
          <p:spPr>
            <a:xfrm>
              <a:off x="3422450" y="2294675"/>
              <a:ext cx="29475" cy="17250"/>
            </a:xfrm>
            <a:custGeom>
              <a:avLst/>
              <a:gdLst/>
              <a:ahLst/>
              <a:cxnLst/>
              <a:rect l="l" t="t" r="r" b="b"/>
              <a:pathLst>
                <a:path w="1179" h="690" extrusionOk="0">
                  <a:moveTo>
                    <a:pt x="549" y="0"/>
                  </a:moveTo>
                  <a:cubicBezTo>
                    <a:pt x="527" y="0"/>
                    <a:pt x="502" y="7"/>
                    <a:pt x="477" y="19"/>
                  </a:cubicBezTo>
                  <a:lnTo>
                    <a:pt x="26" y="270"/>
                  </a:lnTo>
                  <a:cubicBezTo>
                    <a:pt x="1" y="295"/>
                    <a:pt x="1" y="345"/>
                    <a:pt x="26" y="345"/>
                  </a:cubicBezTo>
                  <a:lnTo>
                    <a:pt x="577" y="671"/>
                  </a:lnTo>
                  <a:cubicBezTo>
                    <a:pt x="602" y="683"/>
                    <a:pt x="627" y="690"/>
                    <a:pt x="649" y="690"/>
                  </a:cubicBezTo>
                  <a:cubicBezTo>
                    <a:pt x="671" y="690"/>
                    <a:pt x="690" y="683"/>
                    <a:pt x="702" y="671"/>
                  </a:cubicBezTo>
                  <a:lnTo>
                    <a:pt x="1154" y="420"/>
                  </a:lnTo>
                  <a:cubicBezTo>
                    <a:pt x="1179" y="395"/>
                    <a:pt x="1179" y="345"/>
                    <a:pt x="1154" y="345"/>
                  </a:cubicBezTo>
                  <a:lnTo>
                    <a:pt x="602" y="19"/>
                  </a:lnTo>
                  <a:cubicBezTo>
                    <a:pt x="590" y="7"/>
                    <a:pt x="571" y="0"/>
                    <a:pt x="549"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44"/>
            <p:cNvSpPr/>
            <p:nvPr/>
          </p:nvSpPr>
          <p:spPr>
            <a:xfrm>
              <a:off x="3423700" y="2295150"/>
              <a:ext cx="26975" cy="14425"/>
            </a:xfrm>
            <a:custGeom>
              <a:avLst/>
              <a:gdLst/>
              <a:ahLst/>
              <a:cxnLst/>
              <a:rect l="l" t="t" r="r" b="b"/>
              <a:pathLst>
                <a:path w="1079" h="577" extrusionOk="0">
                  <a:moveTo>
                    <a:pt x="452" y="0"/>
                  </a:moveTo>
                  <a:cubicBezTo>
                    <a:pt x="452" y="0"/>
                    <a:pt x="1" y="251"/>
                    <a:pt x="1" y="251"/>
                  </a:cubicBezTo>
                  <a:cubicBezTo>
                    <a:pt x="1" y="251"/>
                    <a:pt x="1" y="251"/>
                    <a:pt x="1" y="276"/>
                  </a:cubicBezTo>
                  <a:lnTo>
                    <a:pt x="552" y="577"/>
                  </a:lnTo>
                  <a:lnTo>
                    <a:pt x="652" y="577"/>
                  </a:lnTo>
                  <a:lnTo>
                    <a:pt x="1078" y="326"/>
                  </a:lnTo>
                  <a:cubicBezTo>
                    <a:pt x="1078" y="326"/>
                    <a:pt x="1078" y="301"/>
                    <a:pt x="1078" y="301"/>
                  </a:cubicBezTo>
                  <a:lnTo>
                    <a:pt x="552"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44"/>
            <p:cNvSpPr/>
            <p:nvPr/>
          </p:nvSpPr>
          <p:spPr>
            <a:xfrm>
              <a:off x="3439375" y="2311425"/>
              <a:ext cx="650" cy="6300"/>
            </a:xfrm>
            <a:custGeom>
              <a:avLst/>
              <a:gdLst/>
              <a:ahLst/>
              <a:cxnLst/>
              <a:rect l="l" t="t" r="r" b="b"/>
              <a:pathLst>
                <a:path w="26" h="252" extrusionOk="0">
                  <a:moveTo>
                    <a:pt x="0" y="1"/>
                  </a:moveTo>
                  <a:lnTo>
                    <a:pt x="0" y="251"/>
                  </a:lnTo>
                  <a:cubicBezTo>
                    <a:pt x="25" y="251"/>
                    <a:pt x="25" y="251"/>
                    <a:pt x="25" y="226"/>
                  </a:cubicBezTo>
                  <a:lnTo>
                    <a:pt x="25"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44"/>
            <p:cNvSpPr/>
            <p:nvPr/>
          </p:nvSpPr>
          <p:spPr>
            <a:xfrm>
              <a:off x="3439375" y="2311425"/>
              <a:ext cx="650" cy="6300"/>
            </a:xfrm>
            <a:custGeom>
              <a:avLst/>
              <a:gdLst/>
              <a:ahLst/>
              <a:cxnLst/>
              <a:rect l="l" t="t" r="r" b="b"/>
              <a:pathLst>
                <a:path w="26" h="252" extrusionOk="0">
                  <a:moveTo>
                    <a:pt x="0" y="1"/>
                  </a:moveTo>
                  <a:lnTo>
                    <a:pt x="0" y="251"/>
                  </a:ln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44"/>
            <p:cNvSpPr/>
            <p:nvPr/>
          </p:nvSpPr>
          <p:spPr>
            <a:xfrm>
              <a:off x="3438750" y="2311425"/>
              <a:ext cx="650" cy="6300"/>
            </a:xfrm>
            <a:custGeom>
              <a:avLst/>
              <a:gdLst/>
              <a:ahLst/>
              <a:cxnLst/>
              <a:rect l="l" t="t" r="r" b="b"/>
              <a:pathLst>
                <a:path w="26" h="252" extrusionOk="0">
                  <a:moveTo>
                    <a:pt x="25" y="1"/>
                  </a:moveTo>
                  <a:cubicBezTo>
                    <a:pt x="25" y="1"/>
                    <a:pt x="0" y="26"/>
                    <a:pt x="0" y="26"/>
                  </a:cubicBezTo>
                  <a:lnTo>
                    <a:pt x="0" y="251"/>
                  </a:lnTo>
                  <a:lnTo>
                    <a:pt x="25" y="251"/>
                  </a:lnTo>
                  <a:lnTo>
                    <a:pt x="25"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44"/>
            <p:cNvSpPr/>
            <p:nvPr/>
          </p:nvSpPr>
          <p:spPr>
            <a:xfrm>
              <a:off x="3438750" y="23120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44"/>
            <p:cNvSpPr/>
            <p:nvPr/>
          </p:nvSpPr>
          <p:spPr>
            <a:xfrm>
              <a:off x="3438750" y="2312050"/>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44"/>
            <p:cNvSpPr/>
            <p:nvPr/>
          </p:nvSpPr>
          <p:spPr>
            <a:xfrm>
              <a:off x="3438125" y="2312050"/>
              <a:ext cx="650" cy="5675"/>
            </a:xfrm>
            <a:custGeom>
              <a:avLst/>
              <a:gdLst/>
              <a:ahLst/>
              <a:cxnLst/>
              <a:rect l="l" t="t" r="r" b="b"/>
              <a:pathLst>
                <a:path w="26" h="227" extrusionOk="0">
                  <a:moveTo>
                    <a:pt x="0" y="1"/>
                  </a:moveTo>
                  <a:lnTo>
                    <a:pt x="0" y="226"/>
                  </a:lnTo>
                  <a:lnTo>
                    <a:pt x="25" y="226"/>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44"/>
            <p:cNvSpPr/>
            <p:nvPr/>
          </p:nvSpPr>
          <p:spPr>
            <a:xfrm>
              <a:off x="3438125" y="2312050"/>
              <a:ext cx="25" cy="5675"/>
            </a:xfrm>
            <a:custGeom>
              <a:avLst/>
              <a:gdLst/>
              <a:ahLst/>
              <a:cxnLst/>
              <a:rect l="l" t="t" r="r" b="b"/>
              <a:pathLst>
                <a:path w="1" h="227" extrusionOk="0">
                  <a:moveTo>
                    <a:pt x="0" y="1"/>
                  </a:moveTo>
                  <a:lnTo>
                    <a:pt x="0" y="226"/>
                  </a:lnTo>
                  <a:lnTo>
                    <a:pt x="0" y="226"/>
                  </a:ln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44"/>
            <p:cNvSpPr/>
            <p:nvPr/>
          </p:nvSpPr>
          <p:spPr>
            <a:xfrm>
              <a:off x="3437500" y="2311425"/>
              <a:ext cx="650" cy="6300"/>
            </a:xfrm>
            <a:custGeom>
              <a:avLst/>
              <a:gdLst/>
              <a:ahLst/>
              <a:cxnLst/>
              <a:rect l="l" t="t" r="r" b="b"/>
              <a:pathLst>
                <a:path w="26" h="252" extrusionOk="0">
                  <a:moveTo>
                    <a:pt x="0" y="1"/>
                  </a:moveTo>
                  <a:lnTo>
                    <a:pt x="0" y="251"/>
                  </a:lnTo>
                  <a:lnTo>
                    <a:pt x="25" y="251"/>
                  </a:lnTo>
                  <a:lnTo>
                    <a:pt x="25"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44"/>
            <p:cNvSpPr/>
            <p:nvPr/>
          </p:nvSpPr>
          <p:spPr>
            <a:xfrm>
              <a:off x="3437500" y="23114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44"/>
            <p:cNvSpPr/>
            <p:nvPr/>
          </p:nvSpPr>
          <p:spPr>
            <a:xfrm>
              <a:off x="3437500" y="2311425"/>
              <a:ext cx="25" cy="6300"/>
            </a:xfrm>
            <a:custGeom>
              <a:avLst/>
              <a:gdLst/>
              <a:ahLst/>
              <a:cxnLst/>
              <a:rect l="l" t="t" r="r" b="b"/>
              <a:pathLst>
                <a:path w="1" h="252" extrusionOk="0">
                  <a:moveTo>
                    <a:pt x="0" y="1"/>
                  </a:moveTo>
                  <a:lnTo>
                    <a:pt x="0" y="251"/>
                  </a:lnTo>
                  <a:cubicBezTo>
                    <a:pt x="0" y="251"/>
                    <a:pt x="0" y="251"/>
                    <a:pt x="0" y="251"/>
                  </a:cubicBezTo>
                  <a:lnTo>
                    <a:pt x="0" y="1"/>
                  </a:lnTo>
                  <a:lnTo>
                    <a:pt x="0"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44"/>
            <p:cNvSpPr/>
            <p:nvPr/>
          </p:nvSpPr>
          <p:spPr>
            <a:xfrm>
              <a:off x="3436875" y="2311425"/>
              <a:ext cx="650" cy="6300"/>
            </a:xfrm>
            <a:custGeom>
              <a:avLst/>
              <a:gdLst/>
              <a:ahLst/>
              <a:cxnLst/>
              <a:rect l="l" t="t" r="r" b="b"/>
              <a:pathLst>
                <a:path w="26" h="252" extrusionOk="0">
                  <a:moveTo>
                    <a:pt x="0" y="1"/>
                  </a:moveTo>
                  <a:lnTo>
                    <a:pt x="0" y="226"/>
                  </a:lnTo>
                  <a:cubicBezTo>
                    <a:pt x="0" y="251"/>
                    <a:pt x="0" y="251"/>
                    <a:pt x="25" y="251"/>
                  </a:cubicBezTo>
                  <a:lnTo>
                    <a:pt x="25"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44"/>
            <p:cNvSpPr/>
            <p:nvPr/>
          </p:nvSpPr>
          <p:spPr>
            <a:xfrm>
              <a:off x="3478850" y="2305800"/>
              <a:ext cx="11300" cy="12550"/>
            </a:xfrm>
            <a:custGeom>
              <a:avLst/>
              <a:gdLst/>
              <a:ahLst/>
              <a:cxnLst/>
              <a:rect l="l" t="t" r="r" b="b"/>
              <a:pathLst>
                <a:path w="452" h="502" extrusionOk="0">
                  <a:moveTo>
                    <a:pt x="451" y="0"/>
                  </a:moveTo>
                  <a:lnTo>
                    <a:pt x="0" y="251"/>
                  </a:lnTo>
                  <a:lnTo>
                    <a:pt x="0" y="501"/>
                  </a:lnTo>
                  <a:lnTo>
                    <a:pt x="451" y="226"/>
                  </a:lnTo>
                  <a:lnTo>
                    <a:pt x="451"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44"/>
            <p:cNvSpPr/>
            <p:nvPr/>
          </p:nvSpPr>
          <p:spPr>
            <a:xfrm>
              <a:off x="3462550" y="2304550"/>
              <a:ext cx="13175" cy="13800"/>
            </a:xfrm>
            <a:custGeom>
              <a:avLst/>
              <a:gdLst/>
              <a:ahLst/>
              <a:cxnLst/>
              <a:rect l="l" t="t" r="r" b="b"/>
              <a:pathLst>
                <a:path w="527" h="552" extrusionOk="0">
                  <a:moveTo>
                    <a:pt x="1" y="0"/>
                  </a:moveTo>
                  <a:lnTo>
                    <a:pt x="1" y="226"/>
                  </a:lnTo>
                  <a:lnTo>
                    <a:pt x="527" y="551"/>
                  </a:lnTo>
                  <a:lnTo>
                    <a:pt x="527" y="301"/>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44"/>
            <p:cNvSpPr/>
            <p:nvPr/>
          </p:nvSpPr>
          <p:spPr>
            <a:xfrm>
              <a:off x="3567825" y="2312675"/>
              <a:ext cx="25" cy="6300"/>
            </a:xfrm>
            <a:custGeom>
              <a:avLst/>
              <a:gdLst/>
              <a:ahLst/>
              <a:cxnLst/>
              <a:rect l="l" t="t" r="r" b="b"/>
              <a:pathLst>
                <a:path w="1" h="252" extrusionOk="0">
                  <a:moveTo>
                    <a:pt x="0" y="1"/>
                  </a:moveTo>
                  <a:lnTo>
                    <a:pt x="0" y="252"/>
                  </a:lnTo>
                  <a:cubicBezTo>
                    <a:pt x="0" y="252"/>
                    <a:pt x="0" y="252"/>
                    <a:pt x="0" y="252"/>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44"/>
            <p:cNvSpPr/>
            <p:nvPr/>
          </p:nvSpPr>
          <p:spPr>
            <a:xfrm>
              <a:off x="3567825" y="2312675"/>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44"/>
            <p:cNvSpPr/>
            <p:nvPr/>
          </p:nvSpPr>
          <p:spPr>
            <a:xfrm>
              <a:off x="3567200" y="2312675"/>
              <a:ext cx="650" cy="6300"/>
            </a:xfrm>
            <a:custGeom>
              <a:avLst/>
              <a:gdLst/>
              <a:ahLst/>
              <a:cxnLst/>
              <a:rect l="l" t="t" r="r" b="b"/>
              <a:pathLst>
                <a:path w="26" h="252" extrusionOk="0">
                  <a:moveTo>
                    <a:pt x="0" y="1"/>
                  </a:moveTo>
                  <a:lnTo>
                    <a:pt x="0" y="226"/>
                  </a:lnTo>
                  <a:cubicBezTo>
                    <a:pt x="0" y="226"/>
                    <a:pt x="25" y="252"/>
                    <a:pt x="25" y="252"/>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44"/>
            <p:cNvSpPr/>
            <p:nvPr/>
          </p:nvSpPr>
          <p:spPr>
            <a:xfrm>
              <a:off x="3567200" y="23126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44"/>
            <p:cNvSpPr/>
            <p:nvPr/>
          </p:nvSpPr>
          <p:spPr>
            <a:xfrm>
              <a:off x="3567200" y="23126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44"/>
            <p:cNvSpPr/>
            <p:nvPr/>
          </p:nvSpPr>
          <p:spPr>
            <a:xfrm>
              <a:off x="3567200" y="23126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44"/>
            <p:cNvSpPr/>
            <p:nvPr/>
          </p:nvSpPr>
          <p:spPr>
            <a:xfrm>
              <a:off x="3566575" y="231267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44"/>
            <p:cNvSpPr/>
            <p:nvPr/>
          </p:nvSpPr>
          <p:spPr>
            <a:xfrm>
              <a:off x="3566575" y="23126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44"/>
            <p:cNvSpPr/>
            <p:nvPr/>
          </p:nvSpPr>
          <p:spPr>
            <a:xfrm>
              <a:off x="3566575" y="23126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44"/>
            <p:cNvSpPr/>
            <p:nvPr/>
          </p:nvSpPr>
          <p:spPr>
            <a:xfrm>
              <a:off x="3565950" y="2312675"/>
              <a:ext cx="650" cy="6300"/>
            </a:xfrm>
            <a:custGeom>
              <a:avLst/>
              <a:gdLst/>
              <a:ahLst/>
              <a:cxnLst/>
              <a:rect l="l" t="t" r="r" b="b"/>
              <a:pathLst>
                <a:path w="26" h="252" extrusionOk="0">
                  <a:moveTo>
                    <a:pt x="0" y="1"/>
                  </a:moveTo>
                  <a:lnTo>
                    <a:pt x="0" y="252"/>
                  </a:lnTo>
                  <a:cubicBezTo>
                    <a:pt x="0" y="252"/>
                    <a:pt x="0" y="226"/>
                    <a:pt x="25" y="226"/>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44"/>
            <p:cNvSpPr/>
            <p:nvPr/>
          </p:nvSpPr>
          <p:spPr>
            <a:xfrm>
              <a:off x="3565950" y="2312675"/>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44"/>
            <p:cNvSpPr/>
            <p:nvPr/>
          </p:nvSpPr>
          <p:spPr>
            <a:xfrm>
              <a:off x="3478850" y="2312050"/>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1"/>
                    <a:pt x="0"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44"/>
            <p:cNvSpPr/>
            <p:nvPr/>
          </p:nvSpPr>
          <p:spPr>
            <a:xfrm>
              <a:off x="3478225" y="2312675"/>
              <a:ext cx="650" cy="5675"/>
            </a:xfrm>
            <a:custGeom>
              <a:avLst/>
              <a:gdLst/>
              <a:ahLst/>
              <a:cxnLst/>
              <a:rect l="l" t="t" r="r" b="b"/>
              <a:pathLst>
                <a:path w="26" h="227" extrusionOk="0">
                  <a:moveTo>
                    <a:pt x="0" y="1"/>
                  </a:moveTo>
                  <a:lnTo>
                    <a:pt x="0" y="226"/>
                  </a:lnTo>
                  <a:lnTo>
                    <a:pt x="25" y="226"/>
                  </a:ln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44"/>
            <p:cNvSpPr/>
            <p:nvPr/>
          </p:nvSpPr>
          <p:spPr>
            <a:xfrm>
              <a:off x="3477600" y="2312675"/>
              <a:ext cx="650" cy="5675"/>
            </a:xfrm>
            <a:custGeom>
              <a:avLst/>
              <a:gdLst/>
              <a:ahLst/>
              <a:cxnLst/>
              <a:rect l="l" t="t" r="r" b="b"/>
              <a:pathLst>
                <a:path w="26" h="227" extrusionOk="0">
                  <a:moveTo>
                    <a:pt x="25" y="1"/>
                  </a:moveTo>
                  <a:lnTo>
                    <a:pt x="0" y="226"/>
                  </a:lnTo>
                  <a:lnTo>
                    <a:pt x="25" y="226"/>
                  </a:lnTo>
                  <a:lnTo>
                    <a:pt x="25"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44"/>
            <p:cNvSpPr/>
            <p:nvPr/>
          </p:nvSpPr>
          <p:spPr>
            <a:xfrm>
              <a:off x="3477600" y="2312675"/>
              <a:ext cx="650" cy="5675"/>
            </a:xfrm>
            <a:custGeom>
              <a:avLst/>
              <a:gdLst/>
              <a:ahLst/>
              <a:cxnLst/>
              <a:rect l="l" t="t" r="r" b="b"/>
              <a:pathLst>
                <a:path w="26" h="227" extrusionOk="0">
                  <a:moveTo>
                    <a:pt x="0" y="1"/>
                  </a:moveTo>
                  <a:lnTo>
                    <a:pt x="0" y="226"/>
                  </a:lnTo>
                  <a:lnTo>
                    <a:pt x="25"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44"/>
            <p:cNvSpPr/>
            <p:nvPr/>
          </p:nvSpPr>
          <p:spPr>
            <a:xfrm>
              <a:off x="3477600" y="2312675"/>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44"/>
            <p:cNvSpPr/>
            <p:nvPr/>
          </p:nvSpPr>
          <p:spPr>
            <a:xfrm>
              <a:off x="3476975" y="2312675"/>
              <a:ext cx="650" cy="5675"/>
            </a:xfrm>
            <a:custGeom>
              <a:avLst/>
              <a:gdLst/>
              <a:ahLst/>
              <a:cxnLst/>
              <a:rect l="l" t="t" r="r" b="b"/>
              <a:pathLst>
                <a:path w="26" h="227" extrusionOk="0">
                  <a:moveTo>
                    <a:pt x="0" y="1"/>
                  </a:moveTo>
                  <a:lnTo>
                    <a:pt x="0" y="226"/>
                  </a:lnTo>
                  <a:lnTo>
                    <a:pt x="25" y="226"/>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44"/>
            <p:cNvSpPr/>
            <p:nvPr/>
          </p:nvSpPr>
          <p:spPr>
            <a:xfrm>
              <a:off x="3476975" y="23126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44"/>
            <p:cNvSpPr/>
            <p:nvPr/>
          </p:nvSpPr>
          <p:spPr>
            <a:xfrm>
              <a:off x="3476975" y="23126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44"/>
            <p:cNvSpPr/>
            <p:nvPr/>
          </p:nvSpPr>
          <p:spPr>
            <a:xfrm>
              <a:off x="3476350" y="2312675"/>
              <a:ext cx="650" cy="5675"/>
            </a:xfrm>
            <a:custGeom>
              <a:avLst/>
              <a:gdLst/>
              <a:ahLst/>
              <a:cxnLst/>
              <a:rect l="l" t="t" r="r" b="b"/>
              <a:pathLst>
                <a:path w="26" h="227" extrusionOk="0">
                  <a:moveTo>
                    <a:pt x="0" y="1"/>
                  </a:moveTo>
                  <a:lnTo>
                    <a:pt x="0" y="226"/>
                  </a:lnTo>
                  <a:lnTo>
                    <a:pt x="25" y="226"/>
                  </a:lnTo>
                  <a:lnTo>
                    <a:pt x="25" y="1"/>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44"/>
            <p:cNvSpPr/>
            <p:nvPr/>
          </p:nvSpPr>
          <p:spPr>
            <a:xfrm>
              <a:off x="3476350" y="23126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44"/>
            <p:cNvSpPr/>
            <p:nvPr/>
          </p:nvSpPr>
          <p:spPr>
            <a:xfrm>
              <a:off x="3475725" y="2312050"/>
              <a:ext cx="650" cy="6300"/>
            </a:xfrm>
            <a:custGeom>
              <a:avLst/>
              <a:gdLst/>
              <a:ahLst/>
              <a:cxnLst/>
              <a:rect l="l" t="t" r="r" b="b"/>
              <a:pathLst>
                <a:path w="26" h="252" extrusionOk="0">
                  <a:moveTo>
                    <a:pt x="0" y="1"/>
                  </a:moveTo>
                  <a:lnTo>
                    <a:pt x="0" y="251"/>
                  </a:lnTo>
                  <a:lnTo>
                    <a:pt x="25" y="251"/>
                  </a:lnTo>
                  <a:lnTo>
                    <a:pt x="25" y="26"/>
                  </a:lnTo>
                  <a:cubicBezTo>
                    <a:pt x="25" y="1"/>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44"/>
            <p:cNvSpPr/>
            <p:nvPr/>
          </p:nvSpPr>
          <p:spPr>
            <a:xfrm>
              <a:off x="3461300" y="2295775"/>
              <a:ext cx="30100" cy="16775"/>
            </a:xfrm>
            <a:custGeom>
              <a:avLst/>
              <a:gdLst/>
              <a:ahLst/>
              <a:cxnLst/>
              <a:rect l="l" t="t" r="r" b="b"/>
              <a:pathLst>
                <a:path w="1204" h="671" extrusionOk="0">
                  <a:moveTo>
                    <a:pt x="477" y="0"/>
                  </a:moveTo>
                  <a:lnTo>
                    <a:pt x="51" y="276"/>
                  </a:lnTo>
                  <a:cubicBezTo>
                    <a:pt x="1" y="301"/>
                    <a:pt x="1" y="326"/>
                    <a:pt x="51" y="351"/>
                  </a:cubicBezTo>
                  <a:lnTo>
                    <a:pt x="577" y="652"/>
                  </a:lnTo>
                  <a:cubicBezTo>
                    <a:pt x="602" y="664"/>
                    <a:pt x="627" y="671"/>
                    <a:pt x="649" y="671"/>
                  </a:cubicBezTo>
                  <a:cubicBezTo>
                    <a:pt x="671" y="671"/>
                    <a:pt x="690" y="664"/>
                    <a:pt x="702" y="652"/>
                  </a:cubicBezTo>
                  <a:lnTo>
                    <a:pt x="1153" y="401"/>
                  </a:lnTo>
                  <a:cubicBezTo>
                    <a:pt x="1204" y="376"/>
                    <a:pt x="1204" y="351"/>
                    <a:pt x="1153" y="326"/>
                  </a:cubicBezTo>
                  <a:lnTo>
                    <a:pt x="627" y="0"/>
                  </a:ln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44"/>
            <p:cNvSpPr/>
            <p:nvPr/>
          </p:nvSpPr>
          <p:spPr>
            <a:xfrm>
              <a:off x="3462550" y="2295775"/>
              <a:ext cx="27600" cy="15050"/>
            </a:xfrm>
            <a:custGeom>
              <a:avLst/>
              <a:gdLst/>
              <a:ahLst/>
              <a:cxnLst/>
              <a:rect l="l" t="t" r="r" b="b"/>
              <a:pathLst>
                <a:path w="1104" h="602" extrusionOk="0">
                  <a:moveTo>
                    <a:pt x="452" y="0"/>
                  </a:moveTo>
                  <a:lnTo>
                    <a:pt x="1" y="276"/>
                  </a:lnTo>
                  <a:lnTo>
                    <a:pt x="552" y="577"/>
                  </a:lnTo>
                  <a:cubicBezTo>
                    <a:pt x="577" y="602"/>
                    <a:pt x="577" y="602"/>
                    <a:pt x="602" y="602"/>
                  </a:cubicBezTo>
                  <a:cubicBezTo>
                    <a:pt x="627" y="602"/>
                    <a:pt x="627" y="602"/>
                    <a:pt x="652" y="577"/>
                  </a:cubicBezTo>
                  <a:cubicBezTo>
                    <a:pt x="652" y="577"/>
                    <a:pt x="1103" y="326"/>
                    <a:pt x="1103" y="326"/>
                  </a:cubicBezTo>
                  <a:lnTo>
                    <a:pt x="1078" y="326"/>
                  </a:lnTo>
                  <a:lnTo>
                    <a:pt x="552"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44"/>
            <p:cNvSpPr/>
            <p:nvPr/>
          </p:nvSpPr>
          <p:spPr>
            <a:xfrm>
              <a:off x="3404900" y="2305800"/>
              <a:ext cx="10675" cy="12550"/>
            </a:xfrm>
            <a:custGeom>
              <a:avLst/>
              <a:gdLst/>
              <a:ahLst/>
              <a:cxnLst/>
              <a:rect l="l" t="t" r="r" b="b"/>
              <a:pathLst>
                <a:path w="427" h="502" extrusionOk="0">
                  <a:moveTo>
                    <a:pt x="427" y="0"/>
                  </a:moveTo>
                  <a:lnTo>
                    <a:pt x="1" y="276"/>
                  </a:lnTo>
                  <a:lnTo>
                    <a:pt x="1" y="501"/>
                  </a:lnTo>
                  <a:lnTo>
                    <a:pt x="427" y="251"/>
                  </a:lnTo>
                  <a:lnTo>
                    <a:pt x="4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44"/>
            <p:cNvSpPr/>
            <p:nvPr/>
          </p:nvSpPr>
          <p:spPr>
            <a:xfrm>
              <a:off x="3365425" y="2311425"/>
              <a:ext cx="25" cy="6300"/>
            </a:xfrm>
            <a:custGeom>
              <a:avLst/>
              <a:gdLst/>
              <a:ahLst/>
              <a:cxnLst/>
              <a:rect l="l" t="t" r="r" b="b"/>
              <a:pathLst>
                <a:path w="1" h="252" extrusionOk="0">
                  <a:moveTo>
                    <a:pt x="1" y="1"/>
                  </a:moveTo>
                  <a:lnTo>
                    <a:pt x="1" y="251"/>
                  </a:lnTo>
                  <a:lnTo>
                    <a:pt x="1" y="251"/>
                  </a:ln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44"/>
            <p:cNvSpPr/>
            <p:nvPr/>
          </p:nvSpPr>
          <p:spPr>
            <a:xfrm>
              <a:off x="3365425" y="231142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44"/>
            <p:cNvSpPr/>
            <p:nvPr/>
          </p:nvSpPr>
          <p:spPr>
            <a:xfrm>
              <a:off x="3365425" y="2312050"/>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44"/>
            <p:cNvSpPr/>
            <p:nvPr/>
          </p:nvSpPr>
          <p:spPr>
            <a:xfrm>
              <a:off x="3365425" y="23120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44"/>
            <p:cNvSpPr/>
            <p:nvPr/>
          </p:nvSpPr>
          <p:spPr>
            <a:xfrm>
              <a:off x="3364800" y="2312050"/>
              <a:ext cx="650" cy="6300"/>
            </a:xfrm>
            <a:custGeom>
              <a:avLst/>
              <a:gdLst/>
              <a:ahLst/>
              <a:cxnLst/>
              <a:rect l="l" t="t" r="r" b="b"/>
              <a:pathLst>
                <a:path w="26" h="252" extrusionOk="0">
                  <a:moveTo>
                    <a:pt x="26"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44"/>
            <p:cNvSpPr/>
            <p:nvPr/>
          </p:nvSpPr>
          <p:spPr>
            <a:xfrm>
              <a:off x="3364800" y="2312050"/>
              <a:ext cx="650" cy="6300"/>
            </a:xfrm>
            <a:custGeom>
              <a:avLst/>
              <a:gdLst/>
              <a:ahLst/>
              <a:cxnLst/>
              <a:rect l="l" t="t" r="r" b="b"/>
              <a:pathLst>
                <a:path w="26" h="252" extrusionOk="0">
                  <a:moveTo>
                    <a:pt x="26" y="1"/>
                  </a:moveTo>
                  <a:cubicBezTo>
                    <a:pt x="1" y="26"/>
                    <a:pt x="1" y="26"/>
                    <a:pt x="1" y="26"/>
                  </a:cubicBezTo>
                  <a:lnTo>
                    <a:pt x="1"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44"/>
            <p:cNvSpPr/>
            <p:nvPr/>
          </p:nvSpPr>
          <p:spPr>
            <a:xfrm>
              <a:off x="3364800" y="23126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44"/>
            <p:cNvSpPr/>
            <p:nvPr/>
          </p:nvSpPr>
          <p:spPr>
            <a:xfrm>
              <a:off x="3364800" y="2312675"/>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44"/>
            <p:cNvSpPr/>
            <p:nvPr/>
          </p:nvSpPr>
          <p:spPr>
            <a:xfrm>
              <a:off x="3518325" y="2306425"/>
              <a:ext cx="10675" cy="12550"/>
            </a:xfrm>
            <a:custGeom>
              <a:avLst/>
              <a:gdLst/>
              <a:ahLst/>
              <a:cxnLst/>
              <a:rect l="l" t="t" r="r" b="b"/>
              <a:pathLst>
                <a:path w="427" h="502" extrusionOk="0">
                  <a:moveTo>
                    <a:pt x="426" y="0"/>
                  </a:moveTo>
                  <a:lnTo>
                    <a:pt x="0" y="276"/>
                  </a:lnTo>
                  <a:lnTo>
                    <a:pt x="0" y="502"/>
                  </a:lnTo>
                  <a:lnTo>
                    <a:pt x="426" y="251"/>
                  </a:lnTo>
                  <a:lnTo>
                    <a:pt x="426"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44"/>
            <p:cNvSpPr/>
            <p:nvPr/>
          </p:nvSpPr>
          <p:spPr>
            <a:xfrm>
              <a:off x="3501400" y="2305175"/>
              <a:ext cx="13175" cy="13800"/>
            </a:xfrm>
            <a:custGeom>
              <a:avLst/>
              <a:gdLst/>
              <a:ahLst/>
              <a:cxnLst/>
              <a:rect l="l" t="t" r="r" b="b"/>
              <a:pathLst>
                <a:path w="527" h="552" extrusionOk="0">
                  <a:moveTo>
                    <a:pt x="1" y="0"/>
                  </a:moveTo>
                  <a:lnTo>
                    <a:pt x="1" y="251"/>
                  </a:lnTo>
                  <a:lnTo>
                    <a:pt x="527" y="552"/>
                  </a:lnTo>
                  <a:lnTo>
                    <a:pt x="527" y="326"/>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44"/>
            <p:cNvSpPr/>
            <p:nvPr/>
          </p:nvSpPr>
          <p:spPr>
            <a:xfrm>
              <a:off x="3379850" y="2305175"/>
              <a:ext cx="13800" cy="13800"/>
            </a:xfrm>
            <a:custGeom>
              <a:avLst/>
              <a:gdLst/>
              <a:ahLst/>
              <a:cxnLst/>
              <a:rect l="l" t="t" r="r" b="b"/>
              <a:pathLst>
                <a:path w="552" h="552" extrusionOk="0">
                  <a:moveTo>
                    <a:pt x="0" y="0"/>
                  </a:moveTo>
                  <a:lnTo>
                    <a:pt x="0" y="251"/>
                  </a:lnTo>
                  <a:lnTo>
                    <a:pt x="552" y="552"/>
                  </a:lnTo>
                  <a:lnTo>
                    <a:pt x="552" y="3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44"/>
            <p:cNvSpPr/>
            <p:nvPr/>
          </p:nvSpPr>
          <p:spPr>
            <a:xfrm>
              <a:off x="3404900" y="2312675"/>
              <a:ext cx="25" cy="5675"/>
            </a:xfrm>
            <a:custGeom>
              <a:avLst/>
              <a:gdLst/>
              <a:ahLst/>
              <a:cxnLst/>
              <a:rect l="l" t="t" r="r" b="b"/>
              <a:pathLst>
                <a:path w="1" h="227" extrusionOk="0">
                  <a:moveTo>
                    <a:pt x="1" y="1"/>
                  </a:moveTo>
                  <a:lnTo>
                    <a:pt x="1" y="226"/>
                  </a:lnTo>
                  <a:lnTo>
                    <a:pt x="1" y="226"/>
                  </a:ln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44"/>
            <p:cNvSpPr/>
            <p:nvPr/>
          </p:nvSpPr>
          <p:spPr>
            <a:xfrm>
              <a:off x="3404275" y="2312675"/>
              <a:ext cx="650" cy="6300"/>
            </a:xfrm>
            <a:custGeom>
              <a:avLst/>
              <a:gdLst/>
              <a:ahLst/>
              <a:cxnLst/>
              <a:rect l="l" t="t" r="r" b="b"/>
              <a:pathLst>
                <a:path w="26" h="252" extrusionOk="0">
                  <a:moveTo>
                    <a:pt x="1" y="1"/>
                  </a:moveTo>
                  <a:lnTo>
                    <a:pt x="1" y="252"/>
                  </a:lnTo>
                  <a:cubicBezTo>
                    <a:pt x="1" y="226"/>
                    <a:pt x="1" y="226"/>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44"/>
            <p:cNvSpPr/>
            <p:nvPr/>
          </p:nvSpPr>
          <p:spPr>
            <a:xfrm>
              <a:off x="3404275" y="2312675"/>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44"/>
            <p:cNvSpPr/>
            <p:nvPr/>
          </p:nvSpPr>
          <p:spPr>
            <a:xfrm>
              <a:off x="3404275" y="2312675"/>
              <a:ext cx="25" cy="6300"/>
            </a:xfrm>
            <a:custGeom>
              <a:avLst/>
              <a:gdLst/>
              <a:ahLst/>
              <a:cxnLst/>
              <a:rect l="l" t="t" r="r" b="b"/>
              <a:pathLst>
                <a:path w="1" h="252" extrusionOk="0">
                  <a:moveTo>
                    <a:pt x="1" y="1"/>
                  </a:moveTo>
                  <a:lnTo>
                    <a:pt x="1" y="252"/>
                  </a:lnTo>
                  <a:cubicBezTo>
                    <a:pt x="1" y="252"/>
                    <a:pt x="1" y="252"/>
                    <a:pt x="1" y="252"/>
                  </a:cubicBezTo>
                  <a:lnTo>
                    <a:pt x="1" y="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44"/>
            <p:cNvSpPr/>
            <p:nvPr/>
          </p:nvSpPr>
          <p:spPr>
            <a:xfrm>
              <a:off x="3404275" y="2313300"/>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44"/>
            <p:cNvSpPr/>
            <p:nvPr/>
          </p:nvSpPr>
          <p:spPr>
            <a:xfrm>
              <a:off x="3500150" y="2296550"/>
              <a:ext cx="30100" cy="16775"/>
            </a:xfrm>
            <a:custGeom>
              <a:avLst/>
              <a:gdLst/>
              <a:ahLst/>
              <a:cxnLst/>
              <a:rect l="l" t="t" r="r" b="b"/>
              <a:pathLst>
                <a:path w="1204" h="671" extrusionOk="0">
                  <a:moveTo>
                    <a:pt x="555" y="1"/>
                  </a:moveTo>
                  <a:cubicBezTo>
                    <a:pt x="533" y="1"/>
                    <a:pt x="514" y="7"/>
                    <a:pt x="502" y="19"/>
                  </a:cubicBezTo>
                  <a:lnTo>
                    <a:pt x="51" y="270"/>
                  </a:lnTo>
                  <a:cubicBezTo>
                    <a:pt x="0" y="295"/>
                    <a:pt x="0" y="320"/>
                    <a:pt x="51" y="345"/>
                  </a:cubicBezTo>
                  <a:lnTo>
                    <a:pt x="577" y="671"/>
                  </a:lnTo>
                  <a:lnTo>
                    <a:pt x="727" y="671"/>
                  </a:lnTo>
                  <a:lnTo>
                    <a:pt x="1153" y="395"/>
                  </a:lnTo>
                  <a:cubicBezTo>
                    <a:pt x="1203" y="370"/>
                    <a:pt x="1203" y="345"/>
                    <a:pt x="1153" y="320"/>
                  </a:cubicBezTo>
                  <a:lnTo>
                    <a:pt x="627" y="19"/>
                  </a:lnTo>
                  <a:cubicBezTo>
                    <a:pt x="602" y="7"/>
                    <a:pt x="577" y="1"/>
                    <a:pt x="555"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44"/>
            <p:cNvSpPr/>
            <p:nvPr/>
          </p:nvSpPr>
          <p:spPr>
            <a:xfrm>
              <a:off x="3501400" y="2296400"/>
              <a:ext cx="27600" cy="15050"/>
            </a:xfrm>
            <a:custGeom>
              <a:avLst/>
              <a:gdLst/>
              <a:ahLst/>
              <a:cxnLst/>
              <a:rect l="l" t="t" r="r" b="b"/>
              <a:pathLst>
                <a:path w="1104" h="602" extrusionOk="0">
                  <a:moveTo>
                    <a:pt x="502" y="0"/>
                  </a:moveTo>
                  <a:cubicBezTo>
                    <a:pt x="477" y="0"/>
                    <a:pt x="477" y="0"/>
                    <a:pt x="452" y="25"/>
                  </a:cubicBezTo>
                  <a:cubicBezTo>
                    <a:pt x="452" y="25"/>
                    <a:pt x="1" y="276"/>
                    <a:pt x="1" y="276"/>
                  </a:cubicBezTo>
                  <a:lnTo>
                    <a:pt x="26" y="276"/>
                  </a:lnTo>
                  <a:lnTo>
                    <a:pt x="552" y="602"/>
                  </a:lnTo>
                  <a:lnTo>
                    <a:pt x="652" y="602"/>
                  </a:lnTo>
                  <a:cubicBezTo>
                    <a:pt x="652" y="602"/>
                    <a:pt x="1103" y="326"/>
                    <a:pt x="1103" y="326"/>
                  </a:cubicBezTo>
                  <a:lnTo>
                    <a:pt x="552" y="25"/>
                  </a:lnTo>
                  <a:cubicBezTo>
                    <a:pt x="527" y="0"/>
                    <a:pt x="527" y="0"/>
                    <a:pt x="502" y="0"/>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44"/>
            <p:cNvSpPr/>
            <p:nvPr/>
          </p:nvSpPr>
          <p:spPr>
            <a:xfrm>
              <a:off x="3517700" y="2313300"/>
              <a:ext cx="650" cy="5675"/>
            </a:xfrm>
            <a:custGeom>
              <a:avLst/>
              <a:gdLst/>
              <a:ahLst/>
              <a:cxnLst/>
              <a:rect l="l" t="t" r="r" b="b"/>
              <a:pathLst>
                <a:path w="26" h="227" extrusionOk="0">
                  <a:moveTo>
                    <a:pt x="0" y="1"/>
                  </a:moveTo>
                  <a:lnTo>
                    <a:pt x="0" y="227"/>
                  </a:lnTo>
                  <a:lnTo>
                    <a:pt x="25" y="227"/>
                  </a:lnTo>
                  <a:lnTo>
                    <a:pt x="25"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44"/>
            <p:cNvSpPr/>
            <p:nvPr/>
          </p:nvSpPr>
          <p:spPr>
            <a:xfrm>
              <a:off x="3517075" y="2313300"/>
              <a:ext cx="650" cy="6300"/>
            </a:xfrm>
            <a:custGeom>
              <a:avLst/>
              <a:gdLst/>
              <a:ahLst/>
              <a:cxnLst/>
              <a:rect l="l" t="t" r="r" b="b"/>
              <a:pathLst>
                <a:path w="26" h="252" extrusionOk="0">
                  <a:moveTo>
                    <a:pt x="0" y="1"/>
                  </a:moveTo>
                  <a:lnTo>
                    <a:pt x="0" y="252"/>
                  </a:lnTo>
                  <a:cubicBezTo>
                    <a:pt x="0" y="252"/>
                    <a:pt x="25" y="252"/>
                    <a:pt x="25" y="227"/>
                  </a:cubicBez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44"/>
            <p:cNvSpPr/>
            <p:nvPr/>
          </p:nvSpPr>
          <p:spPr>
            <a:xfrm>
              <a:off x="3517075" y="2313300"/>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44"/>
            <p:cNvSpPr/>
            <p:nvPr/>
          </p:nvSpPr>
          <p:spPr>
            <a:xfrm>
              <a:off x="3516450" y="2313300"/>
              <a:ext cx="650" cy="6300"/>
            </a:xfrm>
            <a:custGeom>
              <a:avLst/>
              <a:gdLst/>
              <a:ahLst/>
              <a:cxnLst/>
              <a:rect l="l" t="t" r="r" b="b"/>
              <a:pathLst>
                <a:path w="26" h="252" extrusionOk="0">
                  <a:moveTo>
                    <a:pt x="0" y="1"/>
                  </a:moveTo>
                  <a:lnTo>
                    <a:pt x="0" y="252"/>
                  </a:lnTo>
                  <a:lnTo>
                    <a:pt x="25" y="252"/>
                  </a:lnTo>
                  <a:lnTo>
                    <a:pt x="25"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44"/>
            <p:cNvSpPr/>
            <p:nvPr/>
          </p:nvSpPr>
          <p:spPr>
            <a:xfrm>
              <a:off x="3516450" y="2313300"/>
              <a:ext cx="25" cy="6300"/>
            </a:xfrm>
            <a:custGeom>
              <a:avLst/>
              <a:gdLst/>
              <a:ahLst/>
              <a:cxnLst/>
              <a:rect l="l" t="t" r="r" b="b"/>
              <a:pathLst>
                <a:path w="1" h="252" extrusionOk="0">
                  <a:moveTo>
                    <a:pt x="0" y="1"/>
                  </a:moveTo>
                  <a:lnTo>
                    <a:pt x="0" y="252"/>
                  </a:lnTo>
                  <a:lnTo>
                    <a:pt x="0" y="252"/>
                  </a:ln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44"/>
            <p:cNvSpPr/>
            <p:nvPr/>
          </p:nvSpPr>
          <p:spPr>
            <a:xfrm>
              <a:off x="3516450" y="2313300"/>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44"/>
            <p:cNvSpPr/>
            <p:nvPr/>
          </p:nvSpPr>
          <p:spPr>
            <a:xfrm>
              <a:off x="3515825" y="2313300"/>
              <a:ext cx="650" cy="6300"/>
            </a:xfrm>
            <a:custGeom>
              <a:avLst/>
              <a:gdLst/>
              <a:ahLst/>
              <a:cxnLst/>
              <a:rect l="l" t="t" r="r" b="b"/>
              <a:pathLst>
                <a:path w="26" h="252" extrusionOk="0">
                  <a:moveTo>
                    <a:pt x="0" y="1"/>
                  </a:moveTo>
                  <a:lnTo>
                    <a:pt x="0" y="252"/>
                  </a:lnTo>
                  <a:lnTo>
                    <a:pt x="25" y="252"/>
                  </a:lnTo>
                  <a:lnTo>
                    <a:pt x="25"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44"/>
            <p:cNvSpPr/>
            <p:nvPr/>
          </p:nvSpPr>
          <p:spPr>
            <a:xfrm>
              <a:off x="3515825" y="2313300"/>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44"/>
            <p:cNvSpPr/>
            <p:nvPr/>
          </p:nvSpPr>
          <p:spPr>
            <a:xfrm>
              <a:off x="3515175" y="2313300"/>
              <a:ext cx="675" cy="6300"/>
            </a:xfrm>
            <a:custGeom>
              <a:avLst/>
              <a:gdLst/>
              <a:ahLst/>
              <a:cxnLst/>
              <a:rect l="l" t="t" r="r" b="b"/>
              <a:pathLst>
                <a:path w="27" h="252" extrusionOk="0">
                  <a:moveTo>
                    <a:pt x="1" y="1"/>
                  </a:moveTo>
                  <a:lnTo>
                    <a:pt x="1" y="227"/>
                  </a:lnTo>
                  <a:cubicBezTo>
                    <a:pt x="26" y="252"/>
                    <a:pt x="26" y="252"/>
                    <a:pt x="26" y="252"/>
                  </a:cubicBezTo>
                  <a:lnTo>
                    <a:pt x="26" y="1"/>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44"/>
            <p:cNvSpPr/>
            <p:nvPr/>
          </p:nvSpPr>
          <p:spPr>
            <a:xfrm>
              <a:off x="3515175" y="2313300"/>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44"/>
            <p:cNvSpPr/>
            <p:nvPr/>
          </p:nvSpPr>
          <p:spPr>
            <a:xfrm>
              <a:off x="3514550" y="2313300"/>
              <a:ext cx="650" cy="5675"/>
            </a:xfrm>
            <a:custGeom>
              <a:avLst/>
              <a:gdLst/>
              <a:ahLst/>
              <a:cxnLst/>
              <a:rect l="l" t="t" r="r" b="b"/>
              <a:pathLst>
                <a:path w="26" h="227" extrusionOk="0">
                  <a:moveTo>
                    <a:pt x="1" y="1"/>
                  </a:moveTo>
                  <a:lnTo>
                    <a:pt x="1" y="227"/>
                  </a:lnTo>
                  <a:lnTo>
                    <a:pt x="26" y="227"/>
                  </a:lnTo>
                  <a:lnTo>
                    <a:pt x="26"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44"/>
            <p:cNvSpPr/>
            <p:nvPr/>
          </p:nvSpPr>
          <p:spPr>
            <a:xfrm>
              <a:off x="3443750" y="2307050"/>
              <a:ext cx="11300" cy="12550"/>
            </a:xfrm>
            <a:custGeom>
              <a:avLst/>
              <a:gdLst/>
              <a:ahLst/>
              <a:cxnLst/>
              <a:rect l="l" t="t" r="r" b="b"/>
              <a:pathLst>
                <a:path w="452" h="502" extrusionOk="0">
                  <a:moveTo>
                    <a:pt x="452" y="0"/>
                  </a:moveTo>
                  <a:lnTo>
                    <a:pt x="1" y="251"/>
                  </a:lnTo>
                  <a:lnTo>
                    <a:pt x="1" y="502"/>
                  </a:lnTo>
                  <a:lnTo>
                    <a:pt x="452" y="226"/>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44"/>
            <p:cNvSpPr/>
            <p:nvPr/>
          </p:nvSpPr>
          <p:spPr>
            <a:xfrm>
              <a:off x="3404275" y="2313300"/>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44"/>
            <p:cNvSpPr/>
            <p:nvPr/>
          </p:nvSpPr>
          <p:spPr>
            <a:xfrm>
              <a:off x="3404275" y="2313300"/>
              <a:ext cx="25" cy="6300"/>
            </a:xfrm>
            <a:custGeom>
              <a:avLst/>
              <a:gdLst/>
              <a:ahLst/>
              <a:cxnLst/>
              <a:rect l="l" t="t" r="r" b="b"/>
              <a:pathLst>
                <a:path w="1" h="252" extrusionOk="0">
                  <a:moveTo>
                    <a:pt x="1" y="1"/>
                  </a:moveTo>
                  <a:lnTo>
                    <a:pt x="1" y="227"/>
                  </a:lnTo>
                  <a:cubicBezTo>
                    <a:pt x="1" y="227"/>
                    <a:pt x="1" y="227"/>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44"/>
            <p:cNvSpPr/>
            <p:nvPr/>
          </p:nvSpPr>
          <p:spPr>
            <a:xfrm>
              <a:off x="3404275" y="2313300"/>
              <a:ext cx="25" cy="6300"/>
            </a:xfrm>
            <a:custGeom>
              <a:avLst/>
              <a:gdLst/>
              <a:ahLst/>
              <a:cxnLst/>
              <a:rect l="l" t="t" r="r" b="b"/>
              <a:pathLst>
                <a:path w="1" h="252" extrusionOk="0">
                  <a:moveTo>
                    <a:pt x="1" y="1"/>
                  </a:moveTo>
                  <a:lnTo>
                    <a:pt x="1" y="227"/>
                  </a:lnTo>
                  <a:cubicBezTo>
                    <a:pt x="1" y="252"/>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44"/>
            <p:cNvSpPr/>
            <p:nvPr/>
          </p:nvSpPr>
          <p:spPr>
            <a:xfrm>
              <a:off x="3404275" y="2313300"/>
              <a:ext cx="25" cy="6300"/>
            </a:xfrm>
            <a:custGeom>
              <a:avLst/>
              <a:gdLst/>
              <a:ahLst/>
              <a:cxnLst/>
              <a:rect l="l" t="t" r="r" b="b"/>
              <a:pathLst>
                <a:path w="1" h="252" extrusionOk="0">
                  <a:moveTo>
                    <a:pt x="1" y="1"/>
                  </a:moveTo>
                  <a:lnTo>
                    <a:pt x="1" y="252"/>
                  </a:lnTo>
                  <a:lnTo>
                    <a:pt x="1" y="25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44"/>
            <p:cNvSpPr/>
            <p:nvPr/>
          </p:nvSpPr>
          <p:spPr>
            <a:xfrm>
              <a:off x="3364800" y="2312675"/>
              <a:ext cx="1300" cy="6925"/>
            </a:xfrm>
            <a:custGeom>
              <a:avLst/>
              <a:gdLst/>
              <a:ahLst/>
              <a:cxnLst/>
              <a:rect l="l" t="t" r="r" b="b"/>
              <a:pathLst>
                <a:path w="52" h="277" extrusionOk="0">
                  <a:moveTo>
                    <a:pt x="1" y="1"/>
                  </a:moveTo>
                  <a:lnTo>
                    <a:pt x="1" y="226"/>
                  </a:lnTo>
                  <a:cubicBezTo>
                    <a:pt x="1" y="252"/>
                    <a:pt x="26" y="252"/>
                    <a:pt x="26" y="277"/>
                  </a:cubicBezTo>
                  <a:lnTo>
                    <a:pt x="51" y="26"/>
                  </a:lnTo>
                  <a:cubicBezTo>
                    <a:pt x="26" y="26"/>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44"/>
            <p:cNvSpPr/>
            <p:nvPr/>
          </p:nvSpPr>
          <p:spPr>
            <a:xfrm>
              <a:off x="3556550" y="2310800"/>
              <a:ext cx="5650" cy="9425"/>
            </a:xfrm>
            <a:custGeom>
              <a:avLst/>
              <a:gdLst/>
              <a:ahLst/>
              <a:cxnLst/>
              <a:rect l="l" t="t" r="r" b="b"/>
              <a:pathLst>
                <a:path w="226" h="377" extrusionOk="0">
                  <a:moveTo>
                    <a:pt x="226" y="1"/>
                  </a:moveTo>
                  <a:lnTo>
                    <a:pt x="0" y="126"/>
                  </a:lnTo>
                  <a:lnTo>
                    <a:pt x="0" y="377"/>
                  </a:lnTo>
                  <a:lnTo>
                    <a:pt x="226" y="251"/>
                  </a:lnTo>
                  <a:lnTo>
                    <a:pt x="226"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44"/>
            <p:cNvSpPr/>
            <p:nvPr/>
          </p:nvSpPr>
          <p:spPr>
            <a:xfrm>
              <a:off x="3352900" y="2311425"/>
              <a:ext cx="25" cy="6300"/>
            </a:xfrm>
            <a:custGeom>
              <a:avLst/>
              <a:gdLst/>
              <a:ahLst/>
              <a:cxnLst/>
              <a:rect l="l" t="t" r="r" b="b"/>
              <a:pathLst>
                <a:path w="1" h="252" extrusionOk="0">
                  <a:moveTo>
                    <a:pt x="1" y="1"/>
                  </a:moveTo>
                  <a:lnTo>
                    <a:pt x="1" y="251"/>
                  </a:lnTo>
                  <a:lnTo>
                    <a:pt x="1" y="251"/>
                  </a:ln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44"/>
            <p:cNvSpPr/>
            <p:nvPr/>
          </p:nvSpPr>
          <p:spPr>
            <a:xfrm>
              <a:off x="3352275" y="2311425"/>
              <a:ext cx="650" cy="6925"/>
            </a:xfrm>
            <a:custGeom>
              <a:avLst/>
              <a:gdLst/>
              <a:ahLst/>
              <a:cxnLst/>
              <a:rect l="l" t="t" r="r" b="b"/>
              <a:pathLst>
                <a:path w="26" h="277" extrusionOk="0">
                  <a:moveTo>
                    <a:pt x="26" y="1"/>
                  </a:moveTo>
                  <a:cubicBezTo>
                    <a:pt x="1" y="26"/>
                    <a:pt x="1" y="26"/>
                    <a:pt x="1" y="26"/>
                  </a:cubicBezTo>
                  <a:lnTo>
                    <a:pt x="1" y="276"/>
                  </a:lnTo>
                  <a:cubicBezTo>
                    <a:pt x="1" y="251"/>
                    <a:pt x="1" y="251"/>
                    <a:pt x="26" y="251"/>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44"/>
            <p:cNvSpPr/>
            <p:nvPr/>
          </p:nvSpPr>
          <p:spPr>
            <a:xfrm>
              <a:off x="3351650" y="2312050"/>
              <a:ext cx="650" cy="6300"/>
            </a:xfrm>
            <a:custGeom>
              <a:avLst/>
              <a:gdLst/>
              <a:ahLst/>
              <a:cxnLst/>
              <a:rect l="l" t="t" r="r" b="b"/>
              <a:pathLst>
                <a:path w="26" h="252" extrusionOk="0">
                  <a:moveTo>
                    <a:pt x="26" y="1"/>
                  </a:moveTo>
                  <a:cubicBezTo>
                    <a:pt x="26" y="1"/>
                    <a:pt x="1" y="1"/>
                    <a:pt x="1" y="26"/>
                  </a:cubicBez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44"/>
            <p:cNvSpPr/>
            <p:nvPr/>
          </p:nvSpPr>
          <p:spPr>
            <a:xfrm>
              <a:off x="3351650" y="23126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44"/>
            <p:cNvSpPr/>
            <p:nvPr/>
          </p:nvSpPr>
          <p:spPr>
            <a:xfrm>
              <a:off x="3351650" y="2312675"/>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44"/>
            <p:cNvSpPr/>
            <p:nvPr/>
          </p:nvSpPr>
          <p:spPr>
            <a:xfrm>
              <a:off x="3351650" y="2312675"/>
              <a:ext cx="25" cy="6300"/>
            </a:xfrm>
            <a:custGeom>
              <a:avLst/>
              <a:gdLst/>
              <a:ahLst/>
              <a:cxnLst/>
              <a:rect l="l" t="t" r="r" b="b"/>
              <a:pathLst>
                <a:path w="1" h="252" extrusionOk="0">
                  <a:moveTo>
                    <a:pt x="1" y="1"/>
                  </a:moveTo>
                  <a:lnTo>
                    <a:pt x="1" y="252"/>
                  </a:lnTo>
                  <a:cubicBezTo>
                    <a:pt x="1" y="252"/>
                    <a:pt x="1" y="252"/>
                    <a:pt x="1" y="252"/>
                  </a:cubicBezTo>
                  <a:lnTo>
                    <a:pt x="1" y="26"/>
                  </a:lnTo>
                  <a:cubicBezTo>
                    <a:pt x="1" y="26"/>
                    <a:pt x="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44"/>
            <p:cNvSpPr/>
            <p:nvPr/>
          </p:nvSpPr>
          <p:spPr>
            <a:xfrm>
              <a:off x="3351650" y="2313300"/>
              <a:ext cx="25" cy="6300"/>
            </a:xfrm>
            <a:custGeom>
              <a:avLst/>
              <a:gdLst/>
              <a:ahLst/>
              <a:cxnLst/>
              <a:rect l="l" t="t" r="r" b="b"/>
              <a:pathLst>
                <a:path w="1" h="252" extrusionOk="0">
                  <a:moveTo>
                    <a:pt x="1" y="1"/>
                  </a:moveTo>
                  <a:lnTo>
                    <a:pt x="1" y="227"/>
                  </a:lnTo>
                  <a:cubicBezTo>
                    <a:pt x="1" y="252"/>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44"/>
            <p:cNvSpPr/>
            <p:nvPr/>
          </p:nvSpPr>
          <p:spPr>
            <a:xfrm>
              <a:off x="3351650" y="2313300"/>
              <a:ext cx="25" cy="6300"/>
            </a:xfrm>
            <a:custGeom>
              <a:avLst/>
              <a:gdLst/>
              <a:ahLst/>
              <a:cxnLst/>
              <a:rect l="l" t="t" r="r" b="b"/>
              <a:pathLst>
                <a:path w="1" h="252" extrusionOk="0">
                  <a:moveTo>
                    <a:pt x="1" y="1"/>
                  </a:moveTo>
                  <a:lnTo>
                    <a:pt x="1" y="252"/>
                  </a:lnTo>
                  <a:lnTo>
                    <a:pt x="1" y="25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44"/>
            <p:cNvSpPr/>
            <p:nvPr/>
          </p:nvSpPr>
          <p:spPr>
            <a:xfrm>
              <a:off x="3539625" y="2305800"/>
              <a:ext cx="14425" cy="14425"/>
            </a:xfrm>
            <a:custGeom>
              <a:avLst/>
              <a:gdLst/>
              <a:ahLst/>
              <a:cxnLst/>
              <a:rect l="l" t="t" r="r" b="b"/>
              <a:pathLst>
                <a:path w="577" h="577" extrusionOk="0">
                  <a:moveTo>
                    <a:pt x="0" y="0"/>
                  </a:moveTo>
                  <a:lnTo>
                    <a:pt x="0" y="251"/>
                  </a:lnTo>
                  <a:lnTo>
                    <a:pt x="577" y="577"/>
                  </a:lnTo>
                  <a:lnTo>
                    <a:pt x="577" y="326"/>
                  </a:lnTo>
                  <a:lnTo>
                    <a:pt x="0"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44"/>
            <p:cNvSpPr/>
            <p:nvPr/>
          </p:nvSpPr>
          <p:spPr>
            <a:xfrm>
              <a:off x="3419325" y="2305800"/>
              <a:ext cx="13175" cy="13800"/>
            </a:xfrm>
            <a:custGeom>
              <a:avLst/>
              <a:gdLst/>
              <a:ahLst/>
              <a:cxnLst/>
              <a:rect l="l" t="t" r="r" b="b"/>
              <a:pathLst>
                <a:path w="527" h="552" extrusionOk="0">
                  <a:moveTo>
                    <a:pt x="0" y="0"/>
                  </a:moveTo>
                  <a:lnTo>
                    <a:pt x="0" y="251"/>
                  </a:lnTo>
                  <a:lnTo>
                    <a:pt x="527" y="552"/>
                  </a:lnTo>
                  <a:lnTo>
                    <a:pt x="527" y="3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44"/>
            <p:cNvSpPr/>
            <p:nvPr/>
          </p:nvSpPr>
          <p:spPr>
            <a:xfrm>
              <a:off x="3482600" y="2307675"/>
              <a:ext cx="11300" cy="12550"/>
            </a:xfrm>
            <a:custGeom>
              <a:avLst/>
              <a:gdLst/>
              <a:ahLst/>
              <a:cxnLst/>
              <a:rect l="l" t="t" r="r" b="b"/>
              <a:pathLst>
                <a:path w="452" h="502" extrusionOk="0">
                  <a:moveTo>
                    <a:pt x="452" y="0"/>
                  </a:moveTo>
                  <a:lnTo>
                    <a:pt x="1" y="251"/>
                  </a:lnTo>
                  <a:lnTo>
                    <a:pt x="1" y="502"/>
                  </a:lnTo>
                  <a:lnTo>
                    <a:pt x="452" y="251"/>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44"/>
            <p:cNvSpPr/>
            <p:nvPr/>
          </p:nvSpPr>
          <p:spPr>
            <a:xfrm>
              <a:off x="3393625" y="2313300"/>
              <a:ext cx="650" cy="6925"/>
            </a:xfrm>
            <a:custGeom>
              <a:avLst/>
              <a:gdLst/>
              <a:ahLst/>
              <a:cxnLst/>
              <a:rect l="l" t="t" r="r" b="b"/>
              <a:pathLst>
                <a:path w="26" h="277" extrusionOk="0">
                  <a:moveTo>
                    <a:pt x="1" y="1"/>
                  </a:moveTo>
                  <a:lnTo>
                    <a:pt x="1" y="227"/>
                  </a:lnTo>
                  <a:cubicBezTo>
                    <a:pt x="26" y="252"/>
                    <a:pt x="26" y="252"/>
                    <a:pt x="26" y="277"/>
                  </a:cubicBezTo>
                  <a:lnTo>
                    <a:pt x="26" y="26"/>
                  </a:lnTo>
                  <a:cubicBezTo>
                    <a:pt x="26" y="26"/>
                    <a:pt x="26"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44"/>
            <p:cNvSpPr/>
            <p:nvPr/>
          </p:nvSpPr>
          <p:spPr>
            <a:xfrm>
              <a:off x="3556550" y="2313950"/>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0"/>
                    <a:pt x="0"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44"/>
            <p:cNvSpPr/>
            <p:nvPr/>
          </p:nvSpPr>
          <p:spPr>
            <a:xfrm>
              <a:off x="3555925" y="2314575"/>
              <a:ext cx="650" cy="5650"/>
            </a:xfrm>
            <a:custGeom>
              <a:avLst/>
              <a:gdLst/>
              <a:ahLst/>
              <a:cxnLst/>
              <a:rect l="l" t="t" r="r" b="b"/>
              <a:pathLst>
                <a:path w="26" h="226" extrusionOk="0">
                  <a:moveTo>
                    <a:pt x="0" y="0"/>
                  </a:moveTo>
                  <a:lnTo>
                    <a:pt x="0" y="226"/>
                  </a:lnTo>
                  <a:lnTo>
                    <a:pt x="25" y="226"/>
                  </a:ln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44"/>
            <p:cNvSpPr/>
            <p:nvPr/>
          </p:nvSpPr>
          <p:spPr>
            <a:xfrm>
              <a:off x="3555925" y="2314575"/>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44"/>
            <p:cNvSpPr/>
            <p:nvPr/>
          </p:nvSpPr>
          <p:spPr>
            <a:xfrm>
              <a:off x="3555275" y="2314575"/>
              <a:ext cx="675" cy="5650"/>
            </a:xfrm>
            <a:custGeom>
              <a:avLst/>
              <a:gdLst/>
              <a:ahLst/>
              <a:cxnLst/>
              <a:rect l="l" t="t" r="r" b="b"/>
              <a:pathLst>
                <a:path w="27" h="226" extrusionOk="0">
                  <a:moveTo>
                    <a:pt x="1" y="0"/>
                  </a:moveTo>
                  <a:lnTo>
                    <a:pt x="1" y="226"/>
                  </a:lnTo>
                  <a:lnTo>
                    <a:pt x="26" y="226"/>
                  </a:lnTo>
                  <a:lnTo>
                    <a:pt x="26"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44"/>
            <p:cNvSpPr/>
            <p:nvPr/>
          </p:nvSpPr>
          <p:spPr>
            <a:xfrm>
              <a:off x="3555275" y="2314575"/>
              <a:ext cx="25" cy="5650"/>
            </a:xfrm>
            <a:custGeom>
              <a:avLst/>
              <a:gdLst/>
              <a:ahLst/>
              <a:cxnLst/>
              <a:rect l="l" t="t" r="r" b="b"/>
              <a:pathLst>
                <a:path w="1" h="226" extrusionOk="0">
                  <a:moveTo>
                    <a:pt x="1" y="0"/>
                  </a:moveTo>
                  <a:lnTo>
                    <a:pt x="1" y="226"/>
                  </a:lnTo>
                  <a:lnTo>
                    <a:pt x="1" y="226"/>
                  </a:lnTo>
                  <a:lnTo>
                    <a:pt x="1" y="0"/>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44"/>
            <p:cNvSpPr/>
            <p:nvPr/>
          </p:nvSpPr>
          <p:spPr>
            <a:xfrm>
              <a:off x="3555275" y="2314575"/>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44"/>
            <p:cNvSpPr/>
            <p:nvPr/>
          </p:nvSpPr>
          <p:spPr>
            <a:xfrm>
              <a:off x="3555275" y="23145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44"/>
            <p:cNvSpPr/>
            <p:nvPr/>
          </p:nvSpPr>
          <p:spPr>
            <a:xfrm>
              <a:off x="3554650" y="2314575"/>
              <a:ext cx="650" cy="5650"/>
            </a:xfrm>
            <a:custGeom>
              <a:avLst/>
              <a:gdLst/>
              <a:ahLst/>
              <a:cxnLst/>
              <a:rect l="l" t="t" r="r" b="b"/>
              <a:pathLst>
                <a:path w="26" h="226" extrusionOk="0">
                  <a:moveTo>
                    <a:pt x="1" y="0"/>
                  </a:moveTo>
                  <a:lnTo>
                    <a:pt x="1" y="226"/>
                  </a:lnTo>
                  <a:lnTo>
                    <a:pt x="26" y="226"/>
                  </a:lnTo>
                  <a:lnTo>
                    <a:pt x="26"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44"/>
            <p:cNvSpPr/>
            <p:nvPr/>
          </p:nvSpPr>
          <p:spPr>
            <a:xfrm>
              <a:off x="3554650" y="23145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44"/>
            <p:cNvSpPr/>
            <p:nvPr/>
          </p:nvSpPr>
          <p:spPr>
            <a:xfrm>
              <a:off x="3554650" y="23145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44"/>
            <p:cNvSpPr/>
            <p:nvPr/>
          </p:nvSpPr>
          <p:spPr>
            <a:xfrm>
              <a:off x="3554025" y="2313950"/>
              <a:ext cx="650" cy="6275"/>
            </a:xfrm>
            <a:custGeom>
              <a:avLst/>
              <a:gdLst/>
              <a:ahLst/>
              <a:cxnLst/>
              <a:rect l="l" t="t" r="r" b="b"/>
              <a:pathLst>
                <a:path w="26" h="251" extrusionOk="0">
                  <a:moveTo>
                    <a:pt x="1" y="0"/>
                  </a:moveTo>
                  <a:lnTo>
                    <a:pt x="1" y="251"/>
                  </a:lnTo>
                  <a:lnTo>
                    <a:pt x="26" y="251"/>
                  </a:lnTo>
                  <a:lnTo>
                    <a:pt x="26" y="25"/>
                  </a:lnTo>
                  <a:cubicBezTo>
                    <a:pt x="26" y="0"/>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44"/>
            <p:cNvSpPr/>
            <p:nvPr/>
          </p:nvSpPr>
          <p:spPr>
            <a:xfrm>
              <a:off x="3539000" y="2300925"/>
              <a:ext cx="23825" cy="13500"/>
            </a:xfrm>
            <a:custGeom>
              <a:avLst/>
              <a:gdLst/>
              <a:ahLst/>
              <a:cxnLst/>
              <a:rect l="l" t="t" r="r" b="b"/>
              <a:pathLst>
                <a:path w="953" h="540" extrusionOk="0">
                  <a:moveTo>
                    <a:pt x="301" y="1"/>
                  </a:moveTo>
                  <a:cubicBezTo>
                    <a:pt x="282" y="1"/>
                    <a:pt x="264" y="7"/>
                    <a:pt x="251" y="20"/>
                  </a:cubicBezTo>
                  <a:lnTo>
                    <a:pt x="25" y="145"/>
                  </a:lnTo>
                  <a:cubicBezTo>
                    <a:pt x="0" y="145"/>
                    <a:pt x="0" y="170"/>
                    <a:pt x="25" y="195"/>
                  </a:cubicBezTo>
                  <a:lnTo>
                    <a:pt x="602" y="521"/>
                  </a:lnTo>
                  <a:cubicBezTo>
                    <a:pt x="614" y="534"/>
                    <a:pt x="633" y="540"/>
                    <a:pt x="652" y="540"/>
                  </a:cubicBezTo>
                  <a:cubicBezTo>
                    <a:pt x="671" y="540"/>
                    <a:pt x="690" y="534"/>
                    <a:pt x="702" y="521"/>
                  </a:cubicBezTo>
                  <a:lnTo>
                    <a:pt x="928" y="396"/>
                  </a:lnTo>
                  <a:cubicBezTo>
                    <a:pt x="953" y="396"/>
                    <a:pt x="953" y="371"/>
                    <a:pt x="928" y="346"/>
                  </a:cubicBezTo>
                  <a:lnTo>
                    <a:pt x="351" y="20"/>
                  </a:lnTo>
                  <a:cubicBezTo>
                    <a:pt x="339" y="7"/>
                    <a:pt x="320" y="1"/>
                    <a:pt x="301"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44"/>
            <p:cNvSpPr/>
            <p:nvPr/>
          </p:nvSpPr>
          <p:spPr>
            <a:xfrm>
              <a:off x="3540875" y="2300775"/>
              <a:ext cx="20700" cy="11925"/>
            </a:xfrm>
            <a:custGeom>
              <a:avLst/>
              <a:gdLst/>
              <a:ahLst/>
              <a:cxnLst/>
              <a:rect l="l" t="t" r="r" b="b"/>
              <a:pathLst>
                <a:path w="828" h="477" extrusionOk="0">
                  <a:moveTo>
                    <a:pt x="201" y="1"/>
                  </a:moveTo>
                  <a:lnTo>
                    <a:pt x="1" y="126"/>
                  </a:lnTo>
                  <a:lnTo>
                    <a:pt x="552" y="452"/>
                  </a:lnTo>
                  <a:cubicBezTo>
                    <a:pt x="552" y="477"/>
                    <a:pt x="577" y="477"/>
                    <a:pt x="577" y="477"/>
                  </a:cubicBezTo>
                  <a:cubicBezTo>
                    <a:pt x="602" y="477"/>
                    <a:pt x="602" y="477"/>
                    <a:pt x="602" y="452"/>
                  </a:cubicBezTo>
                  <a:lnTo>
                    <a:pt x="828" y="352"/>
                  </a:lnTo>
                  <a:lnTo>
                    <a:pt x="251"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44"/>
            <p:cNvSpPr/>
            <p:nvPr/>
          </p:nvSpPr>
          <p:spPr>
            <a:xfrm>
              <a:off x="3443750" y="2313300"/>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44"/>
            <p:cNvSpPr/>
            <p:nvPr/>
          </p:nvSpPr>
          <p:spPr>
            <a:xfrm>
              <a:off x="3443125" y="2313300"/>
              <a:ext cx="650" cy="6300"/>
            </a:xfrm>
            <a:custGeom>
              <a:avLst/>
              <a:gdLst/>
              <a:ahLst/>
              <a:cxnLst/>
              <a:rect l="l" t="t" r="r" b="b"/>
              <a:pathLst>
                <a:path w="26" h="252" extrusionOk="0">
                  <a:moveTo>
                    <a:pt x="26" y="1"/>
                  </a:moveTo>
                  <a:cubicBezTo>
                    <a:pt x="26" y="1"/>
                    <a:pt x="1" y="1"/>
                    <a:pt x="1" y="26"/>
                  </a:cubicBezTo>
                  <a:lnTo>
                    <a:pt x="1" y="252"/>
                  </a:lnTo>
                  <a:lnTo>
                    <a:pt x="26" y="252"/>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44"/>
            <p:cNvSpPr/>
            <p:nvPr/>
          </p:nvSpPr>
          <p:spPr>
            <a:xfrm>
              <a:off x="3443125" y="23139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44"/>
            <p:cNvSpPr/>
            <p:nvPr/>
          </p:nvSpPr>
          <p:spPr>
            <a:xfrm>
              <a:off x="3443125" y="23139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44"/>
            <p:cNvSpPr/>
            <p:nvPr/>
          </p:nvSpPr>
          <p:spPr>
            <a:xfrm>
              <a:off x="3443125" y="2313950"/>
              <a:ext cx="25" cy="6275"/>
            </a:xfrm>
            <a:custGeom>
              <a:avLst/>
              <a:gdLst/>
              <a:ahLst/>
              <a:cxnLst/>
              <a:rect l="l" t="t" r="r" b="b"/>
              <a:pathLst>
                <a:path w="1" h="251" extrusionOk="0">
                  <a:moveTo>
                    <a:pt x="1" y="0"/>
                  </a:moveTo>
                  <a:lnTo>
                    <a:pt x="1" y="226"/>
                  </a:lnTo>
                  <a:cubicBezTo>
                    <a:pt x="1" y="251"/>
                    <a:pt x="1" y="251"/>
                    <a:pt x="1" y="251"/>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44"/>
            <p:cNvSpPr/>
            <p:nvPr/>
          </p:nvSpPr>
          <p:spPr>
            <a:xfrm>
              <a:off x="3443125" y="23139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44"/>
            <p:cNvSpPr/>
            <p:nvPr/>
          </p:nvSpPr>
          <p:spPr>
            <a:xfrm>
              <a:off x="3443125" y="231395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44"/>
            <p:cNvSpPr/>
            <p:nvPr/>
          </p:nvSpPr>
          <p:spPr>
            <a:xfrm>
              <a:off x="3443125" y="2314575"/>
              <a:ext cx="25" cy="5650"/>
            </a:xfrm>
            <a:custGeom>
              <a:avLst/>
              <a:gdLst/>
              <a:ahLst/>
              <a:cxnLst/>
              <a:rect l="l" t="t" r="r" b="b"/>
              <a:pathLst>
                <a:path w="1" h="226" extrusionOk="0">
                  <a:moveTo>
                    <a:pt x="1" y="0"/>
                  </a:moveTo>
                  <a:lnTo>
                    <a:pt x="1" y="226"/>
                  </a:lnTo>
                  <a:lnTo>
                    <a:pt x="1" y="2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44"/>
            <p:cNvSpPr/>
            <p:nvPr/>
          </p:nvSpPr>
          <p:spPr>
            <a:xfrm>
              <a:off x="3404275" y="2313300"/>
              <a:ext cx="650" cy="6925"/>
            </a:xfrm>
            <a:custGeom>
              <a:avLst/>
              <a:gdLst/>
              <a:ahLst/>
              <a:cxnLst/>
              <a:rect l="l" t="t" r="r" b="b"/>
              <a:pathLst>
                <a:path w="26" h="277" extrusionOk="0">
                  <a:moveTo>
                    <a:pt x="1" y="1"/>
                  </a:moveTo>
                  <a:lnTo>
                    <a:pt x="1" y="252"/>
                  </a:lnTo>
                  <a:cubicBezTo>
                    <a:pt x="1" y="252"/>
                    <a:pt x="1" y="277"/>
                    <a:pt x="26" y="277"/>
                  </a:cubicBezTo>
                  <a:lnTo>
                    <a:pt x="26" y="51"/>
                  </a:lnTo>
                  <a:cubicBezTo>
                    <a:pt x="1" y="26"/>
                    <a:pt x="1" y="26"/>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44"/>
            <p:cNvSpPr/>
            <p:nvPr/>
          </p:nvSpPr>
          <p:spPr>
            <a:xfrm>
              <a:off x="3458175" y="2307050"/>
              <a:ext cx="13175" cy="13800"/>
            </a:xfrm>
            <a:custGeom>
              <a:avLst/>
              <a:gdLst/>
              <a:ahLst/>
              <a:cxnLst/>
              <a:rect l="l" t="t" r="r" b="b"/>
              <a:pathLst>
                <a:path w="527" h="552" extrusionOk="0">
                  <a:moveTo>
                    <a:pt x="0" y="0"/>
                  </a:moveTo>
                  <a:lnTo>
                    <a:pt x="0" y="226"/>
                  </a:lnTo>
                  <a:lnTo>
                    <a:pt x="527" y="552"/>
                  </a:lnTo>
                  <a:lnTo>
                    <a:pt x="527" y="3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44"/>
            <p:cNvSpPr/>
            <p:nvPr/>
          </p:nvSpPr>
          <p:spPr>
            <a:xfrm>
              <a:off x="3521450" y="2308925"/>
              <a:ext cx="11300" cy="11925"/>
            </a:xfrm>
            <a:custGeom>
              <a:avLst/>
              <a:gdLst/>
              <a:ahLst/>
              <a:cxnLst/>
              <a:rect l="l" t="t" r="r" b="b"/>
              <a:pathLst>
                <a:path w="452" h="477" extrusionOk="0">
                  <a:moveTo>
                    <a:pt x="452" y="1"/>
                  </a:moveTo>
                  <a:lnTo>
                    <a:pt x="1" y="251"/>
                  </a:lnTo>
                  <a:lnTo>
                    <a:pt x="1" y="477"/>
                  </a:lnTo>
                  <a:lnTo>
                    <a:pt x="452" y="226"/>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44"/>
            <p:cNvSpPr/>
            <p:nvPr/>
          </p:nvSpPr>
          <p:spPr>
            <a:xfrm>
              <a:off x="3432475" y="2313950"/>
              <a:ext cx="650" cy="6900"/>
            </a:xfrm>
            <a:custGeom>
              <a:avLst/>
              <a:gdLst/>
              <a:ahLst/>
              <a:cxnLst/>
              <a:rect l="l" t="t" r="r" b="b"/>
              <a:pathLst>
                <a:path w="26" h="276" extrusionOk="0">
                  <a:moveTo>
                    <a:pt x="1" y="0"/>
                  </a:moveTo>
                  <a:lnTo>
                    <a:pt x="1" y="226"/>
                  </a:lnTo>
                  <a:cubicBezTo>
                    <a:pt x="26" y="251"/>
                    <a:pt x="26" y="251"/>
                    <a:pt x="26" y="276"/>
                  </a:cubicBezTo>
                  <a:lnTo>
                    <a:pt x="26" y="25"/>
                  </a:lnTo>
                  <a:cubicBezTo>
                    <a:pt x="26" y="25"/>
                    <a:pt x="26"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44"/>
            <p:cNvSpPr/>
            <p:nvPr/>
          </p:nvSpPr>
          <p:spPr>
            <a:xfrm>
              <a:off x="3482600" y="23139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44"/>
            <p:cNvSpPr/>
            <p:nvPr/>
          </p:nvSpPr>
          <p:spPr>
            <a:xfrm>
              <a:off x="3481975" y="231457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44"/>
            <p:cNvSpPr/>
            <p:nvPr/>
          </p:nvSpPr>
          <p:spPr>
            <a:xfrm>
              <a:off x="3481975" y="2314575"/>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44"/>
            <p:cNvSpPr/>
            <p:nvPr/>
          </p:nvSpPr>
          <p:spPr>
            <a:xfrm>
              <a:off x="3481975" y="23145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44"/>
            <p:cNvSpPr/>
            <p:nvPr/>
          </p:nvSpPr>
          <p:spPr>
            <a:xfrm>
              <a:off x="3481975" y="2314575"/>
              <a:ext cx="25" cy="6275"/>
            </a:xfrm>
            <a:custGeom>
              <a:avLst/>
              <a:gdLst/>
              <a:ahLst/>
              <a:cxnLst/>
              <a:rect l="l" t="t" r="r" b="b"/>
              <a:pathLst>
                <a:path w="1" h="251" extrusionOk="0">
                  <a:moveTo>
                    <a:pt x="1" y="0"/>
                  </a:moveTo>
                  <a:lnTo>
                    <a:pt x="1" y="251"/>
                  </a:lnTo>
                  <a:cubicBezTo>
                    <a:pt x="1" y="251"/>
                    <a:pt x="1" y="251"/>
                    <a:pt x="1" y="251"/>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44"/>
            <p:cNvSpPr/>
            <p:nvPr/>
          </p:nvSpPr>
          <p:spPr>
            <a:xfrm>
              <a:off x="3481975" y="231457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25"/>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44"/>
            <p:cNvSpPr/>
            <p:nvPr/>
          </p:nvSpPr>
          <p:spPr>
            <a:xfrm>
              <a:off x="3481975" y="23152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44"/>
            <p:cNvSpPr/>
            <p:nvPr/>
          </p:nvSpPr>
          <p:spPr>
            <a:xfrm>
              <a:off x="3481975" y="2315200"/>
              <a:ext cx="25" cy="5650"/>
            </a:xfrm>
            <a:custGeom>
              <a:avLst/>
              <a:gdLst/>
              <a:ahLst/>
              <a:cxnLst/>
              <a:rect l="l" t="t" r="r" b="b"/>
              <a:pathLst>
                <a:path w="1" h="226" extrusionOk="0">
                  <a:moveTo>
                    <a:pt x="1" y="0"/>
                  </a:moveTo>
                  <a:lnTo>
                    <a:pt x="1" y="226"/>
                  </a:lnTo>
                  <a:lnTo>
                    <a:pt x="1" y="2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44"/>
            <p:cNvSpPr/>
            <p:nvPr/>
          </p:nvSpPr>
          <p:spPr>
            <a:xfrm>
              <a:off x="3394250" y="2313950"/>
              <a:ext cx="25" cy="6275"/>
            </a:xfrm>
            <a:custGeom>
              <a:avLst/>
              <a:gdLst/>
              <a:ahLst/>
              <a:cxnLst/>
              <a:rect l="l" t="t" r="r" b="b"/>
              <a:pathLst>
                <a:path w="1" h="251" extrusionOk="0">
                  <a:moveTo>
                    <a:pt x="1" y="0"/>
                  </a:moveTo>
                  <a:lnTo>
                    <a:pt x="1" y="251"/>
                  </a:lnTo>
                  <a:lnTo>
                    <a:pt x="1" y="251"/>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44"/>
            <p:cNvSpPr/>
            <p:nvPr/>
          </p:nvSpPr>
          <p:spPr>
            <a:xfrm>
              <a:off x="3394250" y="23139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44"/>
            <p:cNvSpPr/>
            <p:nvPr/>
          </p:nvSpPr>
          <p:spPr>
            <a:xfrm>
              <a:off x="3394250" y="231395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44"/>
            <p:cNvSpPr/>
            <p:nvPr/>
          </p:nvSpPr>
          <p:spPr>
            <a:xfrm>
              <a:off x="3394250" y="23145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44"/>
            <p:cNvSpPr/>
            <p:nvPr/>
          </p:nvSpPr>
          <p:spPr>
            <a:xfrm>
              <a:off x="3394250" y="23145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44"/>
            <p:cNvSpPr/>
            <p:nvPr/>
          </p:nvSpPr>
          <p:spPr>
            <a:xfrm>
              <a:off x="3394250" y="2314575"/>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44"/>
            <p:cNvSpPr/>
            <p:nvPr/>
          </p:nvSpPr>
          <p:spPr>
            <a:xfrm>
              <a:off x="3393625" y="2314575"/>
              <a:ext cx="650" cy="6275"/>
            </a:xfrm>
            <a:custGeom>
              <a:avLst/>
              <a:gdLst/>
              <a:ahLst/>
              <a:cxnLst/>
              <a:rect l="l" t="t" r="r" b="b"/>
              <a:pathLst>
                <a:path w="26" h="251" extrusionOk="0">
                  <a:moveTo>
                    <a:pt x="26" y="0"/>
                  </a:moveTo>
                  <a:cubicBezTo>
                    <a:pt x="1" y="0"/>
                    <a:pt x="1" y="0"/>
                    <a:pt x="1" y="25"/>
                  </a:cubicBezTo>
                  <a:lnTo>
                    <a:pt x="1" y="251"/>
                  </a:lnTo>
                  <a:lnTo>
                    <a:pt x="26" y="251"/>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44"/>
            <p:cNvSpPr/>
            <p:nvPr/>
          </p:nvSpPr>
          <p:spPr>
            <a:xfrm>
              <a:off x="3393625" y="23152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44"/>
            <p:cNvSpPr/>
            <p:nvPr/>
          </p:nvSpPr>
          <p:spPr>
            <a:xfrm>
              <a:off x="3443125" y="2314575"/>
              <a:ext cx="650" cy="6900"/>
            </a:xfrm>
            <a:custGeom>
              <a:avLst/>
              <a:gdLst/>
              <a:ahLst/>
              <a:cxnLst/>
              <a:rect l="l" t="t" r="r" b="b"/>
              <a:pathLst>
                <a:path w="26" h="276" extrusionOk="0">
                  <a:moveTo>
                    <a:pt x="1" y="0"/>
                  </a:moveTo>
                  <a:lnTo>
                    <a:pt x="1" y="226"/>
                  </a:lnTo>
                  <a:cubicBezTo>
                    <a:pt x="1" y="251"/>
                    <a:pt x="1" y="251"/>
                    <a:pt x="26" y="276"/>
                  </a:cubicBezTo>
                  <a:lnTo>
                    <a:pt x="26" y="25"/>
                  </a:lnTo>
                  <a:cubicBezTo>
                    <a:pt x="1" y="25"/>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44"/>
            <p:cNvSpPr/>
            <p:nvPr/>
          </p:nvSpPr>
          <p:spPr>
            <a:xfrm>
              <a:off x="3497025" y="2307675"/>
              <a:ext cx="13800" cy="13800"/>
            </a:xfrm>
            <a:custGeom>
              <a:avLst/>
              <a:gdLst/>
              <a:ahLst/>
              <a:cxnLst/>
              <a:rect l="l" t="t" r="r" b="b"/>
              <a:pathLst>
                <a:path w="552" h="552" extrusionOk="0">
                  <a:moveTo>
                    <a:pt x="0" y="0"/>
                  </a:moveTo>
                  <a:lnTo>
                    <a:pt x="0" y="251"/>
                  </a:lnTo>
                  <a:lnTo>
                    <a:pt x="526" y="552"/>
                  </a:lnTo>
                  <a:lnTo>
                    <a:pt x="552" y="3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44"/>
            <p:cNvSpPr/>
            <p:nvPr/>
          </p:nvSpPr>
          <p:spPr>
            <a:xfrm>
              <a:off x="3471325" y="2314575"/>
              <a:ext cx="650" cy="6900"/>
            </a:xfrm>
            <a:custGeom>
              <a:avLst/>
              <a:gdLst/>
              <a:ahLst/>
              <a:cxnLst/>
              <a:rect l="l" t="t" r="r" b="b"/>
              <a:pathLst>
                <a:path w="26" h="276" extrusionOk="0">
                  <a:moveTo>
                    <a:pt x="1" y="0"/>
                  </a:moveTo>
                  <a:lnTo>
                    <a:pt x="1" y="251"/>
                  </a:lnTo>
                  <a:cubicBezTo>
                    <a:pt x="26" y="251"/>
                    <a:pt x="26" y="276"/>
                    <a:pt x="26" y="276"/>
                  </a:cubicBezTo>
                  <a:lnTo>
                    <a:pt x="26" y="50"/>
                  </a:lnTo>
                  <a:cubicBezTo>
                    <a:pt x="26" y="25"/>
                    <a:pt x="26" y="25"/>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44"/>
            <p:cNvSpPr/>
            <p:nvPr/>
          </p:nvSpPr>
          <p:spPr>
            <a:xfrm>
              <a:off x="3521450" y="2315200"/>
              <a:ext cx="25" cy="5650"/>
            </a:xfrm>
            <a:custGeom>
              <a:avLst/>
              <a:gdLst/>
              <a:ahLst/>
              <a:cxnLst/>
              <a:rect l="l" t="t" r="r" b="b"/>
              <a:pathLst>
                <a:path w="1" h="226" extrusionOk="0">
                  <a:moveTo>
                    <a:pt x="1" y="0"/>
                  </a:moveTo>
                  <a:lnTo>
                    <a:pt x="1" y="226"/>
                  </a:lnTo>
                  <a:lnTo>
                    <a:pt x="1" y="226"/>
                  </a:ln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44"/>
            <p:cNvSpPr/>
            <p:nvPr/>
          </p:nvSpPr>
          <p:spPr>
            <a:xfrm>
              <a:off x="3521450" y="2315200"/>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44"/>
            <p:cNvSpPr/>
            <p:nvPr/>
          </p:nvSpPr>
          <p:spPr>
            <a:xfrm>
              <a:off x="3520825" y="2315200"/>
              <a:ext cx="650" cy="6275"/>
            </a:xfrm>
            <a:custGeom>
              <a:avLst/>
              <a:gdLst/>
              <a:ahLst/>
              <a:cxnLst/>
              <a:rect l="l" t="t" r="r" b="b"/>
              <a:pathLst>
                <a:path w="26"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44"/>
            <p:cNvSpPr/>
            <p:nvPr/>
          </p:nvSpPr>
          <p:spPr>
            <a:xfrm>
              <a:off x="3520825" y="231520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44"/>
            <p:cNvSpPr/>
            <p:nvPr/>
          </p:nvSpPr>
          <p:spPr>
            <a:xfrm>
              <a:off x="3520825" y="2315825"/>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44"/>
            <p:cNvSpPr/>
            <p:nvPr/>
          </p:nvSpPr>
          <p:spPr>
            <a:xfrm>
              <a:off x="3520825" y="2315825"/>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44"/>
            <p:cNvSpPr/>
            <p:nvPr/>
          </p:nvSpPr>
          <p:spPr>
            <a:xfrm>
              <a:off x="3520825" y="23158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44"/>
            <p:cNvSpPr/>
            <p:nvPr/>
          </p:nvSpPr>
          <p:spPr>
            <a:xfrm>
              <a:off x="3520825" y="23158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44"/>
            <p:cNvSpPr/>
            <p:nvPr/>
          </p:nvSpPr>
          <p:spPr>
            <a:xfrm>
              <a:off x="3520825" y="2315825"/>
              <a:ext cx="25" cy="6275"/>
            </a:xfrm>
            <a:custGeom>
              <a:avLst/>
              <a:gdLst/>
              <a:ahLst/>
              <a:cxnLst/>
              <a:rect l="l" t="t" r="r" b="b"/>
              <a:pathLst>
                <a:path w="1" h="251" extrusionOk="0">
                  <a:moveTo>
                    <a:pt x="1" y="0"/>
                  </a:moveTo>
                  <a:lnTo>
                    <a:pt x="1" y="251"/>
                  </a:lnTo>
                  <a:lnTo>
                    <a:pt x="1" y="25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44"/>
            <p:cNvSpPr/>
            <p:nvPr/>
          </p:nvSpPr>
          <p:spPr>
            <a:xfrm>
              <a:off x="3560300" y="2312675"/>
              <a:ext cx="5675" cy="9425"/>
            </a:xfrm>
            <a:custGeom>
              <a:avLst/>
              <a:gdLst/>
              <a:ahLst/>
              <a:cxnLst/>
              <a:rect l="l" t="t" r="r" b="b"/>
              <a:pathLst>
                <a:path w="227" h="377" extrusionOk="0">
                  <a:moveTo>
                    <a:pt x="226" y="1"/>
                  </a:moveTo>
                  <a:lnTo>
                    <a:pt x="0" y="151"/>
                  </a:lnTo>
                  <a:lnTo>
                    <a:pt x="0" y="377"/>
                  </a:lnTo>
                  <a:lnTo>
                    <a:pt x="226" y="252"/>
                  </a:lnTo>
                  <a:lnTo>
                    <a:pt x="22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44"/>
            <p:cNvSpPr/>
            <p:nvPr/>
          </p:nvSpPr>
          <p:spPr>
            <a:xfrm>
              <a:off x="3433100" y="2314575"/>
              <a:ext cx="25" cy="6275"/>
            </a:xfrm>
            <a:custGeom>
              <a:avLst/>
              <a:gdLst/>
              <a:ahLst/>
              <a:cxnLst/>
              <a:rect l="l" t="t" r="r" b="b"/>
              <a:pathLst>
                <a:path w="1" h="251" extrusionOk="0">
                  <a:moveTo>
                    <a:pt x="1" y="0"/>
                  </a:moveTo>
                  <a:lnTo>
                    <a:pt x="1" y="251"/>
                  </a:lnTo>
                  <a:lnTo>
                    <a:pt x="1" y="251"/>
                  </a:lnTo>
                  <a:lnTo>
                    <a:pt x="1" y="25"/>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44"/>
            <p:cNvSpPr/>
            <p:nvPr/>
          </p:nvSpPr>
          <p:spPr>
            <a:xfrm>
              <a:off x="3433100" y="23152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44"/>
            <p:cNvSpPr/>
            <p:nvPr/>
          </p:nvSpPr>
          <p:spPr>
            <a:xfrm>
              <a:off x="3433100" y="2315200"/>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44"/>
            <p:cNvSpPr/>
            <p:nvPr/>
          </p:nvSpPr>
          <p:spPr>
            <a:xfrm>
              <a:off x="3433100" y="2315200"/>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44"/>
            <p:cNvSpPr/>
            <p:nvPr/>
          </p:nvSpPr>
          <p:spPr>
            <a:xfrm>
              <a:off x="3433100" y="23152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44"/>
            <p:cNvSpPr/>
            <p:nvPr/>
          </p:nvSpPr>
          <p:spPr>
            <a:xfrm>
              <a:off x="3433100" y="231520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44"/>
            <p:cNvSpPr/>
            <p:nvPr/>
          </p:nvSpPr>
          <p:spPr>
            <a:xfrm>
              <a:off x="3432475" y="2315825"/>
              <a:ext cx="650" cy="5650"/>
            </a:xfrm>
            <a:custGeom>
              <a:avLst/>
              <a:gdLst/>
              <a:ahLst/>
              <a:cxnLst/>
              <a:rect l="l" t="t" r="r" b="b"/>
              <a:pathLst>
                <a:path w="26" h="226" extrusionOk="0">
                  <a:moveTo>
                    <a:pt x="1" y="0"/>
                  </a:moveTo>
                  <a:lnTo>
                    <a:pt x="1" y="226"/>
                  </a:lnTo>
                  <a:lnTo>
                    <a:pt x="26" y="226"/>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44"/>
            <p:cNvSpPr/>
            <p:nvPr/>
          </p:nvSpPr>
          <p:spPr>
            <a:xfrm>
              <a:off x="3432475" y="2315825"/>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44"/>
            <p:cNvSpPr/>
            <p:nvPr/>
          </p:nvSpPr>
          <p:spPr>
            <a:xfrm>
              <a:off x="3351650" y="2313300"/>
              <a:ext cx="1275" cy="8175"/>
            </a:xfrm>
            <a:custGeom>
              <a:avLst/>
              <a:gdLst/>
              <a:ahLst/>
              <a:cxnLst/>
              <a:rect l="l" t="t" r="r" b="b"/>
              <a:pathLst>
                <a:path w="51" h="327" extrusionOk="0">
                  <a:moveTo>
                    <a:pt x="1" y="1"/>
                  </a:moveTo>
                  <a:lnTo>
                    <a:pt x="1" y="252"/>
                  </a:lnTo>
                  <a:cubicBezTo>
                    <a:pt x="1" y="277"/>
                    <a:pt x="1" y="302"/>
                    <a:pt x="51" y="327"/>
                  </a:cubicBezTo>
                  <a:lnTo>
                    <a:pt x="51" y="101"/>
                  </a:lnTo>
                  <a:cubicBezTo>
                    <a:pt x="1" y="76"/>
                    <a:pt x="1" y="5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44"/>
            <p:cNvSpPr/>
            <p:nvPr/>
          </p:nvSpPr>
          <p:spPr>
            <a:xfrm>
              <a:off x="3481975" y="2315200"/>
              <a:ext cx="650" cy="6900"/>
            </a:xfrm>
            <a:custGeom>
              <a:avLst/>
              <a:gdLst/>
              <a:ahLst/>
              <a:cxnLst/>
              <a:rect l="l" t="t" r="r" b="b"/>
              <a:pathLst>
                <a:path w="26" h="276" extrusionOk="0">
                  <a:moveTo>
                    <a:pt x="1" y="0"/>
                  </a:moveTo>
                  <a:lnTo>
                    <a:pt x="1" y="226"/>
                  </a:lnTo>
                  <a:cubicBezTo>
                    <a:pt x="1" y="251"/>
                    <a:pt x="1" y="276"/>
                    <a:pt x="26" y="276"/>
                  </a:cubicBezTo>
                  <a:lnTo>
                    <a:pt x="26" y="25"/>
                  </a:lnTo>
                  <a:cubicBezTo>
                    <a:pt x="1" y="25"/>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44"/>
            <p:cNvSpPr/>
            <p:nvPr/>
          </p:nvSpPr>
          <p:spPr>
            <a:xfrm>
              <a:off x="3535875" y="2308925"/>
              <a:ext cx="13800" cy="13175"/>
            </a:xfrm>
            <a:custGeom>
              <a:avLst/>
              <a:gdLst/>
              <a:ahLst/>
              <a:cxnLst/>
              <a:rect l="l" t="t" r="r" b="b"/>
              <a:pathLst>
                <a:path w="552" h="527" extrusionOk="0">
                  <a:moveTo>
                    <a:pt x="0" y="1"/>
                  </a:moveTo>
                  <a:lnTo>
                    <a:pt x="0" y="226"/>
                  </a:lnTo>
                  <a:lnTo>
                    <a:pt x="551" y="527"/>
                  </a:lnTo>
                  <a:lnTo>
                    <a:pt x="551" y="30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44"/>
            <p:cNvSpPr/>
            <p:nvPr/>
          </p:nvSpPr>
          <p:spPr>
            <a:xfrm>
              <a:off x="3510175" y="2315825"/>
              <a:ext cx="1275" cy="6900"/>
            </a:xfrm>
            <a:custGeom>
              <a:avLst/>
              <a:gdLst/>
              <a:ahLst/>
              <a:cxnLst/>
              <a:rect l="l" t="t" r="r" b="b"/>
              <a:pathLst>
                <a:path w="51" h="276" extrusionOk="0">
                  <a:moveTo>
                    <a:pt x="26" y="0"/>
                  </a:moveTo>
                  <a:lnTo>
                    <a:pt x="0" y="226"/>
                  </a:lnTo>
                  <a:cubicBezTo>
                    <a:pt x="26" y="251"/>
                    <a:pt x="51" y="251"/>
                    <a:pt x="51" y="276"/>
                  </a:cubicBezTo>
                  <a:lnTo>
                    <a:pt x="51" y="25"/>
                  </a:lnTo>
                  <a:cubicBezTo>
                    <a:pt x="51" y="25"/>
                    <a:pt x="26" y="0"/>
                    <a:pt x="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44"/>
            <p:cNvSpPr/>
            <p:nvPr/>
          </p:nvSpPr>
          <p:spPr>
            <a:xfrm>
              <a:off x="3560300" y="23164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44"/>
            <p:cNvSpPr/>
            <p:nvPr/>
          </p:nvSpPr>
          <p:spPr>
            <a:xfrm>
              <a:off x="3559675" y="231645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44"/>
            <p:cNvSpPr/>
            <p:nvPr/>
          </p:nvSpPr>
          <p:spPr>
            <a:xfrm>
              <a:off x="3559675" y="23164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44"/>
            <p:cNvSpPr/>
            <p:nvPr/>
          </p:nvSpPr>
          <p:spPr>
            <a:xfrm>
              <a:off x="3559675" y="2316450"/>
              <a:ext cx="25" cy="6275"/>
            </a:xfrm>
            <a:custGeom>
              <a:avLst/>
              <a:gdLst/>
              <a:ahLst/>
              <a:cxnLst/>
              <a:rect l="l" t="t" r="r" b="b"/>
              <a:pathLst>
                <a:path w="1" h="251" extrusionOk="0">
                  <a:moveTo>
                    <a:pt x="0" y="0"/>
                  </a:moveTo>
                  <a:lnTo>
                    <a:pt x="0" y="226"/>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44"/>
            <p:cNvSpPr/>
            <p:nvPr/>
          </p:nvSpPr>
          <p:spPr>
            <a:xfrm>
              <a:off x="3559675" y="23164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44"/>
            <p:cNvSpPr/>
            <p:nvPr/>
          </p:nvSpPr>
          <p:spPr>
            <a:xfrm>
              <a:off x="3559675" y="2316450"/>
              <a:ext cx="25" cy="6275"/>
            </a:xfrm>
            <a:custGeom>
              <a:avLst/>
              <a:gdLst/>
              <a:ahLst/>
              <a:cxnLst/>
              <a:rect l="l" t="t" r="r" b="b"/>
              <a:pathLst>
                <a:path w="1" h="251" extrusionOk="0">
                  <a:moveTo>
                    <a:pt x="0" y="0"/>
                  </a:moveTo>
                  <a:lnTo>
                    <a:pt x="0" y="251"/>
                  </a:lnTo>
                  <a:lnTo>
                    <a:pt x="0" y="251"/>
                  </a:ln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44"/>
            <p:cNvSpPr/>
            <p:nvPr/>
          </p:nvSpPr>
          <p:spPr>
            <a:xfrm>
              <a:off x="3559675" y="2316450"/>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44"/>
            <p:cNvSpPr/>
            <p:nvPr/>
          </p:nvSpPr>
          <p:spPr>
            <a:xfrm>
              <a:off x="3559675" y="2317075"/>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44"/>
            <p:cNvSpPr/>
            <p:nvPr/>
          </p:nvSpPr>
          <p:spPr>
            <a:xfrm>
              <a:off x="3471950" y="2315825"/>
              <a:ext cx="25" cy="5650"/>
            </a:xfrm>
            <a:custGeom>
              <a:avLst/>
              <a:gdLst/>
              <a:ahLst/>
              <a:cxnLst/>
              <a:rect l="l" t="t" r="r" b="b"/>
              <a:pathLst>
                <a:path w="1" h="226" extrusionOk="0">
                  <a:moveTo>
                    <a:pt x="1" y="0"/>
                  </a:moveTo>
                  <a:lnTo>
                    <a:pt x="1" y="226"/>
                  </a:lnTo>
                  <a:lnTo>
                    <a:pt x="1" y="226"/>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44"/>
            <p:cNvSpPr/>
            <p:nvPr/>
          </p:nvSpPr>
          <p:spPr>
            <a:xfrm>
              <a:off x="3471950" y="2315825"/>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44"/>
            <p:cNvSpPr/>
            <p:nvPr/>
          </p:nvSpPr>
          <p:spPr>
            <a:xfrm>
              <a:off x="3471950" y="23158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44"/>
            <p:cNvSpPr/>
            <p:nvPr/>
          </p:nvSpPr>
          <p:spPr>
            <a:xfrm>
              <a:off x="3471950" y="23158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44"/>
            <p:cNvSpPr/>
            <p:nvPr/>
          </p:nvSpPr>
          <p:spPr>
            <a:xfrm>
              <a:off x="3471950" y="231582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25"/>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44"/>
            <p:cNvSpPr/>
            <p:nvPr/>
          </p:nvSpPr>
          <p:spPr>
            <a:xfrm>
              <a:off x="3471950" y="23164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44"/>
            <p:cNvSpPr/>
            <p:nvPr/>
          </p:nvSpPr>
          <p:spPr>
            <a:xfrm>
              <a:off x="3471325" y="2316450"/>
              <a:ext cx="650" cy="6275"/>
            </a:xfrm>
            <a:custGeom>
              <a:avLst/>
              <a:gdLst/>
              <a:ahLst/>
              <a:cxnLst/>
              <a:rect l="l" t="t" r="r" b="b"/>
              <a:pathLst>
                <a:path w="26" h="251" extrusionOk="0">
                  <a:moveTo>
                    <a:pt x="1" y="0"/>
                  </a:moveTo>
                  <a:lnTo>
                    <a:pt x="1" y="251"/>
                  </a:lnTo>
                  <a:cubicBezTo>
                    <a:pt x="26" y="251"/>
                    <a:pt x="26" y="251"/>
                    <a:pt x="26" y="226"/>
                  </a:cubicBez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44"/>
            <p:cNvSpPr/>
            <p:nvPr/>
          </p:nvSpPr>
          <p:spPr>
            <a:xfrm>
              <a:off x="3471325" y="2316450"/>
              <a:ext cx="25" cy="6275"/>
            </a:xfrm>
            <a:custGeom>
              <a:avLst/>
              <a:gdLst/>
              <a:ahLst/>
              <a:cxnLst/>
              <a:rect l="l" t="t" r="r" b="b"/>
              <a:pathLst>
                <a:path w="1" h="251" extrusionOk="0">
                  <a:moveTo>
                    <a:pt x="1" y="0"/>
                  </a:moveTo>
                  <a:lnTo>
                    <a:pt x="1" y="251"/>
                  </a:lnTo>
                  <a:lnTo>
                    <a:pt x="1" y="251"/>
                  </a:ln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44"/>
            <p:cNvSpPr/>
            <p:nvPr/>
          </p:nvSpPr>
          <p:spPr>
            <a:xfrm>
              <a:off x="3520825" y="2315825"/>
              <a:ext cx="650" cy="6900"/>
            </a:xfrm>
            <a:custGeom>
              <a:avLst/>
              <a:gdLst/>
              <a:ahLst/>
              <a:cxnLst/>
              <a:rect l="l" t="t" r="r" b="b"/>
              <a:pathLst>
                <a:path w="26" h="276" extrusionOk="0">
                  <a:moveTo>
                    <a:pt x="1" y="0"/>
                  </a:moveTo>
                  <a:lnTo>
                    <a:pt x="1" y="251"/>
                  </a:lnTo>
                  <a:cubicBezTo>
                    <a:pt x="1" y="251"/>
                    <a:pt x="1" y="276"/>
                    <a:pt x="26" y="276"/>
                  </a:cubicBezTo>
                  <a:lnTo>
                    <a:pt x="26" y="50"/>
                  </a:lnTo>
                  <a:cubicBezTo>
                    <a:pt x="1" y="25"/>
                    <a:pt x="1" y="25"/>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44"/>
            <p:cNvSpPr/>
            <p:nvPr/>
          </p:nvSpPr>
          <p:spPr>
            <a:xfrm>
              <a:off x="3399900" y="23170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44"/>
            <p:cNvSpPr/>
            <p:nvPr/>
          </p:nvSpPr>
          <p:spPr>
            <a:xfrm>
              <a:off x="3399900" y="2316450"/>
              <a:ext cx="25" cy="6275"/>
            </a:xfrm>
            <a:custGeom>
              <a:avLst/>
              <a:gdLst/>
              <a:ahLst/>
              <a:cxnLst/>
              <a:rect l="l" t="t" r="r" b="b"/>
              <a:pathLst>
                <a:path w="1" h="251" extrusionOk="0">
                  <a:moveTo>
                    <a:pt x="0" y="25"/>
                  </a:moveTo>
                  <a:lnTo>
                    <a:pt x="0" y="251"/>
                  </a:lnTo>
                  <a:cubicBezTo>
                    <a:pt x="0" y="251"/>
                    <a:pt x="0" y="251"/>
                    <a:pt x="0" y="251"/>
                  </a:cubicBezTo>
                  <a:lnTo>
                    <a:pt x="0" y="0"/>
                  </a:lnTo>
                  <a:cubicBezTo>
                    <a:pt x="0" y="0"/>
                    <a:pt x="0" y="25"/>
                    <a:pt x="0" y="2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44"/>
            <p:cNvSpPr/>
            <p:nvPr/>
          </p:nvSpPr>
          <p:spPr>
            <a:xfrm>
              <a:off x="3399275" y="231645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44"/>
            <p:cNvSpPr/>
            <p:nvPr/>
          </p:nvSpPr>
          <p:spPr>
            <a:xfrm>
              <a:off x="3399275" y="23164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44"/>
            <p:cNvSpPr/>
            <p:nvPr/>
          </p:nvSpPr>
          <p:spPr>
            <a:xfrm>
              <a:off x="3399275" y="23164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44"/>
            <p:cNvSpPr/>
            <p:nvPr/>
          </p:nvSpPr>
          <p:spPr>
            <a:xfrm>
              <a:off x="3398650" y="231645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44"/>
            <p:cNvSpPr/>
            <p:nvPr/>
          </p:nvSpPr>
          <p:spPr>
            <a:xfrm>
              <a:off x="3398650" y="2316450"/>
              <a:ext cx="25" cy="6275"/>
            </a:xfrm>
            <a:custGeom>
              <a:avLst/>
              <a:gdLst/>
              <a:ahLst/>
              <a:cxnLst/>
              <a:rect l="l" t="t" r="r" b="b"/>
              <a:pathLst>
                <a:path w="1" h="251" extrusionOk="0">
                  <a:moveTo>
                    <a:pt x="0" y="0"/>
                  </a:moveTo>
                  <a:lnTo>
                    <a:pt x="0" y="251"/>
                  </a:lnTo>
                  <a:lnTo>
                    <a:pt x="0" y="251"/>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44"/>
            <p:cNvSpPr/>
            <p:nvPr/>
          </p:nvSpPr>
          <p:spPr>
            <a:xfrm>
              <a:off x="3398025" y="2316450"/>
              <a:ext cx="650" cy="6275"/>
            </a:xfrm>
            <a:custGeom>
              <a:avLst/>
              <a:gdLst/>
              <a:ahLst/>
              <a:cxnLst/>
              <a:rect l="l" t="t" r="r" b="b"/>
              <a:pathLst>
                <a:path w="26" h="251" extrusionOk="0">
                  <a:moveTo>
                    <a:pt x="25"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44"/>
            <p:cNvSpPr/>
            <p:nvPr/>
          </p:nvSpPr>
          <p:spPr>
            <a:xfrm>
              <a:off x="3398025" y="231645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44"/>
            <p:cNvSpPr/>
            <p:nvPr/>
          </p:nvSpPr>
          <p:spPr>
            <a:xfrm>
              <a:off x="3397400" y="231645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44"/>
            <p:cNvSpPr/>
            <p:nvPr/>
          </p:nvSpPr>
          <p:spPr>
            <a:xfrm>
              <a:off x="3397400" y="2316450"/>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44"/>
            <p:cNvSpPr/>
            <p:nvPr/>
          </p:nvSpPr>
          <p:spPr>
            <a:xfrm>
              <a:off x="3549650" y="2316450"/>
              <a:ext cx="650" cy="6900"/>
            </a:xfrm>
            <a:custGeom>
              <a:avLst/>
              <a:gdLst/>
              <a:ahLst/>
              <a:cxnLst/>
              <a:rect l="l" t="t" r="r" b="b"/>
              <a:pathLst>
                <a:path w="26" h="276" extrusionOk="0">
                  <a:moveTo>
                    <a:pt x="0" y="0"/>
                  </a:moveTo>
                  <a:lnTo>
                    <a:pt x="0" y="226"/>
                  </a:lnTo>
                  <a:cubicBezTo>
                    <a:pt x="0" y="251"/>
                    <a:pt x="25" y="251"/>
                    <a:pt x="25" y="276"/>
                  </a:cubicBezTo>
                  <a:lnTo>
                    <a:pt x="25" y="50"/>
                  </a:lnTo>
                  <a:cubicBezTo>
                    <a:pt x="25" y="25"/>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44"/>
            <p:cNvSpPr/>
            <p:nvPr/>
          </p:nvSpPr>
          <p:spPr>
            <a:xfrm>
              <a:off x="3559675" y="2317075"/>
              <a:ext cx="650" cy="6275"/>
            </a:xfrm>
            <a:custGeom>
              <a:avLst/>
              <a:gdLst/>
              <a:ahLst/>
              <a:cxnLst/>
              <a:rect l="l" t="t" r="r" b="b"/>
              <a:pathLst>
                <a:path w="26" h="251" extrusionOk="0">
                  <a:moveTo>
                    <a:pt x="0" y="0"/>
                  </a:moveTo>
                  <a:lnTo>
                    <a:pt x="0" y="226"/>
                  </a:lnTo>
                  <a:cubicBezTo>
                    <a:pt x="0" y="251"/>
                    <a:pt x="0" y="251"/>
                    <a:pt x="25" y="251"/>
                  </a:cubicBezTo>
                  <a:lnTo>
                    <a:pt x="25" y="25"/>
                  </a:lnTo>
                  <a:cubicBezTo>
                    <a:pt x="0" y="0"/>
                    <a:pt x="0" y="0"/>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44"/>
            <p:cNvSpPr/>
            <p:nvPr/>
          </p:nvSpPr>
          <p:spPr>
            <a:xfrm>
              <a:off x="3511425" y="2316450"/>
              <a:ext cx="25" cy="6275"/>
            </a:xfrm>
            <a:custGeom>
              <a:avLst/>
              <a:gdLst/>
              <a:ahLst/>
              <a:cxnLst/>
              <a:rect l="l" t="t" r="r" b="b"/>
              <a:pathLst>
                <a:path w="1" h="251" extrusionOk="0">
                  <a:moveTo>
                    <a:pt x="1" y="0"/>
                  </a:moveTo>
                  <a:lnTo>
                    <a:pt x="1" y="251"/>
                  </a:lnTo>
                  <a:cubicBezTo>
                    <a:pt x="1" y="251"/>
                    <a:pt x="1" y="251"/>
                    <a:pt x="1" y="251"/>
                  </a:cubicBezTo>
                  <a:lnTo>
                    <a:pt x="1" y="0"/>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44"/>
            <p:cNvSpPr/>
            <p:nvPr/>
          </p:nvSpPr>
          <p:spPr>
            <a:xfrm>
              <a:off x="3511425" y="23164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44"/>
            <p:cNvSpPr/>
            <p:nvPr/>
          </p:nvSpPr>
          <p:spPr>
            <a:xfrm>
              <a:off x="3510800" y="2317075"/>
              <a:ext cx="650" cy="5650"/>
            </a:xfrm>
            <a:custGeom>
              <a:avLst/>
              <a:gdLst/>
              <a:ahLst/>
              <a:cxnLst/>
              <a:rect l="l" t="t" r="r" b="b"/>
              <a:pathLst>
                <a:path w="26" h="226" extrusionOk="0">
                  <a:moveTo>
                    <a:pt x="26" y="0"/>
                  </a:moveTo>
                  <a:lnTo>
                    <a:pt x="1" y="226"/>
                  </a:lnTo>
                  <a:lnTo>
                    <a:pt x="26"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44"/>
            <p:cNvSpPr/>
            <p:nvPr/>
          </p:nvSpPr>
          <p:spPr>
            <a:xfrm>
              <a:off x="3510800" y="2317075"/>
              <a:ext cx="650" cy="5650"/>
            </a:xfrm>
            <a:custGeom>
              <a:avLst/>
              <a:gdLst/>
              <a:ahLst/>
              <a:cxnLst/>
              <a:rect l="l" t="t" r="r" b="b"/>
              <a:pathLst>
                <a:path w="26" h="226" extrusionOk="0">
                  <a:moveTo>
                    <a:pt x="1" y="0"/>
                  </a:moveTo>
                  <a:lnTo>
                    <a:pt x="1"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44"/>
            <p:cNvSpPr/>
            <p:nvPr/>
          </p:nvSpPr>
          <p:spPr>
            <a:xfrm>
              <a:off x="3510800" y="2317075"/>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44"/>
            <p:cNvSpPr/>
            <p:nvPr/>
          </p:nvSpPr>
          <p:spPr>
            <a:xfrm>
              <a:off x="3510800" y="23170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44"/>
            <p:cNvSpPr/>
            <p:nvPr/>
          </p:nvSpPr>
          <p:spPr>
            <a:xfrm>
              <a:off x="3510800" y="231707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44"/>
            <p:cNvSpPr/>
            <p:nvPr/>
          </p:nvSpPr>
          <p:spPr>
            <a:xfrm>
              <a:off x="3510800" y="2317700"/>
              <a:ext cx="25" cy="5650"/>
            </a:xfrm>
            <a:custGeom>
              <a:avLst/>
              <a:gdLst/>
              <a:ahLst/>
              <a:cxnLst/>
              <a:rect l="l" t="t" r="r" b="b"/>
              <a:pathLst>
                <a:path w="1" h="226" extrusionOk="0">
                  <a:moveTo>
                    <a:pt x="1" y="0"/>
                  </a:moveTo>
                  <a:lnTo>
                    <a:pt x="1" y="226"/>
                  </a:lnTo>
                  <a:lnTo>
                    <a:pt x="1" y="226"/>
                  </a:lnTo>
                  <a:lnTo>
                    <a:pt x="1" y="0"/>
                  </a:lnTo>
                  <a:lnTo>
                    <a:pt x="1"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44"/>
            <p:cNvSpPr/>
            <p:nvPr/>
          </p:nvSpPr>
          <p:spPr>
            <a:xfrm>
              <a:off x="3438750" y="2317700"/>
              <a:ext cx="650" cy="6300"/>
            </a:xfrm>
            <a:custGeom>
              <a:avLst/>
              <a:gdLst/>
              <a:ahLst/>
              <a:cxnLst/>
              <a:rect l="l" t="t" r="r" b="b"/>
              <a:pathLst>
                <a:path w="26" h="252" extrusionOk="0">
                  <a:moveTo>
                    <a:pt x="0" y="0"/>
                  </a:moveTo>
                  <a:lnTo>
                    <a:pt x="0" y="226"/>
                  </a:lnTo>
                  <a:cubicBezTo>
                    <a:pt x="25" y="226"/>
                    <a:pt x="25" y="251"/>
                    <a:pt x="25" y="251"/>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44"/>
            <p:cNvSpPr/>
            <p:nvPr/>
          </p:nvSpPr>
          <p:spPr>
            <a:xfrm>
              <a:off x="3438750" y="23177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44"/>
            <p:cNvSpPr/>
            <p:nvPr/>
          </p:nvSpPr>
          <p:spPr>
            <a:xfrm>
              <a:off x="3438750" y="23177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44"/>
            <p:cNvSpPr/>
            <p:nvPr/>
          </p:nvSpPr>
          <p:spPr>
            <a:xfrm>
              <a:off x="3438125" y="231770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44"/>
            <p:cNvSpPr/>
            <p:nvPr/>
          </p:nvSpPr>
          <p:spPr>
            <a:xfrm>
              <a:off x="3438125" y="2317700"/>
              <a:ext cx="25" cy="5650"/>
            </a:xfrm>
            <a:custGeom>
              <a:avLst/>
              <a:gdLst/>
              <a:ahLst/>
              <a:cxnLst/>
              <a:rect l="l" t="t" r="r" b="b"/>
              <a:pathLst>
                <a:path w="1" h="226" extrusionOk="0">
                  <a:moveTo>
                    <a:pt x="0" y="0"/>
                  </a:moveTo>
                  <a:lnTo>
                    <a:pt x="0" y="226"/>
                  </a:lnTo>
                  <a:lnTo>
                    <a:pt x="0" y="226"/>
                  </a:ln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44"/>
            <p:cNvSpPr/>
            <p:nvPr/>
          </p:nvSpPr>
          <p:spPr>
            <a:xfrm>
              <a:off x="3437500" y="231770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44"/>
            <p:cNvSpPr/>
            <p:nvPr/>
          </p:nvSpPr>
          <p:spPr>
            <a:xfrm>
              <a:off x="3437500" y="2317700"/>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44"/>
            <p:cNvSpPr/>
            <p:nvPr/>
          </p:nvSpPr>
          <p:spPr>
            <a:xfrm>
              <a:off x="3437500" y="23177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44"/>
            <p:cNvSpPr/>
            <p:nvPr/>
          </p:nvSpPr>
          <p:spPr>
            <a:xfrm>
              <a:off x="3436875" y="231770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44"/>
            <p:cNvSpPr/>
            <p:nvPr/>
          </p:nvSpPr>
          <p:spPr>
            <a:xfrm>
              <a:off x="3436875" y="23177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44"/>
            <p:cNvSpPr/>
            <p:nvPr/>
          </p:nvSpPr>
          <p:spPr>
            <a:xfrm>
              <a:off x="3436250" y="2317700"/>
              <a:ext cx="650" cy="6300"/>
            </a:xfrm>
            <a:custGeom>
              <a:avLst/>
              <a:gdLst/>
              <a:ahLst/>
              <a:cxnLst/>
              <a:rect l="l" t="t" r="r" b="b"/>
              <a:pathLst>
                <a:path w="26" h="252" extrusionOk="0">
                  <a:moveTo>
                    <a:pt x="0" y="0"/>
                  </a:moveTo>
                  <a:lnTo>
                    <a:pt x="0" y="251"/>
                  </a:lnTo>
                  <a:cubicBezTo>
                    <a:pt x="0" y="226"/>
                    <a:pt x="0" y="226"/>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44"/>
            <p:cNvSpPr/>
            <p:nvPr/>
          </p:nvSpPr>
          <p:spPr>
            <a:xfrm>
              <a:off x="3550275" y="2317700"/>
              <a:ext cx="25" cy="5650"/>
            </a:xfrm>
            <a:custGeom>
              <a:avLst/>
              <a:gdLst/>
              <a:ahLst/>
              <a:cxnLst/>
              <a:rect l="l" t="t" r="r" b="b"/>
              <a:pathLst>
                <a:path w="1" h="226" extrusionOk="0">
                  <a:moveTo>
                    <a:pt x="0" y="0"/>
                  </a:moveTo>
                  <a:lnTo>
                    <a:pt x="0" y="226"/>
                  </a:lnTo>
                  <a:lnTo>
                    <a:pt x="0" y="226"/>
                  </a:lnTo>
                  <a:lnTo>
                    <a:pt x="0"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44"/>
            <p:cNvSpPr/>
            <p:nvPr/>
          </p:nvSpPr>
          <p:spPr>
            <a:xfrm>
              <a:off x="3550275" y="23177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44"/>
            <p:cNvSpPr/>
            <p:nvPr/>
          </p:nvSpPr>
          <p:spPr>
            <a:xfrm>
              <a:off x="3550275" y="23177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44"/>
            <p:cNvSpPr/>
            <p:nvPr/>
          </p:nvSpPr>
          <p:spPr>
            <a:xfrm>
              <a:off x="3550275" y="2317700"/>
              <a:ext cx="25" cy="6300"/>
            </a:xfrm>
            <a:custGeom>
              <a:avLst/>
              <a:gdLst/>
              <a:ahLst/>
              <a:cxnLst/>
              <a:rect l="l" t="t" r="r" b="b"/>
              <a:pathLst>
                <a:path w="1" h="252" extrusionOk="0">
                  <a:moveTo>
                    <a:pt x="0" y="0"/>
                  </a:moveTo>
                  <a:lnTo>
                    <a:pt x="0" y="226"/>
                  </a:lnTo>
                  <a:cubicBezTo>
                    <a:pt x="0" y="226"/>
                    <a:pt x="0" y="251"/>
                    <a:pt x="0" y="251"/>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44"/>
            <p:cNvSpPr/>
            <p:nvPr/>
          </p:nvSpPr>
          <p:spPr>
            <a:xfrm>
              <a:off x="3549650" y="2317700"/>
              <a:ext cx="650" cy="6300"/>
            </a:xfrm>
            <a:custGeom>
              <a:avLst/>
              <a:gdLst/>
              <a:ahLst/>
              <a:cxnLst/>
              <a:rect l="l" t="t" r="r" b="b"/>
              <a:pathLst>
                <a:path w="26" h="252" extrusionOk="0">
                  <a:moveTo>
                    <a:pt x="0" y="0"/>
                  </a:moveTo>
                  <a:lnTo>
                    <a:pt x="0" y="251"/>
                  </a:lnTo>
                  <a:lnTo>
                    <a:pt x="25" y="251"/>
                  </a:lnTo>
                  <a:lnTo>
                    <a:pt x="25"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44"/>
            <p:cNvSpPr/>
            <p:nvPr/>
          </p:nvSpPr>
          <p:spPr>
            <a:xfrm>
              <a:off x="3549650" y="2317700"/>
              <a:ext cx="25" cy="6300"/>
            </a:xfrm>
            <a:custGeom>
              <a:avLst/>
              <a:gdLst/>
              <a:ahLst/>
              <a:cxnLst/>
              <a:rect l="l" t="t" r="r" b="b"/>
              <a:pathLst>
                <a:path w="1" h="252" extrusionOk="0">
                  <a:moveTo>
                    <a:pt x="0" y="0"/>
                  </a:moveTo>
                  <a:lnTo>
                    <a:pt x="0" y="251"/>
                  </a:lnTo>
                  <a:cubicBezTo>
                    <a:pt x="0" y="251"/>
                    <a:pt x="0" y="251"/>
                    <a:pt x="0" y="251"/>
                  </a:cubicBezTo>
                  <a:lnTo>
                    <a:pt x="0" y="25"/>
                  </a:lnTo>
                  <a:cubicBezTo>
                    <a:pt x="0" y="25"/>
                    <a:pt x="0" y="0"/>
                    <a:pt x="0"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44"/>
            <p:cNvSpPr/>
            <p:nvPr/>
          </p:nvSpPr>
          <p:spPr>
            <a:xfrm>
              <a:off x="3549650" y="2318325"/>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44"/>
            <p:cNvSpPr/>
            <p:nvPr/>
          </p:nvSpPr>
          <p:spPr>
            <a:xfrm>
              <a:off x="3549650" y="2318325"/>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44"/>
            <p:cNvSpPr/>
            <p:nvPr/>
          </p:nvSpPr>
          <p:spPr>
            <a:xfrm>
              <a:off x="3478225" y="2318325"/>
              <a:ext cx="25" cy="6300"/>
            </a:xfrm>
            <a:custGeom>
              <a:avLst/>
              <a:gdLst/>
              <a:ahLst/>
              <a:cxnLst/>
              <a:rect l="l" t="t" r="r" b="b"/>
              <a:pathLst>
                <a:path w="1" h="252" extrusionOk="0">
                  <a:moveTo>
                    <a:pt x="0" y="26"/>
                  </a:moveTo>
                  <a:lnTo>
                    <a:pt x="0" y="251"/>
                  </a:lnTo>
                  <a:cubicBezTo>
                    <a:pt x="0" y="251"/>
                    <a:pt x="0" y="251"/>
                    <a:pt x="0" y="251"/>
                  </a:cubicBezTo>
                  <a:lnTo>
                    <a:pt x="0" y="0"/>
                  </a:lnTo>
                  <a:cubicBezTo>
                    <a:pt x="0" y="0"/>
                    <a:pt x="0" y="0"/>
                    <a:pt x="0" y="2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44"/>
            <p:cNvSpPr/>
            <p:nvPr/>
          </p:nvSpPr>
          <p:spPr>
            <a:xfrm>
              <a:off x="3477600" y="2318325"/>
              <a:ext cx="650" cy="6300"/>
            </a:xfrm>
            <a:custGeom>
              <a:avLst/>
              <a:gdLst/>
              <a:ahLst/>
              <a:cxnLst/>
              <a:rect l="l" t="t" r="r" b="b"/>
              <a:pathLst>
                <a:path w="26" h="252"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44"/>
            <p:cNvSpPr/>
            <p:nvPr/>
          </p:nvSpPr>
          <p:spPr>
            <a:xfrm>
              <a:off x="3477600" y="2318325"/>
              <a:ext cx="25" cy="6300"/>
            </a:xfrm>
            <a:custGeom>
              <a:avLst/>
              <a:gdLst/>
              <a:ahLst/>
              <a:cxnLst/>
              <a:rect l="l" t="t" r="r" b="b"/>
              <a:pathLst>
                <a:path w="1" h="252" extrusionOk="0">
                  <a:moveTo>
                    <a:pt x="0" y="0"/>
                  </a:moveTo>
                  <a:lnTo>
                    <a:pt x="0" y="251"/>
                  </a:lnTo>
                  <a:cubicBezTo>
                    <a:pt x="0" y="251"/>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44"/>
            <p:cNvSpPr/>
            <p:nvPr/>
          </p:nvSpPr>
          <p:spPr>
            <a:xfrm>
              <a:off x="3476975" y="2318325"/>
              <a:ext cx="650" cy="5675"/>
            </a:xfrm>
            <a:custGeom>
              <a:avLst/>
              <a:gdLst/>
              <a:ahLst/>
              <a:cxnLst/>
              <a:rect l="l" t="t" r="r" b="b"/>
              <a:pathLst>
                <a:path w="26" h="227"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44"/>
            <p:cNvSpPr/>
            <p:nvPr/>
          </p:nvSpPr>
          <p:spPr>
            <a:xfrm>
              <a:off x="3476975" y="2318325"/>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44"/>
            <p:cNvSpPr/>
            <p:nvPr/>
          </p:nvSpPr>
          <p:spPr>
            <a:xfrm>
              <a:off x="3476975" y="2318325"/>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44"/>
            <p:cNvSpPr/>
            <p:nvPr/>
          </p:nvSpPr>
          <p:spPr>
            <a:xfrm>
              <a:off x="3476350" y="2318325"/>
              <a:ext cx="650" cy="5675"/>
            </a:xfrm>
            <a:custGeom>
              <a:avLst/>
              <a:gdLst/>
              <a:ahLst/>
              <a:cxnLst/>
              <a:rect l="l" t="t" r="r" b="b"/>
              <a:pathLst>
                <a:path w="26" h="227"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44"/>
            <p:cNvSpPr/>
            <p:nvPr/>
          </p:nvSpPr>
          <p:spPr>
            <a:xfrm>
              <a:off x="3476350" y="2318325"/>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44"/>
            <p:cNvSpPr/>
            <p:nvPr/>
          </p:nvSpPr>
          <p:spPr>
            <a:xfrm>
              <a:off x="3475725" y="2318325"/>
              <a:ext cx="650" cy="5675"/>
            </a:xfrm>
            <a:custGeom>
              <a:avLst/>
              <a:gdLst/>
              <a:ahLst/>
              <a:cxnLst/>
              <a:rect l="l" t="t" r="r" b="b"/>
              <a:pathLst>
                <a:path w="26" h="227"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44"/>
            <p:cNvSpPr/>
            <p:nvPr/>
          </p:nvSpPr>
          <p:spPr>
            <a:xfrm>
              <a:off x="3475725" y="2318325"/>
              <a:ext cx="0" cy="6300"/>
            </a:xfrm>
            <a:custGeom>
              <a:avLst/>
              <a:gdLst/>
              <a:ahLst/>
              <a:cxnLst/>
              <a:rect l="l" t="t" r="r" b="b"/>
              <a:pathLst>
                <a:path h="252" extrusionOk="0">
                  <a:moveTo>
                    <a:pt x="0" y="0"/>
                  </a:moveTo>
                  <a:lnTo>
                    <a:pt x="0" y="226"/>
                  </a:lnTo>
                  <a:cubicBezTo>
                    <a:pt x="0" y="226"/>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44"/>
            <p:cNvSpPr/>
            <p:nvPr/>
          </p:nvSpPr>
          <p:spPr>
            <a:xfrm>
              <a:off x="3475075" y="2318325"/>
              <a:ext cx="650" cy="6300"/>
            </a:xfrm>
            <a:custGeom>
              <a:avLst/>
              <a:gdLst/>
              <a:ahLst/>
              <a:cxnLst/>
              <a:rect l="l" t="t" r="r" b="b"/>
              <a:pathLst>
                <a:path w="26" h="252"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44"/>
            <p:cNvSpPr/>
            <p:nvPr/>
          </p:nvSpPr>
          <p:spPr>
            <a:xfrm>
              <a:off x="3517075" y="23195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44"/>
            <p:cNvSpPr/>
            <p:nvPr/>
          </p:nvSpPr>
          <p:spPr>
            <a:xfrm>
              <a:off x="3516450" y="2318950"/>
              <a:ext cx="650" cy="6300"/>
            </a:xfrm>
            <a:custGeom>
              <a:avLst/>
              <a:gdLst/>
              <a:ahLst/>
              <a:cxnLst/>
              <a:rect l="l" t="t" r="r" b="b"/>
              <a:pathLst>
                <a:path w="26" h="252" extrusionOk="0">
                  <a:moveTo>
                    <a:pt x="0" y="1"/>
                  </a:moveTo>
                  <a:lnTo>
                    <a:pt x="0" y="251"/>
                  </a:lnTo>
                  <a:lnTo>
                    <a:pt x="25" y="251"/>
                  </a:lnTo>
                  <a:lnTo>
                    <a:pt x="25" y="26"/>
                  </a:lnTo>
                  <a:cubicBezTo>
                    <a:pt x="25" y="26"/>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44"/>
            <p:cNvSpPr/>
            <p:nvPr/>
          </p:nvSpPr>
          <p:spPr>
            <a:xfrm>
              <a:off x="3516450" y="23189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44"/>
            <p:cNvSpPr/>
            <p:nvPr/>
          </p:nvSpPr>
          <p:spPr>
            <a:xfrm>
              <a:off x="3516450" y="23189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44"/>
            <p:cNvSpPr/>
            <p:nvPr/>
          </p:nvSpPr>
          <p:spPr>
            <a:xfrm>
              <a:off x="3515825" y="2318950"/>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44"/>
            <p:cNvSpPr/>
            <p:nvPr/>
          </p:nvSpPr>
          <p:spPr>
            <a:xfrm>
              <a:off x="3515825" y="23189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44"/>
            <p:cNvSpPr/>
            <p:nvPr/>
          </p:nvSpPr>
          <p:spPr>
            <a:xfrm>
              <a:off x="3515175" y="2318950"/>
              <a:ext cx="675" cy="6300"/>
            </a:xfrm>
            <a:custGeom>
              <a:avLst/>
              <a:gdLst/>
              <a:ahLst/>
              <a:cxnLst/>
              <a:rect l="l" t="t" r="r" b="b"/>
              <a:pathLst>
                <a:path w="27"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44"/>
            <p:cNvSpPr/>
            <p:nvPr/>
          </p:nvSpPr>
          <p:spPr>
            <a:xfrm>
              <a:off x="3515175" y="23189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44"/>
            <p:cNvSpPr/>
            <p:nvPr/>
          </p:nvSpPr>
          <p:spPr>
            <a:xfrm>
              <a:off x="3515175" y="23189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44"/>
            <p:cNvSpPr/>
            <p:nvPr/>
          </p:nvSpPr>
          <p:spPr>
            <a:xfrm>
              <a:off x="3514550" y="2318950"/>
              <a:ext cx="650" cy="6300"/>
            </a:xfrm>
            <a:custGeom>
              <a:avLst/>
              <a:gdLst/>
              <a:ahLst/>
              <a:cxnLst/>
              <a:rect l="l" t="t" r="r" b="b"/>
              <a:pathLst>
                <a:path w="26"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44"/>
            <p:cNvSpPr/>
            <p:nvPr/>
          </p:nvSpPr>
          <p:spPr>
            <a:xfrm>
              <a:off x="3513925" y="2319575"/>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44"/>
            <p:cNvSpPr/>
            <p:nvPr/>
          </p:nvSpPr>
          <p:spPr>
            <a:xfrm>
              <a:off x="3555925" y="2320200"/>
              <a:ext cx="25" cy="6300"/>
            </a:xfrm>
            <a:custGeom>
              <a:avLst/>
              <a:gdLst/>
              <a:ahLst/>
              <a:cxnLst/>
              <a:rect l="l" t="t" r="r" b="b"/>
              <a:pathLst>
                <a:path w="1" h="252" extrusionOk="0">
                  <a:moveTo>
                    <a:pt x="0" y="1"/>
                  </a:moveTo>
                  <a:lnTo>
                    <a:pt x="0" y="251"/>
                  </a:lnTo>
                  <a:cubicBezTo>
                    <a:pt x="0" y="251"/>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44"/>
            <p:cNvSpPr/>
            <p:nvPr/>
          </p:nvSpPr>
          <p:spPr>
            <a:xfrm>
              <a:off x="3555275" y="2320200"/>
              <a:ext cx="675" cy="5675"/>
            </a:xfrm>
            <a:custGeom>
              <a:avLst/>
              <a:gdLst/>
              <a:ahLst/>
              <a:cxnLst/>
              <a:rect l="l" t="t" r="r" b="b"/>
              <a:pathLst>
                <a:path w="27"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44"/>
            <p:cNvSpPr/>
            <p:nvPr/>
          </p:nvSpPr>
          <p:spPr>
            <a:xfrm>
              <a:off x="3555275" y="23202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44"/>
            <p:cNvSpPr/>
            <p:nvPr/>
          </p:nvSpPr>
          <p:spPr>
            <a:xfrm>
              <a:off x="3555275" y="23202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44"/>
            <p:cNvSpPr/>
            <p:nvPr/>
          </p:nvSpPr>
          <p:spPr>
            <a:xfrm>
              <a:off x="3554650" y="2320200"/>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44"/>
            <p:cNvSpPr/>
            <p:nvPr/>
          </p:nvSpPr>
          <p:spPr>
            <a:xfrm>
              <a:off x="3554650" y="23202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44"/>
            <p:cNvSpPr/>
            <p:nvPr/>
          </p:nvSpPr>
          <p:spPr>
            <a:xfrm>
              <a:off x="3554650" y="2320200"/>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44"/>
            <p:cNvSpPr/>
            <p:nvPr/>
          </p:nvSpPr>
          <p:spPr>
            <a:xfrm>
              <a:off x="3554025" y="2320200"/>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44"/>
            <p:cNvSpPr/>
            <p:nvPr/>
          </p:nvSpPr>
          <p:spPr>
            <a:xfrm>
              <a:off x="3554025" y="23202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44"/>
            <p:cNvSpPr/>
            <p:nvPr/>
          </p:nvSpPr>
          <p:spPr>
            <a:xfrm>
              <a:off x="3553400" y="2320200"/>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44"/>
            <p:cNvSpPr/>
            <p:nvPr/>
          </p:nvSpPr>
          <p:spPr>
            <a:xfrm>
              <a:off x="3552775" y="2320200"/>
              <a:ext cx="650" cy="6300"/>
            </a:xfrm>
            <a:custGeom>
              <a:avLst/>
              <a:gdLst/>
              <a:ahLst/>
              <a:cxnLst/>
              <a:rect l="l" t="t" r="r" b="b"/>
              <a:pathLst>
                <a:path w="26" h="252" extrusionOk="0">
                  <a:moveTo>
                    <a:pt x="1" y="1"/>
                  </a:moveTo>
                  <a:lnTo>
                    <a:pt x="1" y="251"/>
                  </a:lnTo>
                  <a:cubicBezTo>
                    <a:pt x="1" y="251"/>
                    <a:pt x="26" y="226"/>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44"/>
            <p:cNvSpPr/>
            <p:nvPr/>
          </p:nvSpPr>
          <p:spPr>
            <a:xfrm>
              <a:off x="3567825" y="2312675"/>
              <a:ext cx="14425" cy="14450"/>
            </a:xfrm>
            <a:custGeom>
              <a:avLst/>
              <a:gdLst/>
              <a:ahLst/>
              <a:cxnLst/>
              <a:rect l="l" t="t" r="r" b="b"/>
              <a:pathLst>
                <a:path w="577" h="578" extrusionOk="0">
                  <a:moveTo>
                    <a:pt x="0" y="1"/>
                  </a:moveTo>
                  <a:lnTo>
                    <a:pt x="0" y="252"/>
                  </a:lnTo>
                  <a:lnTo>
                    <a:pt x="577" y="577"/>
                  </a:lnTo>
                  <a:lnTo>
                    <a:pt x="577" y="35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44"/>
            <p:cNvSpPr/>
            <p:nvPr/>
          </p:nvSpPr>
          <p:spPr>
            <a:xfrm>
              <a:off x="3582225" y="2321450"/>
              <a:ext cx="650" cy="6300"/>
            </a:xfrm>
            <a:custGeom>
              <a:avLst/>
              <a:gdLst/>
              <a:ahLst/>
              <a:cxnLst/>
              <a:rect l="l" t="t" r="r" b="b"/>
              <a:pathLst>
                <a:path w="26" h="252" extrusionOk="0">
                  <a:moveTo>
                    <a:pt x="1" y="1"/>
                  </a:moveTo>
                  <a:lnTo>
                    <a:pt x="1" y="226"/>
                  </a:lnTo>
                  <a:cubicBezTo>
                    <a:pt x="26" y="226"/>
                    <a:pt x="26" y="251"/>
                    <a:pt x="26" y="251"/>
                  </a:cubicBezTo>
                  <a:lnTo>
                    <a:pt x="26" y="26"/>
                  </a:lnTo>
                  <a:cubicBezTo>
                    <a:pt x="26" y="1"/>
                    <a:pt x="26"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44"/>
            <p:cNvSpPr/>
            <p:nvPr/>
          </p:nvSpPr>
          <p:spPr>
            <a:xfrm>
              <a:off x="3382350" y="2315200"/>
              <a:ext cx="11300" cy="11925"/>
            </a:xfrm>
            <a:custGeom>
              <a:avLst/>
              <a:gdLst/>
              <a:ahLst/>
              <a:cxnLst/>
              <a:rect l="l" t="t" r="r" b="b"/>
              <a:pathLst>
                <a:path w="452" h="477" extrusionOk="0">
                  <a:moveTo>
                    <a:pt x="452" y="0"/>
                  </a:moveTo>
                  <a:lnTo>
                    <a:pt x="1" y="251"/>
                  </a:lnTo>
                  <a:lnTo>
                    <a:pt x="1" y="476"/>
                  </a:lnTo>
                  <a:lnTo>
                    <a:pt x="452" y="226"/>
                  </a:lnTo>
                  <a:lnTo>
                    <a:pt x="452"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44"/>
            <p:cNvSpPr/>
            <p:nvPr/>
          </p:nvSpPr>
          <p:spPr>
            <a:xfrm>
              <a:off x="3365425" y="2313300"/>
              <a:ext cx="13825" cy="13825"/>
            </a:xfrm>
            <a:custGeom>
              <a:avLst/>
              <a:gdLst/>
              <a:ahLst/>
              <a:cxnLst/>
              <a:rect l="l" t="t" r="r" b="b"/>
              <a:pathLst>
                <a:path w="553" h="553" extrusionOk="0">
                  <a:moveTo>
                    <a:pt x="26" y="1"/>
                  </a:moveTo>
                  <a:lnTo>
                    <a:pt x="1" y="252"/>
                  </a:lnTo>
                  <a:lnTo>
                    <a:pt x="552" y="552"/>
                  </a:lnTo>
                  <a:lnTo>
                    <a:pt x="552" y="327"/>
                  </a:lnTo>
                  <a:lnTo>
                    <a:pt x="26"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44"/>
            <p:cNvSpPr/>
            <p:nvPr/>
          </p:nvSpPr>
          <p:spPr>
            <a:xfrm>
              <a:off x="3364800" y="2304700"/>
              <a:ext cx="29475" cy="17250"/>
            </a:xfrm>
            <a:custGeom>
              <a:avLst/>
              <a:gdLst/>
              <a:ahLst/>
              <a:cxnLst/>
              <a:rect l="l" t="t" r="r" b="b"/>
              <a:pathLst>
                <a:path w="1179" h="690" extrusionOk="0">
                  <a:moveTo>
                    <a:pt x="549" y="0"/>
                  </a:moveTo>
                  <a:cubicBezTo>
                    <a:pt x="527" y="0"/>
                    <a:pt x="502" y="7"/>
                    <a:pt x="477" y="19"/>
                  </a:cubicBezTo>
                  <a:lnTo>
                    <a:pt x="26" y="270"/>
                  </a:lnTo>
                  <a:cubicBezTo>
                    <a:pt x="1" y="295"/>
                    <a:pt x="1" y="345"/>
                    <a:pt x="51" y="345"/>
                  </a:cubicBezTo>
                  <a:lnTo>
                    <a:pt x="577" y="671"/>
                  </a:lnTo>
                  <a:cubicBezTo>
                    <a:pt x="602" y="683"/>
                    <a:pt x="627" y="690"/>
                    <a:pt x="649" y="690"/>
                  </a:cubicBezTo>
                  <a:cubicBezTo>
                    <a:pt x="671" y="690"/>
                    <a:pt x="690" y="683"/>
                    <a:pt x="703" y="671"/>
                  </a:cubicBezTo>
                  <a:lnTo>
                    <a:pt x="1154" y="420"/>
                  </a:lnTo>
                  <a:cubicBezTo>
                    <a:pt x="1179" y="395"/>
                    <a:pt x="1179" y="345"/>
                    <a:pt x="1154" y="345"/>
                  </a:cubicBezTo>
                  <a:lnTo>
                    <a:pt x="602" y="19"/>
                  </a:lnTo>
                  <a:cubicBezTo>
                    <a:pt x="590" y="7"/>
                    <a:pt x="571" y="0"/>
                    <a:pt x="549"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44"/>
            <p:cNvSpPr/>
            <p:nvPr/>
          </p:nvSpPr>
          <p:spPr>
            <a:xfrm>
              <a:off x="3366075" y="2305175"/>
              <a:ext cx="26950" cy="14425"/>
            </a:xfrm>
            <a:custGeom>
              <a:avLst/>
              <a:gdLst/>
              <a:ahLst/>
              <a:cxnLst/>
              <a:rect l="l" t="t" r="r" b="b"/>
              <a:pathLst>
                <a:path w="1078" h="577" extrusionOk="0">
                  <a:moveTo>
                    <a:pt x="451" y="0"/>
                  </a:moveTo>
                  <a:cubicBezTo>
                    <a:pt x="451" y="0"/>
                    <a:pt x="0" y="251"/>
                    <a:pt x="0" y="251"/>
                  </a:cubicBezTo>
                  <a:cubicBezTo>
                    <a:pt x="0" y="251"/>
                    <a:pt x="0" y="251"/>
                    <a:pt x="0" y="276"/>
                  </a:cubicBezTo>
                  <a:lnTo>
                    <a:pt x="551" y="577"/>
                  </a:lnTo>
                  <a:lnTo>
                    <a:pt x="652" y="577"/>
                  </a:lnTo>
                  <a:cubicBezTo>
                    <a:pt x="652" y="577"/>
                    <a:pt x="1078" y="326"/>
                    <a:pt x="1078" y="326"/>
                  </a:cubicBezTo>
                  <a:cubicBezTo>
                    <a:pt x="1078" y="326"/>
                    <a:pt x="1078" y="301"/>
                    <a:pt x="1078" y="301"/>
                  </a:cubicBezTo>
                  <a:lnTo>
                    <a:pt x="551"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44"/>
            <p:cNvSpPr/>
            <p:nvPr/>
          </p:nvSpPr>
          <p:spPr>
            <a:xfrm>
              <a:off x="3381725" y="2321450"/>
              <a:ext cx="650" cy="6300"/>
            </a:xfrm>
            <a:custGeom>
              <a:avLst/>
              <a:gdLst/>
              <a:ahLst/>
              <a:cxnLst/>
              <a:rect l="l" t="t" r="r" b="b"/>
              <a:pathLst>
                <a:path w="26" h="252" extrusionOk="0">
                  <a:moveTo>
                    <a:pt x="26" y="1"/>
                  </a:moveTo>
                  <a:lnTo>
                    <a:pt x="1" y="251"/>
                  </a:lnTo>
                  <a:cubicBezTo>
                    <a:pt x="26" y="251"/>
                    <a:pt x="26" y="251"/>
                    <a:pt x="26" y="226"/>
                  </a:cubicBez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44"/>
            <p:cNvSpPr/>
            <p:nvPr/>
          </p:nvSpPr>
          <p:spPr>
            <a:xfrm>
              <a:off x="3381725" y="2321450"/>
              <a:ext cx="650" cy="6300"/>
            </a:xfrm>
            <a:custGeom>
              <a:avLst/>
              <a:gdLst/>
              <a:ahLst/>
              <a:cxnLst/>
              <a:rect l="l" t="t" r="r" b="b"/>
              <a:pathLst>
                <a:path w="26" h="252" extrusionOk="0">
                  <a:moveTo>
                    <a:pt x="1" y="1"/>
                  </a:moveTo>
                  <a:lnTo>
                    <a:pt x="1" y="251"/>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44"/>
            <p:cNvSpPr/>
            <p:nvPr/>
          </p:nvSpPr>
          <p:spPr>
            <a:xfrm>
              <a:off x="3381100" y="2321450"/>
              <a:ext cx="650" cy="6300"/>
            </a:xfrm>
            <a:custGeom>
              <a:avLst/>
              <a:gdLst/>
              <a:ahLst/>
              <a:cxnLst/>
              <a:rect l="l" t="t" r="r" b="b"/>
              <a:pathLst>
                <a:path w="26" h="252" extrusionOk="0">
                  <a:moveTo>
                    <a:pt x="1" y="1"/>
                  </a:moveTo>
                  <a:lnTo>
                    <a:pt x="1" y="251"/>
                  </a:lnTo>
                  <a:lnTo>
                    <a:pt x="26" y="251"/>
                  </a:lnTo>
                  <a:lnTo>
                    <a:pt x="26"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44"/>
            <p:cNvSpPr/>
            <p:nvPr/>
          </p:nvSpPr>
          <p:spPr>
            <a:xfrm>
              <a:off x="3381100" y="2321450"/>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44"/>
            <p:cNvSpPr/>
            <p:nvPr/>
          </p:nvSpPr>
          <p:spPr>
            <a:xfrm>
              <a:off x="3381100" y="2322075"/>
              <a:ext cx="25" cy="5675"/>
            </a:xfrm>
            <a:custGeom>
              <a:avLst/>
              <a:gdLst/>
              <a:ahLst/>
              <a:cxnLst/>
              <a:rect l="l" t="t" r="r" b="b"/>
              <a:pathLst>
                <a:path w="1" h="227" extrusionOk="0">
                  <a:moveTo>
                    <a:pt x="1" y="1"/>
                  </a:moveTo>
                  <a:lnTo>
                    <a:pt x="1" y="226"/>
                  </a:lnTo>
                  <a:lnTo>
                    <a:pt x="1" y="226"/>
                  </a:ln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44"/>
            <p:cNvSpPr/>
            <p:nvPr/>
          </p:nvSpPr>
          <p:spPr>
            <a:xfrm>
              <a:off x="3380475" y="2322075"/>
              <a:ext cx="650" cy="5675"/>
            </a:xfrm>
            <a:custGeom>
              <a:avLst/>
              <a:gdLst/>
              <a:ahLst/>
              <a:cxnLst/>
              <a:rect l="l" t="t" r="r" b="b"/>
              <a:pathLst>
                <a:path w="26" h="227" extrusionOk="0">
                  <a:moveTo>
                    <a:pt x="0" y="1"/>
                  </a:moveTo>
                  <a:lnTo>
                    <a:pt x="0" y="226"/>
                  </a:lnTo>
                  <a:lnTo>
                    <a:pt x="26" y="226"/>
                  </a:lnTo>
                  <a:lnTo>
                    <a:pt x="26"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44"/>
            <p:cNvSpPr/>
            <p:nvPr/>
          </p:nvSpPr>
          <p:spPr>
            <a:xfrm>
              <a:off x="3380475" y="2321450"/>
              <a:ext cx="25" cy="6300"/>
            </a:xfrm>
            <a:custGeom>
              <a:avLst/>
              <a:gdLst/>
              <a:ahLst/>
              <a:cxnLst/>
              <a:rect l="l" t="t" r="r" b="b"/>
              <a:pathLst>
                <a:path w="1" h="252" extrusionOk="0">
                  <a:moveTo>
                    <a:pt x="0" y="26"/>
                  </a:moveTo>
                  <a:lnTo>
                    <a:pt x="0" y="251"/>
                  </a:lnTo>
                  <a:cubicBezTo>
                    <a:pt x="0" y="251"/>
                    <a:pt x="0" y="251"/>
                    <a:pt x="0" y="251"/>
                  </a:cubicBezTo>
                  <a:lnTo>
                    <a:pt x="0" y="1"/>
                  </a:lnTo>
                  <a:cubicBezTo>
                    <a:pt x="0" y="1"/>
                    <a:pt x="0" y="26"/>
                    <a:pt x="0" y="26"/>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44"/>
            <p:cNvSpPr/>
            <p:nvPr/>
          </p:nvSpPr>
          <p:spPr>
            <a:xfrm>
              <a:off x="3379850" y="2321450"/>
              <a:ext cx="650" cy="6300"/>
            </a:xfrm>
            <a:custGeom>
              <a:avLst/>
              <a:gdLst/>
              <a:ahLst/>
              <a:cxnLst/>
              <a:rect l="l" t="t" r="r" b="b"/>
              <a:pathLst>
                <a:path w="26" h="252" extrusionOk="0">
                  <a:moveTo>
                    <a:pt x="25" y="1"/>
                  </a:moveTo>
                  <a:lnTo>
                    <a:pt x="0" y="251"/>
                  </a:lnTo>
                  <a:lnTo>
                    <a:pt x="25" y="251"/>
                  </a:lnTo>
                  <a:lnTo>
                    <a:pt x="25"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44"/>
            <p:cNvSpPr/>
            <p:nvPr/>
          </p:nvSpPr>
          <p:spPr>
            <a:xfrm>
              <a:off x="3379850" y="23214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44"/>
            <p:cNvSpPr/>
            <p:nvPr/>
          </p:nvSpPr>
          <p:spPr>
            <a:xfrm>
              <a:off x="3379850" y="23214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44"/>
            <p:cNvSpPr/>
            <p:nvPr/>
          </p:nvSpPr>
          <p:spPr>
            <a:xfrm>
              <a:off x="3379225" y="2321450"/>
              <a:ext cx="650" cy="6300"/>
            </a:xfrm>
            <a:custGeom>
              <a:avLst/>
              <a:gdLst/>
              <a:ahLst/>
              <a:cxnLst/>
              <a:rect l="l" t="t" r="r" b="b"/>
              <a:pathLst>
                <a:path w="26" h="252" extrusionOk="0">
                  <a:moveTo>
                    <a:pt x="0" y="1"/>
                  </a:moveTo>
                  <a:lnTo>
                    <a:pt x="0" y="226"/>
                  </a:lnTo>
                  <a:cubicBezTo>
                    <a:pt x="0" y="226"/>
                    <a:pt x="0" y="251"/>
                    <a:pt x="25" y="251"/>
                  </a:cubicBezTo>
                  <a:lnTo>
                    <a:pt x="25"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44"/>
            <p:cNvSpPr/>
            <p:nvPr/>
          </p:nvSpPr>
          <p:spPr>
            <a:xfrm>
              <a:off x="3582850" y="2322075"/>
              <a:ext cx="25" cy="5675"/>
            </a:xfrm>
            <a:custGeom>
              <a:avLst/>
              <a:gdLst/>
              <a:ahLst/>
              <a:cxnLst/>
              <a:rect l="l" t="t" r="r" b="b"/>
              <a:pathLst>
                <a:path w="1" h="227" extrusionOk="0">
                  <a:moveTo>
                    <a:pt x="1" y="1"/>
                  </a:moveTo>
                  <a:lnTo>
                    <a:pt x="1" y="226"/>
                  </a:lnTo>
                  <a:lnTo>
                    <a:pt x="1" y="226"/>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44"/>
            <p:cNvSpPr/>
            <p:nvPr/>
          </p:nvSpPr>
          <p:spPr>
            <a:xfrm>
              <a:off x="3582850" y="23220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44"/>
            <p:cNvSpPr/>
            <p:nvPr/>
          </p:nvSpPr>
          <p:spPr>
            <a:xfrm>
              <a:off x="3582850" y="2322075"/>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44"/>
            <p:cNvSpPr/>
            <p:nvPr/>
          </p:nvSpPr>
          <p:spPr>
            <a:xfrm>
              <a:off x="3582850" y="23220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44"/>
            <p:cNvSpPr/>
            <p:nvPr/>
          </p:nvSpPr>
          <p:spPr>
            <a:xfrm>
              <a:off x="3582850" y="23220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44"/>
            <p:cNvSpPr/>
            <p:nvPr/>
          </p:nvSpPr>
          <p:spPr>
            <a:xfrm>
              <a:off x="3582850" y="232207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44"/>
            <p:cNvSpPr/>
            <p:nvPr/>
          </p:nvSpPr>
          <p:spPr>
            <a:xfrm>
              <a:off x="3582225" y="2322700"/>
              <a:ext cx="650" cy="5675"/>
            </a:xfrm>
            <a:custGeom>
              <a:avLst/>
              <a:gdLst/>
              <a:ahLst/>
              <a:cxnLst/>
              <a:rect l="l" t="t" r="r" b="b"/>
              <a:pathLst>
                <a:path w="26" h="227" extrusionOk="0">
                  <a:moveTo>
                    <a:pt x="1" y="1"/>
                  </a:moveTo>
                  <a:lnTo>
                    <a:pt x="1" y="226"/>
                  </a:lnTo>
                  <a:lnTo>
                    <a:pt x="26" y="226"/>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44"/>
            <p:cNvSpPr/>
            <p:nvPr/>
          </p:nvSpPr>
          <p:spPr>
            <a:xfrm>
              <a:off x="3582225" y="23227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44"/>
            <p:cNvSpPr/>
            <p:nvPr/>
          </p:nvSpPr>
          <p:spPr>
            <a:xfrm>
              <a:off x="3421200" y="2315825"/>
              <a:ext cx="11300" cy="12550"/>
            </a:xfrm>
            <a:custGeom>
              <a:avLst/>
              <a:gdLst/>
              <a:ahLst/>
              <a:cxnLst/>
              <a:rect l="l" t="t" r="r" b="b"/>
              <a:pathLst>
                <a:path w="452" h="502" extrusionOk="0">
                  <a:moveTo>
                    <a:pt x="452" y="0"/>
                  </a:moveTo>
                  <a:lnTo>
                    <a:pt x="1" y="251"/>
                  </a:lnTo>
                  <a:lnTo>
                    <a:pt x="1" y="501"/>
                  </a:lnTo>
                  <a:lnTo>
                    <a:pt x="452" y="226"/>
                  </a:lnTo>
                  <a:lnTo>
                    <a:pt x="452"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44"/>
            <p:cNvSpPr/>
            <p:nvPr/>
          </p:nvSpPr>
          <p:spPr>
            <a:xfrm>
              <a:off x="3404900" y="2314575"/>
              <a:ext cx="13200" cy="13800"/>
            </a:xfrm>
            <a:custGeom>
              <a:avLst/>
              <a:gdLst/>
              <a:ahLst/>
              <a:cxnLst/>
              <a:rect l="l" t="t" r="r" b="b"/>
              <a:pathLst>
                <a:path w="528" h="552" extrusionOk="0">
                  <a:moveTo>
                    <a:pt x="1" y="0"/>
                  </a:moveTo>
                  <a:lnTo>
                    <a:pt x="1" y="226"/>
                  </a:lnTo>
                  <a:lnTo>
                    <a:pt x="527" y="551"/>
                  </a:lnTo>
                  <a:lnTo>
                    <a:pt x="527" y="301"/>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44"/>
            <p:cNvSpPr/>
            <p:nvPr/>
          </p:nvSpPr>
          <p:spPr>
            <a:xfrm>
              <a:off x="3421200" y="232207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44"/>
            <p:cNvSpPr/>
            <p:nvPr/>
          </p:nvSpPr>
          <p:spPr>
            <a:xfrm>
              <a:off x="3420575" y="2322700"/>
              <a:ext cx="650" cy="5675"/>
            </a:xfrm>
            <a:custGeom>
              <a:avLst/>
              <a:gdLst/>
              <a:ahLst/>
              <a:cxnLst/>
              <a:rect l="l" t="t" r="r" b="b"/>
              <a:pathLst>
                <a:path w="26" h="227" extrusionOk="0">
                  <a:moveTo>
                    <a:pt x="0" y="1"/>
                  </a:moveTo>
                  <a:lnTo>
                    <a:pt x="0" y="226"/>
                  </a:lnTo>
                  <a:lnTo>
                    <a:pt x="26" y="226"/>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44"/>
            <p:cNvSpPr/>
            <p:nvPr/>
          </p:nvSpPr>
          <p:spPr>
            <a:xfrm>
              <a:off x="3419950" y="2322700"/>
              <a:ext cx="650" cy="5675"/>
            </a:xfrm>
            <a:custGeom>
              <a:avLst/>
              <a:gdLst/>
              <a:ahLst/>
              <a:cxnLst/>
              <a:rect l="l" t="t" r="r" b="b"/>
              <a:pathLst>
                <a:path w="26" h="227" extrusionOk="0">
                  <a:moveTo>
                    <a:pt x="25" y="1"/>
                  </a:moveTo>
                  <a:lnTo>
                    <a:pt x="0" y="226"/>
                  </a:lnTo>
                  <a:lnTo>
                    <a:pt x="25" y="226"/>
                  </a:lnTo>
                  <a:lnTo>
                    <a:pt x="25"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44"/>
            <p:cNvSpPr/>
            <p:nvPr/>
          </p:nvSpPr>
          <p:spPr>
            <a:xfrm>
              <a:off x="3419950" y="2322700"/>
              <a:ext cx="650" cy="5675"/>
            </a:xfrm>
            <a:custGeom>
              <a:avLst/>
              <a:gdLst/>
              <a:ahLst/>
              <a:cxnLst/>
              <a:rect l="l" t="t" r="r" b="b"/>
              <a:pathLst>
                <a:path w="26" h="227" extrusionOk="0">
                  <a:moveTo>
                    <a:pt x="0" y="1"/>
                  </a:moveTo>
                  <a:lnTo>
                    <a:pt x="0" y="226"/>
                  </a:lnTo>
                  <a:lnTo>
                    <a:pt x="25"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44"/>
            <p:cNvSpPr/>
            <p:nvPr/>
          </p:nvSpPr>
          <p:spPr>
            <a:xfrm>
              <a:off x="3419950" y="2322700"/>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44"/>
            <p:cNvSpPr/>
            <p:nvPr/>
          </p:nvSpPr>
          <p:spPr>
            <a:xfrm>
              <a:off x="3419325" y="2322700"/>
              <a:ext cx="650" cy="5675"/>
            </a:xfrm>
            <a:custGeom>
              <a:avLst/>
              <a:gdLst/>
              <a:ahLst/>
              <a:cxnLst/>
              <a:rect l="l" t="t" r="r" b="b"/>
              <a:pathLst>
                <a:path w="26" h="227" extrusionOk="0">
                  <a:moveTo>
                    <a:pt x="0" y="1"/>
                  </a:moveTo>
                  <a:lnTo>
                    <a:pt x="0" y="226"/>
                  </a:lnTo>
                  <a:lnTo>
                    <a:pt x="25" y="226"/>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44"/>
            <p:cNvSpPr/>
            <p:nvPr/>
          </p:nvSpPr>
          <p:spPr>
            <a:xfrm>
              <a:off x="3419325" y="23227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44"/>
            <p:cNvSpPr/>
            <p:nvPr/>
          </p:nvSpPr>
          <p:spPr>
            <a:xfrm>
              <a:off x="3419325" y="23227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44"/>
            <p:cNvSpPr/>
            <p:nvPr/>
          </p:nvSpPr>
          <p:spPr>
            <a:xfrm>
              <a:off x="3418700" y="2322700"/>
              <a:ext cx="650" cy="5675"/>
            </a:xfrm>
            <a:custGeom>
              <a:avLst/>
              <a:gdLst/>
              <a:ahLst/>
              <a:cxnLst/>
              <a:rect l="l" t="t" r="r" b="b"/>
              <a:pathLst>
                <a:path w="26" h="227" extrusionOk="0">
                  <a:moveTo>
                    <a:pt x="0" y="1"/>
                  </a:moveTo>
                  <a:lnTo>
                    <a:pt x="0" y="226"/>
                  </a:lnTo>
                  <a:lnTo>
                    <a:pt x="25" y="226"/>
                  </a:lnTo>
                  <a:lnTo>
                    <a:pt x="25" y="1"/>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44"/>
            <p:cNvSpPr/>
            <p:nvPr/>
          </p:nvSpPr>
          <p:spPr>
            <a:xfrm>
              <a:off x="3418700" y="23227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44"/>
            <p:cNvSpPr/>
            <p:nvPr/>
          </p:nvSpPr>
          <p:spPr>
            <a:xfrm>
              <a:off x="3418075" y="2322075"/>
              <a:ext cx="650" cy="6300"/>
            </a:xfrm>
            <a:custGeom>
              <a:avLst/>
              <a:gdLst/>
              <a:ahLst/>
              <a:cxnLst/>
              <a:rect l="l" t="t" r="r" b="b"/>
              <a:pathLst>
                <a:path w="26" h="252" extrusionOk="0">
                  <a:moveTo>
                    <a:pt x="0" y="1"/>
                  </a:moveTo>
                  <a:lnTo>
                    <a:pt x="0" y="251"/>
                  </a:lnTo>
                  <a:lnTo>
                    <a:pt x="25" y="251"/>
                  </a:lnTo>
                  <a:lnTo>
                    <a:pt x="25" y="26"/>
                  </a:lnTo>
                  <a:cubicBezTo>
                    <a:pt x="25" y="1"/>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44"/>
            <p:cNvSpPr/>
            <p:nvPr/>
          </p:nvSpPr>
          <p:spPr>
            <a:xfrm>
              <a:off x="3403650" y="2305800"/>
              <a:ext cx="30100" cy="16775"/>
            </a:xfrm>
            <a:custGeom>
              <a:avLst/>
              <a:gdLst/>
              <a:ahLst/>
              <a:cxnLst/>
              <a:rect l="l" t="t" r="r" b="b"/>
              <a:pathLst>
                <a:path w="1204" h="671" extrusionOk="0">
                  <a:moveTo>
                    <a:pt x="477" y="0"/>
                  </a:moveTo>
                  <a:lnTo>
                    <a:pt x="51" y="276"/>
                  </a:lnTo>
                  <a:cubicBezTo>
                    <a:pt x="1" y="301"/>
                    <a:pt x="1" y="326"/>
                    <a:pt x="51" y="351"/>
                  </a:cubicBezTo>
                  <a:lnTo>
                    <a:pt x="577" y="652"/>
                  </a:lnTo>
                  <a:cubicBezTo>
                    <a:pt x="602" y="664"/>
                    <a:pt x="627" y="671"/>
                    <a:pt x="649" y="671"/>
                  </a:cubicBezTo>
                  <a:cubicBezTo>
                    <a:pt x="671" y="671"/>
                    <a:pt x="690" y="664"/>
                    <a:pt x="703" y="652"/>
                  </a:cubicBezTo>
                  <a:lnTo>
                    <a:pt x="1154" y="401"/>
                  </a:lnTo>
                  <a:cubicBezTo>
                    <a:pt x="1204" y="376"/>
                    <a:pt x="1204" y="351"/>
                    <a:pt x="1154" y="326"/>
                  </a:cubicBezTo>
                  <a:lnTo>
                    <a:pt x="627" y="0"/>
                  </a:ln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44"/>
            <p:cNvSpPr/>
            <p:nvPr/>
          </p:nvSpPr>
          <p:spPr>
            <a:xfrm>
              <a:off x="3404900" y="2305800"/>
              <a:ext cx="27600" cy="15050"/>
            </a:xfrm>
            <a:custGeom>
              <a:avLst/>
              <a:gdLst/>
              <a:ahLst/>
              <a:cxnLst/>
              <a:rect l="l" t="t" r="r" b="b"/>
              <a:pathLst>
                <a:path w="1104" h="602" extrusionOk="0">
                  <a:moveTo>
                    <a:pt x="452" y="0"/>
                  </a:moveTo>
                  <a:lnTo>
                    <a:pt x="1" y="276"/>
                  </a:lnTo>
                  <a:lnTo>
                    <a:pt x="552" y="577"/>
                  </a:lnTo>
                  <a:cubicBezTo>
                    <a:pt x="577" y="602"/>
                    <a:pt x="577" y="602"/>
                    <a:pt x="602" y="602"/>
                  </a:cubicBezTo>
                  <a:cubicBezTo>
                    <a:pt x="627" y="602"/>
                    <a:pt x="627" y="602"/>
                    <a:pt x="653" y="577"/>
                  </a:cubicBezTo>
                  <a:cubicBezTo>
                    <a:pt x="653" y="577"/>
                    <a:pt x="1104" y="326"/>
                    <a:pt x="1104" y="326"/>
                  </a:cubicBezTo>
                  <a:lnTo>
                    <a:pt x="1079" y="326"/>
                  </a:lnTo>
                  <a:lnTo>
                    <a:pt x="552"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44"/>
            <p:cNvSpPr/>
            <p:nvPr/>
          </p:nvSpPr>
          <p:spPr>
            <a:xfrm>
              <a:off x="3460675" y="2316450"/>
              <a:ext cx="10675" cy="12550"/>
            </a:xfrm>
            <a:custGeom>
              <a:avLst/>
              <a:gdLst/>
              <a:ahLst/>
              <a:cxnLst/>
              <a:rect l="l" t="t" r="r" b="b"/>
              <a:pathLst>
                <a:path w="427" h="502" extrusionOk="0">
                  <a:moveTo>
                    <a:pt x="427" y="0"/>
                  </a:moveTo>
                  <a:lnTo>
                    <a:pt x="1" y="276"/>
                  </a:lnTo>
                  <a:lnTo>
                    <a:pt x="1" y="502"/>
                  </a:lnTo>
                  <a:lnTo>
                    <a:pt x="427" y="251"/>
                  </a:lnTo>
                  <a:lnTo>
                    <a:pt x="427"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44"/>
            <p:cNvSpPr/>
            <p:nvPr/>
          </p:nvSpPr>
          <p:spPr>
            <a:xfrm>
              <a:off x="3443750" y="2315200"/>
              <a:ext cx="13200" cy="13800"/>
            </a:xfrm>
            <a:custGeom>
              <a:avLst/>
              <a:gdLst/>
              <a:ahLst/>
              <a:cxnLst/>
              <a:rect l="l" t="t" r="r" b="b"/>
              <a:pathLst>
                <a:path w="528" h="552" extrusionOk="0">
                  <a:moveTo>
                    <a:pt x="1" y="0"/>
                  </a:moveTo>
                  <a:lnTo>
                    <a:pt x="1" y="251"/>
                  </a:lnTo>
                  <a:lnTo>
                    <a:pt x="527" y="552"/>
                  </a:lnTo>
                  <a:lnTo>
                    <a:pt x="527" y="326"/>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44"/>
            <p:cNvSpPr/>
            <p:nvPr/>
          </p:nvSpPr>
          <p:spPr>
            <a:xfrm>
              <a:off x="3386125" y="2317075"/>
              <a:ext cx="11300" cy="12550"/>
            </a:xfrm>
            <a:custGeom>
              <a:avLst/>
              <a:gdLst/>
              <a:ahLst/>
              <a:cxnLst/>
              <a:rect l="l" t="t" r="r" b="b"/>
              <a:pathLst>
                <a:path w="452" h="502" extrusionOk="0">
                  <a:moveTo>
                    <a:pt x="451" y="0"/>
                  </a:moveTo>
                  <a:lnTo>
                    <a:pt x="0" y="251"/>
                  </a:lnTo>
                  <a:lnTo>
                    <a:pt x="0" y="502"/>
                  </a:lnTo>
                  <a:lnTo>
                    <a:pt x="451" y="226"/>
                  </a:lnTo>
                  <a:lnTo>
                    <a:pt x="4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44"/>
            <p:cNvSpPr/>
            <p:nvPr/>
          </p:nvSpPr>
          <p:spPr>
            <a:xfrm>
              <a:off x="3442500" y="2306575"/>
              <a:ext cx="30100" cy="16775"/>
            </a:xfrm>
            <a:custGeom>
              <a:avLst/>
              <a:gdLst/>
              <a:ahLst/>
              <a:cxnLst/>
              <a:rect l="l" t="t" r="r" b="b"/>
              <a:pathLst>
                <a:path w="1204" h="671" extrusionOk="0">
                  <a:moveTo>
                    <a:pt x="555" y="1"/>
                  </a:moveTo>
                  <a:cubicBezTo>
                    <a:pt x="533" y="1"/>
                    <a:pt x="514" y="7"/>
                    <a:pt x="502" y="19"/>
                  </a:cubicBezTo>
                  <a:lnTo>
                    <a:pt x="51" y="270"/>
                  </a:lnTo>
                  <a:cubicBezTo>
                    <a:pt x="1" y="295"/>
                    <a:pt x="1" y="320"/>
                    <a:pt x="51" y="345"/>
                  </a:cubicBezTo>
                  <a:lnTo>
                    <a:pt x="577" y="671"/>
                  </a:lnTo>
                  <a:lnTo>
                    <a:pt x="728" y="671"/>
                  </a:lnTo>
                  <a:lnTo>
                    <a:pt x="1154" y="395"/>
                  </a:lnTo>
                  <a:cubicBezTo>
                    <a:pt x="1204" y="370"/>
                    <a:pt x="1204" y="345"/>
                    <a:pt x="1154" y="320"/>
                  </a:cubicBezTo>
                  <a:lnTo>
                    <a:pt x="627" y="19"/>
                  </a:lnTo>
                  <a:cubicBezTo>
                    <a:pt x="602" y="7"/>
                    <a:pt x="577" y="1"/>
                    <a:pt x="555"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44"/>
            <p:cNvSpPr/>
            <p:nvPr/>
          </p:nvSpPr>
          <p:spPr>
            <a:xfrm>
              <a:off x="3443750" y="2306425"/>
              <a:ext cx="27600" cy="15050"/>
            </a:xfrm>
            <a:custGeom>
              <a:avLst/>
              <a:gdLst/>
              <a:ahLst/>
              <a:cxnLst/>
              <a:rect l="l" t="t" r="r" b="b"/>
              <a:pathLst>
                <a:path w="1104" h="602" extrusionOk="0">
                  <a:moveTo>
                    <a:pt x="502" y="0"/>
                  </a:moveTo>
                  <a:cubicBezTo>
                    <a:pt x="477" y="0"/>
                    <a:pt x="477" y="0"/>
                    <a:pt x="452" y="25"/>
                  </a:cubicBezTo>
                  <a:cubicBezTo>
                    <a:pt x="452" y="25"/>
                    <a:pt x="1" y="276"/>
                    <a:pt x="1" y="276"/>
                  </a:cubicBezTo>
                  <a:lnTo>
                    <a:pt x="26" y="276"/>
                  </a:lnTo>
                  <a:lnTo>
                    <a:pt x="552" y="602"/>
                  </a:lnTo>
                  <a:lnTo>
                    <a:pt x="652" y="602"/>
                  </a:lnTo>
                  <a:cubicBezTo>
                    <a:pt x="652" y="602"/>
                    <a:pt x="1104" y="326"/>
                    <a:pt x="1104" y="326"/>
                  </a:cubicBezTo>
                  <a:lnTo>
                    <a:pt x="552" y="25"/>
                  </a:lnTo>
                  <a:cubicBezTo>
                    <a:pt x="552" y="0"/>
                    <a:pt x="527" y="0"/>
                    <a:pt x="502" y="0"/>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44"/>
            <p:cNvSpPr/>
            <p:nvPr/>
          </p:nvSpPr>
          <p:spPr>
            <a:xfrm>
              <a:off x="3460050" y="2323325"/>
              <a:ext cx="650" cy="5675"/>
            </a:xfrm>
            <a:custGeom>
              <a:avLst/>
              <a:gdLst/>
              <a:ahLst/>
              <a:cxnLst/>
              <a:rect l="l" t="t" r="r" b="b"/>
              <a:pathLst>
                <a:path w="26" h="227" extrusionOk="0">
                  <a:moveTo>
                    <a:pt x="0" y="1"/>
                  </a:moveTo>
                  <a:lnTo>
                    <a:pt x="0" y="227"/>
                  </a:lnTo>
                  <a:lnTo>
                    <a:pt x="26" y="227"/>
                  </a:ln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44"/>
            <p:cNvSpPr/>
            <p:nvPr/>
          </p:nvSpPr>
          <p:spPr>
            <a:xfrm>
              <a:off x="3459425" y="2323325"/>
              <a:ext cx="650" cy="6300"/>
            </a:xfrm>
            <a:custGeom>
              <a:avLst/>
              <a:gdLst/>
              <a:ahLst/>
              <a:cxnLst/>
              <a:rect l="l" t="t" r="r" b="b"/>
              <a:pathLst>
                <a:path w="26" h="252" extrusionOk="0">
                  <a:moveTo>
                    <a:pt x="0" y="1"/>
                  </a:moveTo>
                  <a:lnTo>
                    <a:pt x="0" y="252"/>
                  </a:lnTo>
                  <a:cubicBezTo>
                    <a:pt x="0" y="252"/>
                    <a:pt x="25" y="252"/>
                    <a:pt x="25" y="227"/>
                  </a:cubicBez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44"/>
            <p:cNvSpPr/>
            <p:nvPr/>
          </p:nvSpPr>
          <p:spPr>
            <a:xfrm>
              <a:off x="3459425" y="2323325"/>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44"/>
            <p:cNvSpPr/>
            <p:nvPr/>
          </p:nvSpPr>
          <p:spPr>
            <a:xfrm>
              <a:off x="3458800" y="2323325"/>
              <a:ext cx="650" cy="6300"/>
            </a:xfrm>
            <a:custGeom>
              <a:avLst/>
              <a:gdLst/>
              <a:ahLst/>
              <a:cxnLst/>
              <a:rect l="l" t="t" r="r" b="b"/>
              <a:pathLst>
                <a:path w="26" h="252" extrusionOk="0">
                  <a:moveTo>
                    <a:pt x="0" y="1"/>
                  </a:moveTo>
                  <a:lnTo>
                    <a:pt x="0" y="252"/>
                  </a:lnTo>
                  <a:lnTo>
                    <a:pt x="25" y="252"/>
                  </a:lnTo>
                  <a:lnTo>
                    <a:pt x="25"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44"/>
            <p:cNvSpPr/>
            <p:nvPr/>
          </p:nvSpPr>
          <p:spPr>
            <a:xfrm>
              <a:off x="3458800" y="2323325"/>
              <a:ext cx="25" cy="6300"/>
            </a:xfrm>
            <a:custGeom>
              <a:avLst/>
              <a:gdLst/>
              <a:ahLst/>
              <a:cxnLst/>
              <a:rect l="l" t="t" r="r" b="b"/>
              <a:pathLst>
                <a:path w="1" h="252" extrusionOk="0">
                  <a:moveTo>
                    <a:pt x="0" y="1"/>
                  </a:moveTo>
                  <a:lnTo>
                    <a:pt x="0" y="252"/>
                  </a:lnTo>
                  <a:lnTo>
                    <a:pt x="0" y="252"/>
                  </a:ln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44"/>
            <p:cNvSpPr/>
            <p:nvPr/>
          </p:nvSpPr>
          <p:spPr>
            <a:xfrm>
              <a:off x="3458800" y="2323325"/>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44"/>
            <p:cNvSpPr/>
            <p:nvPr/>
          </p:nvSpPr>
          <p:spPr>
            <a:xfrm>
              <a:off x="3458175" y="2323325"/>
              <a:ext cx="650" cy="6300"/>
            </a:xfrm>
            <a:custGeom>
              <a:avLst/>
              <a:gdLst/>
              <a:ahLst/>
              <a:cxnLst/>
              <a:rect l="l" t="t" r="r" b="b"/>
              <a:pathLst>
                <a:path w="26" h="252" extrusionOk="0">
                  <a:moveTo>
                    <a:pt x="0" y="1"/>
                  </a:moveTo>
                  <a:lnTo>
                    <a:pt x="0" y="252"/>
                  </a:lnTo>
                  <a:lnTo>
                    <a:pt x="25" y="252"/>
                  </a:lnTo>
                  <a:lnTo>
                    <a:pt x="25"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44"/>
            <p:cNvSpPr/>
            <p:nvPr/>
          </p:nvSpPr>
          <p:spPr>
            <a:xfrm>
              <a:off x="3458175" y="2323325"/>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44"/>
            <p:cNvSpPr/>
            <p:nvPr/>
          </p:nvSpPr>
          <p:spPr>
            <a:xfrm>
              <a:off x="3457550" y="2323325"/>
              <a:ext cx="650" cy="6300"/>
            </a:xfrm>
            <a:custGeom>
              <a:avLst/>
              <a:gdLst/>
              <a:ahLst/>
              <a:cxnLst/>
              <a:rect l="l" t="t" r="r" b="b"/>
              <a:pathLst>
                <a:path w="26" h="252" extrusionOk="0">
                  <a:moveTo>
                    <a:pt x="0" y="1"/>
                  </a:moveTo>
                  <a:lnTo>
                    <a:pt x="0" y="227"/>
                  </a:lnTo>
                  <a:cubicBezTo>
                    <a:pt x="25" y="252"/>
                    <a:pt x="25" y="252"/>
                    <a:pt x="25" y="252"/>
                  </a:cubicBezTo>
                  <a:lnTo>
                    <a:pt x="25" y="1"/>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44"/>
            <p:cNvSpPr/>
            <p:nvPr/>
          </p:nvSpPr>
          <p:spPr>
            <a:xfrm>
              <a:off x="3457550" y="2323325"/>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44"/>
            <p:cNvSpPr/>
            <p:nvPr/>
          </p:nvSpPr>
          <p:spPr>
            <a:xfrm>
              <a:off x="3456925" y="2323325"/>
              <a:ext cx="650" cy="5675"/>
            </a:xfrm>
            <a:custGeom>
              <a:avLst/>
              <a:gdLst/>
              <a:ahLst/>
              <a:cxnLst/>
              <a:rect l="l" t="t" r="r" b="b"/>
              <a:pathLst>
                <a:path w="26" h="227" extrusionOk="0">
                  <a:moveTo>
                    <a:pt x="0" y="1"/>
                  </a:moveTo>
                  <a:lnTo>
                    <a:pt x="0" y="227"/>
                  </a:lnTo>
                  <a:lnTo>
                    <a:pt x="25" y="227"/>
                  </a:lnTo>
                  <a:lnTo>
                    <a:pt x="25"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44"/>
            <p:cNvSpPr/>
            <p:nvPr/>
          </p:nvSpPr>
          <p:spPr>
            <a:xfrm>
              <a:off x="3499525" y="2317700"/>
              <a:ext cx="11300" cy="11925"/>
            </a:xfrm>
            <a:custGeom>
              <a:avLst/>
              <a:gdLst/>
              <a:ahLst/>
              <a:cxnLst/>
              <a:rect l="l" t="t" r="r" b="b"/>
              <a:pathLst>
                <a:path w="452" h="477" extrusionOk="0">
                  <a:moveTo>
                    <a:pt x="452" y="0"/>
                  </a:moveTo>
                  <a:lnTo>
                    <a:pt x="0" y="251"/>
                  </a:lnTo>
                  <a:lnTo>
                    <a:pt x="0" y="477"/>
                  </a:lnTo>
                  <a:lnTo>
                    <a:pt x="452" y="226"/>
                  </a:lnTo>
                  <a:lnTo>
                    <a:pt x="452"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44"/>
            <p:cNvSpPr/>
            <p:nvPr/>
          </p:nvSpPr>
          <p:spPr>
            <a:xfrm>
              <a:off x="3482600" y="2315825"/>
              <a:ext cx="13825" cy="13800"/>
            </a:xfrm>
            <a:custGeom>
              <a:avLst/>
              <a:gdLst/>
              <a:ahLst/>
              <a:cxnLst/>
              <a:rect l="l" t="t" r="r" b="b"/>
              <a:pathLst>
                <a:path w="553" h="552" extrusionOk="0">
                  <a:moveTo>
                    <a:pt x="1" y="0"/>
                  </a:moveTo>
                  <a:lnTo>
                    <a:pt x="1" y="251"/>
                  </a:lnTo>
                  <a:lnTo>
                    <a:pt x="552" y="552"/>
                  </a:lnTo>
                  <a:lnTo>
                    <a:pt x="552" y="326"/>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44"/>
            <p:cNvSpPr/>
            <p:nvPr/>
          </p:nvSpPr>
          <p:spPr>
            <a:xfrm>
              <a:off x="3587875" y="2324600"/>
              <a:ext cx="650" cy="6275"/>
            </a:xfrm>
            <a:custGeom>
              <a:avLst/>
              <a:gdLst/>
              <a:ahLst/>
              <a:cxnLst/>
              <a:rect l="l" t="t" r="r" b="b"/>
              <a:pathLst>
                <a:path w="26" h="251" extrusionOk="0">
                  <a:moveTo>
                    <a:pt x="0" y="0"/>
                  </a:moveTo>
                  <a:lnTo>
                    <a:pt x="0" y="226"/>
                  </a:lnTo>
                  <a:cubicBezTo>
                    <a:pt x="0" y="226"/>
                    <a:pt x="25" y="226"/>
                    <a:pt x="25" y="251"/>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44"/>
            <p:cNvSpPr/>
            <p:nvPr/>
          </p:nvSpPr>
          <p:spPr>
            <a:xfrm>
              <a:off x="3587875" y="23246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44"/>
            <p:cNvSpPr/>
            <p:nvPr/>
          </p:nvSpPr>
          <p:spPr>
            <a:xfrm>
              <a:off x="3587875" y="23246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44"/>
            <p:cNvSpPr/>
            <p:nvPr/>
          </p:nvSpPr>
          <p:spPr>
            <a:xfrm>
              <a:off x="3587250" y="232460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44"/>
            <p:cNvSpPr/>
            <p:nvPr/>
          </p:nvSpPr>
          <p:spPr>
            <a:xfrm>
              <a:off x="3587250" y="23246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44"/>
            <p:cNvSpPr/>
            <p:nvPr/>
          </p:nvSpPr>
          <p:spPr>
            <a:xfrm>
              <a:off x="3587250" y="23246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44"/>
            <p:cNvSpPr/>
            <p:nvPr/>
          </p:nvSpPr>
          <p:spPr>
            <a:xfrm>
              <a:off x="3587250" y="2324600"/>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44"/>
            <p:cNvSpPr/>
            <p:nvPr/>
          </p:nvSpPr>
          <p:spPr>
            <a:xfrm>
              <a:off x="3586625" y="232460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44"/>
            <p:cNvSpPr/>
            <p:nvPr/>
          </p:nvSpPr>
          <p:spPr>
            <a:xfrm>
              <a:off x="3586625" y="23246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44"/>
            <p:cNvSpPr/>
            <p:nvPr/>
          </p:nvSpPr>
          <p:spPr>
            <a:xfrm>
              <a:off x="3586000" y="2324600"/>
              <a:ext cx="650" cy="5650"/>
            </a:xfrm>
            <a:custGeom>
              <a:avLst/>
              <a:gdLst/>
              <a:ahLst/>
              <a:cxnLst/>
              <a:rect l="l" t="t" r="r" b="b"/>
              <a:pathLst>
                <a:path w="26" h="226" extrusionOk="0">
                  <a:moveTo>
                    <a:pt x="25"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44"/>
            <p:cNvSpPr/>
            <p:nvPr/>
          </p:nvSpPr>
          <p:spPr>
            <a:xfrm>
              <a:off x="3586000" y="2324600"/>
              <a:ext cx="650" cy="5650"/>
            </a:xfrm>
            <a:custGeom>
              <a:avLst/>
              <a:gdLst/>
              <a:ahLst/>
              <a:cxnLst/>
              <a:rect l="l" t="t" r="r" b="b"/>
              <a:pathLst>
                <a:path w="26" h="226" extrusionOk="0">
                  <a:moveTo>
                    <a:pt x="0" y="0"/>
                  </a:moveTo>
                  <a:lnTo>
                    <a:pt x="0"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44"/>
            <p:cNvSpPr/>
            <p:nvPr/>
          </p:nvSpPr>
          <p:spPr>
            <a:xfrm>
              <a:off x="3498900" y="2323975"/>
              <a:ext cx="650" cy="6275"/>
            </a:xfrm>
            <a:custGeom>
              <a:avLst/>
              <a:gdLst/>
              <a:ahLst/>
              <a:cxnLst/>
              <a:rect l="l" t="t" r="r" b="b"/>
              <a:pathLst>
                <a:path w="26" h="251" extrusionOk="0">
                  <a:moveTo>
                    <a:pt x="0" y="0"/>
                  </a:moveTo>
                  <a:lnTo>
                    <a:pt x="0" y="251"/>
                  </a:lnTo>
                  <a:cubicBezTo>
                    <a:pt x="0" y="251"/>
                    <a:pt x="25" y="251"/>
                    <a:pt x="25" y="226"/>
                  </a:cubicBezTo>
                  <a:lnTo>
                    <a:pt x="25"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44"/>
            <p:cNvSpPr/>
            <p:nvPr/>
          </p:nvSpPr>
          <p:spPr>
            <a:xfrm>
              <a:off x="3498275" y="2323975"/>
              <a:ext cx="650" cy="6275"/>
            </a:xfrm>
            <a:custGeom>
              <a:avLst/>
              <a:gdLst/>
              <a:ahLst/>
              <a:cxnLst/>
              <a:rect l="l" t="t" r="r" b="b"/>
              <a:pathLst>
                <a:path w="26" h="251" extrusionOk="0">
                  <a:moveTo>
                    <a:pt x="0" y="0"/>
                  </a:moveTo>
                  <a:lnTo>
                    <a:pt x="0" y="251"/>
                  </a:lnTo>
                  <a:lnTo>
                    <a:pt x="25" y="251"/>
                  </a:ln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44"/>
            <p:cNvSpPr/>
            <p:nvPr/>
          </p:nvSpPr>
          <p:spPr>
            <a:xfrm>
              <a:off x="3498275" y="2323975"/>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0"/>
                    <a:pt x="0"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44"/>
            <p:cNvSpPr/>
            <p:nvPr/>
          </p:nvSpPr>
          <p:spPr>
            <a:xfrm>
              <a:off x="3497650" y="2324600"/>
              <a:ext cx="650" cy="5650"/>
            </a:xfrm>
            <a:custGeom>
              <a:avLst/>
              <a:gdLst/>
              <a:ahLst/>
              <a:cxnLst/>
              <a:rect l="l" t="t" r="r" b="b"/>
              <a:pathLst>
                <a:path w="26" h="226" extrusionOk="0">
                  <a:moveTo>
                    <a:pt x="0" y="0"/>
                  </a:moveTo>
                  <a:lnTo>
                    <a:pt x="0" y="226"/>
                  </a:lnTo>
                  <a:lnTo>
                    <a:pt x="25" y="226"/>
                  </a:lnTo>
                  <a:lnTo>
                    <a:pt x="25"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44"/>
            <p:cNvSpPr/>
            <p:nvPr/>
          </p:nvSpPr>
          <p:spPr>
            <a:xfrm>
              <a:off x="3497650" y="2324600"/>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44"/>
            <p:cNvSpPr/>
            <p:nvPr/>
          </p:nvSpPr>
          <p:spPr>
            <a:xfrm>
              <a:off x="3497650" y="23246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44"/>
            <p:cNvSpPr/>
            <p:nvPr/>
          </p:nvSpPr>
          <p:spPr>
            <a:xfrm>
              <a:off x="3497025" y="2324600"/>
              <a:ext cx="650" cy="5650"/>
            </a:xfrm>
            <a:custGeom>
              <a:avLst/>
              <a:gdLst/>
              <a:ahLst/>
              <a:cxnLst/>
              <a:rect l="l" t="t" r="r" b="b"/>
              <a:pathLst>
                <a:path w="26" h="226" extrusionOk="0">
                  <a:moveTo>
                    <a:pt x="0" y="0"/>
                  </a:moveTo>
                  <a:lnTo>
                    <a:pt x="0" y="226"/>
                  </a:lnTo>
                  <a:lnTo>
                    <a:pt x="25" y="226"/>
                  </a:lnTo>
                  <a:lnTo>
                    <a:pt x="25" y="0"/>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44"/>
            <p:cNvSpPr/>
            <p:nvPr/>
          </p:nvSpPr>
          <p:spPr>
            <a:xfrm>
              <a:off x="3497025" y="2323975"/>
              <a:ext cx="25" cy="6275"/>
            </a:xfrm>
            <a:custGeom>
              <a:avLst/>
              <a:gdLst/>
              <a:ahLst/>
              <a:cxnLst/>
              <a:rect l="l" t="t" r="r" b="b"/>
              <a:pathLst>
                <a:path w="1" h="251" extrusionOk="0">
                  <a:moveTo>
                    <a:pt x="0" y="25"/>
                  </a:moveTo>
                  <a:lnTo>
                    <a:pt x="0" y="251"/>
                  </a:lnTo>
                  <a:cubicBezTo>
                    <a:pt x="0" y="251"/>
                    <a:pt x="0" y="251"/>
                    <a:pt x="0" y="251"/>
                  </a:cubicBezTo>
                  <a:lnTo>
                    <a:pt x="0" y="0"/>
                  </a:lnTo>
                  <a:cubicBezTo>
                    <a:pt x="0" y="0"/>
                    <a:pt x="0" y="0"/>
                    <a:pt x="0" y="25"/>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44"/>
            <p:cNvSpPr/>
            <p:nvPr/>
          </p:nvSpPr>
          <p:spPr>
            <a:xfrm>
              <a:off x="3497025" y="23239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44"/>
            <p:cNvSpPr/>
            <p:nvPr/>
          </p:nvSpPr>
          <p:spPr>
            <a:xfrm>
              <a:off x="3496400" y="2323975"/>
              <a:ext cx="650" cy="6275"/>
            </a:xfrm>
            <a:custGeom>
              <a:avLst/>
              <a:gdLst/>
              <a:ahLst/>
              <a:cxnLst/>
              <a:rect l="l" t="t" r="r" b="b"/>
              <a:pathLst>
                <a:path w="26" h="251" extrusionOk="0">
                  <a:moveTo>
                    <a:pt x="0" y="0"/>
                  </a:moveTo>
                  <a:lnTo>
                    <a:pt x="0" y="251"/>
                  </a:lnTo>
                  <a:lnTo>
                    <a:pt x="25" y="251"/>
                  </a:lnTo>
                  <a:lnTo>
                    <a:pt x="25"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44"/>
            <p:cNvSpPr/>
            <p:nvPr/>
          </p:nvSpPr>
          <p:spPr>
            <a:xfrm>
              <a:off x="3496400" y="2323975"/>
              <a:ext cx="25" cy="6275"/>
            </a:xfrm>
            <a:custGeom>
              <a:avLst/>
              <a:gdLst/>
              <a:ahLst/>
              <a:cxnLst/>
              <a:rect l="l" t="t" r="r" b="b"/>
              <a:pathLst>
                <a:path w="1" h="251" extrusionOk="0">
                  <a:moveTo>
                    <a:pt x="0" y="0"/>
                  </a:moveTo>
                  <a:lnTo>
                    <a:pt x="0" y="251"/>
                  </a:lnTo>
                  <a:cubicBezTo>
                    <a:pt x="0" y="251"/>
                    <a:pt x="0" y="251"/>
                    <a:pt x="0" y="226"/>
                  </a:cubicBezTo>
                  <a:lnTo>
                    <a:pt x="0" y="0"/>
                  </a:lnTo>
                  <a:cubicBezTo>
                    <a:pt x="0" y="0"/>
                    <a:pt x="0" y="0"/>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44"/>
            <p:cNvSpPr/>
            <p:nvPr/>
          </p:nvSpPr>
          <p:spPr>
            <a:xfrm>
              <a:off x="3481975" y="2307200"/>
              <a:ext cx="29475" cy="17250"/>
            </a:xfrm>
            <a:custGeom>
              <a:avLst/>
              <a:gdLst/>
              <a:ahLst/>
              <a:cxnLst/>
              <a:rect l="l" t="t" r="r" b="b"/>
              <a:pathLst>
                <a:path w="1179" h="690" extrusionOk="0">
                  <a:moveTo>
                    <a:pt x="530" y="1"/>
                  </a:moveTo>
                  <a:cubicBezTo>
                    <a:pt x="508" y="1"/>
                    <a:pt x="489" y="7"/>
                    <a:pt x="477" y="19"/>
                  </a:cubicBezTo>
                  <a:lnTo>
                    <a:pt x="26" y="270"/>
                  </a:lnTo>
                  <a:cubicBezTo>
                    <a:pt x="1" y="295"/>
                    <a:pt x="1" y="345"/>
                    <a:pt x="26" y="345"/>
                  </a:cubicBezTo>
                  <a:lnTo>
                    <a:pt x="577" y="671"/>
                  </a:lnTo>
                  <a:cubicBezTo>
                    <a:pt x="590" y="684"/>
                    <a:pt x="608" y="690"/>
                    <a:pt x="630" y="690"/>
                  </a:cubicBezTo>
                  <a:cubicBezTo>
                    <a:pt x="652" y="690"/>
                    <a:pt x="677" y="684"/>
                    <a:pt x="702" y="671"/>
                  </a:cubicBezTo>
                  <a:lnTo>
                    <a:pt x="1154" y="420"/>
                  </a:lnTo>
                  <a:cubicBezTo>
                    <a:pt x="1179" y="395"/>
                    <a:pt x="1179" y="345"/>
                    <a:pt x="1154" y="345"/>
                  </a:cubicBezTo>
                  <a:lnTo>
                    <a:pt x="602" y="19"/>
                  </a:lnTo>
                  <a:cubicBezTo>
                    <a:pt x="577" y="7"/>
                    <a:pt x="552" y="1"/>
                    <a:pt x="530"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44"/>
            <p:cNvSpPr/>
            <p:nvPr/>
          </p:nvSpPr>
          <p:spPr>
            <a:xfrm>
              <a:off x="3482600" y="2307675"/>
              <a:ext cx="27600" cy="14425"/>
            </a:xfrm>
            <a:custGeom>
              <a:avLst/>
              <a:gdLst/>
              <a:ahLst/>
              <a:cxnLst/>
              <a:rect l="l" t="t" r="r" b="b"/>
              <a:pathLst>
                <a:path w="1104" h="577" extrusionOk="0">
                  <a:moveTo>
                    <a:pt x="452" y="0"/>
                  </a:moveTo>
                  <a:lnTo>
                    <a:pt x="1" y="251"/>
                  </a:lnTo>
                  <a:cubicBezTo>
                    <a:pt x="1" y="251"/>
                    <a:pt x="26" y="251"/>
                    <a:pt x="26" y="276"/>
                  </a:cubicBezTo>
                  <a:lnTo>
                    <a:pt x="552" y="577"/>
                  </a:lnTo>
                  <a:lnTo>
                    <a:pt x="652" y="577"/>
                  </a:lnTo>
                  <a:cubicBezTo>
                    <a:pt x="652" y="577"/>
                    <a:pt x="1103" y="326"/>
                    <a:pt x="1103" y="326"/>
                  </a:cubicBezTo>
                  <a:cubicBezTo>
                    <a:pt x="1103" y="326"/>
                    <a:pt x="1103" y="326"/>
                    <a:pt x="1103" y="301"/>
                  </a:cubicBezTo>
                  <a:lnTo>
                    <a:pt x="552"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44"/>
            <p:cNvSpPr/>
            <p:nvPr/>
          </p:nvSpPr>
          <p:spPr>
            <a:xfrm>
              <a:off x="3424950" y="2317700"/>
              <a:ext cx="11325" cy="12550"/>
            </a:xfrm>
            <a:custGeom>
              <a:avLst/>
              <a:gdLst/>
              <a:ahLst/>
              <a:cxnLst/>
              <a:rect l="l" t="t" r="r" b="b"/>
              <a:pathLst>
                <a:path w="453" h="502" extrusionOk="0">
                  <a:moveTo>
                    <a:pt x="452" y="0"/>
                  </a:moveTo>
                  <a:lnTo>
                    <a:pt x="1" y="251"/>
                  </a:lnTo>
                  <a:lnTo>
                    <a:pt x="1" y="502"/>
                  </a:lnTo>
                  <a:lnTo>
                    <a:pt x="452" y="251"/>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44"/>
            <p:cNvSpPr/>
            <p:nvPr/>
          </p:nvSpPr>
          <p:spPr>
            <a:xfrm>
              <a:off x="3386125" y="2323325"/>
              <a:ext cx="25" cy="6300"/>
            </a:xfrm>
            <a:custGeom>
              <a:avLst/>
              <a:gdLst/>
              <a:ahLst/>
              <a:cxnLst/>
              <a:rect l="l" t="t" r="r" b="b"/>
              <a:pathLst>
                <a:path w="1" h="252" extrusionOk="0">
                  <a:moveTo>
                    <a:pt x="0" y="1"/>
                  </a:moveTo>
                  <a:lnTo>
                    <a:pt x="0" y="252"/>
                  </a:lnTo>
                  <a:lnTo>
                    <a:pt x="0" y="252"/>
                  </a:ln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44"/>
            <p:cNvSpPr/>
            <p:nvPr/>
          </p:nvSpPr>
          <p:spPr>
            <a:xfrm>
              <a:off x="3385475" y="2323325"/>
              <a:ext cx="675" cy="6300"/>
            </a:xfrm>
            <a:custGeom>
              <a:avLst/>
              <a:gdLst/>
              <a:ahLst/>
              <a:cxnLst/>
              <a:rect l="l" t="t" r="r" b="b"/>
              <a:pathLst>
                <a:path w="27" h="252" extrusionOk="0">
                  <a:moveTo>
                    <a:pt x="1" y="1"/>
                  </a:moveTo>
                  <a:lnTo>
                    <a:pt x="1" y="252"/>
                  </a:lnTo>
                  <a:lnTo>
                    <a:pt x="26" y="252"/>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44"/>
            <p:cNvSpPr/>
            <p:nvPr/>
          </p:nvSpPr>
          <p:spPr>
            <a:xfrm>
              <a:off x="3385475" y="2323325"/>
              <a:ext cx="25" cy="6300"/>
            </a:xfrm>
            <a:custGeom>
              <a:avLst/>
              <a:gdLst/>
              <a:ahLst/>
              <a:cxnLst/>
              <a:rect l="l" t="t" r="r" b="b"/>
              <a:pathLst>
                <a:path w="1" h="252" extrusionOk="0">
                  <a:moveTo>
                    <a:pt x="1" y="1"/>
                  </a:moveTo>
                  <a:lnTo>
                    <a:pt x="1" y="252"/>
                  </a:lnTo>
                  <a:cubicBezTo>
                    <a:pt x="1" y="252"/>
                    <a:pt x="1" y="252"/>
                    <a:pt x="1" y="252"/>
                  </a:cubicBezTo>
                  <a:lnTo>
                    <a:pt x="1" y="26"/>
                  </a:lnTo>
                  <a:cubicBezTo>
                    <a:pt x="1" y="26"/>
                    <a:pt x="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44"/>
            <p:cNvSpPr/>
            <p:nvPr/>
          </p:nvSpPr>
          <p:spPr>
            <a:xfrm>
              <a:off x="3385475" y="23239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44"/>
            <p:cNvSpPr/>
            <p:nvPr/>
          </p:nvSpPr>
          <p:spPr>
            <a:xfrm>
              <a:off x="3385475" y="2323975"/>
              <a:ext cx="25" cy="6275"/>
            </a:xfrm>
            <a:custGeom>
              <a:avLst/>
              <a:gdLst/>
              <a:ahLst/>
              <a:cxnLst/>
              <a:rect l="l" t="t" r="r" b="b"/>
              <a:pathLst>
                <a:path w="1" h="251" extrusionOk="0">
                  <a:moveTo>
                    <a:pt x="1" y="0"/>
                  </a:moveTo>
                  <a:lnTo>
                    <a:pt x="1" y="226"/>
                  </a:lnTo>
                  <a:cubicBezTo>
                    <a:pt x="1" y="226"/>
                    <a:pt x="1" y="251"/>
                    <a:pt x="1" y="251"/>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44"/>
            <p:cNvSpPr/>
            <p:nvPr/>
          </p:nvSpPr>
          <p:spPr>
            <a:xfrm>
              <a:off x="3385475" y="23239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44"/>
            <p:cNvSpPr/>
            <p:nvPr/>
          </p:nvSpPr>
          <p:spPr>
            <a:xfrm>
              <a:off x="3385475" y="2323975"/>
              <a:ext cx="25" cy="6275"/>
            </a:xfrm>
            <a:custGeom>
              <a:avLst/>
              <a:gdLst/>
              <a:ahLst/>
              <a:cxnLst/>
              <a:rect l="l" t="t" r="r" b="b"/>
              <a:pathLst>
                <a:path w="1" h="251" extrusionOk="0">
                  <a:moveTo>
                    <a:pt x="1" y="0"/>
                  </a:moveTo>
                  <a:lnTo>
                    <a:pt x="1" y="251"/>
                  </a:lnTo>
                  <a:cubicBezTo>
                    <a:pt x="1" y="251"/>
                    <a:pt x="1" y="251"/>
                    <a:pt x="1" y="251"/>
                  </a:cubicBezTo>
                  <a:lnTo>
                    <a:pt x="1" y="25"/>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44"/>
            <p:cNvSpPr/>
            <p:nvPr/>
          </p:nvSpPr>
          <p:spPr>
            <a:xfrm>
              <a:off x="3385475" y="2324600"/>
              <a:ext cx="25" cy="5650"/>
            </a:xfrm>
            <a:custGeom>
              <a:avLst/>
              <a:gdLst/>
              <a:ahLst/>
              <a:cxnLst/>
              <a:rect l="l" t="t" r="r" b="b"/>
              <a:pathLst>
                <a:path w="1" h="226" extrusionOk="0">
                  <a:moveTo>
                    <a:pt x="1" y="0"/>
                  </a:moveTo>
                  <a:lnTo>
                    <a:pt x="1" y="226"/>
                  </a:lnTo>
                  <a:lnTo>
                    <a:pt x="1" y="2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44"/>
            <p:cNvSpPr/>
            <p:nvPr/>
          </p:nvSpPr>
          <p:spPr>
            <a:xfrm>
              <a:off x="3538375" y="2318325"/>
              <a:ext cx="11300" cy="12550"/>
            </a:xfrm>
            <a:custGeom>
              <a:avLst/>
              <a:gdLst/>
              <a:ahLst/>
              <a:cxnLst/>
              <a:rect l="l" t="t" r="r" b="b"/>
              <a:pathLst>
                <a:path w="452" h="502" extrusionOk="0">
                  <a:moveTo>
                    <a:pt x="451" y="0"/>
                  </a:moveTo>
                  <a:lnTo>
                    <a:pt x="0" y="251"/>
                  </a:lnTo>
                  <a:lnTo>
                    <a:pt x="0" y="502"/>
                  </a:lnTo>
                  <a:lnTo>
                    <a:pt x="451" y="226"/>
                  </a:lnTo>
                  <a:lnTo>
                    <a:pt x="451"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44"/>
            <p:cNvSpPr/>
            <p:nvPr/>
          </p:nvSpPr>
          <p:spPr>
            <a:xfrm>
              <a:off x="3521450" y="2317075"/>
              <a:ext cx="13800" cy="13800"/>
            </a:xfrm>
            <a:custGeom>
              <a:avLst/>
              <a:gdLst/>
              <a:ahLst/>
              <a:cxnLst/>
              <a:rect l="l" t="t" r="r" b="b"/>
              <a:pathLst>
                <a:path w="552" h="552" extrusionOk="0">
                  <a:moveTo>
                    <a:pt x="1" y="0"/>
                  </a:moveTo>
                  <a:lnTo>
                    <a:pt x="1" y="226"/>
                  </a:lnTo>
                  <a:lnTo>
                    <a:pt x="552" y="552"/>
                  </a:lnTo>
                  <a:lnTo>
                    <a:pt x="552" y="301"/>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44"/>
            <p:cNvSpPr/>
            <p:nvPr/>
          </p:nvSpPr>
          <p:spPr>
            <a:xfrm>
              <a:off x="3400525" y="2317075"/>
              <a:ext cx="13175" cy="13800"/>
            </a:xfrm>
            <a:custGeom>
              <a:avLst/>
              <a:gdLst/>
              <a:ahLst/>
              <a:cxnLst/>
              <a:rect l="l" t="t" r="r" b="b"/>
              <a:pathLst>
                <a:path w="527" h="552" extrusionOk="0">
                  <a:moveTo>
                    <a:pt x="0" y="0"/>
                  </a:moveTo>
                  <a:lnTo>
                    <a:pt x="0" y="226"/>
                  </a:lnTo>
                  <a:lnTo>
                    <a:pt x="527" y="552"/>
                  </a:lnTo>
                  <a:lnTo>
                    <a:pt x="527" y="3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44"/>
            <p:cNvSpPr/>
            <p:nvPr/>
          </p:nvSpPr>
          <p:spPr>
            <a:xfrm>
              <a:off x="3520825" y="2308450"/>
              <a:ext cx="29475" cy="16625"/>
            </a:xfrm>
            <a:custGeom>
              <a:avLst/>
              <a:gdLst/>
              <a:ahLst/>
              <a:cxnLst/>
              <a:rect l="l" t="t" r="r" b="b"/>
              <a:pathLst>
                <a:path w="1179" h="665" extrusionOk="0">
                  <a:moveTo>
                    <a:pt x="539" y="1"/>
                  </a:moveTo>
                  <a:cubicBezTo>
                    <a:pt x="514" y="1"/>
                    <a:pt x="489" y="7"/>
                    <a:pt x="477" y="20"/>
                  </a:cubicBezTo>
                  <a:lnTo>
                    <a:pt x="26" y="270"/>
                  </a:lnTo>
                  <a:cubicBezTo>
                    <a:pt x="1" y="295"/>
                    <a:pt x="1" y="320"/>
                    <a:pt x="26" y="345"/>
                  </a:cubicBezTo>
                  <a:lnTo>
                    <a:pt x="577" y="646"/>
                  </a:lnTo>
                  <a:cubicBezTo>
                    <a:pt x="590" y="659"/>
                    <a:pt x="615" y="665"/>
                    <a:pt x="640" y="665"/>
                  </a:cubicBezTo>
                  <a:cubicBezTo>
                    <a:pt x="665" y="665"/>
                    <a:pt x="690" y="659"/>
                    <a:pt x="702" y="646"/>
                  </a:cubicBezTo>
                  <a:lnTo>
                    <a:pt x="1153" y="395"/>
                  </a:lnTo>
                  <a:cubicBezTo>
                    <a:pt x="1178" y="370"/>
                    <a:pt x="1178" y="345"/>
                    <a:pt x="1153" y="320"/>
                  </a:cubicBezTo>
                  <a:lnTo>
                    <a:pt x="602" y="20"/>
                  </a:lnTo>
                  <a:cubicBezTo>
                    <a:pt x="590" y="7"/>
                    <a:pt x="564" y="1"/>
                    <a:pt x="539"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44"/>
            <p:cNvSpPr/>
            <p:nvPr/>
          </p:nvSpPr>
          <p:spPr>
            <a:xfrm>
              <a:off x="3522075" y="2308300"/>
              <a:ext cx="26975" cy="15050"/>
            </a:xfrm>
            <a:custGeom>
              <a:avLst/>
              <a:gdLst/>
              <a:ahLst/>
              <a:cxnLst/>
              <a:rect l="l" t="t" r="r" b="b"/>
              <a:pathLst>
                <a:path w="1079" h="602" extrusionOk="0">
                  <a:moveTo>
                    <a:pt x="452" y="0"/>
                  </a:moveTo>
                  <a:cubicBezTo>
                    <a:pt x="452" y="0"/>
                    <a:pt x="1" y="276"/>
                    <a:pt x="1" y="276"/>
                  </a:cubicBezTo>
                  <a:lnTo>
                    <a:pt x="552" y="577"/>
                  </a:lnTo>
                  <a:cubicBezTo>
                    <a:pt x="552" y="602"/>
                    <a:pt x="577" y="602"/>
                    <a:pt x="577" y="602"/>
                  </a:cubicBezTo>
                  <a:cubicBezTo>
                    <a:pt x="602" y="602"/>
                    <a:pt x="627" y="602"/>
                    <a:pt x="627" y="577"/>
                  </a:cubicBezTo>
                  <a:lnTo>
                    <a:pt x="1078" y="326"/>
                  </a:lnTo>
                  <a:lnTo>
                    <a:pt x="527"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44"/>
            <p:cNvSpPr/>
            <p:nvPr/>
          </p:nvSpPr>
          <p:spPr>
            <a:xfrm>
              <a:off x="3537750" y="2324600"/>
              <a:ext cx="650" cy="6275"/>
            </a:xfrm>
            <a:custGeom>
              <a:avLst/>
              <a:gdLst/>
              <a:ahLst/>
              <a:cxnLst/>
              <a:rect l="l" t="t" r="r" b="b"/>
              <a:pathLst>
                <a:path w="26" h="251" extrusionOk="0">
                  <a:moveTo>
                    <a:pt x="25" y="0"/>
                  </a:moveTo>
                  <a:cubicBezTo>
                    <a:pt x="25" y="0"/>
                    <a:pt x="0" y="25"/>
                    <a:pt x="0" y="25"/>
                  </a:cubicBezTo>
                  <a:lnTo>
                    <a:pt x="0" y="251"/>
                  </a:lnTo>
                  <a:lnTo>
                    <a:pt x="25" y="251"/>
                  </a:lnTo>
                  <a:lnTo>
                    <a:pt x="25"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44"/>
            <p:cNvSpPr/>
            <p:nvPr/>
          </p:nvSpPr>
          <p:spPr>
            <a:xfrm>
              <a:off x="3537125" y="2325225"/>
              <a:ext cx="650" cy="5650"/>
            </a:xfrm>
            <a:custGeom>
              <a:avLst/>
              <a:gdLst/>
              <a:ahLst/>
              <a:cxnLst/>
              <a:rect l="l" t="t" r="r" b="b"/>
              <a:pathLst>
                <a:path w="26" h="226" extrusionOk="0">
                  <a:moveTo>
                    <a:pt x="0" y="0"/>
                  </a:moveTo>
                  <a:lnTo>
                    <a:pt x="0" y="226"/>
                  </a:lnTo>
                  <a:lnTo>
                    <a:pt x="25" y="226"/>
                  </a:ln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44"/>
            <p:cNvSpPr/>
            <p:nvPr/>
          </p:nvSpPr>
          <p:spPr>
            <a:xfrm>
              <a:off x="3537125" y="23252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44"/>
            <p:cNvSpPr/>
            <p:nvPr/>
          </p:nvSpPr>
          <p:spPr>
            <a:xfrm>
              <a:off x="3537125" y="23252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44"/>
            <p:cNvSpPr/>
            <p:nvPr/>
          </p:nvSpPr>
          <p:spPr>
            <a:xfrm>
              <a:off x="3536500" y="2325225"/>
              <a:ext cx="650" cy="5650"/>
            </a:xfrm>
            <a:custGeom>
              <a:avLst/>
              <a:gdLst/>
              <a:ahLst/>
              <a:cxnLst/>
              <a:rect l="l" t="t" r="r" b="b"/>
              <a:pathLst>
                <a:path w="26" h="226" extrusionOk="0">
                  <a:moveTo>
                    <a:pt x="0" y="0"/>
                  </a:moveTo>
                  <a:lnTo>
                    <a:pt x="0" y="226"/>
                  </a:lnTo>
                  <a:lnTo>
                    <a:pt x="25" y="226"/>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44"/>
            <p:cNvSpPr/>
            <p:nvPr/>
          </p:nvSpPr>
          <p:spPr>
            <a:xfrm>
              <a:off x="3536500" y="23252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44"/>
            <p:cNvSpPr/>
            <p:nvPr/>
          </p:nvSpPr>
          <p:spPr>
            <a:xfrm>
              <a:off x="3535875" y="2325225"/>
              <a:ext cx="650" cy="5650"/>
            </a:xfrm>
            <a:custGeom>
              <a:avLst/>
              <a:gdLst/>
              <a:ahLst/>
              <a:cxnLst/>
              <a:rect l="l" t="t" r="r" b="b"/>
              <a:pathLst>
                <a:path w="26" h="226" extrusionOk="0">
                  <a:moveTo>
                    <a:pt x="25" y="0"/>
                  </a:moveTo>
                  <a:lnTo>
                    <a:pt x="0" y="226"/>
                  </a:lnTo>
                  <a:lnTo>
                    <a:pt x="25" y="226"/>
                  </a:lnTo>
                  <a:lnTo>
                    <a:pt x="25" y="0"/>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44"/>
            <p:cNvSpPr/>
            <p:nvPr/>
          </p:nvSpPr>
          <p:spPr>
            <a:xfrm>
              <a:off x="3535875" y="2325225"/>
              <a:ext cx="650" cy="5650"/>
            </a:xfrm>
            <a:custGeom>
              <a:avLst/>
              <a:gdLst/>
              <a:ahLst/>
              <a:cxnLst/>
              <a:rect l="l" t="t" r="r" b="b"/>
              <a:pathLst>
                <a:path w="26" h="226" extrusionOk="0">
                  <a:moveTo>
                    <a:pt x="0" y="0"/>
                  </a:moveTo>
                  <a:lnTo>
                    <a:pt x="0" y="226"/>
                  </a:lnTo>
                  <a:lnTo>
                    <a:pt x="25"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44"/>
            <p:cNvSpPr/>
            <p:nvPr/>
          </p:nvSpPr>
          <p:spPr>
            <a:xfrm>
              <a:off x="3535875" y="23252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44"/>
            <p:cNvSpPr/>
            <p:nvPr/>
          </p:nvSpPr>
          <p:spPr>
            <a:xfrm>
              <a:off x="3535225" y="2325225"/>
              <a:ext cx="675" cy="5650"/>
            </a:xfrm>
            <a:custGeom>
              <a:avLst/>
              <a:gdLst/>
              <a:ahLst/>
              <a:cxnLst/>
              <a:rect l="l" t="t" r="r" b="b"/>
              <a:pathLst>
                <a:path w="27" h="226" extrusionOk="0">
                  <a:moveTo>
                    <a:pt x="1" y="0"/>
                  </a:moveTo>
                  <a:lnTo>
                    <a:pt x="1" y="226"/>
                  </a:lnTo>
                  <a:lnTo>
                    <a:pt x="26" y="226"/>
                  </a:lnTo>
                  <a:lnTo>
                    <a:pt x="26"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44"/>
            <p:cNvSpPr/>
            <p:nvPr/>
          </p:nvSpPr>
          <p:spPr>
            <a:xfrm>
              <a:off x="3535225" y="2324600"/>
              <a:ext cx="25" cy="6275"/>
            </a:xfrm>
            <a:custGeom>
              <a:avLst/>
              <a:gdLst/>
              <a:ahLst/>
              <a:cxnLst/>
              <a:rect l="l" t="t" r="r" b="b"/>
              <a:pathLst>
                <a:path w="1" h="251" extrusionOk="0">
                  <a:moveTo>
                    <a:pt x="1" y="25"/>
                  </a:moveTo>
                  <a:lnTo>
                    <a:pt x="1" y="251"/>
                  </a:lnTo>
                  <a:cubicBezTo>
                    <a:pt x="1" y="251"/>
                    <a:pt x="1" y="251"/>
                    <a:pt x="1" y="251"/>
                  </a:cubicBezTo>
                  <a:lnTo>
                    <a:pt x="1" y="0"/>
                  </a:lnTo>
                  <a:cubicBezTo>
                    <a:pt x="1" y="0"/>
                    <a:pt x="1" y="0"/>
                    <a:pt x="1" y="25"/>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44"/>
            <p:cNvSpPr/>
            <p:nvPr/>
          </p:nvSpPr>
          <p:spPr>
            <a:xfrm>
              <a:off x="3463800" y="2318950"/>
              <a:ext cx="11300" cy="11925"/>
            </a:xfrm>
            <a:custGeom>
              <a:avLst/>
              <a:gdLst/>
              <a:ahLst/>
              <a:cxnLst/>
              <a:rect l="l" t="t" r="r" b="b"/>
              <a:pathLst>
                <a:path w="452" h="477" extrusionOk="0">
                  <a:moveTo>
                    <a:pt x="452" y="1"/>
                  </a:moveTo>
                  <a:lnTo>
                    <a:pt x="1" y="251"/>
                  </a:lnTo>
                  <a:lnTo>
                    <a:pt x="1" y="477"/>
                  </a:lnTo>
                  <a:lnTo>
                    <a:pt x="452" y="226"/>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44"/>
            <p:cNvSpPr/>
            <p:nvPr/>
          </p:nvSpPr>
          <p:spPr>
            <a:xfrm>
              <a:off x="3424950" y="2323975"/>
              <a:ext cx="25" cy="6275"/>
            </a:xfrm>
            <a:custGeom>
              <a:avLst/>
              <a:gdLst/>
              <a:ahLst/>
              <a:cxnLst/>
              <a:rect l="l" t="t" r="r" b="b"/>
              <a:pathLst>
                <a:path w="1" h="251" extrusionOk="0">
                  <a:moveTo>
                    <a:pt x="1" y="0"/>
                  </a:moveTo>
                  <a:lnTo>
                    <a:pt x="1" y="251"/>
                  </a:lnTo>
                  <a:cubicBezTo>
                    <a:pt x="1" y="251"/>
                    <a:pt x="1" y="251"/>
                    <a:pt x="1" y="251"/>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44"/>
            <p:cNvSpPr/>
            <p:nvPr/>
          </p:nvSpPr>
          <p:spPr>
            <a:xfrm>
              <a:off x="3424325" y="2324600"/>
              <a:ext cx="650" cy="5650"/>
            </a:xfrm>
            <a:custGeom>
              <a:avLst/>
              <a:gdLst/>
              <a:ahLst/>
              <a:cxnLst/>
              <a:rect l="l" t="t" r="r" b="b"/>
              <a:pathLst>
                <a:path w="26" h="226" extrusionOk="0">
                  <a:moveTo>
                    <a:pt x="26"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44"/>
            <p:cNvSpPr/>
            <p:nvPr/>
          </p:nvSpPr>
          <p:spPr>
            <a:xfrm>
              <a:off x="3424325" y="2324600"/>
              <a:ext cx="650" cy="5650"/>
            </a:xfrm>
            <a:custGeom>
              <a:avLst/>
              <a:gdLst/>
              <a:ahLst/>
              <a:cxnLst/>
              <a:rect l="l" t="t" r="r" b="b"/>
              <a:pathLst>
                <a:path w="26" h="226" extrusionOk="0">
                  <a:moveTo>
                    <a:pt x="1" y="0"/>
                  </a:moveTo>
                  <a:lnTo>
                    <a:pt x="1"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44"/>
            <p:cNvSpPr/>
            <p:nvPr/>
          </p:nvSpPr>
          <p:spPr>
            <a:xfrm>
              <a:off x="3424325" y="23246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44"/>
            <p:cNvSpPr/>
            <p:nvPr/>
          </p:nvSpPr>
          <p:spPr>
            <a:xfrm>
              <a:off x="3424325" y="2324600"/>
              <a:ext cx="25" cy="6275"/>
            </a:xfrm>
            <a:custGeom>
              <a:avLst/>
              <a:gdLst/>
              <a:ahLst/>
              <a:cxnLst/>
              <a:rect l="l" t="t" r="r" b="b"/>
              <a:pathLst>
                <a:path w="1" h="251" extrusionOk="0">
                  <a:moveTo>
                    <a:pt x="1" y="0"/>
                  </a:moveTo>
                  <a:lnTo>
                    <a:pt x="1" y="251"/>
                  </a:lnTo>
                  <a:cubicBezTo>
                    <a:pt x="1" y="251"/>
                    <a:pt x="1" y="251"/>
                    <a:pt x="1" y="251"/>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44"/>
            <p:cNvSpPr/>
            <p:nvPr/>
          </p:nvSpPr>
          <p:spPr>
            <a:xfrm>
              <a:off x="3424325" y="23252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44"/>
            <p:cNvSpPr/>
            <p:nvPr/>
          </p:nvSpPr>
          <p:spPr>
            <a:xfrm>
              <a:off x="3424325" y="23252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44"/>
            <p:cNvSpPr/>
            <p:nvPr/>
          </p:nvSpPr>
          <p:spPr>
            <a:xfrm>
              <a:off x="3424325" y="2325225"/>
              <a:ext cx="25" cy="5650"/>
            </a:xfrm>
            <a:custGeom>
              <a:avLst/>
              <a:gdLst/>
              <a:ahLst/>
              <a:cxnLst/>
              <a:rect l="l" t="t" r="r" b="b"/>
              <a:pathLst>
                <a:path w="1" h="226" extrusionOk="0">
                  <a:moveTo>
                    <a:pt x="1" y="0"/>
                  </a:moveTo>
                  <a:lnTo>
                    <a:pt x="1" y="226"/>
                  </a:lnTo>
                  <a:lnTo>
                    <a:pt x="1" y="2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44"/>
            <p:cNvSpPr/>
            <p:nvPr/>
          </p:nvSpPr>
          <p:spPr>
            <a:xfrm>
              <a:off x="3385475" y="2324600"/>
              <a:ext cx="675" cy="6900"/>
            </a:xfrm>
            <a:custGeom>
              <a:avLst/>
              <a:gdLst/>
              <a:ahLst/>
              <a:cxnLst/>
              <a:rect l="l" t="t" r="r" b="b"/>
              <a:pathLst>
                <a:path w="27" h="276" extrusionOk="0">
                  <a:moveTo>
                    <a:pt x="1" y="0"/>
                  </a:moveTo>
                  <a:lnTo>
                    <a:pt x="1" y="226"/>
                  </a:lnTo>
                  <a:cubicBezTo>
                    <a:pt x="1" y="251"/>
                    <a:pt x="1" y="251"/>
                    <a:pt x="26" y="276"/>
                  </a:cubicBezTo>
                  <a:lnTo>
                    <a:pt x="26" y="25"/>
                  </a:lnTo>
                  <a:cubicBezTo>
                    <a:pt x="1" y="25"/>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44"/>
            <p:cNvSpPr/>
            <p:nvPr/>
          </p:nvSpPr>
          <p:spPr>
            <a:xfrm>
              <a:off x="3576600" y="2322700"/>
              <a:ext cx="5650" cy="8800"/>
            </a:xfrm>
            <a:custGeom>
              <a:avLst/>
              <a:gdLst/>
              <a:ahLst/>
              <a:cxnLst/>
              <a:rect l="l" t="t" r="r" b="b"/>
              <a:pathLst>
                <a:path w="226" h="352" extrusionOk="0">
                  <a:moveTo>
                    <a:pt x="226" y="1"/>
                  </a:moveTo>
                  <a:lnTo>
                    <a:pt x="0" y="126"/>
                  </a:lnTo>
                  <a:lnTo>
                    <a:pt x="0" y="352"/>
                  </a:lnTo>
                  <a:lnTo>
                    <a:pt x="226" y="226"/>
                  </a:lnTo>
                  <a:lnTo>
                    <a:pt x="226"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44"/>
            <p:cNvSpPr/>
            <p:nvPr/>
          </p:nvSpPr>
          <p:spPr>
            <a:xfrm>
              <a:off x="3560300" y="2317700"/>
              <a:ext cx="14425" cy="13800"/>
            </a:xfrm>
            <a:custGeom>
              <a:avLst/>
              <a:gdLst/>
              <a:ahLst/>
              <a:cxnLst/>
              <a:rect l="l" t="t" r="r" b="b"/>
              <a:pathLst>
                <a:path w="577" h="552" extrusionOk="0">
                  <a:moveTo>
                    <a:pt x="0" y="0"/>
                  </a:moveTo>
                  <a:lnTo>
                    <a:pt x="0" y="226"/>
                  </a:lnTo>
                  <a:lnTo>
                    <a:pt x="577" y="552"/>
                  </a:lnTo>
                  <a:lnTo>
                    <a:pt x="577" y="326"/>
                  </a:lnTo>
                  <a:lnTo>
                    <a:pt x="0"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44"/>
            <p:cNvSpPr/>
            <p:nvPr/>
          </p:nvSpPr>
          <p:spPr>
            <a:xfrm>
              <a:off x="3439375" y="2317700"/>
              <a:ext cx="13800" cy="13800"/>
            </a:xfrm>
            <a:custGeom>
              <a:avLst/>
              <a:gdLst/>
              <a:ahLst/>
              <a:cxnLst/>
              <a:rect l="l" t="t" r="r" b="b"/>
              <a:pathLst>
                <a:path w="552" h="552" extrusionOk="0">
                  <a:moveTo>
                    <a:pt x="0" y="0"/>
                  </a:moveTo>
                  <a:lnTo>
                    <a:pt x="0" y="251"/>
                  </a:lnTo>
                  <a:lnTo>
                    <a:pt x="527" y="552"/>
                  </a:lnTo>
                  <a:lnTo>
                    <a:pt x="552" y="3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44"/>
            <p:cNvSpPr/>
            <p:nvPr/>
          </p:nvSpPr>
          <p:spPr>
            <a:xfrm>
              <a:off x="3502650" y="2319575"/>
              <a:ext cx="11300" cy="12550"/>
            </a:xfrm>
            <a:custGeom>
              <a:avLst/>
              <a:gdLst/>
              <a:ahLst/>
              <a:cxnLst/>
              <a:rect l="l" t="t" r="r" b="b"/>
              <a:pathLst>
                <a:path w="452" h="502" extrusionOk="0">
                  <a:moveTo>
                    <a:pt x="452" y="1"/>
                  </a:moveTo>
                  <a:lnTo>
                    <a:pt x="1" y="251"/>
                  </a:lnTo>
                  <a:lnTo>
                    <a:pt x="1" y="502"/>
                  </a:lnTo>
                  <a:lnTo>
                    <a:pt x="452" y="226"/>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44"/>
            <p:cNvSpPr/>
            <p:nvPr/>
          </p:nvSpPr>
          <p:spPr>
            <a:xfrm>
              <a:off x="3413675" y="2324600"/>
              <a:ext cx="650" cy="6900"/>
            </a:xfrm>
            <a:custGeom>
              <a:avLst/>
              <a:gdLst/>
              <a:ahLst/>
              <a:cxnLst/>
              <a:rect l="l" t="t" r="r" b="b"/>
              <a:pathLst>
                <a:path w="26" h="276" extrusionOk="0">
                  <a:moveTo>
                    <a:pt x="1" y="0"/>
                  </a:moveTo>
                  <a:lnTo>
                    <a:pt x="1" y="251"/>
                  </a:lnTo>
                  <a:cubicBezTo>
                    <a:pt x="26" y="251"/>
                    <a:pt x="26" y="276"/>
                    <a:pt x="26" y="276"/>
                  </a:cubicBezTo>
                  <a:lnTo>
                    <a:pt x="26" y="50"/>
                  </a:lnTo>
                  <a:cubicBezTo>
                    <a:pt x="26" y="25"/>
                    <a:pt x="26" y="25"/>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44"/>
            <p:cNvSpPr/>
            <p:nvPr/>
          </p:nvSpPr>
          <p:spPr>
            <a:xfrm>
              <a:off x="3576600" y="2325850"/>
              <a:ext cx="25" cy="6275"/>
            </a:xfrm>
            <a:custGeom>
              <a:avLst/>
              <a:gdLst/>
              <a:ahLst/>
              <a:cxnLst/>
              <a:rect l="l" t="t" r="r" b="b"/>
              <a:pathLst>
                <a:path w="1" h="251" extrusionOk="0">
                  <a:moveTo>
                    <a:pt x="0" y="0"/>
                  </a:moveTo>
                  <a:lnTo>
                    <a:pt x="0" y="226"/>
                  </a:lnTo>
                  <a:cubicBezTo>
                    <a:pt x="0" y="251"/>
                    <a:pt x="0" y="251"/>
                    <a:pt x="0" y="251"/>
                  </a:cubicBezTo>
                  <a:lnTo>
                    <a:pt x="0" y="0"/>
                  </a:lnTo>
                  <a:cubicBezTo>
                    <a:pt x="0" y="0"/>
                    <a:pt x="0" y="0"/>
                    <a:pt x="0"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44"/>
            <p:cNvSpPr/>
            <p:nvPr/>
          </p:nvSpPr>
          <p:spPr>
            <a:xfrm>
              <a:off x="3575975" y="2325850"/>
              <a:ext cx="650" cy="6275"/>
            </a:xfrm>
            <a:custGeom>
              <a:avLst/>
              <a:gdLst/>
              <a:ahLst/>
              <a:cxnLst/>
              <a:rect l="l" t="t" r="r" b="b"/>
              <a:pathLst>
                <a:path w="26" h="251" extrusionOk="0">
                  <a:moveTo>
                    <a:pt x="0" y="0"/>
                  </a:moveTo>
                  <a:lnTo>
                    <a:pt x="0" y="251"/>
                  </a:lnTo>
                  <a:lnTo>
                    <a:pt x="25" y="251"/>
                  </a:ln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44"/>
            <p:cNvSpPr/>
            <p:nvPr/>
          </p:nvSpPr>
          <p:spPr>
            <a:xfrm>
              <a:off x="3575975" y="2325850"/>
              <a:ext cx="25" cy="6275"/>
            </a:xfrm>
            <a:custGeom>
              <a:avLst/>
              <a:gdLst/>
              <a:ahLst/>
              <a:cxnLst/>
              <a:rect l="l" t="t" r="r" b="b"/>
              <a:pathLst>
                <a:path w="1" h="251" extrusionOk="0">
                  <a:moveTo>
                    <a:pt x="0" y="0"/>
                  </a:moveTo>
                  <a:lnTo>
                    <a:pt x="0" y="251"/>
                  </a:lnTo>
                  <a:lnTo>
                    <a:pt x="0" y="251"/>
                  </a:lnTo>
                  <a:lnTo>
                    <a:pt x="0" y="0"/>
                  </a:lnTo>
                  <a:lnTo>
                    <a:pt x="0"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44"/>
            <p:cNvSpPr/>
            <p:nvPr/>
          </p:nvSpPr>
          <p:spPr>
            <a:xfrm>
              <a:off x="3575975" y="23258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44"/>
            <p:cNvSpPr/>
            <p:nvPr/>
          </p:nvSpPr>
          <p:spPr>
            <a:xfrm>
              <a:off x="3575325" y="2325850"/>
              <a:ext cx="675" cy="6275"/>
            </a:xfrm>
            <a:custGeom>
              <a:avLst/>
              <a:gdLst/>
              <a:ahLst/>
              <a:cxnLst/>
              <a:rect l="l" t="t" r="r" b="b"/>
              <a:pathLst>
                <a:path w="27" h="251" extrusionOk="0">
                  <a:moveTo>
                    <a:pt x="1" y="0"/>
                  </a:moveTo>
                  <a:lnTo>
                    <a:pt x="1" y="251"/>
                  </a:lnTo>
                  <a:lnTo>
                    <a:pt x="26" y="251"/>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44"/>
            <p:cNvSpPr/>
            <p:nvPr/>
          </p:nvSpPr>
          <p:spPr>
            <a:xfrm>
              <a:off x="3575325" y="23258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44"/>
            <p:cNvSpPr/>
            <p:nvPr/>
          </p:nvSpPr>
          <p:spPr>
            <a:xfrm>
              <a:off x="3575325" y="2325850"/>
              <a:ext cx="25" cy="6275"/>
            </a:xfrm>
            <a:custGeom>
              <a:avLst/>
              <a:gdLst/>
              <a:ahLst/>
              <a:cxnLst/>
              <a:rect l="l" t="t" r="r" b="b"/>
              <a:pathLst>
                <a:path w="1" h="251" extrusionOk="0">
                  <a:moveTo>
                    <a:pt x="1" y="0"/>
                  </a:moveTo>
                  <a:lnTo>
                    <a:pt x="1" y="251"/>
                  </a:lnTo>
                  <a:cubicBezTo>
                    <a:pt x="1" y="251"/>
                    <a:pt x="1" y="251"/>
                    <a:pt x="1" y="251"/>
                  </a:cubicBezTo>
                  <a:lnTo>
                    <a:pt x="1" y="0"/>
                  </a:lnTo>
                  <a:lnTo>
                    <a:pt x="1" y="0"/>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44"/>
            <p:cNvSpPr/>
            <p:nvPr/>
          </p:nvSpPr>
          <p:spPr>
            <a:xfrm>
              <a:off x="3575325" y="2325850"/>
              <a:ext cx="25" cy="6275"/>
            </a:xfrm>
            <a:custGeom>
              <a:avLst/>
              <a:gdLst/>
              <a:ahLst/>
              <a:cxnLst/>
              <a:rect l="l" t="t" r="r" b="b"/>
              <a:pathLst>
                <a:path w="1" h="251" extrusionOk="0">
                  <a:moveTo>
                    <a:pt x="1" y="0"/>
                  </a:moveTo>
                  <a:lnTo>
                    <a:pt x="1" y="251"/>
                  </a:lnTo>
                  <a:lnTo>
                    <a:pt x="1" y="251"/>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44"/>
            <p:cNvSpPr/>
            <p:nvPr/>
          </p:nvSpPr>
          <p:spPr>
            <a:xfrm>
              <a:off x="3574700" y="2325850"/>
              <a:ext cx="650" cy="6275"/>
            </a:xfrm>
            <a:custGeom>
              <a:avLst/>
              <a:gdLst/>
              <a:ahLst/>
              <a:cxnLst/>
              <a:rect l="l" t="t" r="r" b="b"/>
              <a:pathLst>
                <a:path w="26" h="251" extrusionOk="0">
                  <a:moveTo>
                    <a:pt x="1" y="0"/>
                  </a:moveTo>
                  <a:lnTo>
                    <a:pt x="1" y="251"/>
                  </a:lnTo>
                  <a:lnTo>
                    <a:pt x="26" y="251"/>
                  </a:lnTo>
                  <a:lnTo>
                    <a:pt x="26" y="0"/>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44"/>
            <p:cNvSpPr/>
            <p:nvPr/>
          </p:nvSpPr>
          <p:spPr>
            <a:xfrm>
              <a:off x="3574700" y="23258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44"/>
            <p:cNvSpPr/>
            <p:nvPr/>
          </p:nvSpPr>
          <p:spPr>
            <a:xfrm>
              <a:off x="3574700" y="23258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44"/>
            <p:cNvSpPr/>
            <p:nvPr/>
          </p:nvSpPr>
          <p:spPr>
            <a:xfrm>
              <a:off x="3559675" y="2312675"/>
              <a:ext cx="23200" cy="13675"/>
            </a:xfrm>
            <a:custGeom>
              <a:avLst/>
              <a:gdLst/>
              <a:ahLst/>
              <a:cxnLst/>
              <a:rect l="l" t="t" r="r" b="b"/>
              <a:pathLst>
                <a:path w="928" h="547" extrusionOk="0">
                  <a:moveTo>
                    <a:pt x="251" y="1"/>
                  </a:moveTo>
                  <a:lnTo>
                    <a:pt x="25" y="151"/>
                  </a:lnTo>
                  <a:cubicBezTo>
                    <a:pt x="0" y="151"/>
                    <a:pt x="0" y="176"/>
                    <a:pt x="25" y="201"/>
                  </a:cubicBezTo>
                  <a:lnTo>
                    <a:pt x="602" y="527"/>
                  </a:lnTo>
                  <a:cubicBezTo>
                    <a:pt x="614" y="540"/>
                    <a:pt x="627" y="546"/>
                    <a:pt x="640" y="546"/>
                  </a:cubicBezTo>
                  <a:cubicBezTo>
                    <a:pt x="652" y="546"/>
                    <a:pt x="665" y="540"/>
                    <a:pt x="677" y="527"/>
                  </a:cubicBezTo>
                  <a:lnTo>
                    <a:pt x="903" y="402"/>
                  </a:lnTo>
                  <a:cubicBezTo>
                    <a:pt x="928" y="377"/>
                    <a:pt x="928" y="352"/>
                    <a:pt x="903" y="352"/>
                  </a:cubicBezTo>
                  <a:lnTo>
                    <a:pt x="326" y="1"/>
                  </a:ln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44"/>
            <p:cNvSpPr/>
            <p:nvPr/>
          </p:nvSpPr>
          <p:spPr>
            <a:xfrm>
              <a:off x="3560925" y="2312675"/>
              <a:ext cx="20700" cy="11325"/>
            </a:xfrm>
            <a:custGeom>
              <a:avLst/>
              <a:gdLst/>
              <a:ahLst/>
              <a:cxnLst/>
              <a:rect l="l" t="t" r="r" b="b"/>
              <a:pathLst>
                <a:path w="828" h="453" extrusionOk="0">
                  <a:moveTo>
                    <a:pt x="201" y="1"/>
                  </a:moveTo>
                  <a:lnTo>
                    <a:pt x="1" y="126"/>
                  </a:lnTo>
                  <a:lnTo>
                    <a:pt x="552" y="452"/>
                  </a:lnTo>
                  <a:lnTo>
                    <a:pt x="627" y="452"/>
                  </a:lnTo>
                  <a:lnTo>
                    <a:pt x="828" y="327"/>
                  </a:lnTo>
                  <a:lnTo>
                    <a:pt x="276"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44"/>
            <p:cNvSpPr/>
            <p:nvPr/>
          </p:nvSpPr>
          <p:spPr>
            <a:xfrm>
              <a:off x="3463800" y="2325225"/>
              <a:ext cx="25" cy="5650"/>
            </a:xfrm>
            <a:custGeom>
              <a:avLst/>
              <a:gdLst/>
              <a:ahLst/>
              <a:cxnLst/>
              <a:rect l="l" t="t" r="r" b="b"/>
              <a:pathLst>
                <a:path w="1" h="226" extrusionOk="0">
                  <a:moveTo>
                    <a:pt x="1" y="0"/>
                  </a:moveTo>
                  <a:lnTo>
                    <a:pt x="1" y="226"/>
                  </a:lnTo>
                  <a:lnTo>
                    <a:pt x="1" y="226"/>
                  </a:ln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44"/>
            <p:cNvSpPr/>
            <p:nvPr/>
          </p:nvSpPr>
          <p:spPr>
            <a:xfrm>
              <a:off x="3463800" y="2325225"/>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44"/>
            <p:cNvSpPr/>
            <p:nvPr/>
          </p:nvSpPr>
          <p:spPr>
            <a:xfrm>
              <a:off x="3463175" y="2325225"/>
              <a:ext cx="650" cy="6275"/>
            </a:xfrm>
            <a:custGeom>
              <a:avLst/>
              <a:gdLst/>
              <a:ahLst/>
              <a:cxnLst/>
              <a:rect l="l" t="t" r="r" b="b"/>
              <a:pathLst>
                <a:path w="26"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44"/>
            <p:cNvSpPr/>
            <p:nvPr/>
          </p:nvSpPr>
          <p:spPr>
            <a:xfrm>
              <a:off x="3463175" y="232522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44"/>
            <p:cNvSpPr/>
            <p:nvPr/>
          </p:nvSpPr>
          <p:spPr>
            <a:xfrm>
              <a:off x="3463175" y="23258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44"/>
            <p:cNvSpPr/>
            <p:nvPr/>
          </p:nvSpPr>
          <p:spPr>
            <a:xfrm>
              <a:off x="3463175" y="2325850"/>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44"/>
            <p:cNvSpPr/>
            <p:nvPr/>
          </p:nvSpPr>
          <p:spPr>
            <a:xfrm>
              <a:off x="3463175" y="23258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44"/>
            <p:cNvSpPr/>
            <p:nvPr/>
          </p:nvSpPr>
          <p:spPr>
            <a:xfrm>
              <a:off x="3463175" y="2325850"/>
              <a:ext cx="25" cy="6275"/>
            </a:xfrm>
            <a:custGeom>
              <a:avLst/>
              <a:gdLst/>
              <a:ahLst/>
              <a:cxnLst/>
              <a:rect l="l" t="t" r="r" b="b"/>
              <a:pathLst>
                <a:path w="1" h="251" extrusionOk="0">
                  <a:moveTo>
                    <a:pt x="1" y="0"/>
                  </a:moveTo>
                  <a:lnTo>
                    <a:pt x="1" y="251"/>
                  </a:lnTo>
                  <a:lnTo>
                    <a:pt x="1" y="25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44"/>
            <p:cNvSpPr/>
            <p:nvPr/>
          </p:nvSpPr>
          <p:spPr>
            <a:xfrm>
              <a:off x="3424325" y="2325225"/>
              <a:ext cx="650" cy="6900"/>
            </a:xfrm>
            <a:custGeom>
              <a:avLst/>
              <a:gdLst/>
              <a:ahLst/>
              <a:cxnLst/>
              <a:rect l="l" t="t" r="r" b="b"/>
              <a:pathLst>
                <a:path w="26" h="276" extrusionOk="0">
                  <a:moveTo>
                    <a:pt x="1" y="0"/>
                  </a:moveTo>
                  <a:lnTo>
                    <a:pt x="1" y="226"/>
                  </a:lnTo>
                  <a:cubicBezTo>
                    <a:pt x="1" y="251"/>
                    <a:pt x="1" y="251"/>
                    <a:pt x="26" y="276"/>
                  </a:cubicBezTo>
                  <a:lnTo>
                    <a:pt x="26" y="25"/>
                  </a:lnTo>
                  <a:cubicBezTo>
                    <a:pt x="1" y="25"/>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44"/>
            <p:cNvSpPr/>
            <p:nvPr/>
          </p:nvSpPr>
          <p:spPr>
            <a:xfrm>
              <a:off x="3478225" y="2318950"/>
              <a:ext cx="13800" cy="13175"/>
            </a:xfrm>
            <a:custGeom>
              <a:avLst/>
              <a:gdLst/>
              <a:ahLst/>
              <a:cxnLst/>
              <a:rect l="l" t="t" r="r" b="b"/>
              <a:pathLst>
                <a:path w="552" h="527" extrusionOk="0">
                  <a:moveTo>
                    <a:pt x="0" y="1"/>
                  </a:moveTo>
                  <a:lnTo>
                    <a:pt x="0" y="226"/>
                  </a:lnTo>
                  <a:lnTo>
                    <a:pt x="552" y="527"/>
                  </a:lnTo>
                  <a:lnTo>
                    <a:pt x="552" y="30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44"/>
            <p:cNvSpPr/>
            <p:nvPr/>
          </p:nvSpPr>
          <p:spPr>
            <a:xfrm>
              <a:off x="3541500" y="2320200"/>
              <a:ext cx="11300" cy="12550"/>
            </a:xfrm>
            <a:custGeom>
              <a:avLst/>
              <a:gdLst/>
              <a:ahLst/>
              <a:cxnLst/>
              <a:rect l="l" t="t" r="r" b="b"/>
              <a:pathLst>
                <a:path w="452" h="502" extrusionOk="0">
                  <a:moveTo>
                    <a:pt x="452" y="1"/>
                  </a:moveTo>
                  <a:lnTo>
                    <a:pt x="26" y="251"/>
                  </a:lnTo>
                  <a:lnTo>
                    <a:pt x="1" y="502"/>
                  </a:lnTo>
                  <a:lnTo>
                    <a:pt x="1" y="502"/>
                  </a:lnTo>
                  <a:lnTo>
                    <a:pt x="452" y="251"/>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44"/>
            <p:cNvSpPr/>
            <p:nvPr/>
          </p:nvSpPr>
          <p:spPr>
            <a:xfrm>
              <a:off x="3452525" y="2325850"/>
              <a:ext cx="1275" cy="6900"/>
            </a:xfrm>
            <a:custGeom>
              <a:avLst/>
              <a:gdLst/>
              <a:ahLst/>
              <a:cxnLst/>
              <a:rect l="l" t="t" r="r" b="b"/>
              <a:pathLst>
                <a:path w="51" h="276" extrusionOk="0">
                  <a:moveTo>
                    <a:pt x="26" y="0"/>
                  </a:moveTo>
                  <a:lnTo>
                    <a:pt x="1" y="226"/>
                  </a:lnTo>
                  <a:cubicBezTo>
                    <a:pt x="26" y="251"/>
                    <a:pt x="51" y="251"/>
                    <a:pt x="51" y="276"/>
                  </a:cubicBezTo>
                  <a:lnTo>
                    <a:pt x="51" y="25"/>
                  </a:lnTo>
                  <a:cubicBezTo>
                    <a:pt x="51" y="25"/>
                    <a:pt x="26" y="0"/>
                    <a:pt x="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44"/>
            <p:cNvSpPr/>
            <p:nvPr/>
          </p:nvSpPr>
          <p:spPr>
            <a:xfrm>
              <a:off x="3502650" y="2325850"/>
              <a:ext cx="25" cy="6275"/>
            </a:xfrm>
            <a:custGeom>
              <a:avLst/>
              <a:gdLst/>
              <a:ahLst/>
              <a:cxnLst/>
              <a:rect l="l" t="t" r="r" b="b"/>
              <a:pathLst>
                <a:path w="1" h="251" extrusionOk="0">
                  <a:moveTo>
                    <a:pt x="1" y="0"/>
                  </a:moveTo>
                  <a:lnTo>
                    <a:pt x="1" y="251"/>
                  </a:lnTo>
                  <a:cubicBezTo>
                    <a:pt x="1" y="251"/>
                    <a:pt x="1" y="251"/>
                    <a:pt x="1" y="251"/>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44"/>
            <p:cNvSpPr/>
            <p:nvPr/>
          </p:nvSpPr>
          <p:spPr>
            <a:xfrm>
              <a:off x="3502650" y="2325850"/>
              <a:ext cx="25" cy="6275"/>
            </a:xfrm>
            <a:custGeom>
              <a:avLst/>
              <a:gdLst/>
              <a:ahLst/>
              <a:cxnLst/>
              <a:rect l="l" t="t" r="r" b="b"/>
              <a:pathLst>
                <a:path w="1" h="251" extrusionOk="0">
                  <a:moveTo>
                    <a:pt x="1" y="0"/>
                  </a:moveTo>
                  <a:lnTo>
                    <a:pt x="1" y="251"/>
                  </a:lnTo>
                  <a:cubicBezTo>
                    <a:pt x="1" y="251"/>
                    <a:pt x="1" y="251"/>
                    <a:pt x="1" y="251"/>
                  </a:cubicBezTo>
                  <a:lnTo>
                    <a:pt x="1" y="25"/>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44"/>
            <p:cNvSpPr/>
            <p:nvPr/>
          </p:nvSpPr>
          <p:spPr>
            <a:xfrm>
              <a:off x="3502650" y="23264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44"/>
            <p:cNvSpPr/>
            <p:nvPr/>
          </p:nvSpPr>
          <p:spPr>
            <a:xfrm>
              <a:off x="3502025" y="232647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44"/>
            <p:cNvSpPr/>
            <p:nvPr/>
          </p:nvSpPr>
          <p:spPr>
            <a:xfrm>
              <a:off x="3502025" y="2326475"/>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44"/>
            <p:cNvSpPr/>
            <p:nvPr/>
          </p:nvSpPr>
          <p:spPr>
            <a:xfrm>
              <a:off x="3502025" y="23264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44"/>
            <p:cNvSpPr/>
            <p:nvPr/>
          </p:nvSpPr>
          <p:spPr>
            <a:xfrm>
              <a:off x="3502025" y="232647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44"/>
            <p:cNvSpPr/>
            <p:nvPr/>
          </p:nvSpPr>
          <p:spPr>
            <a:xfrm>
              <a:off x="3502025" y="2327100"/>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44"/>
            <p:cNvSpPr/>
            <p:nvPr/>
          </p:nvSpPr>
          <p:spPr>
            <a:xfrm>
              <a:off x="3414300" y="2325850"/>
              <a:ext cx="25" cy="5650"/>
            </a:xfrm>
            <a:custGeom>
              <a:avLst/>
              <a:gdLst/>
              <a:ahLst/>
              <a:cxnLst/>
              <a:rect l="l" t="t" r="r" b="b"/>
              <a:pathLst>
                <a:path w="1" h="226" extrusionOk="0">
                  <a:moveTo>
                    <a:pt x="1" y="0"/>
                  </a:moveTo>
                  <a:lnTo>
                    <a:pt x="1" y="226"/>
                  </a:lnTo>
                  <a:lnTo>
                    <a:pt x="1" y="226"/>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44"/>
            <p:cNvSpPr/>
            <p:nvPr/>
          </p:nvSpPr>
          <p:spPr>
            <a:xfrm>
              <a:off x="3414300" y="2325850"/>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44"/>
            <p:cNvSpPr/>
            <p:nvPr/>
          </p:nvSpPr>
          <p:spPr>
            <a:xfrm>
              <a:off x="3414300" y="23258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44"/>
            <p:cNvSpPr/>
            <p:nvPr/>
          </p:nvSpPr>
          <p:spPr>
            <a:xfrm>
              <a:off x="3414300" y="23258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44"/>
            <p:cNvSpPr/>
            <p:nvPr/>
          </p:nvSpPr>
          <p:spPr>
            <a:xfrm>
              <a:off x="3414300" y="232585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25"/>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44"/>
            <p:cNvSpPr/>
            <p:nvPr/>
          </p:nvSpPr>
          <p:spPr>
            <a:xfrm>
              <a:off x="3414300" y="23264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44"/>
            <p:cNvSpPr/>
            <p:nvPr/>
          </p:nvSpPr>
          <p:spPr>
            <a:xfrm>
              <a:off x="3413675" y="2326475"/>
              <a:ext cx="650" cy="6275"/>
            </a:xfrm>
            <a:custGeom>
              <a:avLst/>
              <a:gdLst/>
              <a:ahLst/>
              <a:cxnLst/>
              <a:rect l="l" t="t" r="r" b="b"/>
              <a:pathLst>
                <a:path w="26" h="251" extrusionOk="0">
                  <a:moveTo>
                    <a:pt x="1" y="0"/>
                  </a:moveTo>
                  <a:lnTo>
                    <a:pt x="1" y="251"/>
                  </a:lnTo>
                  <a:cubicBezTo>
                    <a:pt x="26" y="251"/>
                    <a:pt x="26" y="251"/>
                    <a:pt x="26" y="226"/>
                  </a:cubicBez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44"/>
            <p:cNvSpPr/>
            <p:nvPr/>
          </p:nvSpPr>
          <p:spPr>
            <a:xfrm>
              <a:off x="3413675" y="2326475"/>
              <a:ext cx="25" cy="6275"/>
            </a:xfrm>
            <a:custGeom>
              <a:avLst/>
              <a:gdLst/>
              <a:ahLst/>
              <a:cxnLst/>
              <a:rect l="l" t="t" r="r" b="b"/>
              <a:pathLst>
                <a:path w="1" h="251" extrusionOk="0">
                  <a:moveTo>
                    <a:pt x="1" y="0"/>
                  </a:moveTo>
                  <a:lnTo>
                    <a:pt x="1" y="251"/>
                  </a:lnTo>
                  <a:lnTo>
                    <a:pt x="1" y="251"/>
                  </a:ln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44"/>
            <p:cNvSpPr/>
            <p:nvPr/>
          </p:nvSpPr>
          <p:spPr>
            <a:xfrm>
              <a:off x="3463175" y="2325850"/>
              <a:ext cx="650" cy="6900"/>
            </a:xfrm>
            <a:custGeom>
              <a:avLst/>
              <a:gdLst/>
              <a:ahLst/>
              <a:cxnLst/>
              <a:rect l="l" t="t" r="r" b="b"/>
              <a:pathLst>
                <a:path w="26" h="276" extrusionOk="0">
                  <a:moveTo>
                    <a:pt x="1" y="0"/>
                  </a:moveTo>
                  <a:lnTo>
                    <a:pt x="1" y="251"/>
                  </a:lnTo>
                  <a:cubicBezTo>
                    <a:pt x="1" y="251"/>
                    <a:pt x="1" y="276"/>
                    <a:pt x="26" y="276"/>
                  </a:cubicBezTo>
                  <a:lnTo>
                    <a:pt x="26" y="50"/>
                  </a:lnTo>
                  <a:cubicBezTo>
                    <a:pt x="1" y="25"/>
                    <a:pt x="1" y="25"/>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44"/>
            <p:cNvSpPr/>
            <p:nvPr/>
          </p:nvSpPr>
          <p:spPr>
            <a:xfrm>
              <a:off x="3517075" y="2319575"/>
              <a:ext cx="13800" cy="13800"/>
            </a:xfrm>
            <a:custGeom>
              <a:avLst/>
              <a:gdLst/>
              <a:ahLst/>
              <a:cxnLst/>
              <a:rect l="l" t="t" r="r" b="b"/>
              <a:pathLst>
                <a:path w="552" h="552" extrusionOk="0">
                  <a:moveTo>
                    <a:pt x="0" y="1"/>
                  </a:moveTo>
                  <a:lnTo>
                    <a:pt x="0" y="226"/>
                  </a:lnTo>
                  <a:lnTo>
                    <a:pt x="552" y="552"/>
                  </a:lnTo>
                  <a:lnTo>
                    <a:pt x="552" y="30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44"/>
            <p:cNvSpPr/>
            <p:nvPr/>
          </p:nvSpPr>
          <p:spPr>
            <a:xfrm>
              <a:off x="3492000" y="2326475"/>
              <a:ext cx="650" cy="6900"/>
            </a:xfrm>
            <a:custGeom>
              <a:avLst/>
              <a:gdLst/>
              <a:ahLst/>
              <a:cxnLst/>
              <a:rect l="l" t="t" r="r" b="b"/>
              <a:pathLst>
                <a:path w="26" h="276" extrusionOk="0">
                  <a:moveTo>
                    <a:pt x="1" y="0"/>
                  </a:moveTo>
                  <a:lnTo>
                    <a:pt x="1" y="226"/>
                  </a:lnTo>
                  <a:cubicBezTo>
                    <a:pt x="1" y="251"/>
                    <a:pt x="26" y="251"/>
                    <a:pt x="26" y="276"/>
                  </a:cubicBezTo>
                  <a:lnTo>
                    <a:pt x="26" y="25"/>
                  </a:lnTo>
                  <a:cubicBezTo>
                    <a:pt x="26"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44"/>
            <p:cNvSpPr/>
            <p:nvPr/>
          </p:nvSpPr>
          <p:spPr>
            <a:xfrm>
              <a:off x="3541500" y="2326475"/>
              <a:ext cx="650" cy="6275"/>
            </a:xfrm>
            <a:custGeom>
              <a:avLst/>
              <a:gdLst/>
              <a:ahLst/>
              <a:cxnLst/>
              <a:rect l="l" t="t" r="r" b="b"/>
              <a:pathLst>
                <a:path w="26" h="251" extrusionOk="0">
                  <a:moveTo>
                    <a:pt x="26" y="0"/>
                  </a:moveTo>
                  <a:cubicBezTo>
                    <a:pt x="1" y="0"/>
                    <a:pt x="1" y="0"/>
                    <a:pt x="1" y="25"/>
                  </a:cubicBezTo>
                  <a:lnTo>
                    <a:pt x="1"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44"/>
            <p:cNvSpPr/>
            <p:nvPr/>
          </p:nvSpPr>
          <p:spPr>
            <a:xfrm>
              <a:off x="3541500" y="23271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44"/>
            <p:cNvSpPr/>
            <p:nvPr/>
          </p:nvSpPr>
          <p:spPr>
            <a:xfrm>
              <a:off x="3541500" y="2327100"/>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44"/>
            <p:cNvSpPr/>
            <p:nvPr/>
          </p:nvSpPr>
          <p:spPr>
            <a:xfrm>
              <a:off x="3541500" y="23271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44"/>
            <p:cNvSpPr/>
            <p:nvPr/>
          </p:nvSpPr>
          <p:spPr>
            <a:xfrm>
              <a:off x="3541500" y="2327100"/>
              <a:ext cx="25" cy="6275"/>
            </a:xfrm>
            <a:custGeom>
              <a:avLst/>
              <a:gdLst/>
              <a:ahLst/>
              <a:cxnLst/>
              <a:rect l="l" t="t" r="r" b="b"/>
              <a:pathLst>
                <a:path w="1" h="251" extrusionOk="0">
                  <a:moveTo>
                    <a:pt x="1" y="0"/>
                  </a:moveTo>
                  <a:lnTo>
                    <a:pt x="1" y="251"/>
                  </a:lnTo>
                  <a:cubicBezTo>
                    <a:pt x="1" y="251"/>
                    <a:pt x="1" y="251"/>
                    <a:pt x="1" y="251"/>
                  </a:cubicBezTo>
                  <a:lnTo>
                    <a:pt x="1" y="2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44"/>
            <p:cNvSpPr/>
            <p:nvPr/>
          </p:nvSpPr>
          <p:spPr>
            <a:xfrm>
              <a:off x="3540875" y="232772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44"/>
            <p:cNvSpPr/>
            <p:nvPr/>
          </p:nvSpPr>
          <p:spPr>
            <a:xfrm>
              <a:off x="3540875" y="23277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44"/>
            <p:cNvSpPr/>
            <p:nvPr/>
          </p:nvSpPr>
          <p:spPr>
            <a:xfrm>
              <a:off x="3540875" y="2327725"/>
              <a:ext cx="25" cy="5650"/>
            </a:xfrm>
            <a:custGeom>
              <a:avLst/>
              <a:gdLst/>
              <a:ahLst/>
              <a:cxnLst/>
              <a:rect l="l" t="t" r="r" b="b"/>
              <a:pathLst>
                <a:path w="1" h="226" extrusionOk="0">
                  <a:moveTo>
                    <a:pt x="1" y="0"/>
                  </a:moveTo>
                  <a:lnTo>
                    <a:pt x="1" y="226"/>
                  </a:lnTo>
                  <a:lnTo>
                    <a:pt x="1" y="2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44"/>
            <p:cNvSpPr/>
            <p:nvPr/>
          </p:nvSpPr>
          <p:spPr>
            <a:xfrm>
              <a:off x="3453775" y="2326475"/>
              <a:ext cx="25" cy="6275"/>
            </a:xfrm>
            <a:custGeom>
              <a:avLst/>
              <a:gdLst/>
              <a:ahLst/>
              <a:cxnLst/>
              <a:rect l="l" t="t" r="r" b="b"/>
              <a:pathLst>
                <a:path w="1" h="251" extrusionOk="0">
                  <a:moveTo>
                    <a:pt x="1" y="0"/>
                  </a:moveTo>
                  <a:lnTo>
                    <a:pt x="1" y="251"/>
                  </a:lnTo>
                  <a:cubicBezTo>
                    <a:pt x="1" y="251"/>
                    <a:pt x="1" y="251"/>
                    <a:pt x="1" y="251"/>
                  </a:cubicBezTo>
                  <a:lnTo>
                    <a:pt x="1" y="0"/>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44"/>
            <p:cNvSpPr/>
            <p:nvPr/>
          </p:nvSpPr>
          <p:spPr>
            <a:xfrm>
              <a:off x="3453775" y="23264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44"/>
            <p:cNvSpPr/>
            <p:nvPr/>
          </p:nvSpPr>
          <p:spPr>
            <a:xfrm>
              <a:off x="3453150" y="2327100"/>
              <a:ext cx="650" cy="5650"/>
            </a:xfrm>
            <a:custGeom>
              <a:avLst/>
              <a:gdLst/>
              <a:ahLst/>
              <a:cxnLst/>
              <a:rect l="l" t="t" r="r" b="b"/>
              <a:pathLst>
                <a:path w="26" h="226" extrusionOk="0">
                  <a:moveTo>
                    <a:pt x="26" y="0"/>
                  </a:moveTo>
                  <a:lnTo>
                    <a:pt x="1" y="226"/>
                  </a:lnTo>
                  <a:lnTo>
                    <a:pt x="26"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44"/>
            <p:cNvSpPr/>
            <p:nvPr/>
          </p:nvSpPr>
          <p:spPr>
            <a:xfrm>
              <a:off x="3453150" y="2327100"/>
              <a:ext cx="650" cy="5650"/>
            </a:xfrm>
            <a:custGeom>
              <a:avLst/>
              <a:gdLst/>
              <a:ahLst/>
              <a:cxnLst/>
              <a:rect l="l" t="t" r="r" b="b"/>
              <a:pathLst>
                <a:path w="26" h="226" extrusionOk="0">
                  <a:moveTo>
                    <a:pt x="1" y="0"/>
                  </a:moveTo>
                  <a:lnTo>
                    <a:pt x="1"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44"/>
            <p:cNvSpPr/>
            <p:nvPr/>
          </p:nvSpPr>
          <p:spPr>
            <a:xfrm>
              <a:off x="3453150" y="2327100"/>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44"/>
            <p:cNvSpPr/>
            <p:nvPr/>
          </p:nvSpPr>
          <p:spPr>
            <a:xfrm>
              <a:off x="3453150" y="2327100"/>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44"/>
            <p:cNvSpPr/>
            <p:nvPr/>
          </p:nvSpPr>
          <p:spPr>
            <a:xfrm>
              <a:off x="3453150" y="232710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44"/>
            <p:cNvSpPr/>
            <p:nvPr/>
          </p:nvSpPr>
          <p:spPr>
            <a:xfrm>
              <a:off x="3453150" y="2327725"/>
              <a:ext cx="25" cy="5650"/>
            </a:xfrm>
            <a:custGeom>
              <a:avLst/>
              <a:gdLst/>
              <a:ahLst/>
              <a:cxnLst/>
              <a:rect l="l" t="t" r="r" b="b"/>
              <a:pathLst>
                <a:path w="1" h="226" extrusionOk="0">
                  <a:moveTo>
                    <a:pt x="1" y="0"/>
                  </a:moveTo>
                  <a:lnTo>
                    <a:pt x="1" y="226"/>
                  </a:lnTo>
                  <a:lnTo>
                    <a:pt x="1" y="226"/>
                  </a:ln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44"/>
            <p:cNvSpPr/>
            <p:nvPr/>
          </p:nvSpPr>
          <p:spPr>
            <a:xfrm>
              <a:off x="3580350" y="2324600"/>
              <a:ext cx="5675" cy="9425"/>
            </a:xfrm>
            <a:custGeom>
              <a:avLst/>
              <a:gdLst/>
              <a:ahLst/>
              <a:cxnLst/>
              <a:rect l="l" t="t" r="r" b="b"/>
              <a:pathLst>
                <a:path w="227" h="377" extrusionOk="0">
                  <a:moveTo>
                    <a:pt x="226" y="0"/>
                  </a:moveTo>
                  <a:lnTo>
                    <a:pt x="0" y="125"/>
                  </a:lnTo>
                  <a:lnTo>
                    <a:pt x="0" y="376"/>
                  </a:lnTo>
                  <a:lnTo>
                    <a:pt x="226" y="251"/>
                  </a:lnTo>
                  <a:lnTo>
                    <a:pt x="2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44"/>
            <p:cNvSpPr/>
            <p:nvPr/>
          </p:nvSpPr>
          <p:spPr>
            <a:xfrm>
              <a:off x="3502025" y="2327100"/>
              <a:ext cx="650" cy="6925"/>
            </a:xfrm>
            <a:custGeom>
              <a:avLst/>
              <a:gdLst/>
              <a:ahLst/>
              <a:cxnLst/>
              <a:rect l="l" t="t" r="r" b="b"/>
              <a:pathLst>
                <a:path w="26" h="277" extrusionOk="0">
                  <a:moveTo>
                    <a:pt x="1" y="0"/>
                  </a:moveTo>
                  <a:lnTo>
                    <a:pt x="1" y="226"/>
                  </a:lnTo>
                  <a:cubicBezTo>
                    <a:pt x="1" y="251"/>
                    <a:pt x="26" y="251"/>
                    <a:pt x="26" y="276"/>
                  </a:cubicBezTo>
                  <a:lnTo>
                    <a:pt x="26" y="25"/>
                  </a:lnTo>
                  <a:cubicBezTo>
                    <a:pt x="26" y="25"/>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44"/>
            <p:cNvSpPr/>
            <p:nvPr/>
          </p:nvSpPr>
          <p:spPr>
            <a:xfrm>
              <a:off x="3555925" y="2320200"/>
              <a:ext cx="13800" cy="13825"/>
            </a:xfrm>
            <a:custGeom>
              <a:avLst/>
              <a:gdLst/>
              <a:ahLst/>
              <a:cxnLst/>
              <a:rect l="l" t="t" r="r" b="b"/>
              <a:pathLst>
                <a:path w="552" h="553" extrusionOk="0">
                  <a:moveTo>
                    <a:pt x="0" y="1"/>
                  </a:moveTo>
                  <a:lnTo>
                    <a:pt x="0" y="251"/>
                  </a:lnTo>
                  <a:lnTo>
                    <a:pt x="551" y="552"/>
                  </a:lnTo>
                  <a:lnTo>
                    <a:pt x="551" y="32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44"/>
            <p:cNvSpPr/>
            <p:nvPr/>
          </p:nvSpPr>
          <p:spPr>
            <a:xfrm>
              <a:off x="3530850" y="2327100"/>
              <a:ext cx="650" cy="6925"/>
            </a:xfrm>
            <a:custGeom>
              <a:avLst/>
              <a:gdLst/>
              <a:ahLst/>
              <a:cxnLst/>
              <a:rect l="l" t="t" r="r" b="b"/>
              <a:pathLst>
                <a:path w="26" h="277" extrusionOk="0">
                  <a:moveTo>
                    <a:pt x="1" y="0"/>
                  </a:moveTo>
                  <a:lnTo>
                    <a:pt x="1" y="251"/>
                  </a:lnTo>
                  <a:cubicBezTo>
                    <a:pt x="26" y="251"/>
                    <a:pt x="26" y="276"/>
                    <a:pt x="26" y="276"/>
                  </a:cubicBezTo>
                  <a:lnTo>
                    <a:pt x="26" y="50"/>
                  </a:lnTo>
                  <a:cubicBezTo>
                    <a:pt x="26" y="25"/>
                    <a:pt x="26" y="25"/>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44"/>
            <p:cNvSpPr/>
            <p:nvPr/>
          </p:nvSpPr>
          <p:spPr>
            <a:xfrm>
              <a:off x="3580350" y="232772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44"/>
            <p:cNvSpPr/>
            <p:nvPr/>
          </p:nvSpPr>
          <p:spPr>
            <a:xfrm>
              <a:off x="3580350" y="232772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44"/>
            <p:cNvSpPr/>
            <p:nvPr/>
          </p:nvSpPr>
          <p:spPr>
            <a:xfrm>
              <a:off x="3579725" y="2327725"/>
              <a:ext cx="650" cy="6300"/>
            </a:xfrm>
            <a:custGeom>
              <a:avLst/>
              <a:gdLst/>
              <a:ahLst/>
              <a:cxnLst/>
              <a:rect l="l" t="t" r="r" b="b"/>
              <a:pathLst>
                <a:path w="26" h="252" extrusionOk="0">
                  <a:moveTo>
                    <a:pt x="25" y="0"/>
                  </a:moveTo>
                  <a:cubicBezTo>
                    <a:pt x="25" y="25"/>
                    <a:pt x="25" y="25"/>
                    <a:pt x="0" y="25"/>
                  </a:cubicBez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44"/>
            <p:cNvSpPr/>
            <p:nvPr/>
          </p:nvSpPr>
          <p:spPr>
            <a:xfrm>
              <a:off x="3579725" y="2328350"/>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44"/>
            <p:cNvSpPr/>
            <p:nvPr/>
          </p:nvSpPr>
          <p:spPr>
            <a:xfrm>
              <a:off x="3579725" y="2328350"/>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44"/>
            <p:cNvSpPr/>
            <p:nvPr/>
          </p:nvSpPr>
          <p:spPr>
            <a:xfrm>
              <a:off x="3579725" y="2328350"/>
              <a:ext cx="25" cy="6300"/>
            </a:xfrm>
            <a:custGeom>
              <a:avLst/>
              <a:gdLst/>
              <a:ahLst/>
              <a:cxnLst/>
              <a:rect l="l" t="t" r="r" b="b"/>
              <a:pathLst>
                <a:path w="1" h="252" extrusionOk="0">
                  <a:moveTo>
                    <a:pt x="0" y="0"/>
                  </a:moveTo>
                  <a:lnTo>
                    <a:pt x="0" y="226"/>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44"/>
            <p:cNvSpPr/>
            <p:nvPr/>
          </p:nvSpPr>
          <p:spPr>
            <a:xfrm>
              <a:off x="3579725" y="2328350"/>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44"/>
            <p:cNvSpPr/>
            <p:nvPr/>
          </p:nvSpPr>
          <p:spPr>
            <a:xfrm>
              <a:off x="3579725" y="2328350"/>
              <a:ext cx="25" cy="6300"/>
            </a:xfrm>
            <a:custGeom>
              <a:avLst/>
              <a:gdLst/>
              <a:ahLst/>
              <a:cxnLst/>
              <a:rect l="l" t="t" r="r" b="b"/>
              <a:pathLst>
                <a:path w="1" h="252" extrusionOk="0">
                  <a:moveTo>
                    <a:pt x="0" y="0"/>
                  </a:moveTo>
                  <a:lnTo>
                    <a:pt x="0" y="251"/>
                  </a:lnTo>
                  <a:lnTo>
                    <a:pt x="0" y="25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44"/>
            <p:cNvSpPr/>
            <p:nvPr/>
          </p:nvSpPr>
          <p:spPr>
            <a:xfrm>
              <a:off x="3492625" y="2327100"/>
              <a:ext cx="25" cy="6275"/>
            </a:xfrm>
            <a:custGeom>
              <a:avLst/>
              <a:gdLst/>
              <a:ahLst/>
              <a:cxnLst/>
              <a:rect l="l" t="t" r="r" b="b"/>
              <a:pathLst>
                <a:path w="1" h="251" extrusionOk="0">
                  <a:moveTo>
                    <a:pt x="1" y="0"/>
                  </a:moveTo>
                  <a:lnTo>
                    <a:pt x="1" y="251"/>
                  </a:lnTo>
                  <a:lnTo>
                    <a:pt x="1" y="251"/>
                  </a:lnTo>
                  <a:lnTo>
                    <a:pt x="1" y="25"/>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44"/>
            <p:cNvSpPr/>
            <p:nvPr/>
          </p:nvSpPr>
          <p:spPr>
            <a:xfrm>
              <a:off x="3492625" y="23277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44"/>
            <p:cNvSpPr/>
            <p:nvPr/>
          </p:nvSpPr>
          <p:spPr>
            <a:xfrm>
              <a:off x="3492625" y="23277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44"/>
            <p:cNvSpPr/>
            <p:nvPr/>
          </p:nvSpPr>
          <p:spPr>
            <a:xfrm>
              <a:off x="3492625" y="2327725"/>
              <a:ext cx="25" cy="6300"/>
            </a:xfrm>
            <a:custGeom>
              <a:avLst/>
              <a:gdLst/>
              <a:ahLst/>
              <a:cxnLst/>
              <a:rect l="l" t="t" r="r" b="b"/>
              <a:pathLst>
                <a:path w="1" h="252" extrusionOk="0">
                  <a:moveTo>
                    <a:pt x="1" y="0"/>
                  </a:moveTo>
                  <a:lnTo>
                    <a:pt x="1" y="226"/>
                  </a:lnTo>
                  <a:lnTo>
                    <a:pt x="1" y="251"/>
                  </a:ln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44"/>
            <p:cNvSpPr/>
            <p:nvPr/>
          </p:nvSpPr>
          <p:spPr>
            <a:xfrm>
              <a:off x="3492000" y="2327725"/>
              <a:ext cx="650" cy="6300"/>
            </a:xfrm>
            <a:custGeom>
              <a:avLst/>
              <a:gdLst/>
              <a:ahLst/>
              <a:cxnLst/>
              <a:rect l="l" t="t" r="r" b="b"/>
              <a:pathLst>
                <a:path w="26" h="252" extrusionOk="0">
                  <a:moveTo>
                    <a:pt x="1" y="0"/>
                  </a:moveTo>
                  <a:lnTo>
                    <a:pt x="1" y="251"/>
                  </a:lnTo>
                  <a:lnTo>
                    <a:pt x="26" y="251"/>
                  </a:lnTo>
                  <a:lnTo>
                    <a:pt x="26"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44"/>
            <p:cNvSpPr/>
            <p:nvPr/>
          </p:nvSpPr>
          <p:spPr>
            <a:xfrm>
              <a:off x="3492000" y="2327725"/>
              <a:ext cx="25" cy="6300"/>
            </a:xfrm>
            <a:custGeom>
              <a:avLst/>
              <a:gdLst/>
              <a:ahLst/>
              <a:cxnLst/>
              <a:rect l="l" t="t" r="r" b="b"/>
              <a:pathLst>
                <a:path w="1" h="252" extrusionOk="0">
                  <a:moveTo>
                    <a:pt x="1" y="0"/>
                  </a:moveTo>
                  <a:lnTo>
                    <a:pt x="1" y="251"/>
                  </a:lnTo>
                  <a:cubicBezTo>
                    <a:pt x="1" y="251"/>
                    <a:pt x="1" y="251"/>
                    <a:pt x="1" y="251"/>
                  </a:cubicBezTo>
                  <a:lnTo>
                    <a:pt x="1" y="25"/>
                  </a:lnTo>
                  <a:cubicBezTo>
                    <a:pt x="1" y="25"/>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44"/>
            <p:cNvSpPr/>
            <p:nvPr/>
          </p:nvSpPr>
          <p:spPr>
            <a:xfrm>
              <a:off x="3492000" y="2328350"/>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44"/>
            <p:cNvSpPr/>
            <p:nvPr/>
          </p:nvSpPr>
          <p:spPr>
            <a:xfrm>
              <a:off x="3492000" y="2328350"/>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44"/>
            <p:cNvSpPr/>
            <p:nvPr/>
          </p:nvSpPr>
          <p:spPr>
            <a:xfrm>
              <a:off x="3540875" y="2327725"/>
              <a:ext cx="1275" cy="6925"/>
            </a:xfrm>
            <a:custGeom>
              <a:avLst/>
              <a:gdLst/>
              <a:ahLst/>
              <a:cxnLst/>
              <a:rect l="l" t="t" r="r" b="b"/>
              <a:pathLst>
                <a:path w="51" h="277" extrusionOk="0">
                  <a:moveTo>
                    <a:pt x="1" y="0"/>
                  </a:moveTo>
                  <a:lnTo>
                    <a:pt x="1" y="226"/>
                  </a:lnTo>
                  <a:cubicBezTo>
                    <a:pt x="1" y="251"/>
                    <a:pt x="26" y="276"/>
                    <a:pt x="51" y="276"/>
                  </a:cubicBezTo>
                  <a:lnTo>
                    <a:pt x="51" y="25"/>
                  </a:lnTo>
                  <a:cubicBezTo>
                    <a:pt x="26" y="25"/>
                    <a:pt x="1" y="25"/>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44"/>
            <p:cNvSpPr/>
            <p:nvPr/>
          </p:nvSpPr>
          <p:spPr>
            <a:xfrm>
              <a:off x="3420575" y="2328350"/>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44"/>
            <p:cNvSpPr/>
            <p:nvPr/>
          </p:nvSpPr>
          <p:spPr>
            <a:xfrm>
              <a:off x="3419950" y="2328350"/>
              <a:ext cx="650" cy="6300"/>
            </a:xfrm>
            <a:custGeom>
              <a:avLst/>
              <a:gdLst/>
              <a:ahLst/>
              <a:cxnLst/>
              <a:rect l="l" t="t" r="r" b="b"/>
              <a:pathLst>
                <a:path w="26" h="252"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44"/>
            <p:cNvSpPr/>
            <p:nvPr/>
          </p:nvSpPr>
          <p:spPr>
            <a:xfrm>
              <a:off x="3419950" y="2328350"/>
              <a:ext cx="25" cy="6300"/>
            </a:xfrm>
            <a:custGeom>
              <a:avLst/>
              <a:gdLst/>
              <a:ahLst/>
              <a:cxnLst/>
              <a:rect l="l" t="t" r="r" b="b"/>
              <a:pathLst>
                <a:path w="1" h="252" extrusionOk="0">
                  <a:moveTo>
                    <a:pt x="0" y="0"/>
                  </a:moveTo>
                  <a:lnTo>
                    <a:pt x="0" y="251"/>
                  </a:lnTo>
                  <a:cubicBezTo>
                    <a:pt x="0" y="251"/>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44"/>
            <p:cNvSpPr/>
            <p:nvPr/>
          </p:nvSpPr>
          <p:spPr>
            <a:xfrm>
              <a:off x="3419325" y="2328350"/>
              <a:ext cx="650" cy="5675"/>
            </a:xfrm>
            <a:custGeom>
              <a:avLst/>
              <a:gdLst/>
              <a:ahLst/>
              <a:cxnLst/>
              <a:rect l="l" t="t" r="r" b="b"/>
              <a:pathLst>
                <a:path w="26" h="227"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44"/>
            <p:cNvSpPr/>
            <p:nvPr/>
          </p:nvSpPr>
          <p:spPr>
            <a:xfrm>
              <a:off x="3419325" y="2328350"/>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44"/>
            <p:cNvSpPr/>
            <p:nvPr/>
          </p:nvSpPr>
          <p:spPr>
            <a:xfrm>
              <a:off x="3419325" y="2328350"/>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44"/>
            <p:cNvSpPr/>
            <p:nvPr/>
          </p:nvSpPr>
          <p:spPr>
            <a:xfrm>
              <a:off x="3418700" y="2328350"/>
              <a:ext cx="650" cy="5675"/>
            </a:xfrm>
            <a:custGeom>
              <a:avLst/>
              <a:gdLst/>
              <a:ahLst/>
              <a:cxnLst/>
              <a:rect l="l" t="t" r="r" b="b"/>
              <a:pathLst>
                <a:path w="26" h="227"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44"/>
            <p:cNvSpPr/>
            <p:nvPr/>
          </p:nvSpPr>
          <p:spPr>
            <a:xfrm>
              <a:off x="3418700" y="2328350"/>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44"/>
            <p:cNvSpPr/>
            <p:nvPr/>
          </p:nvSpPr>
          <p:spPr>
            <a:xfrm>
              <a:off x="3418075" y="2328350"/>
              <a:ext cx="650" cy="5675"/>
            </a:xfrm>
            <a:custGeom>
              <a:avLst/>
              <a:gdLst/>
              <a:ahLst/>
              <a:cxnLst/>
              <a:rect l="l" t="t" r="r" b="b"/>
              <a:pathLst>
                <a:path w="26" h="227"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44"/>
            <p:cNvSpPr/>
            <p:nvPr/>
          </p:nvSpPr>
          <p:spPr>
            <a:xfrm>
              <a:off x="3418075" y="2328350"/>
              <a:ext cx="25" cy="6300"/>
            </a:xfrm>
            <a:custGeom>
              <a:avLst/>
              <a:gdLst/>
              <a:ahLst/>
              <a:cxnLst/>
              <a:rect l="l" t="t" r="r" b="b"/>
              <a:pathLst>
                <a:path w="1" h="252" extrusionOk="0">
                  <a:moveTo>
                    <a:pt x="0" y="0"/>
                  </a:moveTo>
                  <a:lnTo>
                    <a:pt x="0" y="226"/>
                  </a:lnTo>
                  <a:cubicBezTo>
                    <a:pt x="0" y="226"/>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44"/>
            <p:cNvSpPr/>
            <p:nvPr/>
          </p:nvSpPr>
          <p:spPr>
            <a:xfrm>
              <a:off x="3417450" y="2328350"/>
              <a:ext cx="650" cy="6300"/>
            </a:xfrm>
            <a:custGeom>
              <a:avLst/>
              <a:gdLst/>
              <a:ahLst/>
              <a:cxnLst/>
              <a:rect l="l" t="t" r="r" b="b"/>
              <a:pathLst>
                <a:path w="26" h="252"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44"/>
            <p:cNvSpPr/>
            <p:nvPr/>
          </p:nvSpPr>
          <p:spPr>
            <a:xfrm>
              <a:off x="3569700" y="2328350"/>
              <a:ext cx="650" cy="6925"/>
            </a:xfrm>
            <a:custGeom>
              <a:avLst/>
              <a:gdLst/>
              <a:ahLst/>
              <a:cxnLst/>
              <a:rect l="l" t="t" r="r" b="b"/>
              <a:pathLst>
                <a:path w="26" h="277" extrusionOk="0">
                  <a:moveTo>
                    <a:pt x="0" y="0"/>
                  </a:moveTo>
                  <a:lnTo>
                    <a:pt x="0" y="226"/>
                  </a:lnTo>
                  <a:cubicBezTo>
                    <a:pt x="25" y="251"/>
                    <a:pt x="25" y="251"/>
                    <a:pt x="25" y="276"/>
                  </a:cubicBezTo>
                  <a:lnTo>
                    <a:pt x="25" y="26"/>
                  </a:lnTo>
                  <a:cubicBezTo>
                    <a:pt x="25" y="26"/>
                    <a:pt x="25"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44"/>
            <p:cNvSpPr/>
            <p:nvPr/>
          </p:nvSpPr>
          <p:spPr>
            <a:xfrm>
              <a:off x="3579725" y="2328350"/>
              <a:ext cx="650" cy="6925"/>
            </a:xfrm>
            <a:custGeom>
              <a:avLst/>
              <a:gdLst/>
              <a:ahLst/>
              <a:cxnLst/>
              <a:rect l="l" t="t" r="r" b="b"/>
              <a:pathLst>
                <a:path w="26" h="277" extrusionOk="0">
                  <a:moveTo>
                    <a:pt x="0" y="0"/>
                  </a:moveTo>
                  <a:lnTo>
                    <a:pt x="0" y="251"/>
                  </a:lnTo>
                  <a:cubicBezTo>
                    <a:pt x="0" y="251"/>
                    <a:pt x="0" y="276"/>
                    <a:pt x="25" y="276"/>
                  </a:cubicBezTo>
                  <a:lnTo>
                    <a:pt x="25" y="26"/>
                  </a:lnTo>
                  <a:cubicBezTo>
                    <a:pt x="0" y="26"/>
                    <a:pt x="0" y="26"/>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44"/>
            <p:cNvSpPr/>
            <p:nvPr/>
          </p:nvSpPr>
          <p:spPr>
            <a:xfrm>
              <a:off x="3531475" y="2328350"/>
              <a:ext cx="25" cy="5675"/>
            </a:xfrm>
            <a:custGeom>
              <a:avLst/>
              <a:gdLst/>
              <a:ahLst/>
              <a:cxnLst/>
              <a:rect l="l" t="t" r="r" b="b"/>
              <a:pathLst>
                <a:path w="1" h="227" extrusionOk="0">
                  <a:moveTo>
                    <a:pt x="1" y="0"/>
                  </a:moveTo>
                  <a:lnTo>
                    <a:pt x="1" y="226"/>
                  </a:lnTo>
                  <a:cubicBezTo>
                    <a:pt x="1" y="226"/>
                    <a:pt x="1" y="226"/>
                    <a:pt x="1" y="226"/>
                  </a:cubicBezTo>
                  <a:lnTo>
                    <a:pt x="1" y="0"/>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44"/>
            <p:cNvSpPr/>
            <p:nvPr/>
          </p:nvSpPr>
          <p:spPr>
            <a:xfrm>
              <a:off x="3531475" y="2328350"/>
              <a:ext cx="25" cy="6300"/>
            </a:xfrm>
            <a:custGeom>
              <a:avLst/>
              <a:gdLst/>
              <a:ahLst/>
              <a:cxnLst/>
              <a:rect l="l" t="t" r="r" b="b"/>
              <a:pathLst>
                <a:path w="1" h="252" extrusionOk="0">
                  <a:moveTo>
                    <a:pt x="1" y="0"/>
                  </a:moveTo>
                  <a:lnTo>
                    <a:pt x="1" y="226"/>
                  </a:lnTo>
                  <a:cubicBezTo>
                    <a:pt x="1" y="226"/>
                    <a:pt x="1" y="226"/>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44"/>
            <p:cNvSpPr/>
            <p:nvPr/>
          </p:nvSpPr>
          <p:spPr>
            <a:xfrm>
              <a:off x="3531475" y="2328350"/>
              <a:ext cx="25" cy="6300"/>
            </a:xfrm>
            <a:custGeom>
              <a:avLst/>
              <a:gdLst/>
              <a:ahLst/>
              <a:cxnLst/>
              <a:rect l="l" t="t" r="r" b="b"/>
              <a:pathLst>
                <a:path w="1" h="252" extrusionOk="0">
                  <a:moveTo>
                    <a:pt x="1" y="0"/>
                  </a:moveTo>
                  <a:lnTo>
                    <a:pt x="1" y="251"/>
                  </a:lnTo>
                  <a:cubicBezTo>
                    <a:pt x="1" y="251"/>
                    <a:pt x="1" y="251"/>
                    <a:pt x="1" y="251"/>
                  </a:cubicBezTo>
                  <a:lnTo>
                    <a:pt x="1" y="0"/>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44"/>
            <p:cNvSpPr/>
            <p:nvPr/>
          </p:nvSpPr>
          <p:spPr>
            <a:xfrm>
              <a:off x="3531475" y="2328350"/>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44"/>
            <p:cNvSpPr/>
            <p:nvPr/>
          </p:nvSpPr>
          <p:spPr>
            <a:xfrm>
              <a:off x="3531475" y="2328350"/>
              <a:ext cx="25" cy="6300"/>
            </a:xfrm>
            <a:custGeom>
              <a:avLst/>
              <a:gdLst/>
              <a:ahLst/>
              <a:cxnLst/>
              <a:rect l="l" t="t" r="r" b="b"/>
              <a:pathLst>
                <a:path w="1" h="252" extrusionOk="0">
                  <a:moveTo>
                    <a:pt x="1" y="0"/>
                  </a:moveTo>
                  <a:lnTo>
                    <a:pt x="1" y="251"/>
                  </a:lnTo>
                  <a:cubicBezTo>
                    <a:pt x="1" y="251"/>
                    <a:pt x="1" y="251"/>
                    <a:pt x="1" y="251"/>
                  </a:cubicBezTo>
                  <a:lnTo>
                    <a:pt x="1" y="26"/>
                  </a:lnTo>
                  <a:lnTo>
                    <a:pt x="1"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44"/>
            <p:cNvSpPr/>
            <p:nvPr/>
          </p:nvSpPr>
          <p:spPr>
            <a:xfrm>
              <a:off x="3530850" y="2328975"/>
              <a:ext cx="650" cy="5675"/>
            </a:xfrm>
            <a:custGeom>
              <a:avLst/>
              <a:gdLst/>
              <a:ahLst/>
              <a:cxnLst/>
              <a:rect l="l" t="t" r="r" b="b"/>
              <a:pathLst>
                <a:path w="26" h="227" extrusionOk="0">
                  <a:moveTo>
                    <a:pt x="1" y="1"/>
                  </a:moveTo>
                  <a:lnTo>
                    <a:pt x="1" y="226"/>
                  </a:lnTo>
                  <a:lnTo>
                    <a:pt x="26" y="226"/>
                  </a:lnTo>
                  <a:lnTo>
                    <a:pt x="26"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44"/>
            <p:cNvSpPr/>
            <p:nvPr/>
          </p:nvSpPr>
          <p:spPr>
            <a:xfrm>
              <a:off x="3530850" y="2328975"/>
              <a:ext cx="25" cy="6300"/>
            </a:xfrm>
            <a:custGeom>
              <a:avLst/>
              <a:gdLst/>
              <a:ahLst/>
              <a:cxnLst/>
              <a:rect l="l" t="t" r="r" b="b"/>
              <a:pathLst>
                <a:path w="1" h="252" extrusionOk="0">
                  <a:moveTo>
                    <a:pt x="1" y="1"/>
                  </a:moveTo>
                  <a:lnTo>
                    <a:pt x="1" y="226"/>
                  </a:lnTo>
                  <a:cubicBezTo>
                    <a:pt x="1" y="251"/>
                    <a:pt x="1" y="251"/>
                    <a:pt x="1" y="251"/>
                  </a:cubicBezTo>
                  <a:lnTo>
                    <a:pt x="1" y="1"/>
                  </a:lnTo>
                  <a:cubicBezTo>
                    <a:pt x="1" y="1"/>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44"/>
            <p:cNvSpPr/>
            <p:nvPr/>
          </p:nvSpPr>
          <p:spPr>
            <a:xfrm>
              <a:off x="3530850" y="2328975"/>
              <a:ext cx="25" cy="6300"/>
            </a:xfrm>
            <a:custGeom>
              <a:avLst/>
              <a:gdLst/>
              <a:ahLst/>
              <a:cxnLst/>
              <a:rect l="l" t="t" r="r" b="b"/>
              <a:pathLst>
                <a:path w="1" h="252" extrusionOk="0">
                  <a:moveTo>
                    <a:pt x="1" y="1"/>
                  </a:moveTo>
                  <a:lnTo>
                    <a:pt x="1" y="251"/>
                  </a:lnTo>
                  <a:cubicBezTo>
                    <a:pt x="1" y="251"/>
                    <a:pt x="1" y="251"/>
                    <a:pt x="1" y="251"/>
                  </a:cubicBezTo>
                  <a:lnTo>
                    <a:pt x="1" y="1"/>
                  </a:lnTo>
                  <a:lnTo>
                    <a:pt x="1"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44"/>
            <p:cNvSpPr/>
            <p:nvPr/>
          </p:nvSpPr>
          <p:spPr>
            <a:xfrm>
              <a:off x="3459425" y="23296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44"/>
            <p:cNvSpPr/>
            <p:nvPr/>
          </p:nvSpPr>
          <p:spPr>
            <a:xfrm>
              <a:off x="3458800" y="2328975"/>
              <a:ext cx="650" cy="6300"/>
            </a:xfrm>
            <a:custGeom>
              <a:avLst/>
              <a:gdLst/>
              <a:ahLst/>
              <a:cxnLst/>
              <a:rect l="l" t="t" r="r" b="b"/>
              <a:pathLst>
                <a:path w="26" h="252" extrusionOk="0">
                  <a:moveTo>
                    <a:pt x="0" y="1"/>
                  </a:moveTo>
                  <a:lnTo>
                    <a:pt x="0" y="251"/>
                  </a:lnTo>
                  <a:lnTo>
                    <a:pt x="25" y="251"/>
                  </a:lnTo>
                  <a:lnTo>
                    <a:pt x="25" y="26"/>
                  </a:lnTo>
                  <a:cubicBezTo>
                    <a:pt x="25" y="26"/>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44"/>
            <p:cNvSpPr/>
            <p:nvPr/>
          </p:nvSpPr>
          <p:spPr>
            <a:xfrm>
              <a:off x="3458800" y="23289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44"/>
            <p:cNvSpPr/>
            <p:nvPr/>
          </p:nvSpPr>
          <p:spPr>
            <a:xfrm>
              <a:off x="3458175" y="2328975"/>
              <a:ext cx="650" cy="6300"/>
            </a:xfrm>
            <a:custGeom>
              <a:avLst/>
              <a:gdLst/>
              <a:ahLst/>
              <a:cxnLst/>
              <a:rect l="l" t="t" r="r" b="b"/>
              <a:pathLst>
                <a:path w="26" h="252" extrusionOk="0">
                  <a:moveTo>
                    <a:pt x="25"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44"/>
            <p:cNvSpPr/>
            <p:nvPr/>
          </p:nvSpPr>
          <p:spPr>
            <a:xfrm>
              <a:off x="3458175" y="2328975"/>
              <a:ext cx="650" cy="6300"/>
            </a:xfrm>
            <a:custGeom>
              <a:avLst/>
              <a:gdLst/>
              <a:ahLst/>
              <a:cxnLst/>
              <a:rect l="l" t="t" r="r" b="b"/>
              <a:pathLst>
                <a:path w="26" h="252" extrusionOk="0">
                  <a:moveTo>
                    <a:pt x="0" y="1"/>
                  </a:moveTo>
                  <a:lnTo>
                    <a:pt x="0"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44"/>
            <p:cNvSpPr/>
            <p:nvPr/>
          </p:nvSpPr>
          <p:spPr>
            <a:xfrm>
              <a:off x="3458175" y="23289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44"/>
            <p:cNvSpPr/>
            <p:nvPr/>
          </p:nvSpPr>
          <p:spPr>
            <a:xfrm>
              <a:off x="3457550" y="2328975"/>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44"/>
            <p:cNvSpPr/>
            <p:nvPr/>
          </p:nvSpPr>
          <p:spPr>
            <a:xfrm>
              <a:off x="3457550" y="23289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44"/>
            <p:cNvSpPr/>
            <p:nvPr/>
          </p:nvSpPr>
          <p:spPr>
            <a:xfrm>
              <a:off x="3457550" y="23289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44"/>
            <p:cNvSpPr/>
            <p:nvPr/>
          </p:nvSpPr>
          <p:spPr>
            <a:xfrm>
              <a:off x="3456925" y="2328975"/>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44"/>
            <p:cNvSpPr/>
            <p:nvPr/>
          </p:nvSpPr>
          <p:spPr>
            <a:xfrm>
              <a:off x="3456300" y="2328975"/>
              <a:ext cx="650" cy="6300"/>
            </a:xfrm>
            <a:custGeom>
              <a:avLst/>
              <a:gdLst/>
              <a:ahLst/>
              <a:cxnLst/>
              <a:rect l="l" t="t" r="r" b="b"/>
              <a:pathLst>
                <a:path w="26" h="252" extrusionOk="0">
                  <a:moveTo>
                    <a:pt x="25" y="1"/>
                  </a:moveTo>
                  <a:cubicBezTo>
                    <a:pt x="25" y="26"/>
                    <a:pt x="0" y="26"/>
                    <a:pt x="0" y="26"/>
                  </a:cubicBez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44"/>
            <p:cNvSpPr/>
            <p:nvPr/>
          </p:nvSpPr>
          <p:spPr>
            <a:xfrm>
              <a:off x="3570325" y="2328975"/>
              <a:ext cx="25" cy="6300"/>
            </a:xfrm>
            <a:custGeom>
              <a:avLst/>
              <a:gdLst/>
              <a:ahLst/>
              <a:cxnLst/>
              <a:rect l="l" t="t" r="r" b="b"/>
              <a:pathLst>
                <a:path w="1" h="252" extrusionOk="0">
                  <a:moveTo>
                    <a:pt x="0" y="1"/>
                  </a:moveTo>
                  <a:lnTo>
                    <a:pt x="0" y="251"/>
                  </a:lnTo>
                  <a:lnTo>
                    <a:pt x="0" y="251"/>
                  </a:lnTo>
                  <a:lnTo>
                    <a:pt x="0"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44"/>
            <p:cNvSpPr/>
            <p:nvPr/>
          </p:nvSpPr>
          <p:spPr>
            <a:xfrm>
              <a:off x="3570325" y="23289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44"/>
            <p:cNvSpPr/>
            <p:nvPr/>
          </p:nvSpPr>
          <p:spPr>
            <a:xfrm>
              <a:off x="3570325" y="2328975"/>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26"/>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44"/>
            <p:cNvSpPr/>
            <p:nvPr/>
          </p:nvSpPr>
          <p:spPr>
            <a:xfrm>
              <a:off x="3570325" y="23296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44"/>
            <p:cNvSpPr/>
            <p:nvPr/>
          </p:nvSpPr>
          <p:spPr>
            <a:xfrm>
              <a:off x="3570325" y="2329600"/>
              <a:ext cx="25" cy="6300"/>
            </a:xfrm>
            <a:custGeom>
              <a:avLst/>
              <a:gdLst/>
              <a:ahLst/>
              <a:cxnLst/>
              <a:rect l="l" t="t" r="r" b="b"/>
              <a:pathLst>
                <a:path w="1" h="252" extrusionOk="0">
                  <a:moveTo>
                    <a:pt x="0" y="1"/>
                  </a:moveTo>
                  <a:lnTo>
                    <a:pt x="0" y="226"/>
                  </a:lnTo>
                  <a:cubicBezTo>
                    <a:pt x="0" y="226"/>
                    <a:pt x="0" y="226"/>
                    <a:pt x="0" y="251"/>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44"/>
            <p:cNvSpPr/>
            <p:nvPr/>
          </p:nvSpPr>
          <p:spPr>
            <a:xfrm>
              <a:off x="3570325" y="232960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44"/>
            <p:cNvSpPr/>
            <p:nvPr/>
          </p:nvSpPr>
          <p:spPr>
            <a:xfrm>
              <a:off x="3569700" y="2329600"/>
              <a:ext cx="650" cy="6300"/>
            </a:xfrm>
            <a:custGeom>
              <a:avLst/>
              <a:gdLst/>
              <a:ahLst/>
              <a:cxnLst/>
              <a:rect l="l" t="t" r="r" b="b"/>
              <a:pathLst>
                <a:path w="26" h="252" extrusionOk="0">
                  <a:moveTo>
                    <a:pt x="25" y="1"/>
                  </a:moveTo>
                  <a:cubicBezTo>
                    <a:pt x="0" y="1"/>
                    <a:pt x="0" y="26"/>
                    <a:pt x="0" y="26"/>
                  </a:cubicBezTo>
                  <a:lnTo>
                    <a:pt x="0" y="251"/>
                  </a:lnTo>
                  <a:lnTo>
                    <a:pt x="25" y="251"/>
                  </a:ln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44"/>
            <p:cNvSpPr/>
            <p:nvPr/>
          </p:nvSpPr>
          <p:spPr>
            <a:xfrm>
              <a:off x="3569700" y="2330225"/>
              <a:ext cx="25" cy="5675"/>
            </a:xfrm>
            <a:custGeom>
              <a:avLst/>
              <a:gdLst/>
              <a:ahLst/>
              <a:cxnLst/>
              <a:rect l="l" t="t" r="r" b="b"/>
              <a:pathLst>
                <a:path w="1" h="227" extrusionOk="0">
                  <a:moveTo>
                    <a:pt x="0" y="1"/>
                  </a:moveTo>
                  <a:lnTo>
                    <a:pt x="0" y="226"/>
                  </a:lnTo>
                  <a:lnTo>
                    <a:pt x="0" y="226"/>
                  </a:lnTo>
                  <a:lnTo>
                    <a:pt x="0" y="1"/>
                  </a:lnTo>
                  <a:cubicBezTo>
                    <a:pt x="0" y="1"/>
                    <a:pt x="0" y="1"/>
                    <a:pt x="0"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44"/>
            <p:cNvSpPr/>
            <p:nvPr/>
          </p:nvSpPr>
          <p:spPr>
            <a:xfrm>
              <a:off x="3498275" y="2330225"/>
              <a:ext cx="25" cy="6300"/>
            </a:xfrm>
            <a:custGeom>
              <a:avLst/>
              <a:gdLst/>
              <a:ahLst/>
              <a:cxnLst/>
              <a:rect l="l" t="t" r="r" b="b"/>
              <a:pathLst>
                <a:path w="1" h="252" extrusionOk="0">
                  <a:moveTo>
                    <a:pt x="0" y="1"/>
                  </a:moveTo>
                  <a:lnTo>
                    <a:pt x="0" y="251"/>
                  </a:lnTo>
                  <a:cubicBezTo>
                    <a:pt x="0" y="251"/>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44"/>
            <p:cNvSpPr/>
            <p:nvPr/>
          </p:nvSpPr>
          <p:spPr>
            <a:xfrm>
              <a:off x="3497650" y="233022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44"/>
            <p:cNvSpPr/>
            <p:nvPr/>
          </p:nvSpPr>
          <p:spPr>
            <a:xfrm>
              <a:off x="3497650" y="23302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44"/>
            <p:cNvSpPr/>
            <p:nvPr/>
          </p:nvSpPr>
          <p:spPr>
            <a:xfrm>
              <a:off x="3497650" y="23302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44"/>
            <p:cNvSpPr/>
            <p:nvPr/>
          </p:nvSpPr>
          <p:spPr>
            <a:xfrm>
              <a:off x="3497025" y="233022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44"/>
            <p:cNvSpPr/>
            <p:nvPr/>
          </p:nvSpPr>
          <p:spPr>
            <a:xfrm>
              <a:off x="3497025" y="23302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44"/>
            <p:cNvSpPr/>
            <p:nvPr/>
          </p:nvSpPr>
          <p:spPr>
            <a:xfrm>
              <a:off x="3497025" y="2330225"/>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44"/>
            <p:cNvSpPr/>
            <p:nvPr/>
          </p:nvSpPr>
          <p:spPr>
            <a:xfrm>
              <a:off x="3496400" y="233022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44"/>
            <p:cNvSpPr/>
            <p:nvPr/>
          </p:nvSpPr>
          <p:spPr>
            <a:xfrm>
              <a:off x="3496400" y="23302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44"/>
            <p:cNvSpPr/>
            <p:nvPr/>
          </p:nvSpPr>
          <p:spPr>
            <a:xfrm>
              <a:off x="3495775" y="233022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44"/>
            <p:cNvSpPr/>
            <p:nvPr/>
          </p:nvSpPr>
          <p:spPr>
            <a:xfrm>
              <a:off x="3495125" y="2330225"/>
              <a:ext cx="675" cy="6300"/>
            </a:xfrm>
            <a:custGeom>
              <a:avLst/>
              <a:gdLst/>
              <a:ahLst/>
              <a:cxnLst/>
              <a:rect l="l" t="t" r="r" b="b"/>
              <a:pathLst>
                <a:path w="27" h="252" extrusionOk="0">
                  <a:moveTo>
                    <a:pt x="1" y="1"/>
                  </a:moveTo>
                  <a:lnTo>
                    <a:pt x="1" y="251"/>
                  </a:lnTo>
                  <a:cubicBezTo>
                    <a:pt x="1" y="251"/>
                    <a:pt x="26" y="226"/>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44"/>
            <p:cNvSpPr/>
            <p:nvPr/>
          </p:nvSpPr>
          <p:spPr>
            <a:xfrm>
              <a:off x="3537125" y="2330850"/>
              <a:ext cx="650" cy="6300"/>
            </a:xfrm>
            <a:custGeom>
              <a:avLst/>
              <a:gdLst/>
              <a:ahLst/>
              <a:cxnLst/>
              <a:rect l="l" t="t" r="r" b="b"/>
              <a:pathLst>
                <a:path w="26" h="252" extrusionOk="0">
                  <a:moveTo>
                    <a:pt x="0" y="1"/>
                  </a:moveTo>
                  <a:lnTo>
                    <a:pt x="0" y="251"/>
                  </a:lnTo>
                  <a:lnTo>
                    <a:pt x="25" y="251"/>
                  </a:lnTo>
                  <a:lnTo>
                    <a:pt x="25" y="26"/>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44"/>
            <p:cNvSpPr/>
            <p:nvPr/>
          </p:nvSpPr>
          <p:spPr>
            <a:xfrm>
              <a:off x="3537125" y="2330850"/>
              <a:ext cx="25" cy="6300"/>
            </a:xfrm>
            <a:custGeom>
              <a:avLst/>
              <a:gdLst/>
              <a:ahLst/>
              <a:cxnLst/>
              <a:rect l="l" t="t" r="r" b="b"/>
              <a:pathLst>
                <a:path w="1" h="252" extrusionOk="0">
                  <a:moveTo>
                    <a:pt x="0" y="1"/>
                  </a:moveTo>
                  <a:lnTo>
                    <a:pt x="0" y="251"/>
                  </a:lnTo>
                  <a:cubicBezTo>
                    <a:pt x="0" y="251"/>
                    <a:pt x="0" y="251"/>
                    <a:pt x="0" y="251"/>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44"/>
            <p:cNvSpPr/>
            <p:nvPr/>
          </p:nvSpPr>
          <p:spPr>
            <a:xfrm>
              <a:off x="3536500" y="2330850"/>
              <a:ext cx="650" cy="6300"/>
            </a:xfrm>
            <a:custGeom>
              <a:avLst/>
              <a:gdLst/>
              <a:ahLst/>
              <a:cxnLst/>
              <a:rect l="l" t="t" r="r" b="b"/>
              <a:pathLst>
                <a:path w="26" h="252" extrusionOk="0">
                  <a:moveTo>
                    <a:pt x="0" y="1"/>
                  </a:moveTo>
                  <a:lnTo>
                    <a:pt x="0" y="226"/>
                  </a:lnTo>
                  <a:cubicBezTo>
                    <a:pt x="0" y="251"/>
                    <a:pt x="0" y="251"/>
                    <a:pt x="25" y="251"/>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44"/>
            <p:cNvSpPr/>
            <p:nvPr/>
          </p:nvSpPr>
          <p:spPr>
            <a:xfrm>
              <a:off x="3536500" y="23308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44"/>
            <p:cNvSpPr/>
            <p:nvPr/>
          </p:nvSpPr>
          <p:spPr>
            <a:xfrm>
              <a:off x="3535875" y="2330850"/>
              <a:ext cx="650" cy="5675"/>
            </a:xfrm>
            <a:custGeom>
              <a:avLst/>
              <a:gdLst/>
              <a:ahLst/>
              <a:cxnLst/>
              <a:rect l="l" t="t" r="r" b="b"/>
              <a:pathLst>
                <a:path w="26" h="227" extrusionOk="0">
                  <a:moveTo>
                    <a:pt x="25"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44"/>
            <p:cNvSpPr/>
            <p:nvPr/>
          </p:nvSpPr>
          <p:spPr>
            <a:xfrm>
              <a:off x="3535875" y="2330850"/>
              <a:ext cx="650" cy="5675"/>
            </a:xfrm>
            <a:custGeom>
              <a:avLst/>
              <a:gdLst/>
              <a:ahLst/>
              <a:cxnLst/>
              <a:rect l="l" t="t" r="r" b="b"/>
              <a:pathLst>
                <a:path w="26" h="227" extrusionOk="0">
                  <a:moveTo>
                    <a:pt x="0" y="1"/>
                  </a:moveTo>
                  <a:lnTo>
                    <a:pt x="0"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44"/>
            <p:cNvSpPr/>
            <p:nvPr/>
          </p:nvSpPr>
          <p:spPr>
            <a:xfrm>
              <a:off x="3535875" y="2330850"/>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44"/>
            <p:cNvSpPr/>
            <p:nvPr/>
          </p:nvSpPr>
          <p:spPr>
            <a:xfrm>
              <a:off x="3535225" y="2330850"/>
              <a:ext cx="675" cy="5675"/>
            </a:xfrm>
            <a:custGeom>
              <a:avLst/>
              <a:gdLst/>
              <a:ahLst/>
              <a:cxnLst/>
              <a:rect l="l" t="t" r="r" b="b"/>
              <a:pathLst>
                <a:path w="27"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44"/>
            <p:cNvSpPr/>
            <p:nvPr/>
          </p:nvSpPr>
          <p:spPr>
            <a:xfrm>
              <a:off x="3535225" y="23308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44"/>
            <p:cNvSpPr/>
            <p:nvPr/>
          </p:nvSpPr>
          <p:spPr>
            <a:xfrm>
              <a:off x="3534600" y="2330850"/>
              <a:ext cx="650" cy="6300"/>
            </a:xfrm>
            <a:custGeom>
              <a:avLst/>
              <a:gdLst/>
              <a:ahLst/>
              <a:cxnLst/>
              <a:rect l="l" t="t" r="r" b="b"/>
              <a:pathLst>
                <a:path w="26" h="252" extrusionOk="0">
                  <a:moveTo>
                    <a:pt x="1" y="1"/>
                  </a:moveTo>
                  <a:lnTo>
                    <a:pt x="1" y="251"/>
                  </a:lnTo>
                  <a:cubicBezTo>
                    <a:pt x="1" y="251"/>
                    <a:pt x="26" y="226"/>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44"/>
            <p:cNvSpPr/>
            <p:nvPr/>
          </p:nvSpPr>
          <p:spPr>
            <a:xfrm>
              <a:off x="3533975" y="2330850"/>
              <a:ext cx="650" cy="6300"/>
            </a:xfrm>
            <a:custGeom>
              <a:avLst/>
              <a:gdLst/>
              <a:ahLst/>
              <a:cxnLst/>
              <a:rect l="l" t="t" r="r" b="b"/>
              <a:pathLst>
                <a:path w="26" h="252" extrusionOk="0">
                  <a:moveTo>
                    <a:pt x="26" y="1"/>
                  </a:moveTo>
                  <a:cubicBezTo>
                    <a:pt x="26" y="1"/>
                    <a:pt x="26" y="1"/>
                    <a:pt x="1" y="26"/>
                  </a:cubicBez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44"/>
            <p:cNvSpPr/>
            <p:nvPr/>
          </p:nvSpPr>
          <p:spPr>
            <a:xfrm>
              <a:off x="3575975" y="233210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44"/>
            <p:cNvSpPr/>
            <p:nvPr/>
          </p:nvSpPr>
          <p:spPr>
            <a:xfrm>
              <a:off x="3575975" y="2331475"/>
              <a:ext cx="25" cy="6300"/>
            </a:xfrm>
            <a:custGeom>
              <a:avLst/>
              <a:gdLst/>
              <a:ahLst/>
              <a:cxnLst/>
              <a:rect l="l" t="t" r="r" b="b"/>
              <a:pathLst>
                <a:path w="1" h="252" extrusionOk="0">
                  <a:moveTo>
                    <a:pt x="0" y="26"/>
                  </a:moveTo>
                  <a:lnTo>
                    <a:pt x="0" y="251"/>
                  </a:lnTo>
                  <a:cubicBezTo>
                    <a:pt x="0" y="251"/>
                    <a:pt x="0" y="251"/>
                    <a:pt x="0" y="251"/>
                  </a:cubicBezTo>
                  <a:lnTo>
                    <a:pt x="0" y="1"/>
                  </a:lnTo>
                  <a:lnTo>
                    <a:pt x="0" y="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44"/>
            <p:cNvSpPr/>
            <p:nvPr/>
          </p:nvSpPr>
          <p:spPr>
            <a:xfrm>
              <a:off x="3575325" y="2331475"/>
              <a:ext cx="675" cy="6300"/>
            </a:xfrm>
            <a:custGeom>
              <a:avLst/>
              <a:gdLst/>
              <a:ahLst/>
              <a:cxnLst/>
              <a:rect l="l" t="t" r="r" b="b"/>
              <a:pathLst>
                <a:path w="27"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44"/>
            <p:cNvSpPr/>
            <p:nvPr/>
          </p:nvSpPr>
          <p:spPr>
            <a:xfrm>
              <a:off x="3575325" y="23314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44"/>
            <p:cNvSpPr/>
            <p:nvPr/>
          </p:nvSpPr>
          <p:spPr>
            <a:xfrm>
              <a:off x="3575325" y="23314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44"/>
            <p:cNvSpPr/>
            <p:nvPr/>
          </p:nvSpPr>
          <p:spPr>
            <a:xfrm>
              <a:off x="3574700" y="2331475"/>
              <a:ext cx="650" cy="6300"/>
            </a:xfrm>
            <a:custGeom>
              <a:avLst/>
              <a:gdLst/>
              <a:ahLst/>
              <a:cxnLst/>
              <a:rect l="l" t="t" r="r" b="b"/>
              <a:pathLst>
                <a:path w="26"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44"/>
            <p:cNvSpPr/>
            <p:nvPr/>
          </p:nvSpPr>
          <p:spPr>
            <a:xfrm>
              <a:off x="3574700" y="2331475"/>
              <a:ext cx="25" cy="6300"/>
            </a:xfrm>
            <a:custGeom>
              <a:avLst/>
              <a:gdLst/>
              <a:ahLst/>
              <a:cxnLst/>
              <a:rect l="l" t="t" r="r" b="b"/>
              <a:pathLst>
                <a:path w="1" h="252" extrusionOk="0">
                  <a:moveTo>
                    <a:pt x="1" y="1"/>
                  </a:moveTo>
                  <a:lnTo>
                    <a:pt x="1" y="251"/>
                  </a:lnTo>
                  <a:cubicBezTo>
                    <a:pt x="1" y="251"/>
                    <a:pt x="1" y="251"/>
                    <a:pt x="1" y="251"/>
                  </a:cubicBez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44"/>
            <p:cNvSpPr/>
            <p:nvPr/>
          </p:nvSpPr>
          <p:spPr>
            <a:xfrm>
              <a:off x="3574700" y="23314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44"/>
            <p:cNvSpPr/>
            <p:nvPr/>
          </p:nvSpPr>
          <p:spPr>
            <a:xfrm>
              <a:off x="3574075" y="2331475"/>
              <a:ext cx="650" cy="6300"/>
            </a:xfrm>
            <a:custGeom>
              <a:avLst/>
              <a:gdLst/>
              <a:ahLst/>
              <a:cxnLst/>
              <a:rect l="l" t="t" r="r" b="b"/>
              <a:pathLst>
                <a:path w="26"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44"/>
            <p:cNvSpPr/>
            <p:nvPr/>
          </p:nvSpPr>
          <p:spPr>
            <a:xfrm>
              <a:off x="3573450" y="2331475"/>
              <a:ext cx="650" cy="6300"/>
            </a:xfrm>
            <a:custGeom>
              <a:avLst/>
              <a:gdLst/>
              <a:ahLst/>
              <a:cxnLst/>
              <a:rect l="l" t="t" r="r" b="b"/>
              <a:pathLst>
                <a:path w="26" h="252" extrusionOk="0">
                  <a:moveTo>
                    <a:pt x="26" y="1"/>
                  </a:moveTo>
                  <a:cubicBezTo>
                    <a:pt x="26" y="1"/>
                    <a:pt x="26" y="1"/>
                    <a:pt x="1" y="26"/>
                  </a:cubicBez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44"/>
            <p:cNvSpPr/>
            <p:nvPr/>
          </p:nvSpPr>
          <p:spPr>
            <a:xfrm>
              <a:off x="3573450" y="23321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44"/>
            <p:cNvSpPr/>
            <p:nvPr/>
          </p:nvSpPr>
          <p:spPr>
            <a:xfrm>
              <a:off x="3588500" y="2324600"/>
              <a:ext cx="14425" cy="14425"/>
            </a:xfrm>
            <a:custGeom>
              <a:avLst/>
              <a:gdLst/>
              <a:ahLst/>
              <a:cxnLst/>
              <a:rect l="l" t="t" r="r" b="b"/>
              <a:pathLst>
                <a:path w="577" h="577" extrusionOk="0">
                  <a:moveTo>
                    <a:pt x="0" y="0"/>
                  </a:moveTo>
                  <a:lnTo>
                    <a:pt x="0" y="251"/>
                  </a:lnTo>
                  <a:lnTo>
                    <a:pt x="577" y="577"/>
                  </a:lnTo>
                  <a:lnTo>
                    <a:pt x="577" y="3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44"/>
            <p:cNvSpPr/>
            <p:nvPr/>
          </p:nvSpPr>
          <p:spPr>
            <a:xfrm>
              <a:off x="3602900" y="2332725"/>
              <a:ext cx="650" cy="6925"/>
            </a:xfrm>
            <a:custGeom>
              <a:avLst/>
              <a:gdLst/>
              <a:ahLst/>
              <a:cxnLst/>
              <a:rect l="l" t="t" r="r" b="b"/>
              <a:pathLst>
                <a:path w="26" h="277" extrusionOk="0">
                  <a:moveTo>
                    <a:pt x="1" y="1"/>
                  </a:moveTo>
                  <a:lnTo>
                    <a:pt x="1" y="252"/>
                  </a:lnTo>
                  <a:cubicBezTo>
                    <a:pt x="1" y="252"/>
                    <a:pt x="1" y="252"/>
                    <a:pt x="1" y="277"/>
                  </a:cubicBezTo>
                  <a:lnTo>
                    <a:pt x="26" y="26"/>
                  </a:lnTo>
                  <a:cubicBezTo>
                    <a:pt x="26" y="26"/>
                    <a:pt x="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44"/>
            <p:cNvSpPr/>
            <p:nvPr/>
          </p:nvSpPr>
          <p:spPr>
            <a:xfrm>
              <a:off x="3403025" y="2326475"/>
              <a:ext cx="10675" cy="12550"/>
            </a:xfrm>
            <a:custGeom>
              <a:avLst/>
              <a:gdLst/>
              <a:ahLst/>
              <a:cxnLst/>
              <a:rect l="l" t="t" r="r" b="b"/>
              <a:pathLst>
                <a:path w="427" h="502" extrusionOk="0">
                  <a:moveTo>
                    <a:pt x="427" y="0"/>
                  </a:moveTo>
                  <a:lnTo>
                    <a:pt x="1" y="276"/>
                  </a:lnTo>
                  <a:lnTo>
                    <a:pt x="1" y="502"/>
                  </a:lnTo>
                  <a:lnTo>
                    <a:pt x="427" y="251"/>
                  </a:lnTo>
                  <a:lnTo>
                    <a:pt x="427"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44"/>
            <p:cNvSpPr/>
            <p:nvPr/>
          </p:nvSpPr>
          <p:spPr>
            <a:xfrm>
              <a:off x="3386125" y="2325225"/>
              <a:ext cx="13175" cy="13800"/>
            </a:xfrm>
            <a:custGeom>
              <a:avLst/>
              <a:gdLst/>
              <a:ahLst/>
              <a:cxnLst/>
              <a:rect l="l" t="t" r="r" b="b"/>
              <a:pathLst>
                <a:path w="527" h="552" extrusionOk="0">
                  <a:moveTo>
                    <a:pt x="0" y="0"/>
                  </a:moveTo>
                  <a:lnTo>
                    <a:pt x="0" y="251"/>
                  </a:lnTo>
                  <a:lnTo>
                    <a:pt x="526" y="552"/>
                  </a:lnTo>
                  <a:lnTo>
                    <a:pt x="526" y="326"/>
                  </a:lnTo>
                  <a:lnTo>
                    <a:pt x="0"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44"/>
            <p:cNvSpPr/>
            <p:nvPr/>
          </p:nvSpPr>
          <p:spPr>
            <a:xfrm>
              <a:off x="3384850" y="2316600"/>
              <a:ext cx="30100" cy="16775"/>
            </a:xfrm>
            <a:custGeom>
              <a:avLst/>
              <a:gdLst/>
              <a:ahLst/>
              <a:cxnLst/>
              <a:rect l="l" t="t" r="r" b="b"/>
              <a:pathLst>
                <a:path w="1204" h="671" extrusionOk="0">
                  <a:moveTo>
                    <a:pt x="555" y="1"/>
                  </a:moveTo>
                  <a:cubicBezTo>
                    <a:pt x="533" y="1"/>
                    <a:pt x="515" y="7"/>
                    <a:pt x="502" y="19"/>
                  </a:cubicBezTo>
                  <a:lnTo>
                    <a:pt x="51" y="270"/>
                  </a:lnTo>
                  <a:cubicBezTo>
                    <a:pt x="1" y="295"/>
                    <a:pt x="1" y="320"/>
                    <a:pt x="51" y="345"/>
                  </a:cubicBezTo>
                  <a:lnTo>
                    <a:pt x="577" y="671"/>
                  </a:lnTo>
                  <a:lnTo>
                    <a:pt x="728" y="671"/>
                  </a:lnTo>
                  <a:lnTo>
                    <a:pt x="1154" y="395"/>
                  </a:lnTo>
                  <a:cubicBezTo>
                    <a:pt x="1204" y="370"/>
                    <a:pt x="1204" y="345"/>
                    <a:pt x="1154" y="320"/>
                  </a:cubicBezTo>
                  <a:lnTo>
                    <a:pt x="627" y="19"/>
                  </a:lnTo>
                  <a:cubicBezTo>
                    <a:pt x="602" y="7"/>
                    <a:pt x="577" y="1"/>
                    <a:pt x="555"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44"/>
            <p:cNvSpPr/>
            <p:nvPr/>
          </p:nvSpPr>
          <p:spPr>
            <a:xfrm>
              <a:off x="3386125" y="2316450"/>
              <a:ext cx="27575" cy="15050"/>
            </a:xfrm>
            <a:custGeom>
              <a:avLst/>
              <a:gdLst/>
              <a:ahLst/>
              <a:cxnLst/>
              <a:rect l="l" t="t" r="r" b="b"/>
              <a:pathLst>
                <a:path w="1103" h="602" extrusionOk="0">
                  <a:moveTo>
                    <a:pt x="501" y="0"/>
                  </a:moveTo>
                  <a:cubicBezTo>
                    <a:pt x="476" y="0"/>
                    <a:pt x="476" y="0"/>
                    <a:pt x="451" y="25"/>
                  </a:cubicBezTo>
                  <a:cubicBezTo>
                    <a:pt x="451" y="25"/>
                    <a:pt x="0" y="276"/>
                    <a:pt x="0" y="276"/>
                  </a:cubicBezTo>
                  <a:lnTo>
                    <a:pt x="25" y="276"/>
                  </a:lnTo>
                  <a:lnTo>
                    <a:pt x="551" y="602"/>
                  </a:lnTo>
                  <a:lnTo>
                    <a:pt x="652" y="602"/>
                  </a:lnTo>
                  <a:cubicBezTo>
                    <a:pt x="652" y="602"/>
                    <a:pt x="1103" y="326"/>
                    <a:pt x="1103" y="326"/>
                  </a:cubicBezTo>
                  <a:lnTo>
                    <a:pt x="551" y="25"/>
                  </a:lnTo>
                  <a:cubicBezTo>
                    <a:pt x="551" y="0"/>
                    <a:pt x="526" y="0"/>
                    <a:pt x="501" y="0"/>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44"/>
            <p:cNvSpPr/>
            <p:nvPr/>
          </p:nvSpPr>
          <p:spPr>
            <a:xfrm>
              <a:off x="3402400" y="2333350"/>
              <a:ext cx="650" cy="5675"/>
            </a:xfrm>
            <a:custGeom>
              <a:avLst/>
              <a:gdLst/>
              <a:ahLst/>
              <a:cxnLst/>
              <a:rect l="l" t="t" r="r" b="b"/>
              <a:pathLst>
                <a:path w="26" h="227" extrusionOk="0">
                  <a:moveTo>
                    <a:pt x="1" y="1"/>
                  </a:moveTo>
                  <a:lnTo>
                    <a:pt x="1" y="227"/>
                  </a:lnTo>
                  <a:lnTo>
                    <a:pt x="26" y="227"/>
                  </a:ln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44"/>
            <p:cNvSpPr/>
            <p:nvPr/>
          </p:nvSpPr>
          <p:spPr>
            <a:xfrm>
              <a:off x="3401775" y="2333350"/>
              <a:ext cx="650" cy="6300"/>
            </a:xfrm>
            <a:custGeom>
              <a:avLst/>
              <a:gdLst/>
              <a:ahLst/>
              <a:cxnLst/>
              <a:rect l="l" t="t" r="r" b="b"/>
              <a:pathLst>
                <a:path w="26" h="252" extrusionOk="0">
                  <a:moveTo>
                    <a:pt x="1" y="1"/>
                  </a:moveTo>
                  <a:lnTo>
                    <a:pt x="1" y="252"/>
                  </a:lnTo>
                  <a:cubicBezTo>
                    <a:pt x="1" y="252"/>
                    <a:pt x="26" y="227"/>
                    <a:pt x="26" y="227"/>
                  </a:cubicBez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44"/>
            <p:cNvSpPr/>
            <p:nvPr/>
          </p:nvSpPr>
          <p:spPr>
            <a:xfrm>
              <a:off x="3401775" y="2333350"/>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44"/>
            <p:cNvSpPr/>
            <p:nvPr/>
          </p:nvSpPr>
          <p:spPr>
            <a:xfrm>
              <a:off x="3401150" y="2333350"/>
              <a:ext cx="650" cy="6300"/>
            </a:xfrm>
            <a:custGeom>
              <a:avLst/>
              <a:gdLst/>
              <a:ahLst/>
              <a:cxnLst/>
              <a:rect l="l" t="t" r="r" b="b"/>
              <a:pathLst>
                <a:path w="26" h="252" extrusionOk="0">
                  <a:moveTo>
                    <a:pt x="1" y="1"/>
                  </a:moveTo>
                  <a:lnTo>
                    <a:pt x="1" y="252"/>
                  </a:lnTo>
                  <a:lnTo>
                    <a:pt x="26" y="252"/>
                  </a:lnTo>
                  <a:lnTo>
                    <a:pt x="26"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44"/>
            <p:cNvSpPr/>
            <p:nvPr/>
          </p:nvSpPr>
          <p:spPr>
            <a:xfrm>
              <a:off x="3401150" y="2333350"/>
              <a:ext cx="25" cy="6300"/>
            </a:xfrm>
            <a:custGeom>
              <a:avLst/>
              <a:gdLst/>
              <a:ahLst/>
              <a:cxnLst/>
              <a:rect l="l" t="t" r="r" b="b"/>
              <a:pathLst>
                <a:path w="1" h="252" extrusionOk="0">
                  <a:moveTo>
                    <a:pt x="1" y="1"/>
                  </a:moveTo>
                  <a:lnTo>
                    <a:pt x="1" y="252"/>
                  </a:lnTo>
                  <a:lnTo>
                    <a:pt x="1" y="252"/>
                  </a:ln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44"/>
            <p:cNvSpPr/>
            <p:nvPr/>
          </p:nvSpPr>
          <p:spPr>
            <a:xfrm>
              <a:off x="3401150" y="2333350"/>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44"/>
            <p:cNvSpPr/>
            <p:nvPr/>
          </p:nvSpPr>
          <p:spPr>
            <a:xfrm>
              <a:off x="3400525" y="2333350"/>
              <a:ext cx="650" cy="6300"/>
            </a:xfrm>
            <a:custGeom>
              <a:avLst/>
              <a:gdLst/>
              <a:ahLst/>
              <a:cxnLst/>
              <a:rect l="l" t="t" r="r" b="b"/>
              <a:pathLst>
                <a:path w="26" h="252" extrusionOk="0">
                  <a:moveTo>
                    <a:pt x="0" y="1"/>
                  </a:moveTo>
                  <a:lnTo>
                    <a:pt x="0" y="252"/>
                  </a:lnTo>
                  <a:lnTo>
                    <a:pt x="26" y="252"/>
                  </a:lnTo>
                  <a:lnTo>
                    <a:pt x="26"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44"/>
            <p:cNvSpPr/>
            <p:nvPr/>
          </p:nvSpPr>
          <p:spPr>
            <a:xfrm>
              <a:off x="3400525" y="2333350"/>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44"/>
            <p:cNvSpPr/>
            <p:nvPr/>
          </p:nvSpPr>
          <p:spPr>
            <a:xfrm>
              <a:off x="3399900" y="2333350"/>
              <a:ext cx="650" cy="6300"/>
            </a:xfrm>
            <a:custGeom>
              <a:avLst/>
              <a:gdLst/>
              <a:ahLst/>
              <a:cxnLst/>
              <a:rect l="l" t="t" r="r" b="b"/>
              <a:pathLst>
                <a:path w="26" h="252" extrusionOk="0">
                  <a:moveTo>
                    <a:pt x="0" y="1"/>
                  </a:moveTo>
                  <a:lnTo>
                    <a:pt x="0" y="227"/>
                  </a:lnTo>
                  <a:cubicBezTo>
                    <a:pt x="25" y="227"/>
                    <a:pt x="25" y="252"/>
                    <a:pt x="25" y="252"/>
                  </a:cubicBezTo>
                  <a:lnTo>
                    <a:pt x="25" y="1"/>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44"/>
            <p:cNvSpPr/>
            <p:nvPr/>
          </p:nvSpPr>
          <p:spPr>
            <a:xfrm>
              <a:off x="3399900" y="2333350"/>
              <a:ext cx="25" cy="5675"/>
            </a:xfrm>
            <a:custGeom>
              <a:avLst/>
              <a:gdLst/>
              <a:ahLst/>
              <a:cxnLst/>
              <a:rect l="l" t="t" r="r" b="b"/>
              <a:pathLst>
                <a:path w="1" h="227" extrusionOk="0">
                  <a:moveTo>
                    <a:pt x="0" y="1"/>
                  </a:moveTo>
                  <a:lnTo>
                    <a:pt x="0" y="227"/>
                  </a:lnTo>
                  <a:cubicBezTo>
                    <a:pt x="0" y="227"/>
                    <a:pt x="0" y="227"/>
                    <a:pt x="0" y="227"/>
                  </a:cubicBezTo>
                  <a:lnTo>
                    <a:pt x="0" y="1"/>
                  </a:lnTo>
                  <a:lnTo>
                    <a:pt x="0"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44"/>
            <p:cNvSpPr/>
            <p:nvPr/>
          </p:nvSpPr>
          <p:spPr>
            <a:xfrm>
              <a:off x="3399275" y="2333350"/>
              <a:ext cx="650" cy="5675"/>
            </a:xfrm>
            <a:custGeom>
              <a:avLst/>
              <a:gdLst/>
              <a:ahLst/>
              <a:cxnLst/>
              <a:rect l="l" t="t" r="r" b="b"/>
              <a:pathLst>
                <a:path w="26" h="227" extrusionOk="0">
                  <a:moveTo>
                    <a:pt x="0" y="1"/>
                  </a:moveTo>
                  <a:lnTo>
                    <a:pt x="0" y="227"/>
                  </a:lnTo>
                  <a:lnTo>
                    <a:pt x="25" y="227"/>
                  </a:lnTo>
                  <a:lnTo>
                    <a:pt x="25"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44"/>
            <p:cNvSpPr/>
            <p:nvPr/>
          </p:nvSpPr>
          <p:spPr>
            <a:xfrm>
              <a:off x="3602900" y="2333350"/>
              <a:ext cx="650" cy="6300"/>
            </a:xfrm>
            <a:custGeom>
              <a:avLst/>
              <a:gdLst/>
              <a:ahLst/>
              <a:cxnLst/>
              <a:rect l="l" t="t" r="r" b="b"/>
              <a:pathLst>
                <a:path w="26" h="252" extrusionOk="0">
                  <a:moveTo>
                    <a:pt x="26" y="1"/>
                  </a:moveTo>
                  <a:lnTo>
                    <a:pt x="1" y="252"/>
                  </a:lnTo>
                  <a:lnTo>
                    <a:pt x="1" y="252"/>
                  </a:lnTo>
                  <a:lnTo>
                    <a:pt x="26"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44"/>
            <p:cNvSpPr/>
            <p:nvPr/>
          </p:nvSpPr>
          <p:spPr>
            <a:xfrm>
              <a:off x="3602900" y="2333350"/>
              <a:ext cx="650" cy="6300"/>
            </a:xfrm>
            <a:custGeom>
              <a:avLst/>
              <a:gdLst/>
              <a:ahLst/>
              <a:cxnLst/>
              <a:rect l="l" t="t" r="r" b="b"/>
              <a:pathLst>
                <a:path w="26" h="252" extrusionOk="0">
                  <a:moveTo>
                    <a:pt x="26" y="1"/>
                  </a:moveTo>
                  <a:lnTo>
                    <a:pt x="25" y="5"/>
                  </a:lnTo>
                  <a:lnTo>
                    <a:pt x="25" y="5"/>
                  </a:lnTo>
                  <a:cubicBezTo>
                    <a:pt x="26" y="3"/>
                    <a:pt x="26" y="1"/>
                    <a:pt x="26" y="1"/>
                  </a:cubicBezTo>
                  <a:close/>
                  <a:moveTo>
                    <a:pt x="25" y="5"/>
                  </a:moveTo>
                  <a:lnTo>
                    <a:pt x="25" y="5"/>
                  </a:lnTo>
                  <a:cubicBezTo>
                    <a:pt x="24" y="12"/>
                    <a:pt x="20" y="26"/>
                    <a:pt x="1" y="26"/>
                  </a:cubicBezTo>
                  <a:lnTo>
                    <a:pt x="1" y="252"/>
                  </a:lnTo>
                  <a:lnTo>
                    <a:pt x="25" y="5"/>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44"/>
            <p:cNvSpPr/>
            <p:nvPr/>
          </p:nvSpPr>
          <p:spPr>
            <a:xfrm>
              <a:off x="3602900" y="2334000"/>
              <a:ext cx="25" cy="5650"/>
            </a:xfrm>
            <a:custGeom>
              <a:avLst/>
              <a:gdLst/>
              <a:ahLst/>
              <a:cxnLst/>
              <a:rect l="l" t="t" r="r" b="b"/>
              <a:pathLst>
                <a:path w="1" h="226" extrusionOk="0">
                  <a:moveTo>
                    <a:pt x="1" y="0"/>
                  </a:moveTo>
                  <a:lnTo>
                    <a:pt x="1" y="226"/>
                  </a:lnTo>
                  <a:lnTo>
                    <a:pt x="1" y="226"/>
                  </a:ln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44"/>
            <p:cNvSpPr/>
            <p:nvPr/>
          </p:nvSpPr>
          <p:spPr>
            <a:xfrm>
              <a:off x="3602900" y="23340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44"/>
            <p:cNvSpPr/>
            <p:nvPr/>
          </p:nvSpPr>
          <p:spPr>
            <a:xfrm>
              <a:off x="3602900" y="2334000"/>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44"/>
            <p:cNvSpPr/>
            <p:nvPr/>
          </p:nvSpPr>
          <p:spPr>
            <a:xfrm>
              <a:off x="3602900" y="23340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44"/>
            <p:cNvSpPr/>
            <p:nvPr/>
          </p:nvSpPr>
          <p:spPr>
            <a:xfrm>
              <a:off x="3602900" y="23340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44"/>
            <p:cNvSpPr/>
            <p:nvPr/>
          </p:nvSpPr>
          <p:spPr>
            <a:xfrm>
              <a:off x="3602900" y="233400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44"/>
            <p:cNvSpPr/>
            <p:nvPr/>
          </p:nvSpPr>
          <p:spPr>
            <a:xfrm>
              <a:off x="3441875" y="2327725"/>
              <a:ext cx="11300" cy="11925"/>
            </a:xfrm>
            <a:custGeom>
              <a:avLst/>
              <a:gdLst/>
              <a:ahLst/>
              <a:cxnLst/>
              <a:rect l="l" t="t" r="r" b="b"/>
              <a:pathLst>
                <a:path w="452" h="477" extrusionOk="0">
                  <a:moveTo>
                    <a:pt x="452" y="0"/>
                  </a:moveTo>
                  <a:lnTo>
                    <a:pt x="1" y="251"/>
                  </a:lnTo>
                  <a:lnTo>
                    <a:pt x="1" y="477"/>
                  </a:lnTo>
                  <a:lnTo>
                    <a:pt x="452" y="226"/>
                  </a:lnTo>
                  <a:lnTo>
                    <a:pt x="452"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44"/>
            <p:cNvSpPr/>
            <p:nvPr/>
          </p:nvSpPr>
          <p:spPr>
            <a:xfrm>
              <a:off x="3424950" y="2325850"/>
              <a:ext cx="13825" cy="13800"/>
            </a:xfrm>
            <a:custGeom>
              <a:avLst/>
              <a:gdLst/>
              <a:ahLst/>
              <a:cxnLst/>
              <a:rect l="l" t="t" r="r" b="b"/>
              <a:pathLst>
                <a:path w="553" h="552" extrusionOk="0">
                  <a:moveTo>
                    <a:pt x="1" y="0"/>
                  </a:moveTo>
                  <a:lnTo>
                    <a:pt x="1" y="251"/>
                  </a:lnTo>
                  <a:lnTo>
                    <a:pt x="552" y="552"/>
                  </a:lnTo>
                  <a:lnTo>
                    <a:pt x="552" y="326"/>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44"/>
            <p:cNvSpPr/>
            <p:nvPr/>
          </p:nvSpPr>
          <p:spPr>
            <a:xfrm>
              <a:off x="3424325" y="2317225"/>
              <a:ext cx="29475" cy="17250"/>
            </a:xfrm>
            <a:custGeom>
              <a:avLst/>
              <a:gdLst/>
              <a:ahLst/>
              <a:cxnLst/>
              <a:rect l="l" t="t" r="r" b="b"/>
              <a:pathLst>
                <a:path w="1179" h="690" extrusionOk="0">
                  <a:moveTo>
                    <a:pt x="530" y="1"/>
                  </a:moveTo>
                  <a:cubicBezTo>
                    <a:pt x="508" y="1"/>
                    <a:pt x="490" y="7"/>
                    <a:pt x="477" y="19"/>
                  </a:cubicBezTo>
                  <a:lnTo>
                    <a:pt x="26" y="270"/>
                  </a:lnTo>
                  <a:cubicBezTo>
                    <a:pt x="1" y="295"/>
                    <a:pt x="1" y="345"/>
                    <a:pt x="26" y="345"/>
                  </a:cubicBezTo>
                  <a:lnTo>
                    <a:pt x="577" y="671"/>
                  </a:lnTo>
                  <a:cubicBezTo>
                    <a:pt x="590" y="684"/>
                    <a:pt x="609" y="690"/>
                    <a:pt x="631" y="690"/>
                  </a:cubicBezTo>
                  <a:cubicBezTo>
                    <a:pt x="652" y="690"/>
                    <a:pt x="678" y="684"/>
                    <a:pt x="703" y="671"/>
                  </a:cubicBezTo>
                  <a:lnTo>
                    <a:pt x="1154" y="420"/>
                  </a:lnTo>
                  <a:cubicBezTo>
                    <a:pt x="1179" y="395"/>
                    <a:pt x="1179" y="345"/>
                    <a:pt x="1154" y="345"/>
                  </a:cubicBezTo>
                  <a:lnTo>
                    <a:pt x="602" y="19"/>
                  </a:lnTo>
                  <a:cubicBezTo>
                    <a:pt x="577" y="7"/>
                    <a:pt x="552" y="1"/>
                    <a:pt x="530"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44"/>
            <p:cNvSpPr/>
            <p:nvPr/>
          </p:nvSpPr>
          <p:spPr>
            <a:xfrm>
              <a:off x="3425575" y="2317700"/>
              <a:ext cx="26975" cy="14425"/>
            </a:xfrm>
            <a:custGeom>
              <a:avLst/>
              <a:gdLst/>
              <a:ahLst/>
              <a:cxnLst/>
              <a:rect l="l" t="t" r="r" b="b"/>
              <a:pathLst>
                <a:path w="1079" h="577" extrusionOk="0">
                  <a:moveTo>
                    <a:pt x="452" y="0"/>
                  </a:moveTo>
                  <a:cubicBezTo>
                    <a:pt x="452" y="0"/>
                    <a:pt x="1" y="251"/>
                    <a:pt x="1" y="251"/>
                  </a:cubicBezTo>
                  <a:cubicBezTo>
                    <a:pt x="1" y="251"/>
                    <a:pt x="1" y="251"/>
                    <a:pt x="1" y="276"/>
                  </a:cubicBezTo>
                  <a:lnTo>
                    <a:pt x="527" y="577"/>
                  </a:lnTo>
                  <a:lnTo>
                    <a:pt x="628" y="577"/>
                  </a:lnTo>
                  <a:cubicBezTo>
                    <a:pt x="628" y="577"/>
                    <a:pt x="1079" y="326"/>
                    <a:pt x="1079" y="326"/>
                  </a:cubicBezTo>
                  <a:cubicBezTo>
                    <a:pt x="1079" y="326"/>
                    <a:pt x="1079" y="326"/>
                    <a:pt x="1079" y="301"/>
                  </a:cubicBezTo>
                  <a:lnTo>
                    <a:pt x="527"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44"/>
            <p:cNvSpPr/>
            <p:nvPr/>
          </p:nvSpPr>
          <p:spPr>
            <a:xfrm>
              <a:off x="3441250" y="2334000"/>
              <a:ext cx="650" cy="6275"/>
            </a:xfrm>
            <a:custGeom>
              <a:avLst/>
              <a:gdLst/>
              <a:ahLst/>
              <a:cxnLst/>
              <a:rect l="l" t="t" r="r" b="b"/>
              <a:pathLst>
                <a:path w="26" h="251" extrusionOk="0">
                  <a:moveTo>
                    <a:pt x="1" y="0"/>
                  </a:moveTo>
                  <a:lnTo>
                    <a:pt x="1" y="251"/>
                  </a:lnTo>
                  <a:cubicBezTo>
                    <a:pt x="1" y="251"/>
                    <a:pt x="26" y="251"/>
                    <a:pt x="26" y="226"/>
                  </a:cubicBez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44"/>
            <p:cNvSpPr/>
            <p:nvPr/>
          </p:nvSpPr>
          <p:spPr>
            <a:xfrm>
              <a:off x="3440625" y="2334000"/>
              <a:ext cx="650" cy="6275"/>
            </a:xfrm>
            <a:custGeom>
              <a:avLst/>
              <a:gdLst/>
              <a:ahLst/>
              <a:cxnLst/>
              <a:rect l="l" t="t" r="r" b="b"/>
              <a:pathLst>
                <a:path w="26" h="251" extrusionOk="0">
                  <a:moveTo>
                    <a:pt x="0" y="0"/>
                  </a:moveTo>
                  <a:lnTo>
                    <a:pt x="0" y="251"/>
                  </a:lnTo>
                  <a:lnTo>
                    <a:pt x="26" y="251"/>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44"/>
            <p:cNvSpPr/>
            <p:nvPr/>
          </p:nvSpPr>
          <p:spPr>
            <a:xfrm>
              <a:off x="3440625" y="2334000"/>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0"/>
                    <a:pt x="0"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44"/>
            <p:cNvSpPr/>
            <p:nvPr/>
          </p:nvSpPr>
          <p:spPr>
            <a:xfrm>
              <a:off x="3440000" y="2334625"/>
              <a:ext cx="650" cy="5650"/>
            </a:xfrm>
            <a:custGeom>
              <a:avLst/>
              <a:gdLst/>
              <a:ahLst/>
              <a:cxnLst/>
              <a:rect l="l" t="t" r="r" b="b"/>
              <a:pathLst>
                <a:path w="26" h="226" extrusionOk="0">
                  <a:moveTo>
                    <a:pt x="0" y="0"/>
                  </a:moveTo>
                  <a:lnTo>
                    <a:pt x="0" y="226"/>
                  </a:lnTo>
                  <a:lnTo>
                    <a:pt x="25" y="226"/>
                  </a:lnTo>
                  <a:lnTo>
                    <a:pt x="25"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44"/>
            <p:cNvSpPr/>
            <p:nvPr/>
          </p:nvSpPr>
          <p:spPr>
            <a:xfrm>
              <a:off x="3440000" y="2334625"/>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44"/>
            <p:cNvSpPr/>
            <p:nvPr/>
          </p:nvSpPr>
          <p:spPr>
            <a:xfrm>
              <a:off x="3440000" y="23346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44"/>
            <p:cNvSpPr/>
            <p:nvPr/>
          </p:nvSpPr>
          <p:spPr>
            <a:xfrm>
              <a:off x="3439375" y="2334000"/>
              <a:ext cx="650" cy="6275"/>
            </a:xfrm>
            <a:custGeom>
              <a:avLst/>
              <a:gdLst/>
              <a:ahLst/>
              <a:cxnLst/>
              <a:rect l="l" t="t" r="r" b="b"/>
              <a:pathLst>
                <a:path w="26" h="251" extrusionOk="0">
                  <a:moveTo>
                    <a:pt x="0" y="0"/>
                  </a:moveTo>
                  <a:lnTo>
                    <a:pt x="0" y="251"/>
                  </a:lnTo>
                  <a:lnTo>
                    <a:pt x="25" y="251"/>
                  </a:lnTo>
                  <a:lnTo>
                    <a:pt x="25" y="25"/>
                  </a:lnTo>
                  <a:cubicBezTo>
                    <a:pt x="25" y="25"/>
                    <a:pt x="0" y="25"/>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44"/>
            <p:cNvSpPr/>
            <p:nvPr/>
          </p:nvSpPr>
          <p:spPr>
            <a:xfrm>
              <a:off x="3439375" y="23340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44"/>
            <p:cNvSpPr/>
            <p:nvPr/>
          </p:nvSpPr>
          <p:spPr>
            <a:xfrm>
              <a:off x="3439375" y="23340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44"/>
            <p:cNvSpPr/>
            <p:nvPr/>
          </p:nvSpPr>
          <p:spPr>
            <a:xfrm>
              <a:off x="3438750" y="2334000"/>
              <a:ext cx="650" cy="6275"/>
            </a:xfrm>
            <a:custGeom>
              <a:avLst/>
              <a:gdLst/>
              <a:ahLst/>
              <a:cxnLst/>
              <a:rect l="l" t="t" r="r" b="b"/>
              <a:pathLst>
                <a:path w="26" h="251" extrusionOk="0">
                  <a:moveTo>
                    <a:pt x="0" y="0"/>
                  </a:moveTo>
                  <a:lnTo>
                    <a:pt x="0" y="251"/>
                  </a:lnTo>
                  <a:lnTo>
                    <a:pt x="25" y="251"/>
                  </a:lnTo>
                  <a:lnTo>
                    <a:pt x="25"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44"/>
            <p:cNvSpPr/>
            <p:nvPr/>
          </p:nvSpPr>
          <p:spPr>
            <a:xfrm>
              <a:off x="3438750" y="2334000"/>
              <a:ext cx="25" cy="6275"/>
            </a:xfrm>
            <a:custGeom>
              <a:avLst/>
              <a:gdLst/>
              <a:ahLst/>
              <a:cxnLst/>
              <a:rect l="l" t="t" r="r" b="b"/>
              <a:pathLst>
                <a:path w="1" h="251" extrusionOk="0">
                  <a:moveTo>
                    <a:pt x="0" y="0"/>
                  </a:moveTo>
                  <a:lnTo>
                    <a:pt x="0" y="251"/>
                  </a:lnTo>
                  <a:cubicBezTo>
                    <a:pt x="0" y="251"/>
                    <a:pt x="0" y="226"/>
                    <a:pt x="0" y="226"/>
                  </a:cubicBezTo>
                  <a:lnTo>
                    <a:pt x="0" y="0"/>
                  </a:lnTo>
                  <a:cubicBezTo>
                    <a:pt x="0" y="0"/>
                    <a:pt x="0" y="0"/>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44"/>
            <p:cNvSpPr/>
            <p:nvPr/>
          </p:nvSpPr>
          <p:spPr>
            <a:xfrm>
              <a:off x="3480725" y="2328350"/>
              <a:ext cx="11300" cy="12550"/>
            </a:xfrm>
            <a:custGeom>
              <a:avLst/>
              <a:gdLst/>
              <a:ahLst/>
              <a:cxnLst/>
              <a:rect l="l" t="t" r="r" b="b"/>
              <a:pathLst>
                <a:path w="452" h="502" extrusionOk="0">
                  <a:moveTo>
                    <a:pt x="452" y="0"/>
                  </a:moveTo>
                  <a:lnTo>
                    <a:pt x="1" y="251"/>
                  </a:lnTo>
                  <a:lnTo>
                    <a:pt x="1" y="502"/>
                  </a:lnTo>
                  <a:lnTo>
                    <a:pt x="452" y="226"/>
                  </a:lnTo>
                  <a:lnTo>
                    <a:pt x="452"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44"/>
            <p:cNvSpPr/>
            <p:nvPr/>
          </p:nvSpPr>
          <p:spPr>
            <a:xfrm>
              <a:off x="3463800" y="2327100"/>
              <a:ext cx="13825" cy="13800"/>
            </a:xfrm>
            <a:custGeom>
              <a:avLst/>
              <a:gdLst/>
              <a:ahLst/>
              <a:cxnLst/>
              <a:rect l="l" t="t" r="r" b="b"/>
              <a:pathLst>
                <a:path w="553" h="552" extrusionOk="0">
                  <a:moveTo>
                    <a:pt x="1" y="0"/>
                  </a:moveTo>
                  <a:lnTo>
                    <a:pt x="1" y="226"/>
                  </a:lnTo>
                  <a:lnTo>
                    <a:pt x="552" y="552"/>
                  </a:lnTo>
                  <a:lnTo>
                    <a:pt x="552" y="301"/>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44"/>
            <p:cNvSpPr/>
            <p:nvPr/>
          </p:nvSpPr>
          <p:spPr>
            <a:xfrm>
              <a:off x="3406175" y="2328350"/>
              <a:ext cx="11300" cy="12550"/>
            </a:xfrm>
            <a:custGeom>
              <a:avLst/>
              <a:gdLst/>
              <a:ahLst/>
              <a:cxnLst/>
              <a:rect l="l" t="t" r="r" b="b"/>
              <a:pathLst>
                <a:path w="452" h="502" extrusionOk="0">
                  <a:moveTo>
                    <a:pt x="451" y="0"/>
                  </a:moveTo>
                  <a:lnTo>
                    <a:pt x="0" y="276"/>
                  </a:lnTo>
                  <a:lnTo>
                    <a:pt x="0" y="502"/>
                  </a:lnTo>
                  <a:lnTo>
                    <a:pt x="451" y="251"/>
                  </a:lnTo>
                  <a:lnTo>
                    <a:pt x="4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44"/>
            <p:cNvSpPr/>
            <p:nvPr/>
          </p:nvSpPr>
          <p:spPr>
            <a:xfrm>
              <a:off x="3480100" y="2334625"/>
              <a:ext cx="650" cy="6275"/>
            </a:xfrm>
            <a:custGeom>
              <a:avLst/>
              <a:gdLst/>
              <a:ahLst/>
              <a:cxnLst/>
              <a:rect l="l" t="t" r="r" b="b"/>
              <a:pathLst>
                <a:path w="26" h="251" extrusionOk="0">
                  <a:moveTo>
                    <a:pt x="26" y="0"/>
                  </a:moveTo>
                  <a:cubicBezTo>
                    <a:pt x="26" y="0"/>
                    <a:pt x="0" y="25"/>
                    <a:pt x="0" y="25"/>
                  </a:cubicBezTo>
                  <a:lnTo>
                    <a:pt x="0" y="251"/>
                  </a:lnTo>
                  <a:lnTo>
                    <a:pt x="26" y="251"/>
                  </a:ln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44"/>
            <p:cNvSpPr/>
            <p:nvPr/>
          </p:nvSpPr>
          <p:spPr>
            <a:xfrm>
              <a:off x="3479475" y="2335250"/>
              <a:ext cx="650" cy="5650"/>
            </a:xfrm>
            <a:custGeom>
              <a:avLst/>
              <a:gdLst/>
              <a:ahLst/>
              <a:cxnLst/>
              <a:rect l="l" t="t" r="r" b="b"/>
              <a:pathLst>
                <a:path w="26" h="226" extrusionOk="0">
                  <a:moveTo>
                    <a:pt x="0" y="0"/>
                  </a:moveTo>
                  <a:lnTo>
                    <a:pt x="0" y="226"/>
                  </a:lnTo>
                  <a:lnTo>
                    <a:pt x="25" y="226"/>
                  </a:ln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44"/>
            <p:cNvSpPr/>
            <p:nvPr/>
          </p:nvSpPr>
          <p:spPr>
            <a:xfrm>
              <a:off x="3479475" y="23352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44"/>
            <p:cNvSpPr/>
            <p:nvPr/>
          </p:nvSpPr>
          <p:spPr>
            <a:xfrm>
              <a:off x="3479475" y="23352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44"/>
            <p:cNvSpPr/>
            <p:nvPr/>
          </p:nvSpPr>
          <p:spPr>
            <a:xfrm>
              <a:off x="3478850" y="2335250"/>
              <a:ext cx="650" cy="5650"/>
            </a:xfrm>
            <a:custGeom>
              <a:avLst/>
              <a:gdLst/>
              <a:ahLst/>
              <a:cxnLst/>
              <a:rect l="l" t="t" r="r" b="b"/>
              <a:pathLst>
                <a:path w="26" h="226" extrusionOk="0">
                  <a:moveTo>
                    <a:pt x="0" y="0"/>
                  </a:moveTo>
                  <a:lnTo>
                    <a:pt x="0" y="226"/>
                  </a:lnTo>
                  <a:lnTo>
                    <a:pt x="25" y="226"/>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44"/>
            <p:cNvSpPr/>
            <p:nvPr/>
          </p:nvSpPr>
          <p:spPr>
            <a:xfrm>
              <a:off x="3478850" y="23352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44"/>
            <p:cNvSpPr/>
            <p:nvPr/>
          </p:nvSpPr>
          <p:spPr>
            <a:xfrm>
              <a:off x="3478850" y="23352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44"/>
            <p:cNvSpPr/>
            <p:nvPr/>
          </p:nvSpPr>
          <p:spPr>
            <a:xfrm>
              <a:off x="3478225" y="2335250"/>
              <a:ext cx="650" cy="5650"/>
            </a:xfrm>
            <a:custGeom>
              <a:avLst/>
              <a:gdLst/>
              <a:ahLst/>
              <a:cxnLst/>
              <a:rect l="l" t="t" r="r" b="b"/>
              <a:pathLst>
                <a:path w="26" h="226" extrusionOk="0">
                  <a:moveTo>
                    <a:pt x="0" y="0"/>
                  </a:moveTo>
                  <a:lnTo>
                    <a:pt x="0" y="226"/>
                  </a:lnTo>
                  <a:lnTo>
                    <a:pt x="25" y="226"/>
                  </a:lnTo>
                  <a:lnTo>
                    <a:pt x="25"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44"/>
            <p:cNvSpPr/>
            <p:nvPr/>
          </p:nvSpPr>
          <p:spPr>
            <a:xfrm>
              <a:off x="3478225" y="23352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44"/>
            <p:cNvSpPr/>
            <p:nvPr/>
          </p:nvSpPr>
          <p:spPr>
            <a:xfrm>
              <a:off x="3477600" y="2335250"/>
              <a:ext cx="650" cy="5650"/>
            </a:xfrm>
            <a:custGeom>
              <a:avLst/>
              <a:gdLst/>
              <a:ahLst/>
              <a:cxnLst/>
              <a:rect l="l" t="t" r="r" b="b"/>
              <a:pathLst>
                <a:path w="26" h="226" extrusionOk="0">
                  <a:moveTo>
                    <a:pt x="0" y="0"/>
                  </a:moveTo>
                  <a:lnTo>
                    <a:pt x="0" y="226"/>
                  </a:lnTo>
                  <a:lnTo>
                    <a:pt x="25" y="226"/>
                  </a:lnTo>
                  <a:lnTo>
                    <a:pt x="25"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44"/>
            <p:cNvSpPr/>
            <p:nvPr/>
          </p:nvSpPr>
          <p:spPr>
            <a:xfrm>
              <a:off x="3477600" y="2334625"/>
              <a:ext cx="25" cy="6275"/>
            </a:xfrm>
            <a:custGeom>
              <a:avLst/>
              <a:gdLst/>
              <a:ahLst/>
              <a:cxnLst/>
              <a:rect l="l" t="t" r="r" b="b"/>
              <a:pathLst>
                <a:path w="1" h="251" extrusionOk="0">
                  <a:moveTo>
                    <a:pt x="0" y="25"/>
                  </a:moveTo>
                  <a:lnTo>
                    <a:pt x="0" y="251"/>
                  </a:lnTo>
                  <a:cubicBezTo>
                    <a:pt x="0" y="251"/>
                    <a:pt x="0" y="251"/>
                    <a:pt x="0" y="251"/>
                  </a:cubicBezTo>
                  <a:lnTo>
                    <a:pt x="0" y="0"/>
                  </a:lnTo>
                  <a:cubicBezTo>
                    <a:pt x="0" y="0"/>
                    <a:pt x="0" y="0"/>
                    <a:pt x="0" y="25"/>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44"/>
            <p:cNvSpPr/>
            <p:nvPr/>
          </p:nvSpPr>
          <p:spPr>
            <a:xfrm>
              <a:off x="3463175" y="2318475"/>
              <a:ext cx="29475" cy="16625"/>
            </a:xfrm>
            <a:custGeom>
              <a:avLst/>
              <a:gdLst/>
              <a:ahLst/>
              <a:cxnLst/>
              <a:rect l="l" t="t" r="r" b="b"/>
              <a:pathLst>
                <a:path w="1179" h="665" extrusionOk="0">
                  <a:moveTo>
                    <a:pt x="540" y="1"/>
                  </a:moveTo>
                  <a:cubicBezTo>
                    <a:pt x="515" y="1"/>
                    <a:pt x="489" y="7"/>
                    <a:pt x="477" y="20"/>
                  </a:cubicBezTo>
                  <a:lnTo>
                    <a:pt x="26" y="270"/>
                  </a:lnTo>
                  <a:cubicBezTo>
                    <a:pt x="1" y="295"/>
                    <a:pt x="1" y="320"/>
                    <a:pt x="26" y="345"/>
                  </a:cubicBezTo>
                  <a:lnTo>
                    <a:pt x="577" y="646"/>
                  </a:lnTo>
                  <a:cubicBezTo>
                    <a:pt x="590" y="659"/>
                    <a:pt x="615" y="665"/>
                    <a:pt x="640" y="665"/>
                  </a:cubicBezTo>
                  <a:cubicBezTo>
                    <a:pt x="665" y="665"/>
                    <a:pt x="690" y="659"/>
                    <a:pt x="703" y="646"/>
                  </a:cubicBezTo>
                  <a:lnTo>
                    <a:pt x="1154" y="395"/>
                  </a:lnTo>
                  <a:cubicBezTo>
                    <a:pt x="1179" y="370"/>
                    <a:pt x="1179" y="345"/>
                    <a:pt x="1154" y="320"/>
                  </a:cubicBezTo>
                  <a:lnTo>
                    <a:pt x="602" y="20"/>
                  </a:lnTo>
                  <a:cubicBezTo>
                    <a:pt x="590" y="7"/>
                    <a:pt x="565" y="1"/>
                    <a:pt x="540"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44"/>
            <p:cNvSpPr/>
            <p:nvPr/>
          </p:nvSpPr>
          <p:spPr>
            <a:xfrm>
              <a:off x="3464425" y="2318325"/>
              <a:ext cx="26975" cy="15050"/>
            </a:xfrm>
            <a:custGeom>
              <a:avLst/>
              <a:gdLst/>
              <a:ahLst/>
              <a:cxnLst/>
              <a:rect l="l" t="t" r="r" b="b"/>
              <a:pathLst>
                <a:path w="1079" h="602" extrusionOk="0">
                  <a:moveTo>
                    <a:pt x="452" y="0"/>
                  </a:moveTo>
                  <a:cubicBezTo>
                    <a:pt x="452" y="0"/>
                    <a:pt x="1" y="276"/>
                    <a:pt x="1" y="276"/>
                  </a:cubicBezTo>
                  <a:lnTo>
                    <a:pt x="552" y="577"/>
                  </a:lnTo>
                  <a:cubicBezTo>
                    <a:pt x="552" y="602"/>
                    <a:pt x="577" y="602"/>
                    <a:pt x="577" y="602"/>
                  </a:cubicBezTo>
                  <a:cubicBezTo>
                    <a:pt x="602" y="602"/>
                    <a:pt x="627" y="602"/>
                    <a:pt x="627" y="577"/>
                  </a:cubicBezTo>
                  <a:cubicBezTo>
                    <a:pt x="627" y="577"/>
                    <a:pt x="1079" y="326"/>
                    <a:pt x="1079" y="326"/>
                  </a:cubicBezTo>
                  <a:lnTo>
                    <a:pt x="527"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44"/>
            <p:cNvSpPr/>
            <p:nvPr/>
          </p:nvSpPr>
          <p:spPr>
            <a:xfrm>
              <a:off x="3519575" y="2328975"/>
              <a:ext cx="11300" cy="12550"/>
            </a:xfrm>
            <a:custGeom>
              <a:avLst/>
              <a:gdLst/>
              <a:ahLst/>
              <a:cxnLst/>
              <a:rect l="l" t="t" r="r" b="b"/>
              <a:pathLst>
                <a:path w="452" h="502" extrusionOk="0">
                  <a:moveTo>
                    <a:pt x="452" y="1"/>
                  </a:moveTo>
                  <a:lnTo>
                    <a:pt x="0" y="276"/>
                  </a:lnTo>
                  <a:lnTo>
                    <a:pt x="0" y="502"/>
                  </a:lnTo>
                  <a:lnTo>
                    <a:pt x="452" y="251"/>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44"/>
            <p:cNvSpPr/>
            <p:nvPr/>
          </p:nvSpPr>
          <p:spPr>
            <a:xfrm>
              <a:off x="3502650" y="2327725"/>
              <a:ext cx="13825" cy="13800"/>
            </a:xfrm>
            <a:custGeom>
              <a:avLst/>
              <a:gdLst/>
              <a:ahLst/>
              <a:cxnLst/>
              <a:rect l="l" t="t" r="r" b="b"/>
              <a:pathLst>
                <a:path w="553" h="552" extrusionOk="0">
                  <a:moveTo>
                    <a:pt x="1" y="0"/>
                  </a:moveTo>
                  <a:lnTo>
                    <a:pt x="1" y="251"/>
                  </a:lnTo>
                  <a:lnTo>
                    <a:pt x="552" y="552"/>
                  </a:lnTo>
                  <a:lnTo>
                    <a:pt x="552" y="326"/>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44"/>
            <p:cNvSpPr/>
            <p:nvPr/>
          </p:nvSpPr>
          <p:spPr>
            <a:xfrm>
              <a:off x="3608550" y="23365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44"/>
            <p:cNvSpPr/>
            <p:nvPr/>
          </p:nvSpPr>
          <p:spPr>
            <a:xfrm>
              <a:off x="3607925" y="2335875"/>
              <a:ext cx="650" cy="6275"/>
            </a:xfrm>
            <a:custGeom>
              <a:avLst/>
              <a:gdLst/>
              <a:ahLst/>
              <a:cxnLst/>
              <a:rect l="l" t="t" r="r" b="b"/>
              <a:pathLst>
                <a:path w="26" h="251" extrusionOk="0">
                  <a:moveTo>
                    <a:pt x="0" y="0"/>
                  </a:moveTo>
                  <a:lnTo>
                    <a:pt x="0" y="251"/>
                  </a:lnTo>
                  <a:lnTo>
                    <a:pt x="25" y="251"/>
                  </a:lnTo>
                  <a:lnTo>
                    <a:pt x="25" y="25"/>
                  </a:lnTo>
                  <a:cubicBezTo>
                    <a:pt x="25" y="0"/>
                    <a:pt x="25"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44"/>
            <p:cNvSpPr/>
            <p:nvPr/>
          </p:nvSpPr>
          <p:spPr>
            <a:xfrm>
              <a:off x="3607925" y="23358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44"/>
            <p:cNvSpPr/>
            <p:nvPr/>
          </p:nvSpPr>
          <p:spPr>
            <a:xfrm>
              <a:off x="3607925" y="23358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44"/>
            <p:cNvSpPr/>
            <p:nvPr/>
          </p:nvSpPr>
          <p:spPr>
            <a:xfrm>
              <a:off x="3607925" y="23358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44"/>
            <p:cNvSpPr/>
            <p:nvPr/>
          </p:nvSpPr>
          <p:spPr>
            <a:xfrm>
              <a:off x="3607300" y="233587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44"/>
            <p:cNvSpPr/>
            <p:nvPr/>
          </p:nvSpPr>
          <p:spPr>
            <a:xfrm>
              <a:off x="3607300" y="2335875"/>
              <a:ext cx="25" cy="6275"/>
            </a:xfrm>
            <a:custGeom>
              <a:avLst/>
              <a:gdLst/>
              <a:ahLst/>
              <a:cxnLst/>
              <a:rect l="l" t="t" r="r" b="b"/>
              <a:pathLst>
                <a:path w="1" h="251" extrusionOk="0">
                  <a:moveTo>
                    <a:pt x="0" y="0"/>
                  </a:moveTo>
                  <a:lnTo>
                    <a:pt x="0" y="251"/>
                  </a:lnTo>
                  <a:lnTo>
                    <a:pt x="0" y="251"/>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44"/>
            <p:cNvSpPr/>
            <p:nvPr/>
          </p:nvSpPr>
          <p:spPr>
            <a:xfrm>
              <a:off x="3607300" y="23358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44"/>
            <p:cNvSpPr/>
            <p:nvPr/>
          </p:nvSpPr>
          <p:spPr>
            <a:xfrm>
              <a:off x="3606675" y="233587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44"/>
            <p:cNvSpPr/>
            <p:nvPr/>
          </p:nvSpPr>
          <p:spPr>
            <a:xfrm>
              <a:off x="3606675" y="23358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44"/>
            <p:cNvSpPr/>
            <p:nvPr/>
          </p:nvSpPr>
          <p:spPr>
            <a:xfrm>
              <a:off x="3606050" y="2335875"/>
              <a:ext cx="650" cy="6275"/>
            </a:xfrm>
            <a:custGeom>
              <a:avLst/>
              <a:gdLst/>
              <a:ahLst/>
              <a:cxnLst/>
              <a:rect l="l" t="t" r="r" b="b"/>
              <a:pathLst>
                <a:path w="26" h="251" extrusionOk="0">
                  <a:moveTo>
                    <a:pt x="25" y="0"/>
                  </a:moveTo>
                  <a:cubicBezTo>
                    <a:pt x="25" y="25"/>
                    <a:pt x="0" y="25"/>
                    <a:pt x="0" y="25"/>
                  </a:cubicBez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44"/>
            <p:cNvSpPr/>
            <p:nvPr/>
          </p:nvSpPr>
          <p:spPr>
            <a:xfrm>
              <a:off x="3502025" y="2319100"/>
              <a:ext cx="29475" cy="16800"/>
            </a:xfrm>
            <a:custGeom>
              <a:avLst/>
              <a:gdLst/>
              <a:ahLst/>
              <a:cxnLst/>
              <a:rect l="l" t="t" r="r" b="b"/>
              <a:pathLst>
                <a:path w="1179" h="672" extrusionOk="0">
                  <a:moveTo>
                    <a:pt x="539" y="1"/>
                  </a:moveTo>
                  <a:cubicBezTo>
                    <a:pt x="514" y="1"/>
                    <a:pt x="489" y="7"/>
                    <a:pt x="477" y="20"/>
                  </a:cubicBezTo>
                  <a:lnTo>
                    <a:pt x="26" y="270"/>
                  </a:lnTo>
                  <a:cubicBezTo>
                    <a:pt x="1" y="295"/>
                    <a:pt x="1" y="320"/>
                    <a:pt x="26" y="345"/>
                  </a:cubicBezTo>
                  <a:lnTo>
                    <a:pt x="577" y="671"/>
                  </a:lnTo>
                  <a:lnTo>
                    <a:pt x="702" y="671"/>
                  </a:lnTo>
                  <a:lnTo>
                    <a:pt x="1154" y="396"/>
                  </a:lnTo>
                  <a:cubicBezTo>
                    <a:pt x="1179" y="370"/>
                    <a:pt x="1179" y="345"/>
                    <a:pt x="1154" y="320"/>
                  </a:cubicBezTo>
                  <a:lnTo>
                    <a:pt x="602" y="20"/>
                  </a:lnTo>
                  <a:cubicBezTo>
                    <a:pt x="590" y="7"/>
                    <a:pt x="565" y="1"/>
                    <a:pt x="539"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44"/>
            <p:cNvSpPr/>
            <p:nvPr/>
          </p:nvSpPr>
          <p:spPr>
            <a:xfrm>
              <a:off x="3503275" y="2318950"/>
              <a:ext cx="26975" cy="15075"/>
            </a:xfrm>
            <a:custGeom>
              <a:avLst/>
              <a:gdLst/>
              <a:ahLst/>
              <a:cxnLst/>
              <a:rect l="l" t="t" r="r" b="b"/>
              <a:pathLst>
                <a:path w="1079" h="603" extrusionOk="0">
                  <a:moveTo>
                    <a:pt x="502" y="1"/>
                  </a:moveTo>
                  <a:cubicBezTo>
                    <a:pt x="477" y="1"/>
                    <a:pt x="452" y="1"/>
                    <a:pt x="452" y="26"/>
                  </a:cubicBezTo>
                  <a:lnTo>
                    <a:pt x="1" y="276"/>
                  </a:lnTo>
                  <a:lnTo>
                    <a:pt x="552" y="602"/>
                  </a:lnTo>
                  <a:lnTo>
                    <a:pt x="627" y="602"/>
                  </a:lnTo>
                  <a:cubicBezTo>
                    <a:pt x="627" y="602"/>
                    <a:pt x="1078" y="326"/>
                    <a:pt x="1078" y="326"/>
                  </a:cubicBezTo>
                  <a:lnTo>
                    <a:pt x="527" y="26"/>
                  </a:lnTo>
                  <a:cubicBezTo>
                    <a:pt x="527" y="1"/>
                    <a:pt x="502" y="1"/>
                    <a:pt x="502" y="1"/>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44"/>
            <p:cNvSpPr/>
            <p:nvPr/>
          </p:nvSpPr>
          <p:spPr>
            <a:xfrm>
              <a:off x="3518950" y="2335875"/>
              <a:ext cx="650" cy="5650"/>
            </a:xfrm>
            <a:custGeom>
              <a:avLst/>
              <a:gdLst/>
              <a:ahLst/>
              <a:cxnLst/>
              <a:rect l="l" t="t" r="r" b="b"/>
              <a:pathLst>
                <a:path w="26" h="226" extrusionOk="0">
                  <a:moveTo>
                    <a:pt x="0" y="0"/>
                  </a:moveTo>
                  <a:lnTo>
                    <a:pt x="0" y="226"/>
                  </a:lnTo>
                  <a:lnTo>
                    <a:pt x="25" y="226"/>
                  </a:lnTo>
                  <a:lnTo>
                    <a:pt x="25"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44"/>
            <p:cNvSpPr/>
            <p:nvPr/>
          </p:nvSpPr>
          <p:spPr>
            <a:xfrm>
              <a:off x="3518950" y="2335875"/>
              <a:ext cx="25" cy="6275"/>
            </a:xfrm>
            <a:custGeom>
              <a:avLst/>
              <a:gdLst/>
              <a:ahLst/>
              <a:cxnLst/>
              <a:rect l="l" t="t" r="r" b="b"/>
              <a:pathLst>
                <a:path w="1" h="251" extrusionOk="0">
                  <a:moveTo>
                    <a:pt x="0" y="0"/>
                  </a:moveTo>
                  <a:lnTo>
                    <a:pt x="0" y="226"/>
                  </a:lnTo>
                  <a:cubicBezTo>
                    <a:pt x="0" y="251"/>
                    <a:pt x="0" y="251"/>
                    <a:pt x="0" y="251"/>
                  </a:cubicBezTo>
                  <a:lnTo>
                    <a:pt x="0" y="0"/>
                  </a:lnTo>
                  <a:cubicBezTo>
                    <a:pt x="0" y="0"/>
                    <a:pt x="0" y="0"/>
                    <a:pt x="0"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44"/>
            <p:cNvSpPr/>
            <p:nvPr/>
          </p:nvSpPr>
          <p:spPr>
            <a:xfrm>
              <a:off x="3518325" y="2335875"/>
              <a:ext cx="650" cy="6275"/>
            </a:xfrm>
            <a:custGeom>
              <a:avLst/>
              <a:gdLst/>
              <a:ahLst/>
              <a:cxnLst/>
              <a:rect l="l" t="t" r="r" b="b"/>
              <a:pathLst>
                <a:path w="26" h="251" extrusionOk="0">
                  <a:moveTo>
                    <a:pt x="0" y="0"/>
                  </a:moveTo>
                  <a:lnTo>
                    <a:pt x="0" y="251"/>
                  </a:lnTo>
                  <a:lnTo>
                    <a:pt x="25" y="251"/>
                  </a:lnTo>
                  <a:lnTo>
                    <a:pt x="25"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44"/>
            <p:cNvSpPr/>
            <p:nvPr/>
          </p:nvSpPr>
          <p:spPr>
            <a:xfrm>
              <a:off x="3518325" y="23358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44"/>
            <p:cNvSpPr/>
            <p:nvPr/>
          </p:nvSpPr>
          <p:spPr>
            <a:xfrm>
              <a:off x="3517700" y="2335875"/>
              <a:ext cx="650" cy="6275"/>
            </a:xfrm>
            <a:custGeom>
              <a:avLst/>
              <a:gdLst/>
              <a:ahLst/>
              <a:cxnLst/>
              <a:rect l="l" t="t" r="r" b="b"/>
              <a:pathLst>
                <a:path w="26" h="251" extrusionOk="0">
                  <a:moveTo>
                    <a:pt x="0" y="0"/>
                  </a:moveTo>
                  <a:lnTo>
                    <a:pt x="0" y="251"/>
                  </a:lnTo>
                  <a:lnTo>
                    <a:pt x="25" y="251"/>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44"/>
            <p:cNvSpPr/>
            <p:nvPr/>
          </p:nvSpPr>
          <p:spPr>
            <a:xfrm>
              <a:off x="3517700" y="23358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44"/>
            <p:cNvSpPr/>
            <p:nvPr/>
          </p:nvSpPr>
          <p:spPr>
            <a:xfrm>
              <a:off x="3517700" y="23358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44"/>
            <p:cNvSpPr/>
            <p:nvPr/>
          </p:nvSpPr>
          <p:spPr>
            <a:xfrm>
              <a:off x="3517075" y="2335875"/>
              <a:ext cx="650" cy="6275"/>
            </a:xfrm>
            <a:custGeom>
              <a:avLst/>
              <a:gdLst/>
              <a:ahLst/>
              <a:cxnLst/>
              <a:rect l="l" t="t" r="r" b="b"/>
              <a:pathLst>
                <a:path w="26" h="251" extrusionOk="0">
                  <a:moveTo>
                    <a:pt x="0" y="0"/>
                  </a:moveTo>
                  <a:lnTo>
                    <a:pt x="0" y="251"/>
                  </a:lnTo>
                  <a:lnTo>
                    <a:pt x="25" y="251"/>
                  </a:lnTo>
                  <a:lnTo>
                    <a:pt x="25"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44"/>
            <p:cNvSpPr/>
            <p:nvPr/>
          </p:nvSpPr>
          <p:spPr>
            <a:xfrm>
              <a:off x="3517075" y="2335875"/>
              <a:ext cx="25" cy="6275"/>
            </a:xfrm>
            <a:custGeom>
              <a:avLst/>
              <a:gdLst/>
              <a:ahLst/>
              <a:cxnLst/>
              <a:rect l="l" t="t" r="r" b="b"/>
              <a:pathLst>
                <a:path w="1" h="251" extrusionOk="0">
                  <a:moveTo>
                    <a:pt x="0" y="0"/>
                  </a:moveTo>
                  <a:lnTo>
                    <a:pt x="0" y="251"/>
                  </a:lnTo>
                  <a:cubicBezTo>
                    <a:pt x="0" y="251"/>
                    <a:pt x="0" y="251"/>
                    <a:pt x="0" y="226"/>
                  </a:cubicBezTo>
                  <a:lnTo>
                    <a:pt x="0" y="0"/>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44"/>
            <p:cNvSpPr/>
            <p:nvPr/>
          </p:nvSpPr>
          <p:spPr>
            <a:xfrm>
              <a:off x="3516450" y="2335875"/>
              <a:ext cx="650" cy="5650"/>
            </a:xfrm>
            <a:custGeom>
              <a:avLst/>
              <a:gdLst/>
              <a:ahLst/>
              <a:cxnLst/>
              <a:rect l="l" t="t" r="r" b="b"/>
              <a:pathLst>
                <a:path w="26" h="226" extrusionOk="0">
                  <a:moveTo>
                    <a:pt x="25" y="0"/>
                  </a:moveTo>
                  <a:lnTo>
                    <a:pt x="0" y="226"/>
                  </a:lnTo>
                  <a:lnTo>
                    <a:pt x="25" y="226"/>
                  </a:lnTo>
                  <a:lnTo>
                    <a:pt x="25"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44"/>
            <p:cNvSpPr/>
            <p:nvPr/>
          </p:nvSpPr>
          <p:spPr>
            <a:xfrm>
              <a:off x="3516450" y="2335875"/>
              <a:ext cx="650" cy="5650"/>
            </a:xfrm>
            <a:custGeom>
              <a:avLst/>
              <a:gdLst/>
              <a:ahLst/>
              <a:cxnLst/>
              <a:rect l="l" t="t" r="r" b="b"/>
              <a:pathLst>
                <a:path w="26" h="226" extrusionOk="0">
                  <a:moveTo>
                    <a:pt x="0" y="0"/>
                  </a:moveTo>
                  <a:lnTo>
                    <a:pt x="0" y="226"/>
                  </a:lnTo>
                  <a:lnTo>
                    <a:pt x="25"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44"/>
            <p:cNvSpPr/>
            <p:nvPr/>
          </p:nvSpPr>
          <p:spPr>
            <a:xfrm>
              <a:off x="3445000" y="2329600"/>
              <a:ext cx="11325" cy="12550"/>
            </a:xfrm>
            <a:custGeom>
              <a:avLst/>
              <a:gdLst/>
              <a:ahLst/>
              <a:cxnLst/>
              <a:rect l="l" t="t" r="r" b="b"/>
              <a:pathLst>
                <a:path w="453" h="502" extrusionOk="0">
                  <a:moveTo>
                    <a:pt x="452" y="1"/>
                  </a:moveTo>
                  <a:lnTo>
                    <a:pt x="1" y="251"/>
                  </a:lnTo>
                  <a:lnTo>
                    <a:pt x="1" y="502"/>
                  </a:lnTo>
                  <a:lnTo>
                    <a:pt x="452" y="226"/>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44"/>
            <p:cNvSpPr/>
            <p:nvPr/>
          </p:nvSpPr>
          <p:spPr>
            <a:xfrm>
              <a:off x="3558425" y="2330225"/>
              <a:ext cx="11300" cy="11925"/>
            </a:xfrm>
            <a:custGeom>
              <a:avLst/>
              <a:gdLst/>
              <a:ahLst/>
              <a:cxnLst/>
              <a:rect l="l" t="t" r="r" b="b"/>
              <a:pathLst>
                <a:path w="452" h="477" extrusionOk="0">
                  <a:moveTo>
                    <a:pt x="451" y="1"/>
                  </a:moveTo>
                  <a:lnTo>
                    <a:pt x="0" y="251"/>
                  </a:lnTo>
                  <a:lnTo>
                    <a:pt x="0" y="477"/>
                  </a:lnTo>
                  <a:lnTo>
                    <a:pt x="451" y="226"/>
                  </a:lnTo>
                  <a:lnTo>
                    <a:pt x="451"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44"/>
            <p:cNvSpPr/>
            <p:nvPr/>
          </p:nvSpPr>
          <p:spPr>
            <a:xfrm>
              <a:off x="3406175" y="23352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44"/>
            <p:cNvSpPr/>
            <p:nvPr/>
          </p:nvSpPr>
          <p:spPr>
            <a:xfrm>
              <a:off x="3406175" y="2335250"/>
              <a:ext cx="25" cy="6275"/>
            </a:xfrm>
            <a:custGeom>
              <a:avLst/>
              <a:gdLst/>
              <a:ahLst/>
              <a:cxnLst/>
              <a:rect l="l" t="t" r="r" b="b"/>
              <a:pathLst>
                <a:path w="1" h="251" extrusionOk="0">
                  <a:moveTo>
                    <a:pt x="0" y="0"/>
                  </a:moveTo>
                  <a:lnTo>
                    <a:pt x="0" y="226"/>
                  </a:lnTo>
                  <a:cubicBezTo>
                    <a:pt x="0" y="226"/>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44"/>
            <p:cNvSpPr/>
            <p:nvPr/>
          </p:nvSpPr>
          <p:spPr>
            <a:xfrm>
              <a:off x="3405525" y="2335250"/>
              <a:ext cx="675" cy="6275"/>
            </a:xfrm>
            <a:custGeom>
              <a:avLst/>
              <a:gdLst/>
              <a:ahLst/>
              <a:cxnLst/>
              <a:rect l="l" t="t" r="r" b="b"/>
              <a:pathLst>
                <a:path w="27"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44"/>
            <p:cNvSpPr/>
            <p:nvPr/>
          </p:nvSpPr>
          <p:spPr>
            <a:xfrm>
              <a:off x="3405525" y="2335250"/>
              <a:ext cx="25" cy="6275"/>
            </a:xfrm>
            <a:custGeom>
              <a:avLst/>
              <a:gdLst/>
              <a:ahLst/>
              <a:cxnLst/>
              <a:rect l="l" t="t" r="r" b="b"/>
              <a:pathLst>
                <a:path w="1" h="251" extrusionOk="0">
                  <a:moveTo>
                    <a:pt x="1" y="0"/>
                  </a:moveTo>
                  <a:lnTo>
                    <a:pt x="1" y="251"/>
                  </a:lnTo>
                  <a:lnTo>
                    <a:pt x="1" y="251"/>
                  </a:lnTo>
                  <a:lnTo>
                    <a:pt x="1" y="25"/>
                  </a:lnTo>
                  <a:cubicBezTo>
                    <a:pt x="1"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44"/>
            <p:cNvSpPr/>
            <p:nvPr/>
          </p:nvSpPr>
          <p:spPr>
            <a:xfrm>
              <a:off x="3405525" y="2335875"/>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44"/>
            <p:cNvSpPr/>
            <p:nvPr/>
          </p:nvSpPr>
          <p:spPr>
            <a:xfrm>
              <a:off x="3405525" y="2335875"/>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44"/>
            <p:cNvSpPr/>
            <p:nvPr/>
          </p:nvSpPr>
          <p:spPr>
            <a:xfrm>
              <a:off x="3405525" y="23358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44"/>
            <p:cNvSpPr/>
            <p:nvPr/>
          </p:nvSpPr>
          <p:spPr>
            <a:xfrm>
              <a:off x="3405525" y="2335875"/>
              <a:ext cx="25" cy="6275"/>
            </a:xfrm>
            <a:custGeom>
              <a:avLst/>
              <a:gdLst/>
              <a:ahLst/>
              <a:cxnLst/>
              <a:rect l="l" t="t" r="r" b="b"/>
              <a:pathLst>
                <a:path w="1" h="251" extrusionOk="0">
                  <a:moveTo>
                    <a:pt x="1" y="0"/>
                  </a:moveTo>
                  <a:lnTo>
                    <a:pt x="1" y="251"/>
                  </a:lnTo>
                  <a:lnTo>
                    <a:pt x="1" y="25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44"/>
            <p:cNvSpPr/>
            <p:nvPr/>
          </p:nvSpPr>
          <p:spPr>
            <a:xfrm>
              <a:off x="3542125" y="2328350"/>
              <a:ext cx="13175" cy="13800"/>
            </a:xfrm>
            <a:custGeom>
              <a:avLst/>
              <a:gdLst/>
              <a:ahLst/>
              <a:cxnLst/>
              <a:rect l="l" t="t" r="r" b="b"/>
              <a:pathLst>
                <a:path w="527" h="552" extrusionOk="0">
                  <a:moveTo>
                    <a:pt x="1" y="0"/>
                  </a:moveTo>
                  <a:lnTo>
                    <a:pt x="1" y="251"/>
                  </a:lnTo>
                  <a:lnTo>
                    <a:pt x="527" y="552"/>
                  </a:lnTo>
                  <a:lnTo>
                    <a:pt x="527" y="326"/>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44"/>
            <p:cNvSpPr/>
            <p:nvPr/>
          </p:nvSpPr>
          <p:spPr>
            <a:xfrm>
              <a:off x="3420575" y="2328350"/>
              <a:ext cx="13800" cy="13800"/>
            </a:xfrm>
            <a:custGeom>
              <a:avLst/>
              <a:gdLst/>
              <a:ahLst/>
              <a:cxnLst/>
              <a:rect l="l" t="t" r="r" b="b"/>
              <a:pathLst>
                <a:path w="552" h="552" extrusionOk="0">
                  <a:moveTo>
                    <a:pt x="0" y="0"/>
                  </a:moveTo>
                  <a:lnTo>
                    <a:pt x="0" y="251"/>
                  </a:lnTo>
                  <a:lnTo>
                    <a:pt x="552" y="552"/>
                  </a:lnTo>
                  <a:lnTo>
                    <a:pt x="552" y="3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44"/>
            <p:cNvSpPr/>
            <p:nvPr/>
          </p:nvSpPr>
          <p:spPr>
            <a:xfrm>
              <a:off x="3557800" y="2336500"/>
              <a:ext cx="650" cy="6275"/>
            </a:xfrm>
            <a:custGeom>
              <a:avLst/>
              <a:gdLst/>
              <a:ahLst/>
              <a:cxnLst/>
              <a:rect l="l" t="t" r="r" b="b"/>
              <a:pathLst>
                <a:path w="26" h="251" extrusionOk="0">
                  <a:moveTo>
                    <a:pt x="25" y="0"/>
                  </a:moveTo>
                  <a:lnTo>
                    <a:pt x="0" y="251"/>
                  </a:lnTo>
                  <a:cubicBezTo>
                    <a:pt x="25" y="251"/>
                    <a:pt x="25" y="251"/>
                    <a:pt x="25" y="226"/>
                  </a:cubicBezTo>
                  <a:lnTo>
                    <a:pt x="25"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44"/>
            <p:cNvSpPr/>
            <p:nvPr/>
          </p:nvSpPr>
          <p:spPr>
            <a:xfrm>
              <a:off x="3557800" y="2336500"/>
              <a:ext cx="650" cy="6275"/>
            </a:xfrm>
            <a:custGeom>
              <a:avLst/>
              <a:gdLst/>
              <a:ahLst/>
              <a:cxnLst/>
              <a:rect l="l" t="t" r="r" b="b"/>
              <a:pathLst>
                <a:path w="26" h="251" extrusionOk="0">
                  <a:moveTo>
                    <a:pt x="25" y="0"/>
                  </a:moveTo>
                  <a:cubicBezTo>
                    <a:pt x="0" y="0"/>
                    <a:pt x="0" y="0"/>
                    <a:pt x="0" y="25"/>
                  </a:cubicBezTo>
                  <a:lnTo>
                    <a:pt x="0" y="251"/>
                  </a:lnTo>
                  <a:lnTo>
                    <a:pt x="25" y="251"/>
                  </a:ln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44"/>
            <p:cNvSpPr/>
            <p:nvPr/>
          </p:nvSpPr>
          <p:spPr>
            <a:xfrm>
              <a:off x="3557175" y="2336500"/>
              <a:ext cx="650" cy="6275"/>
            </a:xfrm>
            <a:custGeom>
              <a:avLst/>
              <a:gdLst/>
              <a:ahLst/>
              <a:cxnLst/>
              <a:rect l="l" t="t" r="r" b="b"/>
              <a:pathLst>
                <a:path w="26" h="251" extrusionOk="0">
                  <a:moveTo>
                    <a:pt x="25" y="0"/>
                  </a:moveTo>
                  <a:cubicBezTo>
                    <a:pt x="25" y="25"/>
                    <a:pt x="25" y="25"/>
                    <a:pt x="0" y="25"/>
                  </a:cubicBezTo>
                  <a:lnTo>
                    <a:pt x="0" y="251"/>
                  </a:lnTo>
                  <a:lnTo>
                    <a:pt x="25" y="251"/>
                  </a:lnTo>
                  <a:lnTo>
                    <a:pt x="25"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44"/>
            <p:cNvSpPr/>
            <p:nvPr/>
          </p:nvSpPr>
          <p:spPr>
            <a:xfrm>
              <a:off x="3557175" y="23371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44"/>
            <p:cNvSpPr/>
            <p:nvPr/>
          </p:nvSpPr>
          <p:spPr>
            <a:xfrm>
              <a:off x="3557175" y="2337125"/>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44"/>
            <p:cNvSpPr/>
            <p:nvPr/>
          </p:nvSpPr>
          <p:spPr>
            <a:xfrm>
              <a:off x="3556550" y="2337125"/>
              <a:ext cx="650" cy="5650"/>
            </a:xfrm>
            <a:custGeom>
              <a:avLst/>
              <a:gdLst/>
              <a:ahLst/>
              <a:cxnLst/>
              <a:rect l="l" t="t" r="r" b="b"/>
              <a:pathLst>
                <a:path w="26" h="226" extrusionOk="0">
                  <a:moveTo>
                    <a:pt x="0" y="0"/>
                  </a:moveTo>
                  <a:lnTo>
                    <a:pt x="0" y="226"/>
                  </a:lnTo>
                  <a:lnTo>
                    <a:pt x="25" y="226"/>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44"/>
            <p:cNvSpPr/>
            <p:nvPr/>
          </p:nvSpPr>
          <p:spPr>
            <a:xfrm>
              <a:off x="3556550" y="23371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44"/>
            <p:cNvSpPr/>
            <p:nvPr/>
          </p:nvSpPr>
          <p:spPr>
            <a:xfrm>
              <a:off x="3555925" y="2336500"/>
              <a:ext cx="650" cy="6275"/>
            </a:xfrm>
            <a:custGeom>
              <a:avLst/>
              <a:gdLst/>
              <a:ahLst/>
              <a:cxnLst/>
              <a:rect l="l" t="t" r="r" b="b"/>
              <a:pathLst>
                <a:path w="26" h="251" extrusionOk="0">
                  <a:moveTo>
                    <a:pt x="25" y="0"/>
                  </a:moveTo>
                  <a:lnTo>
                    <a:pt x="0" y="251"/>
                  </a:lnTo>
                  <a:lnTo>
                    <a:pt x="25" y="251"/>
                  </a:lnTo>
                  <a:lnTo>
                    <a:pt x="25" y="25"/>
                  </a:lnTo>
                  <a:cubicBezTo>
                    <a:pt x="25" y="25"/>
                    <a:pt x="25" y="0"/>
                    <a:pt x="25"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44"/>
            <p:cNvSpPr/>
            <p:nvPr/>
          </p:nvSpPr>
          <p:spPr>
            <a:xfrm>
              <a:off x="3555925" y="2336500"/>
              <a:ext cx="650" cy="6275"/>
            </a:xfrm>
            <a:custGeom>
              <a:avLst/>
              <a:gdLst/>
              <a:ahLst/>
              <a:cxnLst/>
              <a:rect l="l" t="t" r="r" b="b"/>
              <a:pathLst>
                <a:path w="26" h="251" extrusionOk="0">
                  <a:moveTo>
                    <a:pt x="0" y="0"/>
                  </a:moveTo>
                  <a:lnTo>
                    <a:pt x="0" y="251"/>
                  </a:lnTo>
                  <a:lnTo>
                    <a:pt x="25" y="0"/>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44"/>
            <p:cNvSpPr/>
            <p:nvPr/>
          </p:nvSpPr>
          <p:spPr>
            <a:xfrm>
              <a:off x="3555925" y="23365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44"/>
            <p:cNvSpPr/>
            <p:nvPr/>
          </p:nvSpPr>
          <p:spPr>
            <a:xfrm>
              <a:off x="3555275" y="2336500"/>
              <a:ext cx="675" cy="6275"/>
            </a:xfrm>
            <a:custGeom>
              <a:avLst/>
              <a:gdLst/>
              <a:ahLst/>
              <a:cxnLst/>
              <a:rect l="l" t="t" r="r" b="b"/>
              <a:pathLst>
                <a:path w="27" h="251" extrusionOk="0">
                  <a:moveTo>
                    <a:pt x="1" y="0"/>
                  </a:moveTo>
                  <a:lnTo>
                    <a:pt x="1" y="226"/>
                  </a:lnTo>
                  <a:cubicBezTo>
                    <a:pt x="1" y="251"/>
                    <a:pt x="1" y="251"/>
                    <a:pt x="26" y="251"/>
                  </a:cubicBezTo>
                  <a:lnTo>
                    <a:pt x="26"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44"/>
            <p:cNvSpPr/>
            <p:nvPr/>
          </p:nvSpPr>
          <p:spPr>
            <a:xfrm>
              <a:off x="3540875" y="2319725"/>
              <a:ext cx="29475" cy="17275"/>
            </a:xfrm>
            <a:custGeom>
              <a:avLst/>
              <a:gdLst/>
              <a:ahLst/>
              <a:cxnLst/>
              <a:rect l="l" t="t" r="r" b="b"/>
              <a:pathLst>
                <a:path w="1179" h="691" extrusionOk="0">
                  <a:moveTo>
                    <a:pt x="549" y="1"/>
                  </a:moveTo>
                  <a:cubicBezTo>
                    <a:pt x="527" y="1"/>
                    <a:pt x="502" y="7"/>
                    <a:pt x="477" y="20"/>
                  </a:cubicBezTo>
                  <a:lnTo>
                    <a:pt x="51" y="270"/>
                  </a:lnTo>
                  <a:cubicBezTo>
                    <a:pt x="1" y="295"/>
                    <a:pt x="1" y="345"/>
                    <a:pt x="51" y="345"/>
                  </a:cubicBezTo>
                  <a:lnTo>
                    <a:pt x="577" y="671"/>
                  </a:lnTo>
                  <a:cubicBezTo>
                    <a:pt x="602" y="684"/>
                    <a:pt x="627" y="690"/>
                    <a:pt x="649" y="690"/>
                  </a:cubicBezTo>
                  <a:cubicBezTo>
                    <a:pt x="671" y="690"/>
                    <a:pt x="690" y="684"/>
                    <a:pt x="702" y="671"/>
                  </a:cubicBezTo>
                  <a:lnTo>
                    <a:pt x="1153" y="421"/>
                  </a:lnTo>
                  <a:cubicBezTo>
                    <a:pt x="1178" y="396"/>
                    <a:pt x="1178" y="371"/>
                    <a:pt x="1153" y="345"/>
                  </a:cubicBezTo>
                  <a:lnTo>
                    <a:pt x="602" y="20"/>
                  </a:lnTo>
                  <a:cubicBezTo>
                    <a:pt x="590" y="7"/>
                    <a:pt x="571" y="1"/>
                    <a:pt x="549"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44"/>
            <p:cNvSpPr/>
            <p:nvPr/>
          </p:nvSpPr>
          <p:spPr>
            <a:xfrm>
              <a:off x="3542125" y="2320200"/>
              <a:ext cx="26975" cy="14450"/>
            </a:xfrm>
            <a:custGeom>
              <a:avLst/>
              <a:gdLst/>
              <a:ahLst/>
              <a:cxnLst/>
              <a:rect l="l" t="t" r="r" b="b"/>
              <a:pathLst>
                <a:path w="1079" h="578" extrusionOk="0">
                  <a:moveTo>
                    <a:pt x="452" y="1"/>
                  </a:moveTo>
                  <a:cubicBezTo>
                    <a:pt x="452" y="1"/>
                    <a:pt x="1" y="251"/>
                    <a:pt x="1" y="251"/>
                  </a:cubicBezTo>
                  <a:cubicBezTo>
                    <a:pt x="1" y="251"/>
                    <a:pt x="1" y="276"/>
                    <a:pt x="1" y="276"/>
                  </a:cubicBezTo>
                  <a:lnTo>
                    <a:pt x="552" y="577"/>
                  </a:lnTo>
                  <a:lnTo>
                    <a:pt x="652" y="577"/>
                  </a:lnTo>
                  <a:cubicBezTo>
                    <a:pt x="652" y="577"/>
                    <a:pt x="1078" y="326"/>
                    <a:pt x="1078" y="326"/>
                  </a:cubicBezTo>
                  <a:cubicBezTo>
                    <a:pt x="1078" y="326"/>
                    <a:pt x="1078" y="326"/>
                    <a:pt x="1078" y="301"/>
                  </a:cubicBezTo>
                  <a:lnTo>
                    <a:pt x="552"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44"/>
            <p:cNvSpPr/>
            <p:nvPr/>
          </p:nvSpPr>
          <p:spPr>
            <a:xfrm>
              <a:off x="3484475" y="2330225"/>
              <a:ext cx="10675" cy="12550"/>
            </a:xfrm>
            <a:custGeom>
              <a:avLst/>
              <a:gdLst/>
              <a:ahLst/>
              <a:cxnLst/>
              <a:rect l="l" t="t" r="r" b="b"/>
              <a:pathLst>
                <a:path w="427" h="502" extrusionOk="0">
                  <a:moveTo>
                    <a:pt x="427" y="1"/>
                  </a:moveTo>
                  <a:lnTo>
                    <a:pt x="1" y="251"/>
                  </a:lnTo>
                  <a:lnTo>
                    <a:pt x="1" y="502"/>
                  </a:lnTo>
                  <a:lnTo>
                    <a:pt x="427" y="251"/>
                  </a:lnTo>
                  <a:lnTo>
                    <a:pt x="4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44"/>
            <p:cNvSpPr/>
            <p:nvPr/>
          </p:nvSpPr>
          <p:spPr>
            <a:xfrm>
              <a:off x="3445000" y="2335875"/>
              <a:ext cx="25" cy="6275"/>
            </a:xfrm>
            <a:custGeom>
              <a:avLst/>
              <a:gdLst/>
              <a:ahLst/>
              <a:cxnLst/>
              <a:rect l="l" t="t" r="r" b="b"/>
              <a:pathLst>
                <a:path w="1" h="251" extrusionOk="0">
                  <a:moveTo>
                    <a:pt x="1" y="0"/>
                  </a:moveTo>
                  <a:lnTo>
                    <a:pt x="1" y="251"/>
                  </a:lnTo>
                  <a:cubicBezTo>
                    <a:pt x="1" y="251"/>
                    <a:pt x="1" y="251"/>
                    <a:pt x="1" y="251"/>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44"/>
            <p:cNvSpPr/>
            <p:nvPr/>
          </p:nvSpPr>
          <p:spPr>
            <a:xfrm>
              <a:off x="3445000" y="2335875"/>
              <a:ext cx="25" cy="6275"/>
            </a:xfrm>
            <a:custGeom>
              <a:avLst/>
              <a:gdLst/>
              <a:ahLst/>
              <a:cxnLst/>
              <a:rect l="l" t="t" r="r" b="b"/>
              <a:pathLst>
                <a:path w="1" h="251" extrusionOk="0">
                  <a:moveTo>
                    <a:pt x="1" y="0"/>
                  </a:moveTo>
                  <a:lnTo>
                    <a:pt x="1" y="251"/>
                  </a:lnTo>
                  <a:cubicBezTo>
                    <a:pt x="1" y="251"/>
                    <a:pt x="1" y="251"/>
                    <a:pt x="1" y="251"/>
                  </a:cubicBezTo>
                  <a:lnTo>
                    <a:pt x="1" y="25"/>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44"/>
            <p:cNvSpPr/>
            <p:nvPr/>
          </p:nvSpPr>
          <p:spPr>
            <a:xfrm>
              <a:off x="3445000" y="233587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25"/>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44"/>
            <p:cNvSpPr/>
            <p:nvPr/>
          </p:nvSpPr>
          <p:spPr>
            <a:xfrm>
              <a:off x="3444375" y="2336500"/>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44"/>
            <p:cNvSpPr/>
            <p:nvPr/>
          </p:nvSpPr>
          <p:spPr>
            <a:xfrm>
              <a:off x="3444375" y="2336500"/>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44"/>
            <p:cNvSpPr/>
            <p:nvPr/>
          </p:nvSpPr>
          <p:spPr>
            <a:xfrm>
              <a:off x="3444375" y="2336500"/>
              <a:ext cx="25" cy="6275"/>
            </a:xfrm>
            <a:custGeom>
              <a:avLst/>
              <a:gdLst/>
              <a:ahLst/>
              <a:cxnLst/>
              <a:rect l="l" t="t" r="r" b="b"/>
              <a:pathLst>
                <a:path w="1" h="251" extrusionOk="0">
                  <a:moveTo>
                    <a:pt x="1" y="0"/>
                  </a:moveTo>
                  <a:lnTo>
                    <a:pt x="1" y="251"/>
                  </a:lnTo>
                  <a:cubicBezTo>
                    <a:pt x="1" y="251"/>
                    <a:pt x="1" y="251"/>
                    <a:pt x="1" y="251"/>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44"/>
            <p:cNvSpPr/>
            <p:nvPr/>
          </p:nvSpPr>
          <p:spPr>
            <a:xfrm>
              <a:off x="3444375" y="233650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44"/>
            <p:cNvSpPr/>
            <p:nvPr/>
          </p:nvSpPr>
          <p:spPr>
            <a:xfrm>
              <a:off x="3444375" y="2337125"/>
              <a:ext cx="25" cy="5650"/>
            </a:xfrm>
            <a:custGeom>
              <a:avLst/>
              <a:gdLst/>
              <a:ahLst/>
              <a:cxnLst/>
              <a:rect l="l" t="t" r="r" b="b"/>
              <a:pathLst>
                <a:path w="1" h="226" extrusionOk="0">
                  <a:moveTo>
                    <a:pt x="1" y="0"/>
                  </a:moveTo>
                  <a:lnTo>
                    <a:pt x="1" y="226"/>
                  </a:lnTo>
                  <a:lnTo>
                    <a:pt x="1" y="2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44"/>
            <p:cNvSpPr/>
            <p:nvPr/>
          </p:nvSpPr>
          <p:spPr>
            <a:xfrm>
              <a:off x="3405525" y="2335875"/>
              <a:ext cx="675" cy="6900"/>
            </a:xfrm>
            <a:custGeom>
              <a:avLst/>
              <a:gdLst/>
              <a:ahLst/>
              <a:cxnLst/>
              <a:rect l="l" t="t" r="r" b="b"/>
              <a:pathLst>
                <a:path w="27" h="276" extrusionOk="0">
                  <a:moveTo>
                    <a:pt x="1" y="0"/>
                  </a:moveTo>
                  <a:lnTo>
                    <a:pt x="1" y="251"/>
                  </a:lnTo>
                  <a:cubicBezTo>
                    <a:pt x="1" y="251"/>
                    <a:pt x="1" y="276"/>
                    <a:pt x="26" y="276"/>
                  </a:cubicBezTo>
                  <a:lnTo>
                    <a:pt x="26" y="50"/>
                  </a:lnTo>
                  <a:cubicBezTo>
                    <a:pt x="1" y="25"/>
                    <a:pt x="1" y="25"/>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44"/>
            <p:cNvSpPr/>
            <p:nvPr/>
          </p:nvSpPr>
          <p:spPr>
            <a:xfrm>
              <a:off x="3597275" y="2334625"/>
              <a:ext cx="5650" cy="8775"/>
            </a:xfrm>
            <a:custGeom>
              <a:avLst/>
              <a:gdLst/>
              <a:ahLst/>
              <a:cxnLst/>
              <a:rect l="l" t="t" r="r" b="b"/>
              <a:pathLst>
                <a:path w="226" h="351" extrusionOk="0">
                  <a:moveTo>
                    <a:pt x="226" y="0"/>
                  </a:moveTo>
                  <a:lnTo>
                    <a:pt x="0" y="125"/>
                  </a:lnTo>
                  <a:lnTo>
                    <a:pt x="0" y="351"/>
                  </a:lnTo>
                  <a:lnTo>
                    <a:pt x="226" y="226"/>
                  </a:lnTo>
                  <a:lnTo>
                    <a:pt x="226"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44"/>
            <p:cNvSpPr/>
            <p:nvPr/>
          </p:nvSpPr>
          <p:spPr>
            <a:xfrm>
              <a:off x="3580350" y="2328975"/>
              <a:ext cx="14425" cy="14425"/>
            </a:xfrm>
            <a:custGeom>
              <a:avLst/>
              <a:gdLst/>
              <a:ahLst/>
              <a:cxnLst/>
              <a:rect l="l" t="t" r="r" b="b"/>
              <a:pathLst>
                <a:path w="577" h="577" extrusionOk="0">
                  <a:moveTo>
                    <a:pt x="0" y="1"/>
                  </a:moveTo>
                  <a:lnTo>
                    <a:pt x="0" y="251"/>
                  </a:lnTo>
                  <a:lnTo>
                    <a:pt x="577" y="577"/>
                  </a:lnTo>
                  <a:lnTo>
                    <a:pt x="577" y="351"/>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44"/>
            <p:cNvSpPr/>
            <p:nvPr/>
          </p:nvSpPr>
          <p:spPr>
            <a:xfrm>
              <a:off x="3459425" y="2329600"/>
              <a:ext cx="13800" cy="13800"/>
            </a:xfrm>
            <a:custGeom>
              <a:avLst/>
              <a:gdLst/>
              <a:ahLst/>
              <a:cxnLst/>
              <a:rect l="l" t="t" r="r" b="b"/>
              <a:pathLst>
                <a:path w="552" h="552" extrusionOk="0">
                  <a:moveTo>
                    <a:pt x="0" y="1"/>
                  </a:moveTo>
                  <a:lnTo>
                    <a:pt x="0" y="226"/>
                  </a:lnTo>
                  <a:lnTo>
                    <a:pt x="552" y="552"/>
                  </a:lnTo>
                  <a:lnTo>
                    <a:pt x="552" y="30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44"/>
            <p:cNvSpPr/>
            <p:nvPr/>
          </p:nvSpPr>
          <p:spPr>
            <a:xfrm>
              <a:off x="3523325" y="2331475"/>
              <a:ext cx="10675" cy="11925"/>
            </a:xfrm>
            <a:custGeom>
              <a:avLst/>
              <a:gdLst/>
              <a:ahLst/>
              <a:cxnLst/>
              <a:rect l="l" t="t" r="r" b="b"/>
              <a:pathLst>
                <a:path w="427" h="477" extrusionOk="0">
                  <a:moveTo>
                    <a:pt x="427" y="1"/>
                  </a:moveTo>
                  <a:lnTo>
                    <a:pt x="1" y="251"/>
                  </a:lnTo>
                  <a:lnTo>
                    <a:pt x="1" y="477"/>
                  </a:lnTo>
                  <a:lnTo>
                    <a:pt x="427" y="226"/>
                  </a:lnTo>
                  <a:lnTo>
                    <a:pt x="4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44"/>
            <p:cNvSpPr/>
            <p:nvPr/>
          </p:nvSpPr>
          <p:spPr>
            <a:xfrm>
              <a:off x="3483850" y="2336500"/>
              <a:ext cx="650" cy="6275"/>
            </a:xfrm>
            <a:custGeom>
              <a:avLst/>
              <a:gdLst/>
              <a:ahLst/>
              <a:cxnLst/>
              <a:rect l="l" t="t" r="r" b="b"/>
              <a:pathLst>
                <a:path w="26" h="251" extrusionOk="0">
                  <a:moveTo>
                    <a:pt x="26" y="0"/>
                  </a:moveTo>
                  <a:lnTo>
                    <a:pt x="1" y="25"/>
                  </a:ln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44"/>
            <p:cNvSpPr/>
            <p:nvPr/>
          </p:nvSpPr>
          <p:spPr>
            <a:xfrm>
              <a:off x="3483850" y="23371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44"/>
            <p:cNvSpPr/>
            <p:nvPr/>
          </p:nvSpPr>
          <p:spPr>
            <a:xfrm>
              <a:off x="3483850" y="2337125"/>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44"/>
            <p:cNvSpPr/>
            <p:nvPr/>
          </p:nvSpPr>
          <p:spPr>
            <a:xfrm>
              <a:off x="3483850" y="23371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44"/>
            <p:cNvSpPr/>
            <p:nvPr/>
          </p:nvSpPr>
          <p:spPr>
            <a:xfrm>
              <a:off x="3483850" y="2337125"/>
              <a:ext cx="25" cy="6275"/>
            </a:xfrm>
            <a:custGeom>
              <a:avLst/>
              <a:gdLst/>
              <a:ahLst/>
              <a:cxnLst/>
              <a:rect l="l" t="t" r="r" b="b"/>
              <a:pathLst>
                <a:path w="1" h="251" extrusionOk="0">
                  <a:moveTo>
                    <a:pt x="1" y="0"/>
                  </a:moveTo>
                  <a:lnTo>
                    <a:pt x="1" y="251"/>
                  </a:lnTo>
                  <a:cubicBezTo>
                    <a:pt x="1" y="251"/>
                    <a:pt x="1" y="251"/>
                    <a:pt x="1" y="251"/>
                  </a:cubicBezTo>
                  <a:lnTo>
                    <a:pt x="1" y="2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44"/>
            <p:cNvSpPr/>
            <p:nvPr/>
          </p:nvSpPr>
          <p:spPr>
            <a:xfrm>
              <a:off x="3483225" y="2337750"/>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44"/>
            <p:cNvSpPr/>
            <p:nvPr/>
          </p:nvSpPr>
          <p:spPr>
            <a:xfrm>
              <a:off x="3434350" y="2336500"/>
              <a:ext cx="650" cy="6900"/>
            </a:xfrm>
            <a:custGeom>
              <a:avLst/>
              <a:gdLst/>
              <a:ahLst/>
              <a:cxnLst/>
              <a:rect l="l" t="t" r="r" b="b"/>
              <a:pathLst>
                <a:path w="26" h="276" extrusionOk="0">
                  <a:moveTo>
                    <a:pt x="1" y="0"/>
                  </a:moveTo>
                  <a:lnTo>
                    <a:pt x="1" y="226"/>
                  </a:lnTo>
                  <a:cubicBezTo>
                    <a:pt x="1" y="251"/>
                    <a:pt x="26" y="251"/>
                    <a:pt x="26" y="276"/>
                  </a:cubicBezTo>
                  <a:lnTo>
                    <a:pt x="26" y="25"/>
                  </a:lnTo>
                  <a:cubicBezTo>
                    <a:pt x="26"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44"/>
            <p:cNvSpPr/>
            <p:nvPr/>
          </p:nvSpPr>
          <p:spPr>
            <a:xfrm>
              <a:off x="3596650" y="2337750"/>
              <a:ext cx="650" cy="5650"/>
            </a:xfrm>
            <a:custGeom>
              <a:avLst/>
              <a:gdLst/>
              <a:ahLst/>
              <a:cxnLst/>
              <a:rect l="l" t="t" r="r" b="b"/>
              <a:pathLst>
                <a:path w="26" h="226" extrusionOk="0">
                  <a:moveTo>
                    <a:pt x="0" y="0"/>
                  </a:moveTo>
                  <a:lnTo>
                    <a:pt x="0" y="226"/>
                  </a:lnTo>
                  <a:lnTo>
                    <a:pt x="25" y="226"/>
                  </a:lnTo>
                  <a:lnTo>
                    <a:pt x="25"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44"/>
            <p:cNvSpPr/>
            <p:nvPr/>
          </p:nvSpPr>
          <p:spPr>
            <a:xfrm>
              <a:off x="3596650" y="2337750"/>
              <a:ext cx="25" cy="6300"/>
            </a:xfrm>
            <a:custGeom>
              <a:avLst/>
              <a:gdLst/>
              <a:ahLst/>
              <a:cxnLst/>
              <a:rect l="l" t="t" r="r" b="b"/>
              <a:pathLst>
                <a:path w="1" h="252" extrusionOk="0">
                  <a:moveTo>
                    <a:pt x="0" y="0"/>
                  </a:moveTo>
                  <a:lnTo>
                    <a:pt x="0" y="226"/>
                  </a:lnTo>
                  <a:cubicBezTo>
                    <a:pt x="0" y="226"/>
                    <a:pt x="0" y="251"/>
                    <a:pt x="0" y="251"/>
                  </a:cubicBezTo>
                  <a:lnTo>
                    <a:pt x="0" y="0"/>
                  </a:lnTo>
                  <a:cubicBezTo>
                    <a:pt x="0" y="0"/>
                    <a:pt x="0" y="0"/>
                    <a:pt x="0"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44"/>
            <p:cNvSpPr/>
            <p:nvPr/>
          </p:nvSpPr>
          <p:spPr>
            <a:xfrm>
              <a:off x="3596025" y="2337750"/>
              <a:ext cx="650" cy="6300"/>
            </a:xfrm>
            <a:custGeom>
              <a:avLst/>
              <a:gdLst/>
              <a:ahLst/>
              <a:cxnLst/>
              <a:rect l="l" t="t" r="r" b="b"/>
              <a:pathLst>
                <a:path w="26" h="252" extrusionOk="0">
                  <a:moveTo>
                    <a:pt x="0" y="0"/>
                  </a:moveTo>
                  <a:lnTo>
                    <a:pt x="0" y="251"/>
                  </a:lnTo>
                  <a:lnTo>
                    <a:pt x="25" y="251"/>
                  </a:lnTo>
                  <a:lnTo>
                    <a:pt x="25"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44"/>
            <p:cNvSpPr/>
            <p:nvPr/>
          </p:nvSpPr>
          <p:spPr>
            <a:xfrm>
              <a:off x="3596025" y="2337750"/>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44"/>
            <p:cNvSpPr/>
            <p:nvPr/>
          </p:nvSpPr>
          <p:spPr>
            <a:xfrm>
              <a:off x="3596025" y="2337750"/>
              <a:ext cx="25" cy="6300"/>
            </a:xfrm>
            <a:custGeom>
              <a:avLst/>
              <a:gdLst/>
              <a:ahLst/>
              <a:cxnLst/>
              <a:rect l="l" t="t" r="r" b="b"/>
              <a:pathLst>
                <a:path w="1" h="252" extrusionOk="0">
                  <a:moveTo>
                    <a:pt x="0" y="0"/>
                  </a:moveTo>
                  <a:lnTo>
                    <a:pt x="0" y="251"/>
                  </a:lnTo>
                  <a:lnTo>
                    <a:pt x="0" y="251"/>
                  </a:lnTo>
                  <a:lnTo>
                    <a:pt x="0"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44"/>
            <p:cNvSpPr/>
            <p:nvPr/>
          </p:nvSpPr>
          <p:spPr>
            <a:xfrm>
              <a:off x="3595400" y="2337750"/>
              <a:ext cx="650" cy="6300"/>
            </a:xfrm>
            <a:custGeom>
              <a:avLst/>
              <a:gdLst/>
              <a:ahLst/>
              <a:cxnLst/>
              <a:rect l="l" t="t" r="r" b="b"/>
              <a:pathLst>
                <a:path w="26" h="252" extrusionOk="0">
                  <a:moveTo>
                    <a:pt x="25" y="0"/>
                  </a:moveTo>
                  <a:lnTo>
                    <a:pt x="0" y="251"/>
                  </a:lnTo>
                  <a:lnTo>
                    <a:pt x="25" y="251"/>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44"/>
            <p:cNvSpPr/>
            <p:nvPr/>
          </p:nvSpPr>
          <p:spPr>
            <a:xfrm>
              <a:off x="3595400" y="2337750"/>
              <a:ext cx="650" cy="6300"/>
            </a:xfrm>
            <a:custGeom>
              <a:avLst/>
              <a:gdLst/>
              <a:ahLst/>
              <a:cxnLst/>
              <a:rect l="l" t="t" r="r" b="b"/>
              <a:pathLst>
                <a:path w="26" h="252" extrusionOk="0">
                  <a:moveTo>
                    <a:pt x="0" y="0"/>
                  </a:moveTo>
                  <a:lnTo>
                    <a:pt x="0" y="251"/>
                  </a:lnTo>
                  <a:lnTo>
                    <a:pt x="25" y="0"/>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44"/>
            <p:cNvSpPr/>
            <p:nvPr/>
          </p:nvSpPr>
          <p:spPr>
            <a:xfrm>
              <a:off x="3595400" y="2337750"/>
              <a:ext cx="0" cy="6300"/>
            </a:xfrm>
            <a:custGeom>
              <a:avLst/>
              <a:gdLst/>
              <a:ahLst/>
              <a:cxnLst/>
              <a:rect l="l" t="t" r="r" b="b"/>
              <a:pathLst>
                <a:path h="252" extrusionOk="0">
                  <a:moveTo>
                    <a:pt x="0" y="0"/>
                  </a:moveTo>
                  <a:lnTo>
                    <a:pt x="0" y="251"/>
                  </a:lnTo>
                  <a:lnTo>
                    <a:pt x="0" y="251"/>
                  </a:lnTo>
                  <a:lnTo>
                    <a:pt x="0" y="0"/>
                  </a:lnTo>
                  <a:cubicBezTo>
                    <a:pt x="0" y="0"/>
                    <a:pt x="0" y="0"/>
                    <a:pt x="0"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44"/>
            <p:cNvSpPr/>
            <p:nvPr/>
          </p:nvSpPr>
          <p:spPr>
            <a:xfrm>
              <a:off x="3595400" y="2337750"/>
              <a:ext cx="0" cy="6300"/>
            </a:xfrm>
            <a:custGeom>
              <a:avLst/>
              <a:gdLst/>
              <a:ahLst/>
              <a:cxnLst/>
              <a:rect l="l" t="t" r="r" b="b"/>
              <a:pathLst>
                <a:path h="252" extrusionOk="0">
                  <a:moveTo>
                    <a:pt x="0" y="0"/>
                  </a:moveTo>
                  <a:lnTo>
                    <a:pt x="0" y="251"/>
                  </a:lnTo>
                  <a:cubicBezTo>
                    <a:pt x="0" y="251"/>
                    <a:pt x="0" y="226"/>
                    <a:pt x="0" y="226"/>
                  </a:cubicBezTo>
                  <a:lnTo>
                    <a:pt x="0" y="0"/>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44"/>
            <p:cNvSpPr/>
            <p:nvPr/>
          </p:nvSpPr>
          <p:spPr>
            <a:xfrm>
              <a:off x="3594750" y="2337750"/>
              <a:ext cx="650" cy="5650"/>
            </a:xfrm>
            <a:custGeom>
              <a:avLst/>
              <a:gdLst/>
              <a:ahLst/>
              <a:cxnLst/>
              <a:rect l="l" t="t" r="r" b="b"/>
              <a:pathLst>
                <a:path w="26" h="226" extrusionOk="0">
                  <a:moveTo>
                    <a:pt x="1" y="0"/>
                  </a:moveTo>
                  <a:lnTo>
                    <a:pt x="1" y="226"/>
                  </a:lnTo>
                  <a:lnTo>
                    <a:pt x="26" y="226"/>
                  </a:lnTo>
                  <a:lnTo>
                    <a:pt x="26"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44"/>
            <p:cNvSpPr/>
            <p:nvPr/>
          </p:nvSpPr>
          <p:spPr>
            <a:xfrm>
              <a:off x="3594750" y="23377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44"/>
            <p:cNvSpPr/>
            <p:nvPr/>
          </p:nvSpPr>
          <p:spPr>
            <a:xfrm>
              <a:off x="3579725" y="2324125"/>
              <a:ext cx="23825" cy="13650"/>
            </a:xfrm>
            <a:custGeom>
              <a:avLst/>
              <a:gdLst/>
              <a:ahLst/>
              <a:cxnLst/>
              <a:rect l="l" t="t" r="r" b="b"/>
              <a:pathLst>
                <a:path w="953" h="546" extrusionOk="0">
                  <a:moveTo>
                    <a:pt x="301" y="0"/>
                  </a:moveTo>
                  <a:cubicBezTo>
                    <a:pt x="282" y="0"/>
                    <a:pt x="264" y="7"/>
                    <a:pt x="251" y="19"/>
                  </a:cubicBezTo>
                  <a:lnTo>
                    <a:pt x="25" y="144"/>
                  </a:lnTo>
                  <a:cubicBezTo>
                    <a:pt x="0" y="169"/>
                    <a:pt x="0" y="195"/>
                    <a:pt x="25" y="195"/>
                  </a:cubicBezTo>
                  <a:lnTo>
                    <a:pt x="602" y="545"/>
                  </a:lnTo>
                  <a:lnTo>
                    <a:pt x="702" y="545"/>
                  </a:lnTo>
                  <a:lnTo>
                    <a:pt x="928" y="420"/>
                  </a:lnTo>
                  <a:cubicBezTo>
                    <a:pt x="953" y="395"/>
                    <a:pt x="953" y="370"/>
                    <a:pt x="928" y="345"/>
                  </a:cubicBezTo>
                  <a:lnTo>
                    <a:pt x="351" y="19"/>
                  </a:lnTo>
                  <a:cubicBezTo>
                    <a:pt x="339" y="7"/>
                    <a:pt x="320" y="0"/>
                    <a:pt x="301"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44"/>
            <p:cNvSpPr/>
            <p:nvPr/>
          </p:nvSpPr>
          <p:spPr>
            <a:xfrm>
              <a:off x="3580975" y="2324600"/>
              <a:ext cx="21325" cy="11300"/>
            </a:xfrm>
            <a:custGeom>
              <a:avLst/>
              <a:gdLst/>
              <a:ahLst/>
              <a:cxnLst/>
              <a:rect l="l" t="t" r="r" b="b"/>
              <a:pathLst>
                <a:path w="853" h="452" extrusionOk="0">
                  <a:moveTo>
                    <a:pt x="226" y="0"/>
                  </a:moveTo>
                  <a:lnTo>
                    <a:pt x="1" y="125"/>
                  </a:lnTo>
                  <a:lnTo>
                    <a:pt x="577" y="451"/>
                  </a:lnTo>
                  <a:lnTo>
                    <a:pt x="627" y="451"/>
                  </a:lnTo>
                  <a:lnTo>
                    <a:pt x="853" y="326"/>
                  </a:lnTo>
                  <a:lnTo>
                    <a:pt x="276"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44"/>
            <p:cNvSpPr/>
            <p:nvPr/>
          </p:nvSpPr>
          <p:spPr>
            <a:xfrm>
              <a:off x="3483225" y="2337750"/>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44"/>
            <p:cNvSpPr/>
            <p:nvPr/>
          </p:nvSpPr>
          <p:spPr>
            <a:xfrm>
              <a:off x="3483225" y="23377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44"/>
            <p:cNvSpPr/>
            <p:nvPr/>
          </p:nvSpPr>
          <p:spPr>
            <a:xfrm>
              <a:off x="3483225" y="2337750"/>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44"/>
            <p:cNvSpPr/>
            <p:nvPr/>
          </p:nvSpPr>
          <p:spPr>
            <a:xfrm>
              <a:off x="3444375" y="2337125"/>
              <a:ext cx="650" cy="6925"/>
            </a:xfrm>
            <a:custGeom>
              <a:avLst/>
              <a:gdLst/>
              <a:ahLst/>
              <a:cxnLst/>
              <a:rect l="l" t="t" r="r" b="b"/>
              <a:pathLst>
                <a:path w="26" h="277" extrusionOk="0">
                  <a:moveTo>
                    <a:pt x="1" y="0"/>
                  </a:moveTo>
                  <a:lnTo>
                    <a:pt x="1" y="226"/>
                  </a:lnTo>
                  <a:cubicBezTo>
                    <a:pt x="1" y="251"/>
                    <a:pt x="26" y="251"/>
                    <a:pt x="26" y="276"/>
                  </a:cubicBezTo>
                  <a:lnTo>
                    <a:pt x="26" y="25"/>
                  </a:lnTo>
                  <a:cubicBezTo>
                    <a:pt x="26" y="25"/>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44"/>
            <p:cNvSpPr/>
            <p:nvPr/>
          </p:nvSpPr>
          <p:spPr>
            <a:xfrm>
              <a:off x="3498275" y="2330225"/>
              <a:ext cx="13800" cy="13825"/>
            </a:xfrm>
            <a:custGeom>
              <a:avLst/>
              <a:gdLst/>
              <a:ahLst/>
              <a:cxnLst/>
              <a:rect l="l" t="t" r="r" b="b"/>
              <a:pathLst>
                <a:path w="552" h="553" extrusionOk="0">
                  <a:moveTo>
                    <a:pt x="0" y="1"/>
                  </a:moveTo>
                  <a:lnTo>
                    <a:pt x="0" y="251"/>
                  </a:lnTo>
                  <a:lnTo>
                    <a:pt x="552" y="552"/>
                  </a:lnTo>
                  <a:lnTo>
                    <a:pt x="552" y="32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44"/>
            <p:cNvSpPr/>
            <p:nvPr/>
          </p:nvSpPr>
          <p:spPr>
            <a:xfrm>
              <a:off x="3562175" y="2332100"/>
              <a:ext cx="11300" cy="12575"/>
            </a:xfrm>
            <a:custGeom>
              <a:avLst/>
              <a:gdLst/>
              <a:ahLst/>
              <a:cxnLst/>
              <a:rect l="l" t="t" r="r" b="b"/>
              <a:pathLst>
                <a:path w="452" h="503" extrusionOk="0">
                  <a:moveTo>
                    <a:pt x="452" y="1"/>
                  </a:moveTo>
                  <a:lnTo>
                    <a:pt x="1" y="251"/>
                  </a:lnTo>
                  <a:lnTo>
                    <a:pt x="1" y="502"/>
                  </a:lnTo>
                  <a:lnTo>
                    <a:pt x="452" y="226"/>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44"/>
            <p:cNvSpPr/>
            <p:nvPr/>
          </p:nvSpPr>
          <p:spPr>
            <a:xfrm>
              <a:off x="3473200" y="2337125"/>
              <a:ext cx="650" cy="6925"/>
            </a:xfrm>
            <a:custGeom>
              <a:avLst/>
              <a:gdLst/>
              <a:ahLst/>
              <a:cxnLst/>
              <a:rect l="l" t="t" r="r" b="b"/>
              <a:pathLst>
                <a:path w="26" h="277" extrusionOk="0">
                  <a:moveTo>
                    <a:pt x="1" y="0"/>
                  </a:moveTo>
                  <a:lnTo>
                    <a:pt x="1" y="251"/>
                  </a:lnTo>
                  <a:cubicBezTo>
                    <a:pt x="26" y="251"/>
                    <a:pt x="26" y="276"/>
                    <a:pt x="26" y="276"/>
                  </a:cubicBezTo>
                  <a:lnTo>
                    <a:pt x="26" y="50"/>
                  </a:lnTo>
                  <a:cubicBezTo>
                    <a:pt x="26" y="25"/>
                    <a:pt x="26" y="25"/>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44"/>
            <p:cNvSpPr/>
            <p:nvPr/>
          </p:nvSpPr>
          <p:spPr>
            <a:xfrm>
              <a:off x="3523325" y="23377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44"/>
            <p:cNvSpPr/>
            <p:nvPr/>
          </p:nvSpPr>
          <p:spPr>
            <a:xfrm>
              <a:off x="3522700" y="2337750"/>
              <a:ext cx="650" cy="6300"/>
            </a:xfrm>
            <a:custGeom>
              <a:avLst/>
              <a:gdLst/>
              <a:ahLst/>
              <a:cxnLst/>
              <a:rect l="l" t="t" r="r" b="b"/>
              <a:pathLst>
                <a:path w="26" h="252" extrusionOk="0">
                  <a:moveTo>
                    <a:pt x="1" y="0"/>
                  </a:moveTo>
                  <a:lnTo>
                    <a:pt x="1" y="251"/>
                  </a:lnTo>
                  <a:cubicBezTo>
                    <a:pt x="1" y="251"/>
                    <a:pt x="1" y="226"/>
                    <a:pt x="26" y="226"/>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44"/>
            <p:cNvSpPr/>
            <p:nvPr/>
          </p:nvSpPr>
          <p:spPr>
            <a:xfrm>
              <a:off x="3522700" y="2337750"/>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44"/>
            <p:cNvSpPr/>
            <p:nvPr/>
          </p:nvSpPr>
          <p:spPr>
            <a:xfrm>
              <a:off x="3522700" y="2337750"/>
              <a:ext cx="25" cy="6300"/>
            </a:xfrm>
            <a:custGeom>
              <a:avLst/>
              <a:gdLst/>
              <a:ahLst/>
              <a:cxnLst/>
              <a:rect l="l" t="t" r="r" b="b"/>
              <a:pathLst>
                <a:path w="1" h="252" extrusionOk="0">
                  <a:moveTo>
                    <a:pt x="1" y="0"/>
                  </a:moveTo>
                  <a:lnTo>
                    <a:pt x="1" y="251"/>
                  </a:lnTo>
                  <a:cubicBezTo>
                    <a:pt x="1" y="251"/>
                    <a:pt x="1" y="251"/>
                    <a:pt x="1" y="251"/>
                  </a:cubicBezTo>
                  <a:lnTo>
                    <a:pt x="1" y="25"/>
                  </a:lnTo>
                  <a:cubicBezTo>
                    <a:pt x="1"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44"/>
            <p:cNvSpPr/>
            <p:nvPr/>
          </p:nvSpPr>
          <p:spPr>
            <a:xfrm>
              <a:off x="3522700" y="2338375"/>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44"/>
            <p:cNvSpPr/>
            <p:nvPr/>
          </p:nvSpPr>
          <p:spPr>
            <a:xfrm>
              <a:off x="3522700" y="2338375"/>
              <a:ext cx="25" cy="6300"/>
            </a:xfrm>
            <a:custGeom>
              <a:avLst/>
              <a:gdLst/>
              <a:ahLst/>
              <a:cxnLst/>
              <a:rect l="l" t="t" r="r" b="b"/>
              <a:pathLst>
                <a:path w="1" h="252" extrusionOk="0">
                  <a:moveTo>
                    <a:pt x="1" y="0"/>
                  </a:moveTo>
                  <a:lnTo>
                    <a:pt x="1" y="226"/>
                  </a:lnTo>
                  <a:cubicBezTo>
                    <a:pt x="1" y="226"/>
                    <a:pt x="1" y="226"/>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44"/>
            <p:cNvSpPr/>
            <p:nvPr/>
          </p:nvSpPr>
          <p:spPr>
            <a:xfrm>
              <a:off x="3522700" y="2338375"/>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44"/>
            <p:cNvSpPr/>
            <p:nvPr/>
          </p:nvSpPr>
          <p:spPr>
            <a:xfrm>
              <a:off x="3522700" y="2338375"/>
              <a:ext cx="25" cy="6300"/>
            </a:xfrm>
            <a:custGeom>
              <a:avLst/>
              <a:gdLst/>
              <a:ahLst/>
              <a:cxnLst/>
              <a:rect l="l" t="t" r="r" b="b"/>
              <a:pathLst>
                <a:path w="1" h="252" extrusionOk="0">
                  <a:moveTo>
                    <a:pt x="1" y="0"/>
                  </a:moveTo>
                  <a:lnTo>
                    <a:pt x="1" y="251"/>
                  </a:lnTo>
                  <a:cubicBezTo>
                    <a:pt x="1" y="251"/>
                    <a:pt x="1" y="251"/>
                    <a:pt x="1" y="251"/>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44"/>
            <p:cNvSpPr/>
            <p:nvPr/>
          </p:nvSpPr>
          <p:spPr>
            <a:xfrm>
              <a:off x="3434975" y="2337125"/>
              <a:ext cx="25" cy="6275"/>
            </a:xfrm>
            <a:custGeom>
              <a:avLst/>
              <a:gdLst/>
              <a:ahLst/>
              <a:cxnLst/>
              <a:rect l="l" t="t" r="r" b="b"/>
              <a:pathLst>
                <a:path w="1" h="251" extrusionOk="0">
                  <a:moveTo>
                    <a:pt x="1" y="0"/>
                  </a:moveTo>
                  <a:lnTo>
                    <a:pt x="1" y="251"/>
                  </a:lnTo>
                  <a:lnTo>
                    <a:pt x="1" y="251"/>
                  </a:lnTo>
                  <a:lnTo>
                    <a:pt x="1" y="25"/>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44"/>
            <p:cNvSpPr/>
            <p:nvPr/>
          </p:nvSpPr>
          <p:spPr>
            <a:xfrm>
              <a:off x="3434975" y="23377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44"/>
            <p:cNvSpPr/>
            <p:nvPr/>
          </p:nvSpPr>
          <p:spPr>
            <a:xfrm>
              <a:off x="3434975" y="23377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44"/>
            <p:cNvSpPr/>
            <p:nvPr/>
          </p:nvSpPr>
          <p:spPr>
            <a:xfrm>
              <a:off x="3434975" y="2337750"/>
              <a:ext cx="25" cy="6300"/>
            </a:xfrm>
            <a:custGeom>
              <a:avLst/>
              <a:gdLst/>
              <a:ahLst/>
              <a:cxnLst/>
              <a:rect l="l" t="t" r="r" b="b"/>
              <a:pathLst>
                <a:path w="1" h="252" extrusionOk="0">
                  <a:moveTo>
                    <a:pt x="1" y="0"/>
                  </a:moveTo>
                  <a:lnTo>
                    <a:pt x="1" y="226"/>
                  </a:lnTo>
                  <a:cubicBezTo>
                    <a:pt x="1" y="226"/>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44"/>
            <p:cNvSpPr/>
            <p:nvPr/>
          </p:nvSpPr>
          <p:spPr>
            <a:xfrm>
              <a:off x="3434350" y="2337750"/>
              <a:ext cx="650" cy="6300"/>
            </a:xfrm>
            <a:custGeom>
              <a:avLst/>
              <a:gdLst/>
              <a:ahLst/>
              <a:cxnLst/>
              <a:rect l="l" t="t" r="r" b="b"/>
              <a:pathLst>
                <a:path w="26" h="252" extrusionOk="0">
                  <a:moveTo>
                    <a:pt x="1" y="0"/>
                  </a:moveTo>
                  <a:lnTo>
                    <a:pt x="1" y="251"/>
                  </a:lnTo>
                  <a:lnTo>
                    <a:pt x="26" y="251"/>
                  </a:lnTo>
                  <a:lnTo>
                    <a:pt x="26"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44"/>
            <p:cNvSpPr/>
            <p:nvPr/>
          </p:nvSpPr>
          <p:spPr>
            <a:xfrm>
              <a:off x="3434350" y="2337750"/>
              <a:ext cx="25" cy="6300"/>
            </a:xfrm>
            <a:custGeom>
              <a:avLst/>
              <a:gdLst/>
              <a:ahLst/>
              <a:cxnLst/>
              <a:rect l="l" t="t" r="r" b="b"/>
              <a:pathLst>
                <a:path w="1" h="252" extrusionOk="0">
                  <a:moveTo>
                    <a:pt x="1" y="0"/>
                  </a:moveTo>
                  <a:lnTo>
                    <a:pt x="1" y="251"/>
                  </a:lnTo>
                  <a:cubicBezTo>
                    <a:pt x="1" y="251"/>
                    <a:pt x="1" y="251"/>
                    <a:pt x="1" y="251"/>
                  </a:cubicBezTo>
                  <a:lnTo>
                    <a:pt x="1" y="25"/>
                  </a:lnTo>
                  <a:cubicBezTo>
                    <a:pt x="1" y="25"/>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44"/>
            <p:cNvSpPr/>
            <p:nvPr/>
          </p:nvSpPr>
          <p:spPr>
            <a:xfrm>
              <a:off x="3434350" y="2338375"/>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44"/>
            <p:cNvSpPr/>
            <p:nvPr/>
          </p:nvSpPr>
          <p:spPr>
            <a:xfrm>
              <a:off x="3434350" y="2338375"/>
              <a:ext cx="25" cy="5675"/>
            </a:xfrm>
            <a:custGeom>
              <a:avLst/>
              <a:gdLst/>
              <a:ahLst/>
              <a:cxnLst/>
              <a:rect l="l" t="t" r="r" b="b"/>
              <a:pathLst>
                <a:path w="1" h="227" extrusionOk="0">
                  <a:moveTo>
                    <a:pt x="1" y="0"/>
                  </a:moveTo>
                  <a:lnTo>
                    <a:pt x="1" y="226"/>
                  </a:lnTo>
                  <a:lnTo>
                    <a:pt x="1" y="226"/>
                  </a:ln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44"/>
            <p:cNvSpPr/>
            <p:nvPr/>
          </p:nvSpPr>
          <p:spPr>
            <a:xfrm>
              <a:off x="3483225" y="2337750"/>
              <a:ext cx="1275" cy="6925"/>
            </a:xfrm>
            <a:custGeom>
              <a:avLst/>
              <a:gdLst/>
              <a:ahLst/>
              <a:cxnLst/>
              <a:rect l="l" t="t" r="r" b="b"/>
              <a:pathLst>
                <a:path w="51" h="277" extrusionOk="0">
                  <a:moveTo>
                    <a:pt x="1" y="0"/>
                  </a:moveTo>
                  <a:lnTo>
                    <a:pt x="1" y="226"/>
                  </a:lnTo>
                  <a:cubicBezTo>
                    <a:pt x="1" y="251"/>
                    <a:pt x="26" y="276"/>
                    <a:pt x="51" y="276"/>
                  </a:cubicBezTo>
                  <a:lnTo>
                    <a:pt x="51" y="25"/>
                  </a:lnTo>
                  <a:cubicBezTo>
                    <a:pt x="26" y="25"/>
                    <a:pt x="1" y="25"/>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44"/>
            <p:cNvSpPr/>
            <p:nvPr/>
          </p:nvSpPr>
          <p:spPr>
            <a:xfrm>
              <a:off x="3537750" y="2331475"/>
              <a:ext cx="13175" cy="13200"/>
            </a:xfrm>
            <a:custGeom>
              <a:avLst/>
              <a:gdLst/>
              <a:ahLst/>
              <a:cxnLst/>
              <a:rect l="l" t="t" r="r" b="b"/>
              <a:pathLst>
                <a:path w="527" h="528" extrusionOk="0">
                  <a:moveTo>
                    <a:pt x="0" y="1"/>
                  </a:moveTo>
                  <a:lnTo>
                    <a:pt x="0" y="226"/>
                  </a:lnTo>
                  <a:lnTo>
                    <a:pt x="527" y="527"/>
                  </a:lnTo>
                  <a:lnTo>
                    <a:pt x="527" y="30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44"/>
            <p:cNvSpPr/>
            <p:nvPr/>
          </p:nvSpPr>
          <p:spPr>
            <a:xfrm>
              <a:off x="3512050" y="2338375"/>
              <a:ext cx="650" cy="6925"/>
            </a:xfrm>
            <a:custGeom>
              <a:avLst/>
              <a:gdLst/>
              <a:ahLst/>
              <a:cxnLst/>
              <a:rect l="l" t="t" r="r" b="b"/>
              <a:pathLst>
                <a:path w="26" h="277" extrusionOk="0">
                  <a:moveTo>
                    <a:pt x="1" y="0"/>
                  </a:moveTo>
                  <a:lnTo>
                    <a:pt x="1" y="226"/>
                  </a:lnTo>
                  <a:cubicBezTo>
                    <a:pt x="26" y="251"/>
                    <a:pt x="26" y="251"/>
                    <a:pt x="26" y="276"/>
                  </a:cubicBezTo>
                  <a:lnTo>
                    <a:pt x="26" y="26"/>
                  </a:lnTo>
                  <a:cubicBezTo>
                    <a:pt x="26" y="26"/>
                    <a:pt x="26"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44"/>
            <p:cNvSpPr/>
            <p:nvPr/>
          </p:nvSpPr>
          <p:spPr>
            <a:xfrm>
              <a:off x="3562175" y="2338375"/>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44"/>
            <p:cNvSpPr/>
            <p:nvPr/>
          </p:nvSpPr>
          <p:spPr>
            <a:xfrm>
              <a:off x="3561550" y="2338375"/>
              <a:ext cx="650" cy="6300"/>
            </a:xfrm>
            <a:custGeom>
              <a:avLst/>
              <a:gdLst/>
              <a:ahLst/>
              <a:cxnLst/>
              <a:rect l="l" t="t" r="r" b="b"/>
              <a:pathLst>
                <a:path w="26" h="252" extrusionOk="0">
                  <a:moveTo>
                    <a:pt x="26" y="0"/>
                  </a:moveTo>
                  <a:cubicBezTo>
                    <a:pt x="26" y="0"/>
                    <a:pt x="1" y="0"/>
                    <a:pt x="1" y="26"/>
                  </a:cubicBez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44"/>
            <p:cNvSpPr/>
            <p:nvPr/>
          </p:nvSpPr>
          <p:spPr>
            <a:xfrm>
              <a:off x="3561550" y="23390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44"/>
            <p:cNvSpPr/>
            <p:nvPr/>
          </p:nvSpPr>
          <p:spPr>
            <a:xfrm>
              <a:off x="3561550" y="23390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44"/>
            <p:cNvSpPr/>
            <p:nvPr/>
          </p:nvSpPr>
          <p:spPr>
            <a:xfrm>
              <a:off x="3561550" y="2339000"/>
              <a:ext cx="25" cy="6300"/>
            </a:xfrm>
            <a:custGeom>
              <a:avLst/>
              <a:gdLst/>
              <a:ahLst/>
              <a:cxnLst/>
              <a:rect l="l" t="t" r="r" b="b"/>
              <a:pathLst>
                <a:path w="1" h="252" extrusionOk="0">
                  <a:moveTo>
                    <a:pt x="1" y="1"/>
                  </a:moveTo>
                  <a:lnTo>
                    <a:pt x="1" y="226"/>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44"/>
            <p:cNvSpPr/>
            <p:nvPr/>
          </p:nvSpPr>
          <p:spPr>
            <a:xfrm>
              <a:off x="3561550" y="23390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44"/>
            <p:cNvSpPr/>
            <p:nvPr/>
          </p:nvSpPr>
          <p:spPr>
            <a:xfrm>
              <a:off x="3561550" y="2339000"/>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44"/>
            <p:cNvSpPr/>
            <p:nvPr/>
          </p:nvSpPr>
          <p:spPr>
            <a:xfrm>
              <a:off x="3561550" y="2339625"/>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44"/>
            <p:cNvSpPr/>
            <p:nvPr/>
          </p:nvSpPr>
          <p:spPr>
            <a:xfrm>
              <a:off x="3600400" y="2336500"/>
              <a:ext cx="5675" cy="8800"/>
            </a:xfrm>
            <a:custGeom>
              <a:avLst/>
              <a:gdLst/>
              <a:ahLst/>
              <a:cxnLst/>
              <a:rect l="l" t="t" r="r" b="b"/>
              <a:pathLst>
                <a:path w="227" h="352" extrusionOk="0">
                  <a:moveTo>
                    <a:pt x="226" y="0"/>
                  </a:moveTo>
                  <a:lnTo>
                    <a:pt x="1" y="126"/>
                  </a:lnTo>
                  <a:lnTo>
                    <a:pt x="1" y="351"/>
                  </a:lnTo>
                  <a:lnTo>
                    <a:pt x="226" y="226"/>
                  </a:lnTo>
                  <a:lnTo>
                    <a:pt x="2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44"/>
            <p:cNvSpPr/>
            <p:nvPr/>
          </p:nvSpPr>
          <p:spPr>
            <a:xfrm>
              <a:off x="3473825" y="2338375"/>
              <a:ext cx="25" cy="5675"/>
            </a:xfrm>
            <a:custGeom>
              <a:avLst/>
              <a:gdLst/>
              <a:ahLst/>
              <a:cxnLst/>
              <a:rect l="l" t="t" r="r" b="b"/>
              <a:pathLst>
                <a:path w="1" h="227" extrusionOk="0">
                  <a:moveTo>
                    <a:pt x="1" y="0"/>
                  </a:moveTo>
                  <a:lnTo>
                    <a:pt x="1" y="226"/>
                  </a:lnTo>
                  <a:cubicBezTo>
                    <a:pt x="1" y="226"/>
                    <a:pt x="1" y="226"/>
                    <a:pt x="1" y="226"/>
                  </a:cubicBezTo>
                  <a:lnTo>
                    <a:pt x="1" y="0"/>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44"/>
            <p:cNvSpPr/>
            <p:nvPr/>
          </p:nvSpPr>
          <p:spPr>
            <a:xfrm>
              <a:off x="3473825" y="2338375"/>
              <a:ext cx="25" cy="6300"/>
            </a:xfrm>
            <a:custGeom>
              <a:avLst/>
              <a:gdLst/>
              <a:ahLst/>
              <a:cxnLst/>
              <a:rect l="l" t="t" r="r" b="b"/>
              <a:pathLst>
                <a:path w="1" h="252" extrusionOk="0">
                  <a:moveTo>
                    <a:pt x="1" y="0"/>
                  </a:moveTo>
                  <a:lnTo>
                    <a:pt x="1" y="226"/>
                  </a:lnTo>
                  <a:cubicBezTo>
                    <a:pt x="1" y="226"/>
                    <a:pt x="1" y="226"/>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44"/>
            <p:cNvSpPr/>
            <p:nvPr/>
          </p:nvSpPr>
          <p:spPr>
            <a:xfrm>
              <a:off x="3473825" y="2338375"/>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44"/>
            <p:cNvSpPr/>
            <p:nvPr/>
          </p:nvSpPr>
          <p:spPr>
            <a:xfrm>
              <a:off x="3473825" y="2338375"/>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44"/>
            <p:cNvSpPr/>
            <p:nvPr/>
          </p:nvSpPr>
          <p:spPr>
            <a:xfrm>
              <a:off x="3473825" y="2338375"/>
              <a:ext cx="25" cy="6300"/>
            </a:xfrm>
            <a:custGeom>
              <a:avLst/>
              <a:gdLst/>
              <a:ahLst/>
              <a:cxnLst/>
              <a:rect l="l" t="t" r="r" b="b"/>
              <a:pathLst>
                <a:path w="1" h="252" extrusionOk="0">
                  <a:moveTo>
                    <a:pt x="1" y="0"/>
                  </a:moveTo>
                  <a:lnTo>
                    <a:pt x="1" y="251"/>
                  </a:lnTo>
                  <a:cubicBezTo>
                    <a:pt x="1" y="251"/>
                    <a:pt x="1" y="251"/>
                    <a:pt x="1" y="251"/>
                  </a:cubicBezTo>
                  <a:lnTo>
                    <a:pt x="1" y="26"/>
                  </a:lnTo>
                  <a:cubicBezTo>
                    <a:pt x="1" y="26"/>
                    <a:pt x="1" y="26"/>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44"/>
            <p:cNvSpPr/>
            <p:nvPr/>
          </p:nvSpPr>
          <p:spPr>
            <a:xfrm>
              <a:off x="3473200" y="2339000"/>
              <a:ext cx="650" cy="5675"/>
            </a:xfrm>
            <a:custGeom>
              <a:avLst/>
              <a:gdLst/>
              <a:ahLst/>
              <a:cxnLst/>
              <a:rect l="l" t="t" r="r" b="b"/>
              <a:pathLst>
                <a:path w="26" h="227" extrusionOk="0">
                  <a:moveTo>
                    <a:pt x="1" y="1"/>
                  </a:moveTo>
                  <a:lnTo>
                    <a:pt x="1" y="226"/>
                  </a:lnTo>
                  <a:lnTo>
                    <a:pt x="26" y="226"/>
                  </a:lnTo>
                  <a:lnTo>
                    <a:pt x="26"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44"/>
            <p:cNvSpPr/>
            <p:nvPr/>
          </p:nvSpPr>
          <p:spPr>
            <a:xfrm>
              <a:off x="3473200" y="2339000"/>
              <a:ext cx="25" cy="6300"/>
            </a:xfrm>
            <a:custGeom>
              <a:avLst/>
              <a:gdLst/>
              <a:ahLst/>
              <a:cxnLst/>
              <a:rect l="l" t="t" r="r" b="b"/>
              <a:pathLst>
                <a:path w="1" h="252" extrusionOk="0">
                  <a:moveTo>
                    <a:pt x="1" y="1"/>
                  </a:moveTo>
                  <a:lnTo>
                    <a:pt x="1" y="226"/>
                  </a:lnTo>
                  <a:cubicBezTo>
                    <a:pt x="1" y="251"/>
                    <a:pt x="1" y="251"/>
                    <a:pt x="1" y="251"/>
                  </a:cubicBezTo>
                  <a:lnTo>
                    <a:pt x="1" y="1"/>
                  </a:lnTo>
                  <a:cubicBezTo>
                    <a:pt x="1" y="1"/>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44"/>
            <p:cNvSpPr/>
            <p:nvPr/>
          </p:nvSpPr>
          <p:spPr>
            <a:xfrm>
              <a:off x="3473200" y="2339000"/>
              <a:ext cx="25" cy="6300"/>
            </a:xfrm>
            <a:custGeom>
              <a:avLst/>
              <a:gdLst/>
              <a:ahLst/>
              <a:cxnLst/>
              <a:rect l="l" t="t" r="r" b="b"/>
              <a:pathLst>
                <a:path w="1" h="252" extrusionOk="0">
                  <a:moveTo>
                    <a:pt x="1" y="1"/>
                  </a:moveTo>
                  <a:lnTo>
                    <a:pt x="1" y="251"/>
                  </a:lnTo>
                  <a:lnTo>
                    <a:pt x="1" y="251"/>
                  </a:lnTo>
                  <a:lnTo>
                    <a:pt x="1" y="1"/>
                  </a:lnTo>
                  <a:lnTo>
                    <a:pt x="1"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44"/>
            <p:cNvSpPr/>
            <p:nvPr/>
          </p:nvSpPr>
          <p:spPr>
            <a:xfrm>
              <a:off x="3522700" y="2338375"/>
              <a:ext cx="650" cy="6925"/>
            </a:xfrm>
            <a:custGeom>
              <a:avLst/>
              <a:gdLst/>
              <a:ahLst/>
              <a:cxnLst/>
              <a:rect l="l" t="t" r="r" b="b"/>
              <a:pathLst>
                <a:path w="26" h="277" extrusionOk="0">
                  <a:moveTo>
                    <a:pt x="1" y="0"/>
                  </a:moveTo>
                  <a:lnTo>
                    <a:pt x="1" y="251"/>
                  </a:lnTo>
                  <a:cubicBezTo>
                    <a:pt x="1" y="251"/>
                    <a:pt x="1" y="276"/>
                    <a:pt x="26" y="276"/>
                  </a:cubicBezTo>
                  <a:lnTo>
                    <a:pt x="26" y="51"/>
                  </a:lnTo>
                  <a:cubicBezTo>
                    <a:pt x="1" y="26"/>
                    <a:pt x="1" y="26"/>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44"/>
            <p:cNvSpPr/>
            <p:nvPr/>
          </p:nvSpPr>
          <p:spPr>
            <a:xfrm>
              <a:off x="3576600" y="2332100"/>
              <a:ext cx="13175" cy="13825"/>
            </a:xfrm>
            <a:custGeom>
              <a:avLst/>
              <a:gdLst/>
              <a:ahLst/>
              <a:cxnLst/>
              <a:rect l="l" t="t" r="r" b="b"/>
              <a:pathLst>
                <a:path w="527" h="553" extrusionOk="0">
                  <a:moveTo>
                    <a:pt x="0" y="1"/>
                  </a:moveTo>
                  <a:lnTo>
                    <a:pt x="0" y="226"/>
                  </a:lnTo>
                  <a:lnTo>
                    <a:pt x="526" y="552"/>
                  </a:lnTo>
                  <a:lnTo>
                    <a:pt x="526" y="30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44"/>
            <p:cNvSpPr/>
            <p:nvPr/>
          </p:nvSpPr>
          <p:spPr>
            <a:xfrm>
              <a:off x="3550900" y="2339000"/>
              <a:ext cx="650" cy="6925"/>
            </a:xfrm>
            <a:custGeom>
              <a:avLst/>
              <a:gdLst/>
              <a:ahLst/>
              <a:cxnLst/>
              <a:rect l="l" t="t" r="r" b="b"/>
              <a:pathLst>
                <a:path w="26" h="277" extrusionOk="0">
                  <a:moveTo>
                    <a:pt x="1" y="1"/>
                  </a:moveTo>
                  <a:lnTo>
                    <a:pt x="1" y="226"/>
                  </a:lnTo>
                  <a:cubicBezTo>
                    <a:pt x="26" y="251"/>
                    <a:pt x="26" y="251"/>
                    <a:pt x="26" y="276"/>
                  </a:cubicBezTo>
                  <a:lnTo>
                    <a:pt x="26" y="51"/>
                  </a:lnTo>
                  <a:cubicBezTo>
                    <a:pt x="26" y="26"/>
                    <a:pt x="26"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44"/>
            <p:cNvSpPr/>
            <p:nvPr/>
          </p:nvSpPr>
          <p:spPr>
            <a:xfrm>
              <a:off x="3600400" y="23396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44"/>
            <p:cNvSpPr/>
            <p:nvPr/>
          </p:nvSpPr>
          <p:spPr>
            <a:xfrm>
              <a:off x="3600400" y="2339625"/>
              <a:ext cx="25" cy="6300"/>
            </a:xfrm>
            <a:custGeom>
              <a:avLst/>
              <a:gdLst/>
              <a:ahLst/>
              <a:cxnLst/>
              <a:rect l="l" t="t" r="r" b="b"/>
              <a:pathLst>
                <a:path w="1" h="252" extrusionOk="0">
                  <a:moveTo>
                    <a:pt x="1" y="1"/>
                  </a:moveTo>
                  <a:lnTo>
                    <a:pt x="1" y="226"/>
                  </a:lnTo>
                  <a:cubicBezTo>
                    <a:pt x="1" y="226"/>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44"/>
            <p:cNvSpPr/>
            <p:nvPr/>
          </p:nvSpPr>
          <p:spPr>
            <a:xfrm>
              <a:off x="3600400" y="23396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44"/>
            <p:cNvSpPr/>
            <p:nvPr/>
          </p:nvSpPr>
          <p:spPr>
            <a:xfrm>
              <a:off x="3600400" y="2339625"/>
              <a:ext cx="25" cy="6300"/>
            </a:xfrm>
            <a:custGeom>
              <a:avLst/>
              <a:gdLst/>
              <a:ahLst/>
              <a:cxnLst/>
              <a:rect l="l" t="t" r="r" b="b"/>
              <a:pathLst>
                <a:path w="1" h="252" extrusionOk="0">
                  <a:moveTo>
                    <a:pt x="1" y="1"/>
                  </a:moveTo>
                  <a:lnTo>
                    <a:pt x="1" y="251"/>
                  </a:lnTo>
                  <a:cubicBezTo>
                    <a:pt x="1" y="251"/>
                    <a:pt x="1" y="251"/>
                    <a:pt x="1" y="251"/>
                  </a:cubicBezTo>
                  <a:lnTo>
                    <a:pt x="1" y="26"/>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44"/>
            <p:cNvSpPr/>
            <p:nvPr/>
          </p:nvSpPr>
          <p:spPr>
            <a:xfrm>
              <a:off x="3600400" y="23402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44"/>
            <p:cNvSpPr/>
            <p:nvPr/>
          </p:nvSpPr>
          <p:spPr>
            <a:xfrm>
              <a:off x="3600400" y="2340250"/>
              <a:ext cx="25" cy="5675"/>
            </a:xfrm>
            <a:custGeom>
              <a:avLst/>
              <a:gdLst/>
              <a:ahLst/>
              <a:cxnLst/>
              <a:rect l="l" t="t" r="r" b="b"/>
              <a:pathLst>
                <a:path w="1" h="227" extrusionOk="0">
                  <a:moveTo>
                    <a:pt x="1" y="1"/>
                  </a:moveTo>
                  <a:lnTo>
                    <a:pt x="1" y="226"/>
                  </a:lnTo>
                  <a:lnTo>
                    <a:pt x="1" y="226"/>
                  </a:ln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44"/>
            <p:cNvSpPr/>
            <p:nvPr/>
          </p:nvSpPr>
          <p:spPr>
            <a:xfrm>
              <a:off x="3600400" y="23402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44"/>
            <p:cNvSpPr/>
            <p:nvPr/>
          </p:nvSpPr>
          <p:spPr>
            <a:xfrm>
              <a:off x="3600400" y="2340250"/>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44"/>
            <p:cNvSpPr/>
            <p:nvPr/>
          </p:nvSpPr>
          <p:spPr>
            <a:xfrm>
              <a:off x="3512675" y="2339000"/>
              <a:ext cx="25" cy="6300"/>
            </a:xfrm>
            <a:custGeom>
              <a:avLst/>
              <a:gdLst/>
              <a:ahLst/>
              <a:cxnLst/>
              <a:rect l="l" t="t" r="r" b="b"/>
              <a:pathLst>
                <a:path w="1" h="252" extrusionOk="0">
                  <a:moveTo>
                    <a:pt x="1" y="1"/>
                  </a:moveTo>
                  <a:lnTo>
                    <a:pt x="1" y="251"/>
                  </a:lnTo>
                  <a:lnTo>
                    <a:pt x="1" y="251"/>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44"/>
            <p:cNvSpPr/>
            <p:nvPr/>
          </p:nvSpPr>
          <p:spPr>
            <a:xfrm>
              <a:off x="3512675" y="23390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44"/>
            <p:cNvSpPr/>
            <p:nvPr/>
          </p:nvSpPr>
          <p:spPr>
            <a:xfrm>
              <a:off x="3512675" y="2339000"/>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44"/>
            <p:cNvSpPr/>
            <p:nvPr/>
          </p:nvSpPr>
          <p:spPr>
            <a:xfrm>
              <a:off x="3512675" y="23396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44"/>
            <p:cNvSpPr/>
            <p:nvPr/>
          </p:nvSpPr>
          <p:spPr>
            <a:xfrm>
              <a:off x="3512675" y="2339625"/>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44"/>
            <p:cNvSpPr/>
            <p:nvPr/>
          </p:nvSpPr>
          <p:spPr>
            <a:xfrm>
              <a:off x="3512675" y="23396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44"/>
            <p:cNvSpPr/>
            <p:nvPr/>
          </p:nvSpPr>
          <p:spPr>
            <a:xfrm>
              <a:off x="3512050" y="2339625"/>
              <a:ext cx="650" cy="6300"/>
            </a:xfrm>
            <a:custGeom>
              <a:avLst/>
              <a:gdLst/>
              <a:ahLst/>
              <a:cxnLst/>
              <a:rect l="l" t="t" r="r" b="b"/>
              <a:pathLst>
                <a:path w="26" h="252" extrusionOk="0">
                  <a:moveTo>
                    <a:pt x="26" y="1"/>
                  </a:moveTo>
                  <a:cubicBezTo>
                    <a:pt x="1" y="1"/>
                    <a:pt x="1" y="26"/>
                    <a:pt x="1" y="26"/>
                  </a:cubicBezTo>
                  <a:lnTo>
                    <a:pt x="1" y="251"/>
                  </a:lnTo>
                  <a:lnTo>
                    <a:pt x="26" y="251"/>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44"/>
            <p:cNvSpPr/>
            <p:nvPr/>
          </p:nvSpPr>
          <p:spPr>
            <a:xfrm>
              <a:off x="3512050" y="23402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44"/>
            <p:cNvSpPr/>
            <p:nvPr/>
          </p:nvSpPr>
          <p:spPr>
            <a:xfrm>
              <a:off x="3561550" y="2339625"/>
              <a:ext cx="650" cy="6925"/>
            </a:xfrm>
            <a:custGeom>
              <a:avLst/>
              <a:gdLst/>
              <a:ahLst/>
              <a:cxnLst/>
              <a:rect l="l" t="t" r="r" b="b"/>
              <a:pathLst>
                <a:path w="26" h="277" extrusionOk="0">
                  <a:moveTo>
                    <a:pt x="1" y="1"/>
                  </a:moveTo>
                  <a:lnTo>
                    <a:pt x="1" y="226"/>
                  </a:lnTo>
                  <a:cubicBezTo>
                    <a:pt x="1" y="251"/>
                    <a:pt x="1" y="251"/>
                    <a:pt x="26" y="276"/>
                  </a:cubicBezTo>
                  <a:lnTo>
                    <a:pt x="26" y="26"/>
                  </a:lnTo>
                  <a:cubicBezTo>
                    <a:pt x="1" y="26"/>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44"/>
            <p:cNvSpPr/>
            <p:nvPr/>
          </p:nvSpPr>
          <p:spPr>
            <a:xfrm>
              <a:off x="3589750" y="2339625"/>
              <a:ext cx="650" cy="6925"/>
            </a:xfrm>
            <a:custGeom>
              <a:avLst/>
              <a:gdLst/>
              <a:ahLst/>
              <a:cxnLst/>
              <a:rect l="l" t="t" r="r" b="b"/>
              <a:pathLst>
                <a:path w="26" h="277" extrusionOk="0">
                  <a:moveTo>
                    <a:pt x="0" y="1"/>
                  </a:moveTo>
                  <a:lnTo>
                    <a:pt x="0" y="251"/>
                  </a:lnTo>
                  <a:cubicBezTo>
                    <a:pt x="25" y="251"/>
                    <a:pt x="25" y="276"/>
                    <a:pt x="25" y="276"/>
                  </a:cubicBezTo>
                  <a:lnTo>
                    <a:pt x="25" y="51"/>
                  </a:lnTo>
                  <a:cubicBezTo>
                    <a:pt x="25" y="26"/>
                    <a:pt x="25" y="26"/>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44"/>
            <p:cNvSpPr/>
            <p:nvPr/>
          </p:nvSpPr>
          <p:spPr>
            <a:xfrm>
              <a:off x="3440625" y="2340250"/>
              <a:ext cx="25" cy="6300"/>
            </a:xfrm>
            <a:custGeom>
              <a:avLst/>
              <a:gdLst/>
              <a:ahLst/>
              <a:cxnLst/>
              <a:rect l="l" t="t" r="r" b="b"/>
              <a:pathLst>
                <a:path w="1" h="252" extrusionOk="0">
                  <a:moveTo>
                    <a:pt x="0" y="1"/>
                  </a:moveTo>
                  <a:lnTo>
                    <a:pt x="0" y="251"/>
                  </a:lnTo>
                  <a:cubicBezTo>
                    <a:pt x="0" y="251"/>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44"/>
            <p:cNvSpPr/>
            <p:nvPr/>
          </p:nvSpPr>
          <p:spPr>
            <a:xfrm>
              <a:off x="3440000" y="234025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44"/>
            <p:cNvSpPr/>
            <p:nvPr/>
          </p:nvSpPr>
          <p:spPr>
            <a:xfrm>
              <a:off x="3440000" y="23402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44"/>
            <p:cNvSpPr/>
            <p:nvPr/>
          </p:nvSpPr>
          <p:spPr>
            <a:xfrm>
              <a:off x="3440000" y="23402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44"/>
            <p:cNvSpPr/>
            <p:nvPr/>
          </p:nvSpPr>
          <p:spPr>
            <a:xfrm>
              <a:off x="3439375" y="234025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44"/>
            <p:cNvSpPr/>
            <p:nvPr/>
          </p:nvSpPr>
          <p:spPr>
            <a:xfrm>
              <a:off x="3439375" y="23402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44"/>
            <p:cNvSpPr/>
            <p:nvPr/>
          </p:nvSpPr>
          <p:spPr>
            <a:xfrm>
              <a:off x="3439375" y="2340250"/>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44"/>
            <p:cNvSpPr/>
            <p:nvPr/>
          </p:nvSpPr>
          <p:spPr>
            <a:xfrm>
              <a:off x="3438750" y="234025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44"/>
            <p:cNvSpPr/>
            <p:nvPr/>
          </p:nvSpPr>
          <p:spPr>
            <a:xfrm>
              <a:off x="3438750" y="23402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44"/>
            <p:cNvSpPr/>
            <p:nvPr/>
          </p:nvSpPr>
          <p:spPr>
            <a:xfrm>
              <a:off x="3438125" y="234025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44"/>
            <p:cNvSpPr/>
            <p:nvPr/>
          </p:nvSpPr>
          <p:spPr>
            <a:xfrm>
              <a:off x="3437500" y="2340250"/>
              <a:ext cx="650" cy="6300"/>
            </a:xfrm>
            <a:custGeom>
              <a:avLst/>
              <a:gdLst/>
              <a:ahLst/>
              <a:cxnLst/>
              <a:rect l="l" t="t" r="r" b="b"/>
              <a:pathLst>
                <a:path w="26" h="252" extrusionOk="0">
                  <a:moveTo>
                    <a:pt x="0" y="1"/>
                  </a:moveTo>
                  <a:lnTo>
                    <a:pt x="0" y="251"/>
                  </a:lnTo>
                  <a:cubicBezTo>
                    <a:pt x="0" y="226"/>
                    <a:pt x="25" y="226"/>
                    <a:pt x="25" y="226"/>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44"/>
            <p:cNvSpPr/>
            <p:nvPr/>
          </p:nvSpPr>
          <p:spPr>
            <a:xfrm>
              <a:off x="3600400" y="2340250"/>
              <a:ext cx="25" cy="6925"/>
            </a:xfrm>
            <a:custGeom>
              <a:avLst/>
              <a:gdLst/>
              <a:ahLst/>
              <a:cxnLst/>
              <a:rect l="l" t="t" r="r" b="b"/>
              <a:pathLst>
                <a:path w="1" h="277" extrusionOk="0">
                  <a:moveTo>
                    <a:pt x="1" y="26"/>
                  </a:moveTo>
                  <a:lnTo>
                    <a:pt x="1" y="276"/>
                  </a:lnTo>
                  <a:cubicBezTo>
                    <a:pt x="1" y="251"/>
                    <a:pt x="1" y="251"/>
                    <a:pt x="1" y="226"/>
                  </a:cubicBezTo>
                  <a:lnTo>
                    <a:pt x="1" y="1"/>
                  </a:lnTo>
                  <a:cubicBezTo>
                    <a:pt x="1" y="1"/>
                    <a:pt x="1" y="26"/>
                    <a:pt x="1" y="26"/>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44"/>
            <p:cNvSpPr/>
            <p:nvPr/>
          </p:nvSpPr>
          <p:spPr>
            <a:xfrm>
              <a:off x="3551525" y="2340250"/>
              <a:ext cx="25" cy="5675"/>
            </a:xfrm>
            <a:custGeom>
              <a:avLst/>
              <a:gdLst/>
              <a:ahLst/>
              <a:cxnLst/>
              <a:rect l="l" t="t" r="r" b="b"/>
              <a:pathLst>
                <a:path w="1" h="227" extrusionOk="0">
                  <a:moveTo>
                    <a:pt x="1" y="1"/>
                  </a:moveTo>
                  <a:lnTo>
                    <a:pt x="1" y="226"/>
                  </a:lnTo>
                  <a:lnTo>
                    <a:pt x="1" y="226"/>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44"/>
            <p:cNvSpPr/>
            <p:nvPr/>
          </p:nvSpPr>
          <p:spPr>
            <a:xfrm>
              <a:off x="3551525" y="23402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44"/>
            <p:cNvSpPr/>
            <p:nvPr/>
          </p:nvSpPr>
          <p:spPr>
            <a:xfrm>
              <a:off x="3551525" y="23402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44"/>
            <p:cNvSpPr/>
            <p:nvPr/>
          </p:nvSpPr>
          <p:spPr>
            <a:xfrm>
              <a:off x="3551525" y="2340250"/>
              <a:ext cx="25" cy="6300"/>
            </a:xfrm>
            <a:custGeom>
              <a:avLst/>
              <a:gdLst/>
              <a:ahLst/>
              <a:cxnLst/>
              <a:rect l="l" t="t" r="r" b="b"/>
              <a:pathLst>
                <a:path w="1" h="252" extrusionOk="0">
                  <a:moveTo>
                    <a:pt x="1" y="1"/>
                  </a:moveTo>
                  <a:lnTo>
                    <a:pt x="1" y="226"/>
                  </a:lnTo>
                  <a:cubicBezTo>
                    <a:pt x="1" y="226"/>
                    <a:pt x="1" y="251"/>
                    <a:pt x="1" y="251"/>
                  </a:cubicBez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44"/>
            <p:cNvSpPr/>
            <p:nvPr/>
          </p:nvSpPr>
          <p:spPr>
            <a:xfrm>
              <a:off x="3551525" y="23402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44"/>
            <p:cNvSpPr/>
            <p:nvPr/>
          </p:nvSpPr>
          <p:spPr>
            <a:xfrm>
              <a:off x="3551525" y="2340250"/>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44"/>
            <p:cNvSpPr/>
            <p:nvPr/>
          </p:nvSpPr>
          <p:spPr>
            <a:xfrm>
              <a:off x="3550900" y="2340875"/>
              <a:ext cx="650" cy="5675"/>
            </a:xfrm>
            <a:custGeom>
              <a:avLst/>
              <a:gdLst/>
              <a:ahLst/>
              <a:cxnLst/>
              <a:rect l="l" t="t" r="r" b="b"/>
              <a:pathLst>
                <a:path w="26" h="227" extrusionOk="0">
                  <a:moveTo>
                    <a:pt x="1" y="1"/>
                  </a:moveTo>
                  <a:lnTo>
                    <a:pt x="1" y="226"/>
                  </a:lnTo>
                  <a:lnTo>
                    <a:pt x="26" y="226"/>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44"/>
            <p:cNvSpPr/>
            <p:nvPr/>
          </p:nvSpPr>
          <p:spPr>
            <a:xfrm>
              <a:off x="3550900" y="2340875"/>
              <a:ext cx="25" cy="5675"/>
            </a:xfrm>
            <a:custGeom>
              <a:avLst/>
              <a:gdLst/>
              <a:ahLst/>
              <a:cxnLst/>
              <a:rect l="l" t="t" r="r" b="b"/>
              <a:pathLst>
                <a:path w="1" h="227" extrusionOk="0">
                  <a:moveTo>
                    <a:pt x="1" y="1"/>
                  </a:moveTo>
                  <a:lnTo>
                    <a:pt x="1" y="226"/>
                  </a:lnTo>
                  <a:cubicBezTo>
                    <a:pt x="1" y="226"/>
                    <a:pt x="1" y="226"/>
                    <a:pt x="1" y="226"/>
                  </a:cubicBezTo>
                  <a:lnTo>
                    <a:pt x="1" y="1"/>
                  </a:lnTo>
                  <a:lnTo>
                    <a:pt x="1"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44"/>
            <p:cNvSpPr/>
            <p:nvPr/>
          </p:nvSpPr>
          <p:spPr>
            <a:xfrm>
              <a:off x="3479475" y="2340875"/>
              <a:ext cx="650" cy="6300"/>
            </a:xfrm>
            <a:custGeom>
              <a:avLst/>
              <a:gdLst/>
              <a:ahLst/>
              <a:cxnLst/>
              <a:rect l="l" t="t" r="r" b="b"/>
              <a:pathLst>
                <a:path w="26" h="252" extrusionOk="0">
                  <a:moveTo>
                    <a:pt x="0" y="1"/>
                  </a:moveTo>
                  <a:lnTo>
                    <a:pt x="0" y="251"/>
                  </a:lnTo>
                  <a:lnTo>
                    <a:pt x="25" y="251"/>
                  </a:lnTo>
                  <a:lnTo>
                    <a:pt x="25" y="26"/>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44"/>
            <p:cNvSpPr/>
            <p:nvPr/>
          </p:nvSpPr>
          <p:spPr>
            <a:xfrm>
              <a:off x="3479475" y="2340875"/>
              <a:ext cx="25" cy="6300"/>
            </a:xfrm>
            <a:custGeom>
              <a:avLst/>
              <a:gdLst/>
              <a:ahLst/>
              <a:cxnLst/>
              <a:rect l="l" t="t" r="r" b="b"/>
              <a:pathLst>
                <a:path w="1" h="252" extrusionOk="0">
                  <a:moveTo>
                    <a:pt x="0" y="1"/>
                  </a:moveTo>
                  <a:lnTo>
                    <a:pt x="0" y="251"/>
                  </a:lnTo>
                  <a:cubicBezTo>
                    <a:pt x="0" y="251"/>
                    <a:pt x="0" y="251"/>
                    <a:pt x="0" y="251"/>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44"/>
            <p:cNvSpPr/>
            <p:nvPr/>
          </p:nvSpPr>
          <p:spPr>
            <a:xfrm>
              <a:off x="3478850" y="2340875"/>
              <a:ext cx="650" cy="6300"/>
            </a:xfrm>
            <a:custGeom>
              <a:avLst/>
              <a:gdLst/>
              <a:ahLst/>
              <a:cxnLst/>
              <a:rect l="l" t="t" r="r" b="b"/>
              <a:pathLst>
                <a:path w="26" h="252" extrusionOk="0">
                  <a:moveTo>
                    <a:pt x="0" y="1"/>
                  </a:moveTo>
                  <a:lnTo>
                    <a:pt x="0" y="226"/>
                  </a:lnTo>
                  <a:cubicBezTo>
                    <a:pt x="0" y="251"/>
                    <a:pt x="0" y="251"/>
                    <a:pt x="25" y="251"/>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44"/>
            <p:cNvSpPr/>
            <p:nvPr/>
          </p:nvSpPr>
          <p:spPr>
            <a:xfrm>
              <a:off x="3478850" y="23408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44"/>
            <p:cNvSpPr/>
            <p:nvPr/>
          </p:nvSpPr>
          <p:spPr>
            <a:xfrm>
              <a:off x="3478225" y="2340875"/>
              <a:ext cx="650" cy="5675"/>
            </a:xfrm>
            <a:custGeom>
              <a:avLst/>
              <a:gdLst/>
              <a:ahLst/>
              <a:cxnLst/>
              <a:rect l="l" t="t" r="r" b="b"/>
              <a:pathLst>
                <a:path w="26" h="227" extrusionOk="0">
                  <a:moveTo>
                    <a:pt x="25"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44"/>
            <p:cNvSpPr/>
            <p:nvPr/>
          </p:nvSpPr>
          <p:spPr>
            <a:xfrm>
              <a:off x="3478225" y="2340875"/>
              <a:ext cx="650" cy="5675"/>
            </a:xfrm>
            <a:custGeom>
              <a:avLst/>
              <a:gdLst/>
              <a:ahLst/>
              <a:cxnLst/>
              <a:rect l="l" t="t" r="r" b="b"/>
              <a:pathLst>
                <a:path w="26" h="227" extrusionOk="0">
                  <a:moveTo>
                    <a:pt x="0" y="1"/>
                  </a:moveTo>
                  <a:lnTo>
                    <a:pt x="0"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44"/>
            <p:cNvSpPr/>
            <p:nvPr/>
          </p:nvSpPr>
          <p:spPr>
            <a:xfrm>
              <a:off x="3478225" y="2340875"/>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44"/>
            <p:cNvSpPr/>
            <p:nvPr/>
          </p:nvSpPr>
          <p:spPr>
            <a:xfrm>
              <a:off x="3477600" y="234087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44"/>
            <p:cNvSpPr/>
            <p:nvPr/>
          </p:nvSpPr>
          <p:spPr>
            <a:xfrm>
              <a:off x="3477600" y="23408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44"/>
            <p:cNvSpPr/>
            <p:nvPr/>
          </p:nvSpPr>
          <p:spPr>
            <a:xfrm>
              <a:off x="3476975" y="2340875"/>
              <a:ext cx="650" cy="6300"/>
            </a:xfrm>
            <a:custGeom>
              <a:avLst/>
              <a:gdLst/>
              <a:ahLst/>
              <a:cxnLst/>
              <a:rect l="l" t="t" r="r" b="b"/>
              <a:pathLst>
                <a:path w="26" h="252" extrusionOk="0">
                  <a:moveTo>
                    <a:pt x="0" y="1"/>
                  </a:moveTo>
                  <a:lnTo>
                    <a:pt x="0" y="251"/>
                  </a:lnTo>
                  <a:cubicBezTo>
                    <a:pt x="0" y="251"/>
                    <a:pt x="25" y="251"/>
                    <a:pt x="25" y="226"/>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44"/>
            <p:cNvSpPr/>
            <p:nvPr/>
          </p:nvSpPr>
          <p:spPr>
            <a:xfrm>
              <a:off x="3476350" y="2340875"/>
              <a:ext cx="650" cy="6300"/>
            </a:xfrm>
            <a:custGeom>
              <a:avLst/>
              <a:gdLst/>
              <a:ahLst/>
              <a:cxnLst/>
              <a:rect l="l" t="t" r="r" b="b"/>
              <a:pathLst>
                <a:path w="26" h="252" extrusionOk="0">
                  <a:moveTo>
                    <a:pt x="25" y="1"/>
                  </a:moveTo>
                  <a:cubicBezTo>
                    <a:pt x="25" y="1"/>
                    <a:pt x="25" y="1"/>
                    <a:pt x="0" y="26"/>
                  </a:cubicBez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44"/>
            <p:cNvSpPr/>
            <p:nvPr/>
          </p:nvSpPr>
          <p:spPr>
            <a:xfrm>
              <a:off x="3590375" y="2340875"/>
              <a:ext cx="25" cy="5675"/>
            </a:xfrm>
            <a:custGeom>
              <a:avLst/>
              <a:gdLst/>
              <a:ahLst/>
              <a:cxnLst/>
              <a:rect l="l" t="t" r="r" b="b"/>
              <a:pathLst>
                <a:path w="1" h="227" extrusionOk="0">
                  <a:moveTo>
                    <a:pt x="0" y="1"/>
                  </a:moveTo>
                  <a:lnTo>
                    <a:pt x="0" y="226"/>
                  </a:lnTo>
                  <a:lnTo>
                    <a:pt x="0" y="226"/>
                  </a:lnTo>
                  <a:lnTo>
                    <a:pt x="0"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44"/>
            <p:cNvSpPr/>
            <p:nvPr/>
          </p:nvSpPr>
          <p:spPr>
            <a:xfrm>
              <a:off x="3590375" y="2340875"/>
              <a:ext cx="25" cy="6300"/>
            </a:xfrm>
            <a:custGeom>
              <a:avLst/>
              <a:gdLst/>
              <a:ahLst/>
              <a:cxnLst/>
              <a:rect l="l" t="t" r="r" b="b"/>
              <a:pathLst>
                <a:path w="1" h="252" extrusionOk="0">
                  <a:moveTo>
                    <a:pt x="0" y="1"/>
                  </a:moveTo>
                  <a:lnTo>
                    <a:pt x="0" y="226"/>
                  </a:lnTo>
                  <a:cubicBezTo>
                    <a:pt x="0" y="226"/>
                    <a:pt x="0" y="226"/>
                    <a:pt x="0" y="251"/>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44"/>
            <p:cNvSpPr/>
            <p:nvPr/>
          </p:nvSpPr>
          <p:spPr>
            <a:xfrm>
              <a:off x="3590375" y="23408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44"/>
            <p:cNvSpPr/>
            <p:nvPr/>
          </p:nvSpPr>
          <p:spPr>
            <a:xfrm>
              <a:off x="3590375" y="2340875"/>
              <a:ext cx="25" cy="6300"/>
            </a:xfrm>
            <a:custGeom>
              <a:avLst/>
              <a:gdLst/>
              <a:ahLst/>
              <a:cxnLst/>
              <a:rect l="l" t="t" r="r" b="b"/>
              <a:pathLst>
                <a:path w="1" h="252" extrusionOk="0">
                  <a:moveTo>
                    <a:pt x="0" y="1"/>
                  </a:moveTo>
                  <a:lnTo>
                    <a:pt x="0" y="251"/>
                  </a:lnTo>
                  <a:cubicBezTo>
                    <a:pt x="0" y="251"/>
                    <a:pt x="0" y="251"/>
                    <a:pt x="0" y="251"/>
                  </a:cubicBez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44"/>
            <p:cNvSpPr/>
            <p:nvPr/>
          </p:nvSpPr>
          <p:spPr>
            <a:xfrm>
              <a:off x="3590375" y="23415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44"/>
            <p:cNvSpPr/>
            <p:nvPr/>
          </p:nvSpPr>
          <p:spPr>
            <a:xfrm>
              <a:off x="3590375" y="23415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44"/>
            <p:cNvSpPr/>
            <p:nvPr/>
          </p:nvSpPr>
          <p:spPr>
            <a:xfrm>
              <a:off x="3589750" y="2341500"/>
              <a:ext cx="650" cy="6300"/>
            </a:xfrm>
            <a:custGeom>
              <a:avLst/>
              <a:gdLst/>
              <a:ahLst/>
              <a:cxnLst/>
              <a:rect l="l" t="t" r="r" b="b"/>
              <a:pathLst>
                <a:path w="26" h="252" extrusionOk="0">
                  <a:moveTo>
                    <a:pt x="0" y="1"/>
                  </a:moveTo>
                  <a:lnTo>
                    <a:pt x="0" y="251"/>
                  </a:lnTo>
                  <a:cubicBezTo>
                    <a:pt x="25" y="251"/>
                    <a:pt x="25" y="251"/>
                    <a:pt x="25" y="226"/>
                  </a:cubicBez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44"/>
            <p:cNvSpPr/>
            <p:nvPr/>
          </p:nvSpPr>
          <p:spPr>
            <a:xfrm>
              <a:off x="3589750" y="2341500"/>
              <a:ext cx="25" cy="6300"/>
            </a:xfrm>
            <a:custGeom>
              <a:avLst/>
              <a:gdLst/>
              <a:ahLst/>
              <a:cxnLst/>
              <a:rect l="l" t="t" r="r" b="b"/>
              <a:pathLst>
                <a:path w="1" h="252" extrusionOk="0">
                  <a:moveTo>
                    <a:pt x="0" y="1"/>
                  </a:moveTo>
                  <a:lnTo>
                    <a:pt x="0" y="251"/>
                  </a:lnTo>
                  <a:lnTo>
                    <a:pt x="0" y="251"/>
                  </a:lnTo>
                  <a:lnTo>
                    <a:pt x="0" y="1"/>
                  </a:lnTo>
                  <a:cubicBezTo>
                    <a:pt x="0" y="1"/>
                    <a:pt x="0" y="1"/>
                    <a:pt x="0"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44"/>
            <p:cNvSpPr/>
            <p:nvPr/>
          </p:nvSpPr>
          <p:spPr>
            <a:xfrm>
              <a:off x="3518325" y="234212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44"/>
            <p:cNvSpPr/>
            <p:nvPr/>
          </p:nvSpPr>
          <p:spPr>
            <a:xfrm>
              <a:off x="3518325" y="2341500"/>
              <a:ext cx="25" cy="6300"/>
            </a:xfrm>
            <a:custGeom>
              <a:avLst/>
              <a:gdLst/>
              <a:ahLst/>
              <a:cxnLst/>
              <a:rect l="l" t="t" r="r" b="b"/>
              <a:pathLst>
                <a:path w="1" h="252" extrusionOk="0">
                  <a:moveTo>
                    <a:pt x="0" y="26"/>
                  </a:moveTo>
                  <a:lnTo>
                    <a:pt x="0" y="251"/>
                  </a:lnTo>
                  <a:cubicBezTo>
                    <a:pt x="0" y="251"/>
                    <a:pt x="0" y="251"/>
                    <a:pt x="0" y="251"/>
                  </a:cubicBezTo>
                  <a:lnTo>
                    <a:pt x="0" y="1"/>
                  </a:lnTo>
                  <a:lnTo>
                    <a:pt x="0" y="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44"/>
            <p:cNvSpPr/>
            <p:nvPr/>
          </p:nvSpPr>
          <p:spPr>
            <a:xfrm>
              <a:off x="3517700" y="2341500"/>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44"/>
            <p:cNvSpPr/>
            <p:nvPr/>
          </p:nvSpPr>
          <p:spPr>
            <a:xfrm>
              <a:off x="3517700" y="234150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44"/>
            <p:cNvSpPr/>
            <p:nvPr/>
          </p:nvSpPr>
          <p:spPr>
            <a:xfrm>
              <a:off x="3517700" y="234150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44"/>
            <p:cNvSpPr/>
            <p:nvPr/>
          </p:nvSpPr>
          <p:spPr>
            <a:xfrm>
              <a:off x="3517075" y="2341500"/>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44"/>
            <p:cNvSpPr/>
            <p:nvPr/>
          </p:nvSpPr>
          <p:spPr>
            <a:xfrm>
              <a:off x="3517075" y="2341500"/>
              <a:ext cx="25" cy="6300"/>
            </a:xfrm>
            <a:custGeom>
              <a:avLst/>
              <a:gdLst/>
              <a:ahLst/>
              <a:cxnLst/>
              <a:rect l="l" t="t" r="r" b="b"/>
              <a:pathLst>
                <a:path w="1" h="252" extrusionOk="0">
                  <a:moveTo>
                    <a:pt x="0" y="1"/>
                  </a:moveTo>
                  <a:lnTo>
                    <a:pt x="0" y="251"/>
                  </a:lnTo>
                  <a:lnTo>
                    <a:pt x="0" y="251"/>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44"/>
            <p:cNvSpPr/>
            <p:nvPr/>
          </p:nvSpPr>
          <p:spPr>
            <a:xfrm>
              <a:off x="3517075" y="234150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44"/>
            <p:cNvSpPr/>
            <p:nvPr/>
          </p:nvSpPr>
          <p:spPr>
            <a:xfrm>
              <a:off x="3516450" y="2341500"/>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44"/>
            <p:cNvSpPr/>
            <p:nvPr/>
          </p:nvSpPr>
          <p:spPr>
            <a:xfrm>
              <a:off x="3515825" y="2341500"/>
              <a:ext cx="650" cy="6300"/>
            </a:xfrm>
            <a:custGeom>
              <a:avLst/>
              <a:gdLst/>
              <a:ahLst/>
              <a:cxnLst/>
              <a:rect l="l" t="t" r="r" b="b"/>
              <a:pathLst>
                <a:path w="26" h="252" extrusionOk="0">
                  <a:moveTo>
                    <a:pt x="25" y="1"/>
                  </a:moveTo>
                  <a:cubicBezTo>
                    <a:pt x="25" y="1"/>
                    <a:pt x="25" y="1"/>
                    <a:pt x="0" y="26"/>
                  </a:cubicBez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44"/>
            <p:cNvSpPr/>
            <p:nvPr/>
          </p:nvSpPr>
          <p:spPr>
            <a:xfrm>
              <a:off x="3515825" y="2341500"/>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26"/>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44"/>
            <p:cNvSpPr/>
            <p:nvPr/>
          </p:nvSpPr>
          <p:spPr>
            <a:xfrm>
              <a:off x="3557175" y="2342750"/>
              <a:ext cx="650" cy="6300"/>
            </a:xfrm>
            <a:custGeom>
              <a:avLst/>
              <a:gdLst/>
              <a:ahLst/>
              <a:cxnLst/>
              <a:rect l="l" t="t" r="r" b="b"/>
              <a:pathLst>
                <a:path w="26" h="252" extrusionOk="0">
                  <a:moveTo>
                    <a:pt x="0" y="1"/>
                  </a:moveTo>
                  <a:lnTo>
                    <a:pt x="0" y="226"/>
                  </a:lnTo>
                  <a:cubicBezTo>
                    <a:pt x="25" y="226"/>
                    <a:pt x="25" y="252"/>
                    <a:pt x="25" y="252"/>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44"/>
            <p:cNvSpPr/>
            <p:nvPr/>
          </p:nvSpPr>
          <p:spPr>
            <a:xfrm>
              <a:off x="3557175" y="23427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44"/>
            <p:cNvSpPr/>
            <p:nvPr/>
          </p:nvSpPr>
          <p:spPr>
            <a:xfrm>
              <a:off x="3557175" y="23427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44"/>
            <p:cNvSpPr/>
            <p:nvPr/>
          </p:nvSpPr>
          <p:spPr>
            <a:xfrm>
              <a:off x="3556550" y="234275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44"/>
            <p:cNvSpPr/>
            <p:nvPr/>
          </p:nvSpPr>
          <p:spPr>
            <a:xfrm>
              <a:off x="3556550" y="2342750"/>
              <a:ext cx="25" cy="5675"/>
            </a:xfrm>
            <a:custGeom>
              <a:avLst/>
              <a:gdLst/>
              <a:ahLst/>
              <a:cxnLst/>
              <a:rect l="l" t="t" r="r" b="b"/>
              <a:pathLst>
                <a:path w="1" h="227" extrusionOk="0">
                  <a:moveTo>
                    <a:pt x="0" y="1"/>
                  </a:moveTo>
                  <a:lnTo>
                    <a:pt x="0" y="226"/>
                  </a:lnTo>
                  <a:lnTo>
                    <a:pt x="0" y="226"/>
                  </a:ln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44"/>
            <p:cNvSpPr/>
            <p:nvPr/>
          </p:nvSpPr>
          <p:spPr>
            <a:xfrm>
              <a:off x="3555925" y="234275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44"/>
            <p:cNvSpPr/>
            <p:nvPr/>
          </p:nvSpPr>
          <p:spPr>
            <a:xfrm>
              <a:off x="3555925" y="2342750"/>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44"/>
            <p:cNvSpPr/>
            <p:nvPr/>
          </p:nvSpPr>
          <p:spPr>
            <a:xfrm>
              <a:off x="3555925" y="23427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44"/>
            <p:cNvSpPr/>
            <p:nvPr/>
          </p:nvSpPr>
          <p:spPr>
            <a:xfrm>
              <a:off x="3555275" y="2342750"/>
              <a:ext cx="675" cy="5675"/>
            </a:xfrm>
            <a:custGeom>
              <a:avLst/>
              <a:gdLst/>
              <a:ahLst/>
              <a:cxnLst/>
              <a:rect l="l" t="t" r="r" b="b"/>
              <a:pathLst>
                <a:path w="27"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44"/>
            <p:cNvSpPr/>
            <p:nvPr/>
          </p:nvSpPr>
          <p:spPr>
            <a:xfrm>
              <a:off x="3555275" y="23427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44"/>
            <p:cNvSpPr/>
            <p:nvPr/>
          </p:nvSpPr>
          <p:spPr>
            <a:xfrm>
              <a:off x="3554650" y="2342750"/>
              <a:ext cx="650" cy="6300"/>
            </a:xfrm>
            <a:custGeom>
              <a:avLst/>
              <a:gdLst/>
              <a:ahLst/>
              <a:cxnLst/>
              <a:rect l="l" t="t" r="r" b="b"/>
              <a:pathLst>
                <a:path w="26" h="252" extrusionOk="0">
                  <a:moveTo>
                    <a:pt x="1" y="1"/>
                  </a:moveTo>
                  <a:lnTo>
                    <a:pt x="1" y="252"/>
                  </a:lnTo>
                  <a:cubicBezTo>
                    <a:pt x="1" y="252"/>
                    <a:pt x="1" y="226"/>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44"/>
            <p:cNvSpPr/>
            <p:nvPr/>
          </p:nvSpPr>
          <p:spPr>
            <a:xfrm>
              <a:off x="3596650" y="2343375"/>
              <a:ext cx="25" cy="6300"/>
            </a:xfrm>
            <a:custGeom>
              <a:avLst/>
              <a:gdLst/>
              <a:ahLst/>
              <a:cxnLst/>
              <a:rect l="l" t="t" r="r" b="b"/>
              <a:pathLst>
                <a:path w="1" h="252" extrusionOk="0">
                  <a:moveTo>
                    <a:pt x="0" y="26"/>
                  </a:moveTo>
                  <a:lnTo>
                    <a:pt x="0" y="252"/>
                  </a:lnTo>
                  <a:cubicBezTo>
                    <a:pt x="0" y="252"/>
                    <a:pt x="0" y="252"/>
                    <a:pt x="0" y="252"/>
                  </a:cubicBezTo>
                  <a:lnTo>
                    <a:pt x="0" y="1"/>
                  </a:lnTo>
                  <a:cubicBezTo>
                    <a:pt x="0" y="1"/>
                    <a:pt x="0" y="1"/>
                    <a:pt x="0" y="2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44"/>
            <p:cNvSpPr/>
            <p:nvPr/>
          </p:nvSpPr>
          <p:spPr>
            <a:xfrm>
              <a:off x="3596025" y="2343375"/>
              <a:ext cx="650" cy="6300"/>
            </a:xfrm>
            <a:custGeom>
              <a:avLst/>
              <a:gdLst/>
              <a:ahLst/>
              <a:cxnLst/>
              <a:rect l="l" t="t" r="r" b="b"/>
              <a:pathLst>
                <a:path w="26" h="252" extrusionOk="0">
                  <a:moveTo>
                    <a:pt x="0" y="1"/>
                  </a:moveTo>
                  <a:lnTo>
                    <a:pt x="0" y="252"/>
                  </a:lnTo>
                  <a:lnTo>
                    <a:pt x="25" y="252"/>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44"/>
            <p:cNvSpPr/>
            <p:nvPr/>
          </p:nvSpPr>
          <p:spPr>
            <a:xfrm>
              <a:off x="3596025" y="2343375"/>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44"/>
            <p:cNvSpPr/>
            <p:nvPr/>
          </p:nvSpPr>
          <p:spPr>
            <a:xfrm>
              <a:off x="3595400" y="2343375"/>
              <a:ext cx="650" cy="6300"/>
            </a:xfrm>
            <a:custGeom>
              <a:avLst/>
              <a:gdLst/>
              <a:ahLst/>
              <a:cxnLst/>
              <a:rect l="l" t="t" r="r" b="b"/>
              <a:pathLst>
                <a:path w="26" h="252" extrusionOk="0">
                  <a:moveTo>
                    <a:pt x="0" y="1"/>
                  </a:moveTo>
                  <a:lnTo>
                    <a:pt x="0" y="227"/>
                  </a:lnTo>
                  <a:cubicBezTo>
                    <a:pt x="0" y="227"/>
                    <a:pt x="25" y="227"/>
                    <a:pt x="25" y="252"/>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44"/>
            <p:cNvSpPr/>
            <p:nvPr/>
          </p:nvSpPr>
          <p:spPr>
            <a:xfrm>
              <a:off x="3595400" y="2343375"/>
              <a:ext cx="0" cy="5675"/>
            </a:xfrm>
            <a:custGeom>
              <a:avLst/>
              <a:gdLst/>
              <a:ahLst/>
              <a:cxnLst/>
              <a:rect l="l" t="t" r="r" b="b"/>
              <a:pathLst>
                <a:path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44"/>
            <p:cNvSpPr/>
            <p:nvPr/>
          </p:nvSpPr>
          <p:spPr>
            <a:xfrm>
              <a:off x="3595400" y="2343375"/>
              <a:ext cx="0" cy="5675"/>
            </a:xfrm>
            <a:custGeom>
              <a:avLst/>
              <a:gdLst/>
              <a:ahLst/>
              <a:cxnLst/>
              <a:rect l="l" t="t" r="r" b="b"/>
              <a:pathLst>
                <a:path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44"/>
            <p:cNvSpPr/>
            <p:nvPr/>
          </p:nvSpPr>
          <p:spPr>
            <a:xfrm>
              <a:off x="3594750" y="2343375"/>
              <a:ext cx="650" cy="5675"/>
            </a:xfrm>
            <a:custGeom>
              <a:avLst/>
              <a:gdLst/>
              <a:ahLst/>
              <a:cxnLst/>
              <a:rect l="l" t="t" r="r" b="b"/>
              <a:pathLst>
                <a:path w="26" h="227" extrusionOk="0">
                  <a:moveTo>
                    <a:pt x="1" y="1"/>
                  </a:moveTo>
                  <a:lnTo>
                    <a:pt x="1"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44"/>
            <p:cNvSpPr/>
            <p:nvPr/>
          </p:nvSpPr>
          <p:spPr>
            <a:xfrm>
              <a:off x="3594750" y="2343375"/>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44"/>
            <p:cNvSpPr/>
            <p:nvPr/>
          </p:nvSpPr>
          <p:spPr>
            <a:xfrm>
              <a:off x="3594125" y="2343375"/>
              <a:ext cx="650" cy="5675"/>
            </a:xfrm>
            <a:custGeom>
              <a:avLst/>
              <a:gdLst/>
              <a:ahLst/>
              <a:cxnLst/>
              <a:rect l="l" t="t" r="r" b="b"/>
              <a:pathLst>
                <a:path w="26" h="227" extrusionOk="0">
                  <a:moveTo>
                    <a:pt x="1" y="1"/>
                  </a:moveTo>
                  <a:lnTo>
                    <a:pt x="1"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44"/>
            <p:cNvSpPr/>
            <p:nvPr/>
          </p:nvSpPr>
          <p:spPr>
            <a:xfrm>
              <a:off x="3594125" y="2343375"/>
              <a:ext cx="25" cy="6300"/>
            </a:xfrm>
            <a:custGeom>
              <a:avLst/>
              <a:gdLst/>
              <a:ahLst/>
              <a:cxnLst/>
              <a:rect l="l" t="t" r="r" b="b"/>
              <a:pathLst>
                <a:path w="1" h="252" extrusionOk="0">
                  <a:moveTo>
                    <a:pt x="1" y="1"/>
                  </a:moveTo>
                  <a:lnTo>
                    <a:pt x="1" y="227"/>
                  </a:lnTo>
                  <a:cubicBezTo>
                    <a:pt x="1" y="252"/>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44"/>
            <p:cNvSpPr/>
            <p:nvPr/>
          </p:nvSpPr>
          <p:spPr>
            <a:xfrm>
              <a:off x="3593500" y="2343375"/>
              <a:ext cx="650" cy="6300"/>
            </a:xfrm>
            <a:custGeom>
              <a:avLst/>
              <a:gdLst/>
              <a:ahLst/>
              <a:cxnLst/>
              <a:rect l="l" t="t" r="r" b="b"/>
              <a:pathLst>
                <a:path w="26" h="252" extrusionOk="0">
                  <a:moveTo>
                    <a:pt x="26" y="1"/>
                  </a:moveTo>
                  <a:cubicBezTo>
                    <a:pt x="1" y="1"/>
                    <a:pt x="1" y="1"/>
                    <a:pt x="1" y="26"/>
                  </a:cubicBezTo>
                  <a:lnTo>
                    <a:pt x="1" y="252"/>
                  </a:lnTo>
                  <a:lnTo>
                    <a:pt x="26" y="252"/>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44"/>
            <p:cNvSpPr/>
            <p:nvPr/>
          </p:nvSpPr>
          <p:spPr>
            <a:xfrm>
              <a:off x="3608550" y="2336500"/>
              <a:ext cx="14425" cy="13800"/>
            </a:xfrm>
            <a:custGeom>
              <a:avLst/>
              <a:gdLst/>
              <a:ahLst/>
              <a:cxnLst/>
              <a:rect l="l" t="t" r="r" b="b"/>
              <a:pathLst>
                <a:path w="577" h="552" extrusionOk="0">
                  <a:moveTo>
                    <a:pt x="0" y="0"/>
                  </a:moveTo>
                  <a:lnTo>
                    <a:pt x="0" y="226"/>
                  </a:lnTo>
                  <a:lnTo>
                    <a:pt x="577" y="552"/>
                  </a:lnTo>
                  <a:lnTo>
                    <a:pt x="577" y="3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44"/>
            <p:cNvSpPr/>
            <p:nvPr/>
          </p:nvSpPr>
          <p:spPr>
            <a:xfrm>
              <a:off x="3622950" y="2344650"/>
              <a:ext cx="650" cy="6900"/>
            </a:xfrm>
            <a:custGeom>
              <a:avLst/>
              <a:gdLst/>
              <a:ahLst/>
              <a:cxnLst/>
              <a:rect l="l" t="t" r="r" b="b"/>
              <a:pathLst>
                <a:path w="26" h="276" extrusionOk="0">
                  <a:moveTo>
                    <a:pt x="1" y="0"/>
                  </a:moveTo>
                  <a:lnTo>
                    <a:pt x="1" y="226"/>
                  </a:lnTo>
                  <a:cubicBezTo>
                    <a:pt x="26" y="251"/>
                    <a:pt x="26" y="251"/>
                    <a:pt x="26" y="276"/>
                  </a:cubicBezTo>
                  <a:lnTo>
                    <a:pt x="26" y="25"/>
                  </a:lnTo>
                  <a:cubicBezTo>
                    <a:pt x="26" y="25"/>
                    <a:pt x="26"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44"/>
            <p:cNvSpPr/>
            <p:nvPr/>
          </p:nvSpPr>
          <p:spPr>
            <a:xfrm>
              <a:off x="3423075" y="2338375"/>
              <a:ext cx="11300" cy="12550"/>
            </a:xfrm>
            <a:custGeom>
              <a:avLst/>
              <a:gdLst/>
              <a:ahLst/>
              <a:cxnLst/>
              <a:rect l="l" t="t" r="r" b="b"/>
              <a:pathLst>
                <a:path w="452" h="502" extrusionOk="0">
                  <a:moveTo>
                    <a:pt x="452" y="0"/>
                  </a:moveTo>
                  <a:lnTo>
                    <a:pt x="1" y="251"/>
                  </a:lnTo>
                  <a:lnTo>
                    <a:pt x="1" y="502"/>
                  </a:lnTo>
                  <a:lnTo>
                    <a:pt x="452" y="226"/>
                  </a:lnTo>
                  <a:lnTo>
                    <a:pt x="452"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44"/>
            <p:cNvSpPr/>
            <p:nvPr/>
          </p:nvSpPr>
          <p:spPr>
            <a:xfrm>
              <a:off x="3406175" y="2337125"/>
              <a:ext cx="13800" cy="13800"/>
            </a:xfrm>
            <a:custGeom>
              <a:avLst/>
              <a:gdLst/>
              <a:ahLst/>
              <a:cxnLst/>
              <a:rect l="l" t="t" r="r" b="b"/>
              <a:pathLst>
                <a:path w="552" h="552" extrusionOk="0">
                  <a:moveTo>
                    <a:pt x="0" y="0"/>
                  </a:moveTo>
                  <a:lnTo>
                    <a:pt x="0" y="226"/>
                  </a:lnTo>
                  <a:lnTo>
                    <a:pt x="551" y="552"/>
                  </a:lnTo>
                  <a:lnTo>
                    <a:pt x="551" y="301"/>
                  </a:lnTo>
                  <a:lnTo>
                    <a:pt x="0"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44"/>
            <p:cNvSpPr/>
            <p:nvPr/>
          </p:nvSpPr>
          <p:spPr>
            <a:xfrm>
              <a:off x="3422450" y="2344650"/>
              <a:ext cx="650" cy="6275"/>
            </a:xfrm>
            <a:custGeom>
              <a:avLst/>
              <a:gdLst/>
              <a:ahLst/>
              <a:cxnLst/>
              <a:rect l="l" t="t" r="r" b="b"/>
              <a:pathLst>
                <a:path w="26" h="251" extrusionOk="0">
                  <a:moveTo>
                    <a:pt x="26" y="0"/>
                  </a:moveTo>
                  <a:cubicBezTo>
                    <a:pt x="26" y="0"/>
                    <a:pt x="1" y="25"/>
                    <a:pt x="1" y="25"/>
                  </a:cubicBezTo>
                  <a:lnTo>
                    <a:pt x="1" y="251"/>
                  </a:lnTo>
                  <a:lnTo>
                    <a:pt x="26" y="251"/>
                  </a:ln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44"/>
            <p:cNvSpPr/>
            <p:nvPr/>
          </p:nvSpPr>
          <p:spPr>
            <a:xfrm>
              <a:off x="3421825" y="2345275"/>
              <a:ext cx="650" cy="5650"/>
            </a:xfrm>
            <a:custGeom>
              <a:avLst/>
              <a:gdLst/>
              <a:ahLst/>
              <a:cxnLst/>
              <a:rect l="l" t="t" r="r" b="b"/>
              <a:pathLst>
                <a:path w="26" h="226" extrusionOk="0">
                  <a:moveTo>
                    <a:pt x="26" y="0"/>
                  </a:moveTo>
                  <a:lnTo>
                    <a:pt x="1" y="226"/>
                  </a:lnTo>
                  <a:lnTo>
                    <a:pt x="26" y="226"/>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44"/>
            <p:cNvSpPr/>
            <p:nvPr/>
          </p:nvSpPr>
          <p:spPr>
            <a:xfrm>
              <a:off x="3421825" y="2345275"/>
              <a:ext cx="650" cy="5650"/>
            </a:xfrm>
            <a:custGeom>
              <a:avLst/>
              <a:gdLst/>
              <a:ahLst/>
              <a:cxnLst/>
              <a:rect l="l" t="t" r="r" b="b"/>
              <a:pathLst>
                <a:path w="26" h="226" extrusionOk="0">
                  <a:moveTo>
                    <a:pt x="1" y="0"/>
                  </a:moveTo>
                  <a:lnTo>
                    <a:pt x="1" y="226"/>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44"/>
            <p:cNvSpPr/>
            <p:nvPr/>
          </p:nvSpPr>
          <p:spPr>
            <a:xfrm>
              <a:off x="3421825" y="23452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44"/>
            <p:cNvSpPr/>
            <p:nvPr/>
          </p:nvSpPr>
          <p:spPr>
            <a:xfrm>
              <a:off x="3421200" y="2345275"/>
              <a:ext cx="650" cy="5650"/>
            </a:xfrm>
            <a:custGeom>
              <a:avLst/>
              <a:gdLst/>
              <a:ahLst/>
              <a:cxnLst/>
              <a:rect l="l" t="t" r="r" b="b"/>
              <a:pathLst>
                <a:path w="26" h="226" extrusionOk="0">
                  <a:moveTo>
                    <a:pt x="1" y="0"/>
                  </a:moveTo>
                  <a:lnTo>
                    <a:pt x="1" y="226"/>
                  </a:lnTo>
                  <a:lnTo>
                    <a:pt x="26"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44"/>
            <p:cNvSpPr/>
            <p:nvPr/>
          </p:nvSpPr>
          <p:spPr>
            <a:xfrm>
              <a:off x="3421200" y="23452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44"/>
            <p:cNvSpPr/>
            <p:nvPr/>
          </p:nvSpPr>
          <p:spPr>
            <a:xfrm>
              <a:off x="3421200" y="2345275"/>
              <a:ext cx="25" cy="5650"/>
            </a:xfrm>
            <a:custGeom>
              <a:avLst/>
              <a:gdLst/>
              <a:ahLst/>
              <a:cxnLst/>
              <a:rect l="l" t="t" r="r" b="b"/>
              <a:pathLst>
                <a:path w="1" h="226" extrusionOk="0">
                  <a:moveTo>
                    <a:pt x="1" y="0"/>
                  </a:moveTo>
                  <a:lnTo>
                    <a:pt x="1" y="226"/>
                  </a:lnTo>
                  <a:lnTo>
                    <a:pt x="1" y="226"/>
                  </a:ln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44"/>
            <p:cNvSpPr/>
            <p:nvPr/>
          </p:nvSpPr>
          <p:spPr>
            <a:xfrm>
              <a:off x="3420575" y="2345275"/>
              <a:ext cx="650" cy="5650"/>
            </a:xfrm>
            <a:custGeom>
              <a:avLst/>
              <a:gdLst/>
              <a:ahLst/>
              <a:cxnLst/>
              <a:rect l="l" t="t" r="r" b="b"/>
              <a:pathLst>
                <a:path w="26" h="226" extrusionOk="0">
                  <a:moveTo>
                    <a:pt x="0" y="0"/>
                  </a:moveTo>
                  <a:lnTo>
                    <a:pt x="0" y="226"/>
                  </a:lnTo>
                  <a:lnTo>
                    <a:pt x="26" y="226"/>
                  </a:lnTo>
                  <a:lnTo>
                    <a:pt x="26"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44"/>
            <p:cNvSpPr/>
            <p:nvPr/>
          </p:nvSpPr>
          <p:spPr>
            <a:xfrm>
              <a:off x="3420575" y="23452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44"/>
            <p:cNvSpPr/>
            <p:nvPr/>
          </p:nvSpPr>
          <p:spPr>
            <a:xfrm>
              <a:off x="3419950" y="2345275"/>
              <a:ext cx="650" cy="5650"/>
            </a:xfrm>
            <a:custGeom>
              <a:avLst/>
              <a:gdLst/>
              <a:ahLst/>
              <a:cxnLst/>
              <a:rect l="l" t="t" r="r" b="b"/>
              <a:pathLst>
                <a:path w="26" h="226" extrusionOk="0">
                  <a:moveTo>
                    <a:pt x="0" y="0"/>
                  </a:moveTo>
                  <a:lnTo>
                    <a:pt x="0" y="226"/>
                  </a:lnTo>
                  <a:lnTo>
                    <a:pt x="25" y="226"/>
                  </a:lnTo>
                  <a:lnTo>
                    <a:pt x="25"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44"/>
            <p:cNvSpPr/>
            <p:nvPr/>
          </p:nvSpPr>
          <p:spPr>
            <a:xfrm>
              <a:off x="3419950" y="2344650"/>
              <a:ext cx="25" cy="6275"/>
            </a:xfrm>
            <a:custGeom>
              <a:avLst/>
              <a:gdLst/>
              <a:ahLst/>
              <a:cxnLst/>
              <a:rect l="l" t="t" r="r" b="b"/>
              <a:pathLst>
                <a:path w="1" h="251" extrusionOk="0">
                  <a:moveTo>
                    <a:pt x="0" y="25"/>
                  </a:moveTo>
                  <a:lnTo>
                    <a:pt x="0" y="251"/>
                  </a:lnTo>
                  <a:cubicBezTo>
                    <a:pt x="0" y="251"/>
                    <a:pt x="0" y="251"/>
                    <a:pt x="0" y="251"/>
                  </a:cubicBezTo>
                  <a:lnTo>
                    <a:pt x="0" y="0"/>
                  </a:lnTo>
                  <a:cubicBezTo>
                    <a:pt x="0" y="0"/>
                    <a:pt x="0" y="0"/>
                    <a:pt x="0" y="25"/>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44"/>
            <p:cNvSpPr/>
            <p:nvPr/>
          </p:nvSpPr>
          <p:spPr>
            <a:xfrm>
              <a:off x="3405525" y="2328350"/>
              <a:ext cx="29475" cy="16775"/>
            </a:xfrm>
            <a:custGeom>
              <a:avLst/>
              <a:gdLst/>
              <a:ahLst/>
              <a:cxnLst/>
              <a:rect l="l" t="t" r="r" b="b"/>
              <a:pathLst>
                <a:path w="1179" h="671" extrusionOk="0">
                  <a:moveTo>
                    <a:pt x="602" y="0"/>
                  </a:moveTo>
                  <a:cubicBezTo>
                    <a:pt x="577" y="0"/>
                    <a:pt x="502" y="0"/>
                    <a:pt x="477" y="26"/>
                  </a:cubicBezTo>
                  <a:lnTo>
                    <a:pt x="26" y="276"/>
                  </a:lnTo>
                  <a:cubicBezTo>
                    <a:pt x="1" y="301"/>
                    <a:pt x="1" y="326"/>
                    <a:pt x="26" y="351"/>
                  </a:cubicBezTo>
                  <a:lnTo>
                    <a:pt x="577" y="652"/>
                  </a:lnTo>
                  <a:cubicBezTo>
                    <a:pt x="590" y="665"/>
                    <a:pt x="615" y="671"/>
                    <a:pt x="640" y="671"/>
                  </a:cubicBezTo>
                  <a:cubicBezTo>
                    <a:pt x="665" y="671"/>
                    <a:pt x="690" y="665"/>
                    <a:pt x="703" y="652"/>
                  </a:cubicBezTo>
                  <a:lnTo>
                    <a:pt x="1154" y="401"/>
                  </a:lnTo>
                  <a:cubicBezTo>
                    <a:pt x="1179" y="376"/>
                    <a:pt x="1179" y="351"/>
                    <a:pt x="1154" y="326"/>
                  </a:cubicBezTo>
                  <a:lnTo>
                    <a:pt x="602" y="0"/>
                  </a:ln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44"/>
            <p:cNvSpPr/>
            <p:nvPr/>
          </p:nvSpPr>
          <p:spPr>
            <a:xfrm>
              <a:off x="3406800" y="2328350"/>
              <a:ext cx="26950" cy="15050"/>
            </a:xfrm>
            <a:custGeom>
              <a:avLst/>
              <a:gdLst/>
              <a:ahLst/>
              <a:cxnLst/>
              <a:rect l="l" t="t" r="r" b="b"/>
              <a:pathLst>
                <a:path w="1078" h="602" extrusionOk="0">
                  <a:moveTo>
                    <a:pt x="451" y="0"/>
                  </a:moveTo>
                  <a:cubicBezTo>
                    <a:pt x="451" y="0"/>
                    <a:pt x="0" y="276"/>
                    <a:pt x="0" y="276"/>
                  </a:cubicBezTo>
                  <a:lnTo>
                    <a:pt x="551" y="577"/>
                  </a:lnTo>
                  <a:cubicBezTo>
                    <a:pt x="551" y="602"/>
                    <a:pt x="577" y="602"/>
                    <a:pt x="577" y="602"/>
                  </a:cubicBezTo>
                  <a:cubicBezTo>
                    <a:pt x="602" y="602"/>
                    <a:pt x="627" y="602"/>
                    <a:pt x="627" y="577"/>
                  </a:cubicBezTo>
                  <a:cubicBezTo>
                    <a:pt x="627" y="577"/>
                    <a:pt x="1078" y="326"/>
                    <a:pt x="1078" y="326"/>
                  </a:cubicBezTo>
                  <a:lnTo>
                    <a:pt x="526"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44"/>
            <p:cNvSpPr/>
            <p:nvPr/>
          </p:nvSpPr>
          <p:spPr>
            <a:xfrm>
              <a:off x="3623575" y="2345275"/>
              <a:ext cx="25" cy="6275"/>
            </a:xfrm>
            <a:custGeom>
              <a:avLst/>
              <a:gdLst/>
              <a:ahLst/>
              <a:cxnLst/>
              <a:rect l="l" t="t" r="r" b="b"/>
              <a:pathLst>
                <a:path w="1" h="251" extrusionOk="0">
                  <a:moveTo>
                    <a:pt x="1" y="0"/>
                  </a:moveTo>
                  <a:lnTo>
                    <a:pt x="1" y="251"/>
                  </a:lnTo>
                  <a:lnTo>
                    <a:pt x="1" y="251"/>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44"/>
            <p:cNvSpPr/>
            <p:nvPr/>
          </p:nvSpPr>
          <p:spPr>
            <a:xfrm>
              <a:off x="3623575" y="23452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44"/>
            <p:cNvSpPr/>
            <p:nvPr/>
          </p:nvSpPr>
          <p:spPr>
            <a:xfrm>
              <a:off x="3623575" y="2345275"/>
              <a:ext cx="25" cy="6275"/>
            </a:xfrm>
            <a:custGeom>
              <a:avLst/>
              <a:gdLst/>
              <a:ahLst/>
              <a:cxnLst/>
              <a:rect l="l" t="t" r="r" b="b"/>
              <a:pathLst>
                <a:path w="1" h="251" extrusionOk="0">
                  <a:moveTo>
                    <a:pt x="1" y="0"/>
                  </a:moveTo>
                  <a:lnTo>
                    <a:pt x="1" y="251"/>
                  </a:lnTo>
                  <a:lnTo>
                    <a:pt x="1" y="251"/>
                  </a:ln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44"/>
            <p:cNvSpPr/>
            <p:nvPr/>
          </p:nvSpPr>
          <p:spPr>
            <a:xfrm>
              <a:off x="3623575" y="234527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44"/>
            <p:cNvSpPr/>
            <p:nvPr/>
          </p:nvSpPr>
          <p:spPr>
            <a:xfrm>
              <a:off x="3623575" y="23459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44"/>
            <p:cNvSpPr/>
            <p:nvPr/>
          </p:nvSpPr>
          <p:spPr>
            <a:xfrm>
              <a:off x="3622950" y="2345900"/>
              <a:ext cx="650" cy="5650"/>
            </a:xfrm>
            <a:custGeom>
              <a:avLst/>
              <a:gdLst/>
              <a:ahLst/>
              <a:cxnLst/>
              <a:rect l="l" t="t" r="r" b="b"/>
              <a:pathLst>
                <a:path w="26" h="226" extrusionOk="0">
                  <a:moveTo>
                    <a:pt x="1" y="0"/>
                  </a:moveTo>
                  <a:lnTo>
                    <a:pt x="1" y="226"/>
                  </a:lnTo>
                  <a:lnTo>
                    <a:pt x="26" y="226"/>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44"/>
            <p:cNvSpPr/>
            <p:nvPr/>
          </p:nvSpPr>
          <p:spPr>
            <a:xfrm>
              <a:off x="3622950" y="2345900"/>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44"/>
            <p:cNvSpPr/>
            <p:nvPr/>
          </p:nvSpPr>
          <p:spPr>
            <a:xfrm>
              <a:off x="3622950" y="23459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44"/>
            <p:cNvSpPr/>
            <p:nvPr/>
          </p:nvSpPr>
          <p:spPr>
            <a:xfrm>
              <a:off x="3461925" y="2339000"/>
              <a:ext cx="11300" cy="12550"/>
            </a:xfrm>
            <a:custGeom>
              <a:avLst/>
              <a:gdLst/>
              <a:ahLst/>
              <a:cxnLst/>
              <a:rect l="l" t="t" r="r" b="b"/>
              <a:pathLst>
                <a:path w="452" h="502" extrusionOk="0">
                  <a:moveTo>
                    <a:pt x="452" y="1"/>
                  </a:moveTo>
                  <a:lnTo>
                    <a:pt x="1" y="276"/>
                  </a:lnTo>
                  <a:lnTo>
                    <a:pt x="1" y="502"/>
                  </a:lnTo>
                  <a:lnTo>
                    <a:pt x="452" y="251"/>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44"/>
            <p:cNvSpPr/>
            <p:nvPr/>
          </p:nvSpPr>
          <p:spPr>
            <a:xfrm>
              <a:off x="3445000" y="2337750"/>
              <a:ext cx="13825" cy="13800"/>
            </a:xfrm>
            <a:custGeom>
              <a:avLst/>
              <a:gdLst/>
              <a:ahLst/>
              <a:cxnLst/>
              <a:rect l="l" t="t" r="r" b="b"/>
              <a:pathLst>
                <a:path w="553" h="552" extrusionOk="0">
                  <a:moveTo>
                    <a:pt x="1" y="0"/>
                  </a:moveTo>
                  <a:lnTo>
                    <a:pt x="1" y="251"/>
                  </a:lnTo>
                  <a:lnTo>
                    <a:pt x="552" y="552"/>
                  </a:lnTo>
                  <a:lnTo>
                    <a:pt x="552" y="326"/>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44"/>
            <p:cNvSpPr/>
            <p:nvPr/>
          </p:nvSpPr>
          <p:spPr>
            <a:xfrm>
              <a:off x="3444375" y="2329125"/>
              <a:ext cx="29475" cy="16800"/>
            </a:xfrm>
            <a:custGeom>
              <a:avLst/>
              <a:gdLst/>
              <a:ahLst/>
              <a:cxnLst/>
              <a:rect l="l" t="t" r="r" b="b"/>
              <a:pathLst>
                <a:path w="1179" h="672" extrusionOk="0">
                  <a:moveTo>
                    <a:pt x="540" y="1"/>
                  </a:moveTo>
                  <a:cubicBezTo>
                    <a:pt x="515" y="1"/>
                    <a:pt x="490" y="7"/>
                    <a:pt x="477" y="20"/>
                  </a:cubicBezTo>
                  <a:lnTo>
                    <a:pt x="26" y="270"/>
                  </a:lnTo>
                  <a:cubicBezTo>
                    <a:pt x="1" y="295"/>
                    <a:pt x="1" y="320"/>
                    <a:pt x="26" y="345"/>
                  </a:cubicBezTo>
                  <a:lnTo>
                    <a:pt x="577" y="671"/>
                  </a:lnTo>
                  <a:lnTo>
                    <a:pt x="703" y="671"/>
                  </a:lnTo>
                  <a:lnTo>
                    <a:pt x="1154" y="396"/>
                  </a:lnTo>
                  <a:cubicBezTo>
                    <a:pt x="1179" y="370"/>
                    <a:pt x="1179" y="345"/>
                    <a:pt x="1154" y="320"/>
                  </a:cubicBezTo>
                  <a:lnTo>
                    <a:pt x="602" y="20"/>
                  </a:lnTo>
                  <a:cubicBezTo>
                    <a:pt x="590" y="7"/>
                    <a:pt x="565" y="1"/>
                    <a:pt x="540"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44"/>
            <p:cNvSpPr/>
            <p:nvPr/>
          </p:nvSpPr>
          <p:spPr>
            <a:xfrm>
              <a:off x="3445625" y="2328975"/>
              <a:ext cx="26975" cy="15075"/>
            </a:xfrm>
            <a:custGeom>
              <a:avLst/>
              <a:gdLst/>
              <a:ahLst/>
              <a:cxnLst/>
              <a:rect l="l" t="t" r="r" b="b"/>
              <a:pathLst>
                <a:path w="1079" h="603" extrusionOk="0">
                  <a:moveTo>
                    <a:pt x="502" y="1"/>
                  </a:moveTo>
                  <a:cubicBezTo>
                    <a:pt x="477" y="1"/>
                    <a:pt x="452" y="1"/>
                    <a:pt x="452" y="26"/>
                  </a:cubicBezTo>
                  <a:cubicBezTo>
                    <a:pt x="452" y="26"/>
                    <a:pt x="1" y="276"/>
                    <a:pt x="1" y="276"/>
                  </a:cubicBezTo>
                  <a:lnTo>
                    <a:pt x="552" y="602"/>
                  </a:lnTo>
                  <a:lnTo>
                    <a:pt x="628" y="602"/>
                  </a:lnTo>
                  <a:cubicBezTo>
                    <a:pt x="628" y="602"/>
                    <a:pt x="1079" y="326"/>
                    <a:pt x="1079" y="326"/>
                  </a:cubicBezTo>
                  <a:lnTo>
                    <a:pt x="527" y="26"/>
                  </a:lnTo>
                  <a:cubicBezTo>
                    <a:pt x="527" y="1"/>
                    <a:pt x="502" y="1"/>
                    <a:pt x="502" y="1"/>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44"/>
            <p:cNvSpPr/>
            <p:nvPr/>
          </p:nvSpPr>
          <p:spPr>
            <a:xfrm>
              <a:off x="3461300" y="2345900"/>
              <a:ext cx="650" cy="5650"/>
            </a:xfrm>
            <a:custGeom>
              <a:avLst/>
              <a:gdLst/>
              <a:ahLst/>
              <a:cxnLst/>
              <a:rect l="l" t="t" r="r" b="b"/>
              <a:pathLst>
                <a:path w="26" h="226" extrusionOk="0">
                  <a:moveTo>
                    <a:pt x="1" y="0"/>
                  </a:moveTo>
                  <a:lnTo>
                    <a:pt x="1" y="226"/>
                  </a:lnTo>
                  <a:lnTo>
                    <a:pt x="26" y="226"/>
                  </a:ln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44"/>
            <p:cNvSpPr/>
            <p:nvPr/>
          </p:nvSpPr>
          <p:spPr>
            <a:xfrm>
              <a:off x="3461300" y="2345900"/>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44"/>
            <p:cNvSpPr/>
            <p:nvPr/>
          </p:nvSpPr>
          <p:spPr>
            <a:xfrm>
              <a:off x="3460675" y="2345900"/>
              <a:ext cx="650" cy="6275"/>
            </a:xfrm>
            <a:custGeom>
              <a:avLst/>
              <a:gdLst/>
              <a:ahLst/>
              <a:cxnLst/>
              <a:rect l="l" t="t" r="r" b="b"/>
              <a:pathLst>
                <a:path w="26" h="251" extrusionOk="0">
                  <a:moveTo>
                    <a:pt x="1" y="0"/>
                  </a:moveTo>
                  <a:lnTo>
                    <a:pt x="1" y="251"/>
                  </a:lnTo>
                  <a:lnTo>
                    <a:pt x="26" y="251"/>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44"/>
            <p:cNvSpPr/>
            <p:nvPr/>
          </p:nvSpPr>
          <p:spPr>
            <a:xfrm>
              <a:off x="3460675" y="23459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44"/>
            <p:cNvSpPr/>
            <p:nvPr/>
          </p:nvSpPr>
          <p:spPr>
            <a:xfrm>
              <a:off x="3460050" y="2345900"/>
              <a:ext cx="650" cy="6275"/>
            </a:xfrm>
            <a:custGeom>
              <a:avLst/>
              <a:gdLst/>
              <a:ahLst/>
              <a:cxnLst/>
              <a:rect l="l" t="t" r="r" b="b"/>
              <a:pathLst>
                <a:path w="26" h="251" extrusionOk="0">
                  <a:moveTo>
                    <a:pt x="0" y="0"/>
                  </a:moveTo>
                  <a:lnTo>
                    <a:pt x="0" y="251"/>
                  </a:lnTo>
                  <a:lnTo>
                    <a:pt x="26" y="251"/>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44"/>
            <p:cNvSpPr/>
            <p:nvPr/>
          </p:nvSpPr>
          <p:spPr>
            <a:xfrm>
              <a:off x="3460050" y="23459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44"/>
            <p:cNvSpPr/>
            <p:nvPr/>
          </p:nvSpPr>
          <p:spPr>
            <a:xfrm>
              <a:off x="3460050" y="23459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44"/>
            <p:cNvSpPr/>
            <p:nvPr/>
          </p:nvSpPr>
          <p:spPr>
            <a:xfrm>
              <a:off x="3459425" y="2345900"/>
              <a:ext cx="650" cy="6275"/>
            </a:xfrm>
            <a:custGeom>
              <a:avLst/>
              <a:gdLst/>
              <a:ahLst/>
              <a:cxnLst/>
              <a:rect l="l" t="t" r="r" b="b"/>
              <a:pathLst>
                <a:path w="26" h="251" extrusionOk="0">
                  <a:moveTo>
                    <a:pt x="0" y="0"/>
                  </a:moveTo>
                  <a:lnTo>
                    <a:pt x="0" y="251"/>
                  </a:lnTo>
                  <a:lnTo>
                    <a:pt x="25" y="251"/>
                  </a:lnTo>
                  <a:lnTo>
                    <a:pt x="25"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44"/>
            <p:cNvSpPr/>
            <p:nvPr/>
          </p:nvSpPr>
          <p:spPr>
            <a:xfrm>
              <a:off x="3459425" y="2345900"/>
              <a:ext cx="25" cy="6275"/>
            </a:xfrm>
            <a:custGeom>
              <a:avLst/>
              <a:gdLst/>
              <a:ahLst/>
              <a:cxnLst/>
              <a:rect l="l" t="t" r="r" b="b"/>
              <a:pathLst>
                <a:path w="1" h="251" extrusionOk="0">
                  <a:moveTo>
                    <a:pt x="0" y="0"/>
                  </a:moveTo>
                  <a:lnTo>
                    <a:pt x="0" y="251"/>
                  </a:lnTo>
                  <a:cubicBezTo>
                    <a:pt x="0" y="251"/>
                    <a:pt x="0" y="251"/>
                    <a:pt x="0" y="226"/>
                  </a:cubicBezTo>
                  <a:lnTo>
                    <a:pt x="0" y="0"/>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44"/>
            <p:cNvSpPr/>
            <p:nvPr/>
          </p:nvSpPr>
          <p:spPr>
            <a:xfrm>
              <a:off x="3459425" y="23459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44"/>
            <p:cNvSpPr/>
            <p:nvPr/>
          </p:nvSpPr>
          <p:spPr>
            <a:xfrm>
              <a:off x="3458800" y="2345900"/>
              <a:ext cx="650" cy="5650"/>
            </a:xfrm>
            <a:custGeom>
              <a:avLst/>
              <a:gdLst/>
              <a:ahLst/>
              <a:cxnLst/>
              <a:rect l="l" t="t" r="r" b="b"/>
              <a:pathLst>
                <a:path w="26" h="226" extrusionOk="0">
                  <a:moveTo>
                    <a:pt x="0" y="0"/>
                  </a:moveTo>
                  <a:lnTo>
                    <a:pt x="0" y="226"/>
                  </a:lnTo>
                  <a:lnTo>
                    <a:pt x="25"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44"/>
            <p:cNvSpPr/>
            <p:nvPr/>
          </p:nvSpPr>
          <p:spPr>
            <a:xfrm>
              <a:off x="3500775" y="2340250"/>
              <a:ext cx="11300" cy="11925"/>
            </a:xfrm>
            <a:custGeom>
              <a:avLst/>
              <a:gdLst/>
              <a:ahLst/>
              <a:cxnLst/>
              <a:rect l="l" t="t" r="r" b="b"/>
              <a:pathLst>
                <a:path w="452" h="477" extrusionOk="0">
                  <a:moveTo>
                    <a:pt x="452" y="1"/>
                  </a:moveTo>
                  <a:lnTo>
                    <a:pt x="1" y="251"/>
                  </a:lnTo>
                  <a:lnTo>
                    <a:pt x="1" y="477"/>
                  </a:lnTo>
                  <a:lnTo>
                    <a:pt x="452" y="226"/>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44"/>
            <p:cNvSpPr/>
            <p:nvPr/>
          </p:nvSpPr>
          <p:spPr>
            <a:xfrm>
              <a:off x="3484475" y="2338375"/>
              <a:ext cx="13200" cy="13800"/>
            </a:xfrm>
            <a:custGeom>
              <a:avLst/>
              <a:gdLst/>
              <a:ahLst/>
              <a:cxnLst/>
              <a:rect l="l" t="t" r="r" b="b"/>
              <a:pathLst>
                <a:path w="528" h="552" extrusionOk="0">
                  <a:moveTo>
                    <a:pt x="1" y="0"/>
                  </a:moveTo>
                  <a:lnTo>
                    <a:pt x="1" y="251"/>
                  </a:lnTo>
                  <a:lnTo>
                    <a:pt x="527" y="552"/>
                  </a:lnTo>
                  <a:lnTo>
                    <a:pt x="527" y="326"/>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44"/>
            <p:cNvSpPr/>
            <p:nvPr/>
          </p:nvSpPr>
          <p:spPr>
            <a:xfrm>
              <a:off x="3426850" y="2340250"/>
              <a:ext cx="10675" cy="12550"/>
            </a:xfrm>
            <a:custGeom>
              <a:avLst/>
              <a:gdLst/>
              <a:ahLst/>
              <a:cxnLst/>
              <a:rect l="l" t="t" r="r" b="b"/>
              <a:pathLst>
                <a:path w="427" h="502" extrusionOk="0">
                  <a:moveTo>
                    <a:pt x="426" y="1"/>
                  </a:moveTo>
                  <a:lnTo>
                    <a:pt x="0" y="251"/>
                  </a:lnTo>
                  <a:lnTo>
                    <a:pt x="0" y="502"/>
                  </a:lnTo>
                  <a:lnTo>
                    <a:pt x="426" y="251"/>
                  </a:lnTo>
                  <a:lnTo>
                    <a:pt x="42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44"/>
            <p:cNvSpPr/>
            <p:nvPr/>
          </p:nvSpPr>
          <p:spPr>
            <a:xfrm>
              <a:off x="3483225" y="2329750"/>
              <a:ext cx="29475" cy="17275"/>
            </a:xfrm>
            <a:custGeom>
              <a:avLst/>
              <a:gdLst/>
              <a:ahLst/>
              <a:cxnLst/>
              <a:rect l="l" t="t" r="r" b="b"/>
              <a:pathLst>
                <a:path w="1179" h="691" extrusionOk="0">
                  <a:moveTo>
                    <a:pt x="549" y="1"/>
                  </a:moveTo>
                  <a:cubicBezTo>
                    <a:pt x="527" y="1"/>
                    <a:pt x="502" y="7"/>
                    <a:pt x="477" y="20"/>
                  </a:cubicBezTo>
                  <a:lnTo>
                    <a:pt x="51" y="270"/>
                  </a:lnTo>
                  <a:cubicBezTo>
                    <a:pt x="1" y="295"/>
                    <a:pt x="1" y="345"/>
                    <a:pt x="51" y="345"/>
                  </a:cubicBezTo>
                  <a:lnTo>
                    <a:pt x="577" y="671"/>
                  </a:lnTo>
                  <a:cubicBezTo>
                    <a:pt x="602" y="684"/>
                    <a:pt x="627" y="690"/>
                    <a:pt x="649" y="690"/>
                  </a:cubicBezTo>
                  <a:cubicBezTo>
                    <a:pt x="671" y="690"/>
                    <a:pt x="690" y="684"/>
                    <a:pt x="703" y="671"/>
                  </a:cubicBezTo>
                  <a:lnTo>
                    <a:pt x="1154" y="421"/>
                  </a:lnTo>
                  <a:cubicBezTo>
                    <a:pt x="1179" y="396"/>
                    <a:pt x="1179" y="345"/>
                    <a:pt x="1154" y="345"/>
                  </a:cubicBezTo>
                  <a:lnTo>
                    <a:pt x="602" y="20"/>
                  </a:lnTo>
                  <a:cubicBezTo>
                    <a:pt x="590" y="7"/>
                    <a:pt x="571" y="1"/>
                    <a:pt x="549"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44"/>
            <p:cNvSpPr/>
            <p:nvPr/>
          </p:nvSpPr>
          <p:spPr>
            <a:xfrm>
              <a:off x="3484475" y="2330225"/>
              <a:ext cx="27600" cy="14450"/>
            </a:xfrm>
            <a:custGeom>
              <a:avLst/>
              <a:gdLst/>
              <a:ahLst/>
              <a:cxnLst/>
              <a:rect l="l" t="t" r="r" b="b"/>
              <a:pathLst>
                <a:path w="1104" h="578" extrusionOk="0">
                  <a:moveTo>
                    <a:pt x="452" y="1"/>
                  </a:moveTo>
                  <a:cubicBezTo>
                    <a:pt x="452" y="1"/>
                    <a:pt x="1" y="251"/>
                    <a:pt x="1" y="251"/>
                  </a:cubicBezTo>
                  <a:cubicBezTo>
                    <a:pt x="1" y="251"/>
                    <a:pt x="1" y="276"/>
                    <a:pt x="1" y="276"/>
                  </a:cubicBezTo>
                  <a:lnTo>
                    <a:pt x="552" y="577"/>
                  </a:lnTo>
                  <a:lnTo>
                    <a:pt x="653" y="577"/>
                  </a:lnTo>
                  <a:cubicBezTo>
                    <a:pt x="653" y="577"/>
                    <a:pt x="1079" y="326"/>
                    <a:pt x="1104" y="326"/>
                  </a:cubicBezTo>
                  <a:cubicBezTo>
                    <a:pt x="1079" y="326"/>
                    <a:pt x="1079" y="326"/>
                    <a:pt x="1079" y="301"/>
                  </a:cubicBezTo>
                  <a:lnTo>
                    <a:pt x="552"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44"/>
            <p:cNvSpPr/>
            <p:nvPr/>
          </p:nvSpPr>
          <p:spPr>
            <a:xfrm>
              <a:off x="3500150" y="2346525"/>
              <a:ext cx="650" cy="6275"/>
            </a:xfrm>
            <a:custGeom>
              <a:avLst/>
              <a:gdLst/>
              <a:ahLst/>
              <a:cxnLst/>
              <a:rect l="l" t="t" r="r" b="b"/>
              <a:pathLst>
                <a:path w="26" h="251" extrusionOk="0">
                  <a:moveTo>
                    <a:pt x="26" y="0"/>
                  </a:moveTo>
                  <a:lnTo>
                    <a:pt x="0" y="251"/>
                  </a:lnTo>
                  <a:cubicBezTo>
                    <a:pt x="26" y="251"/>
                    <a:pt x="26" y="251"/>
                    <a:pt x="26" y="226"/>
                  </a:cubicBez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44"/>
            <p:cNvSpPr/>
            <p:nvPr/>
          </p:nvSpPr>
          <p:spPr>
            <a:xfrm>
              <a:off x="3500150" y="2346525"/>
              <a:ext cx="650" cy="6275"/>
            </a:xfrm>
            <a:custGeom>
              <a:avLst/>
              <a:gdLst/>
              <a:ahLst/>
              <a:cxnLst/>
              <a:rect l="l" t="t" r="r" b="b"/>
              <a:pathLst>
                <a:path w="26" h="251" extrusionOk="0">
                  <a:moveTo>
                    <a:pt x="0" y="0"/>
                  </a:moveTo>
                  <a:lnTo>
                    <a:pt x="0" y="251"/>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44"/>
            <p:cNvSpPr/>
            <p:nvPr/>
          </p:nvSpPr>
          <p:spPr>
            <a:xfrm>
              <a:off x="3499525" y="2346525"/>
              <a:ext cx="650" cy="6275"/>
            </a:xfrm>
            <a:custGeom>
              <a:avLst/>
              <a:gdLst/>
              <a:ahLst/>
              <a:cxnLst/>
              <a:rect l="l" t="t" r="r" b="b"/>
              <a:pathLst>
                <a:path w="26" h="251" extrusionOk="0">
                  <a:moveTo>
                    <a:pt x="25" y="0"/>
                  </a:moveTo>
                  <a:cubicBezTo>
                    <a:pt x="25" y="0"/>
                    <a:pt x="25" y="25"/>
                    <a:pt x="0" y="25"/>
                  </a:cubicBezTo>
                  <a:lnTo>
                    <a:pt x="0" y="251"/>
                  </a:lnTo>
                  <a:lnTo>
                    <a:pt x="25" y="251"/>
                  </a:lnTo>
                  <a:lnTo>
                    <a:pt x="25"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44"/>
            <p:cNvSpPr/>
            <p:nvPr/>
          </p:nvSpPr>
          <p:spPr>
            <a:xfrm>
              <a:off x="3499525" y="23471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44"/>
            <p:cNvSpPr/>
            <p:nvPr/>
          </p:nvSpPr>
          <p:spPr>
            <a:xfrm>
              <a:off x="3499525" y="2347150"/>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44"/>
            <p:cNvSpPr/>
            <p:nvPr/>
          </p:nvSpPr>
          <p:spPr>
            <a:xfrm>
              <a:off x="3498900" y="2347150"/>
              <a:ext cx="650" cy="5650"/>
            </a:xfrm>
            <a:custGeom>
              <a:avLst/>
              <a:gdLst/>
              <a:ahLst/>
              <a:cxnLst/>
              <a:rect l="l" t="t" r="r" b="b"/>
              <a:pathLst>
                <a:path w="26" h="226" extrusionOk="0">
                  <a:moveTo>
                    <a:pt x="0" y="0"/>
                  </a:moveTo>
                  <a:lnTo>
                    <a:pt x="0" y="226"/>
                  </a:lnTo>
                  <a:lnTo>
                    <a:pt x="25" y="226"/>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44"/>
            <p:cNvSpPr/>
            <p:nvPr/>
          </p:nvSpPr>
          <p:spPr>
            <a:xfrm>
              <a:off x="3498900" y="23471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44"/>
            <p:cNvSpPr/>
            <p:nvPr/>
          </p:nvSpPr>
          <p:spPr>
            <a:xfrm>
              <a:off x="3498275" y="2346525"/>
              <a:ext cx="650" cy="6275"/>
            </a:xfrm>
            <a:custGeom>
              <a:avLst/>
              <a:gdLst/>
              <a:ahLst/>
              <a:cxnLst/>
              <a:rect l="l" t="t" r="r" b="b"/>
              <a:pathLst>
                <a:path w="26" h="251" extrusionOk="0">
                  <a:moveTo>
                    <a:pt x="0" y="0"/>
                  </a:moveTo>
                  <a:lnTo>
                    <a:pt x="0" y="251"/>
                  </a:lnTo>
                  <a:lnTo>
                    <a:pt x="25" y="251"/>
                  </a:lnTo>
                  <a:lnTo>
                    <a:pt x="25" y="25"/>
                  </a:lnTo>
                  <a:cubicBezTo>
                    <a:pt x="25" y="0"/>
                    <a:pt x="25" y="0"/>
                    <a:pt x="0"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44"/>
            <p:cNvSpPr/>
            <p:nvPr/>
          </p:nvSpPr>
          <p:spPr>
            <a:xfrm>
              <a:off x="3498275" y="234652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44"/>
            <p:cNvSpPr/>
            <p:nvPr/>
          </p:nvSpPr>
          <p:spPr>
            <a:xfrm>
              <a:off x="3498275" y="2346525"/>
              <a:ext cx="25" cy="6275"/>
            </a:xfrm>
            <a:custGeom>
              <a:avLst/>
              <a:gdLst/>
              <a:ahLst/>
              <a:cxnLst/>
              <a:rect l="l" t="t" r="r" b="b"/>
              <a:pathLst>
                <a:path w="1" h="251" extrusionOk="0">
                  <a:moveTo>
                    <a:pt x="0" y="0"/>
                  </a:moveTo>
                  <a:lnTo>
                    <a:pt x="0" y="251"/>
                  </a:lnTo>
                  <a:cubicBezTo>
                    <a:pt x="0" y="251"/>
                    <a:pt x="0" y="251"/>
                    <a:pt x="0" y="251"/>
                  </a:cubicBezTo>
                  <a:lnTo>
                    <a:pt x="0" y="0"/>
                  </a:lnTo>
                  <a:lnTo>
                    <a:pt x="0"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44"/>
            <p:cNvSpPr/>
            <p:nvPr/>
          </p:nvSpPr>
          <p:spPr>
            <a:xfrm>
              <a:off x="3497650" y="2346525"/>
              <a:ext cx="650" cy="6275"/>
            </a:xfrm>
            <a:custGeom>
              <a:avLst/>
              <a:gdLst/>
              <a:ahLst/>
              <a:cxnLst/>
              <a:rect l="l" t="t" r="r" b="b"/>
              <a:pathLst>
                <a:path w="26" h="251" extrusionOk="0">
                  <a:moveTo>
                    <a:pt x="0" y="0"/>
                  </a:moveTo>
                  <a:lnTo>
                    <a:pt x="0" y="226"/>
                  </a:lnTo>
                  <a:cubicBezTo>
                    <a:pt x="0" y="251"/>
                    <a:pt x="0" y="251"/>
                    <a:pt x="25" y="251"/>
                  </a:cubicBezTo>
                  <a:lnTo>
                    <a:pt x="25"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44"/>
            <p:cNvSpPr/>
            <p:nvPr/>
          </p:nvSpPr>
          <p:spPr>
            <a:xfrm>
              <a:off x="3539625" y="2340875"/>
              <a:ext cx="11300" cy="12550"/>
            </a:xfrm>
            <a:custGeom>
              <a:avLst/>
              <a:gdLst/>
              <a:ahLst/>
              <a:cxnLst/>
              <a:rect l="l" t="t" r="r" b="b"/>
              <a:pathLst>
                <a:path w="452" h="502" extrusionOk="0">
                  <a:moveTo>
                    <a:pt x="452" y="1"/>
                  </a:moveTo>
                  <a:lnTo>
                    <a:pt x="25" y="251"/>
                  </a:lnTo>
                  <a:lnTo>
                    <a:pt x="0" y="502"/>
                  </a:lnTo>
                  <a:lnTo>
                    <a:pt x="452" y="226"/>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44"/>
            <p:cNvSpPr/>
            <p:nvPr/>
          </p:nvSpPr>
          <p:spPr>
            <a:xfrm>
              <a:off x="3523325" y="2339625"/>
              <a:ext cx="13200" cy="13800"/>
            </a:xfrm>
            <a:custGeom>
              <a:avLst/>
              <a:gdLst/>
              <a:ahLst/>
              <a:cxnLst/>
              <a:rect l="l" t="t" r="r" b="b"/>
              <a:pathLst>
                <a:path w="528" h="552" extrusionOk="0">
                  <a:moveTo>
                    <a:pt x="1" y="1"/>
                  </a:moveTo>
                  <a:lnTo>
                    <a:pt x="1" y="226"/>
                  </a:lnTo>
                  <a:lnTo>
                    <a:pt x="527" y="552"/>
                  </a:lnTo>
                  <a:lnTo>
                    <a:pt x="527" y="301"/>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44"/>
            <p:cNvSpPr/>
            <p:nvPr/>
          </p:nvSpPr>
          <p:spPr>
            <a:xfrm>
              <a:off x="3628600" y="234777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44"/>
            <p:cNvSpPr/>
            <p:nvPr/>
          </p:nvSpPr>
          <p:spPr>
            <a:xfrm>
              <a:off x="3628600" y="234777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44"/>
            <p:cNvSpPr/>
            <p:nvPr/>
          </p:nvSpPr>
          <p:spPr>
            <a:xfrm>
              <a:off x="3627975" y="2347775"/>
              <a:ext cx="650" cy="6300"/>
            </a:xfrm>
            <a:custGeom>
              <a:avLst/>
              <a:gdLst/>
              <a:ahLst/>
              <a:cxnLst/>
              <a:rect l="l" t="t" r="r" b="b"/>
              <a:pathLst>
                <a:path w="26" h="252" extrusionOk="0">
                  <a:moveTo>
                    <a:pt x="0" y="0"/>
                  </a:moveTo>
                  <a:lnTo>
                    <a:pt x="0" y="226"/>
                  </a:lnTo>
                  <a:cubicBezTo>
                    <a:pt x="25" y="251"/>
                    <a:pt x="25" y="251"/>
                    <a:pt x="25" y="251"/>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44"/>
            <p:cNvSpPr/>
            <p:nvPr/>
          </p:nvSpPr>
          <p:spPr>
            <a:xfrm>
              <a:off x="3627975" y="2347775"/>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44"/>
            <p:cNvSpPr/>
            <p:nvPr/>
          </p:nvSpPr>
          <p:spPr>
            <a:xfrm>
              <a:off x="3627975" y="23477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44"/>
            <p:cNvSpPr/>
            <p:nvPr/>
          </p:nvSpPr>
          <p:spPr>
            <a:xfrm>
              <a:off x="3627975" y="2347775"/>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44"/>
            <p:cNvSpPr/>
            <p:nvPr/>
          </p:nvSpPr>
          <p:spPr>
            <a:xfrm>
              <a:off x="3627350" y="23477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44"/>
            <p:cNvSpPr/>
            <p:nvPr/>
          </p:nvSpPr>
          <p:spPr>
            <a:xfrm>
              <a:off x="3627350" y="23477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44"/>
            <p:cNvSpPr/>
            <p:nvPr/>
          </p:nvSpPr>
          <p:spPr>
            <a:xfrm>
              <a:off x="3627350" y="2347775"/>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44"/>
            <p:cNvSpPr/>
            <p:nvPr/>
          </p:nvSpPr>
          <p:spPr>
            <a:xfrm>
              <a:off x="3626725" y="2347775"/>
              <a:ext cx="650" cy="6300"/>
            </a:xfrm>
            <a:custGeom>
              <a:avLst/>
              <a:gdLst/>
              <a:ahLst/>
              <a:cxnLst/>
              <a:rect l="l" t="t" r="r" b="b"/>
              <a:pathLst>
                <a:path w="26" h="252" extrusionOk="0">
                  <a:moveTo>
                    <a:pt x="0" y="0"/>
                  </a:moveTo>
                  <a:lnTo>
                    <a:pt x="0" y="251"/>
                  </a:lnTo>
                  <a:cubicBezTo>
                    <a:pt x="0" y="251"/>
                    <a:pt x="25" y="251"/>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44"/>
            <p:cNvSpPr/>
            <p:nvPr/>
          </p:nvSpPr>
          <p:spPr>
            <a:xfrm>
              <a:off x="3626725" y="234777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44"/>
            <p:cNvSpPr/>
            <p:nvPr/>
          </p:nvSpPr>
          <p:spPr>
            <a:xfrm>
              <a:off x="3522075" y="2331000"/>
              <a:ext cx="30100" cy="16650"/>
            </a:xfrm>
            <a:custGeom>
              <a:avLst/>
              <a:gdLst/>
              <a:ahLst/>
              <a:cxnLst/>
              <a:rect l="l" t="t" r="r" b="b"/>
              <a:pathLst>
                <a:path w="1204" h="666" extrusionOk="0">
                  <a:moveTo>
                    <a:pt x="552" y="1"/>
                  </a:moveTo>
                  <a:cubicBezTo>
                    <a:pt x="527" y="1"/>
                    <a:pt x="502" y="7"/>
                    <a:pt x="477" y="20"/>
                  </a:cubicBezTo>
                  <a:lnTo>
                    <a:pt x="51" y="270"/>
                  </a:lnTo>
                  <a:cubicBezTo>
                    <a:pt x="1" y="295"/>
                    <a:pt x="1" y="321"/>
                    <a:pt x="51" y="346"/>
                  </a:cubicBezTo>
                  <a:lnTo>
                    <a:pt x="577" y="646"/>
                  </a:lnTo>
                  <a:cubicBezTo>
                    <a:pt x="602" y="659"/>
                    <a:pt x="627" y="665"/>
                    <a:pt x="652" y="665"/>
                  </a:cubicBezTo>
                  <a:cubicBezTo>
                    <a:pt x="677" y="665"/>
                    <a:pt x="702" y="659"/>
                    <a:pt x="727" y="646"/>
                  </a:cubicBezTo>
                  <a:lnTo>
                    <a:pt x="1154" y="396"/>
                  </a:lnTo>
                  <a:cubicBezTo>
                    <a:pt x="1204" y="371"/>
                    <a:pt x="1204" y="346"/>
                    <a:pt x="1154" y="321"/>
                  </a:cubicBezTo>
                  <a:lnTo>
                    <a:pt x="627" y="20"/>
                  </a:lnTo>
                  <a:cubicBezTo>
                    <a:pt x="602" y="7"/>
                    <a:pt x="577" y="1"/>
                    <a:pt x="552"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44"/>
            <p:cNvSpPr/>
            <p:nvPr/>
          </p:nvSpPr>
          <p:spPr>
            <a:xfrm>
              <a:off x="3523325" y="2330850"/>
              <a:ext cx="27600" cy="15075"/>
            </a:xfrm>
            <a:custGeom>
              <a:avLst/>
              <a:gdLst/>
              <a:ahLst/>
              <a:cxnLst/>
              <a:rect l="l" t="t" r="r" b="b"/>
              <a:pathLst>
                <a:path w="1104" h="603" extrusionOk="0">
                  <a:moveTo>
                    <a:pt x="452" y="1"/>
                  </a:moveTo>
                  <a:lnTo>
                    <a:pt x="1" y="276"/>
                  </a:lnTo>
                  <a:lnTo>
                    <a:pt x="552" y="577"/>
                  </a:lnTo>
                  <a:cubicBezTo>
                    <a:pt x="577" y="602"/>
                    <a:pt x="577" y="602"/>
                    <a:pt x="602" y="602"/>
                  </a:cubicBezTo>
                  <a:cubicBezTo>
                    <a:pt x="627" y="602"/>
                    <a:pt x="627" y="602"/>
                    <a:pt x="652" y="577"/>
                  </a:cubicBezTo>
                  <a:cubicBezTo>
                    <a:pt x="652" y="577"/>
                    <a:pt x="1104" y="327"/>
                    <a:pt x="1104" y="327"/>
                  </a:cubicBezTo>
                  <a:lnTo>
                    <a:pt x="1078" y="327"/>
                  </a:lnTo>
                  <a:lnTo>
                    <a:pt x="552"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44"/>
            <p:cNvSpPr/>
            <p:nvPr/>
          </p:nvSpPr>
          <p:spPr>
            <a:xfrm>
              <a:off x="3539625" y="2347150"/>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0"/>
                    <a:pt x="0"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44"/>
            <p:cNvSpPr/>
            <p:nvPr/>
          </p:nvSpPr>
          <p:spPr>
            <a:xfrm>
              <a:off x="3539000" y="2347775"/>
              <a:ext cx="650" cy="5650"/>
            </a:xfrm>
            <a:custGeom>
              <a:avLst/>
              <a:gdLst/>
              <a:ahLst/>
              <a:cxnLst/>
              <a:rect l="l" t="t" r="r" b="b"/>
              <a:pathLst>
                <a:path w="26" h="226" extrusionOk="0">
                  <a:moveTo>
                    <a:pt x="0" y="0"/>
                  </a:moveTo>
                  <a:lnTo>
                    <a:pt x="0" y="226"/>
                  </a:lnTo>
                  <a:lnTo>
                    <a:pt x="25" y="226"/>
                  </a:ln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44"/>
            <p:cNvSpPr/>
            <p:nvPr/>
          </p:nvSpPr>
          <p:spPr>
            <a:xfrm>
              <a:off x="3539000" y="23477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44"/>
            <p:cNvSpPr/>
            <p:nvPr/>
          </p:nvSpPr>
          <p:spPr>
            <a:xfrm>
              <a:off x="3538375" y="2347775"/>
              <a:ext cx="650" cy="5650"/>
            </a:xfrm>
            <a:custGeom>
              <a:avLst/>
              <a:gdLst/>
              <a:ahLst/>
              <a:cxnLst/>
              <a:rect l="l" t="t" r="r" b="b"/>
              <a:pathLst>
                <a:path w="26" h="226" extrusionOk="0">
                  <a:moveTo>
                    <a:pt x="0" y="0"/>
                  </a:moveTo>
                  <a:lnTo>
                    <a:pt x="0" y="226"/>
                  </a:lnTo>
                  <a:lnTo>
                    <a:pt x="25" y="226"/>
                  </a:lnTo>
                  <a:lnTo>
                    <a:pt x="25"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44"/>
            <p:cNvSpPr/>
            <p:nvPr/>
          </p:nvSpPr>
          <p:spPr>
            <a:xfrm>
              <a:off x="3538375" y="2347775"/>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44"/>
            <p:cNvSpPr/>
            <p:nvPr/>
          </p:nvSpPr>
          <p:spPr>
            <a:xfrm>
              <a:off x="3537750" y="2347775"/>
              <a:ext cx="650" cy="5650"/>
            </a:xfrm>
            <a:custGeom>
              <a:avLst/>
              <a:gdLst/>
              <a:ahLst/>
              <a:cxnLst/>
              <a:rect l="l" t="t" r="r" b="b"/>
              <a:pathLst>
                <a:path w="26" h="226" extrusionOk="0">
                  <a:moveTo>
                    <a:pt x="0" y="0"/>
                  </a:moveTo>
                  <a:lnTo>
                    <a:pt x="0" y="226"/>
                  </a:lnTo>
                  <a:lnTo>
                    <a:pt x="25" y="226"/>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44"/>
            <p:cNvSpPr/>
            <p:nvPr/>
          </p:nvSpPr>
          <p:spPr>
            <a:xfrm>
              <a:off x="3537750" y="23477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44"/>
            <p:cNvSpPr/>
            <p:nvPr/>
          </p:nvSpPr>
          <p:spPr>
            <a:xfrm>
              <a:off x="3537750" y="23477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44"/>
            <p:cNvSpPr/>
            <p:nvPr/>
          </p:nvSpPr>
          <p:spPr>
            <a:xfrm>
              <a:off x="3537125" y="2347775"/>
              <a:ext cx="650" cy="5650"/>
            </a:xfrm>
            <a:custGeom>
              <a:avLst/>
              <a:gdLst/>
              <a:ahLst/>
              <a:cxnLst/>
              <a:rect l="l" t="t" r="r" b="b"/>
              <a:pathLst>
                <a:path w="26" h="226" extrusionOk="0">
                  <a:moveTo>
                    <a:pt x="0" y="0"/>
                  </a:moveTo>
                  <a:lnTo>
                    <a:pt x="0" y="226"/>
                  </a:lnTo>
                  <a:lnTo>
                    <a:pt x="25" y="226"/>
                  </a:lnTo>
                  <a:lnTo>
                    <a:pt x="25" y="0"/>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44"/>
            <p:cNvSpPr/>
            <p:nvPr/>
          </p:nvSpPr>
          <p:spPr>
            <a:xfrm>
              <a:off x="3537125" y="23477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44"/>
            <p:cNvSpPr/>
            <p:nvPr/>
          </p:nvSpPr>
          <p:spPr>
            <a:xfrm>
              <a:off x="3536500" y="2347150"/>
              <a:ext cx="650" cy="6275"/>
            </a:xfrm>
            <a:custGeom>
              <a:avLst/>
              <a:gdLst/>
              <a:ahLst/>
              <a:cxnLst/>
              <a:rect l="l" t="t" r="r" b="b"/>
              <a:pathLst>
                <a:path w="26" h="251" extrusionOk="0">
                  <a:moveTo>
                    <a:pt x="0" y="0"/>
                  </a:moveTo>
                  <a:lnTo>
                    <a:pt x="0" y="251"/>
                  </a:lnTo>
                  <a:lnTo>
                    <a:pt x="25" y="251"/>
                  </a:lnTo>
                  <a:lnTo>
                    <a:pt x="25" y="25"/>
                  </a:lnTo>
                  <a:cubicBezTo>
                    <a:pt x="25" y="0"/>
                    <a:pt x="25" y="0"/>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44"/>
            <p:cNvSpPr/>
            <p:nvPr/>
          </p:nvSpPr>
          <p:spPr>
            <a:xfrm>
              <a:off x="3465700" y="2341500"/>
              <a:ext cx="10675" cy="11925"/>
            </a:xfrm>
            <a:custGeom>
              <a:avLst/>
              <a:gdLst/>
              <a:ahLst/>
              <a:cxnLst/>
              <a:rect l="l" t="t" r="r" b="b"/>
              <a:pathLst>
                <a:path w="427" h="477" extrusionOk="0">
                  <a:moveTo>
                    <a:pt x="426" y="1"/>
                  </a:moveTo>
                  <a:lnTo>
                    <a:pt x="0" y="251"/>
                  </a:lnTo>
                  <a:lnTo>
                    <a:pt x="0" y="477"/>
                  </a:lnTo>
                  <a:lnTo>
                    <a:pt x="426" y="226"/>
                  </a:lnTo>
                  <a:lnTo>
                    <a:pt x="42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44"/>
            <p:cNvSpPr/>
            <p:nvPr/>
          </p:nvSpPr>
          <p:spPr>
            <a:xfrm>
              <a:off x="3426225" y="2346525"/>
              <a:ext cx="650" cy="6275"/>
            </a:xfrm>
            <a:custGeom>
              <a:avLst/>
              <a:gdLst/>
              <a:ahLst/>
              <a:cxnLst/>
              <a:rect l="l" t="t" r="r" b="b"/>
              <a:pathLst>
                <a:path w="26" h="251" extrusionOk="0">
                  <a:moveTo>
                    <a:pt x="25"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44"/>
            <p:cNvSpPr/>
            <p:nvPr/>
          </p:nvSpPr>
          <p:spPr>
            <a:xfrm>
              <a:off x="3426225" y="2346525"/>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44"/>
            <p:cNvSpPr/>
            <p:nvPr/>
          </p:nvSpPr>
          <p:spPr>
            <a:xfrm>
              <a:off x="3426225" y="2347150"/>
              <a:ext cx="25" cy="6275"/>
            </a:xfrm>
            <a:custGeom>
              <a:avLst/>
              <a:gdLst/>
              <a:ahLst/>
              <a:cxnLst/>
              <a:rect l="l" t="t" r="r" b="b"/>
              <a:pathLst>
                <a:path w="1" h="251" extrusionOk="0">
                  <a:moveTo>
                    <a:pt x="0" y="0"/>
                  </a:moveTo>
                  <a:lnTo>
                    <a:pt x="0" y="226"/>
                  </a:lnTo>
                  <a:cubicBezTo>
                    <a:pt x="0" y="226"/>
                    <a:pt x="0" y="226"/>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44"/>
            <p:cNvSpPr/>
            <p:nvPr/>
          </p:nvSpPr>
          <p:spPr>
            <a:xfrm>
              <a:off x="3426225" y="23471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44"/>
            <p:cNvSpPr/>
            <p:nvPr/>
          </p:nvSpPr>
          <p:spPr>
            <a:xfrm>
              <a:off x="3426225" y="2347150"/>
              <a:ext cx="25" cy="6275"/>
            </a:xfrm>
            <a:custGeom>
              <a:avLst/>
              <a:gdLst/>
              <a:ahLst/>
              <a:cxnLst/>
              <a:rect l="l" t="t" r="r" b="b"/>
              <a:pathLst>
                <a:path w="1" h="251" extrusionOk="0">
                  <a:moveTo>
                    <a:pt x="0" y="0"/>
                  </a:moveTo>
                  <a:lnTo>
                    <a:pt x="0" y="251"/>
                  </a:lnTo>
                  <a:cubicBezTo>
                    <a:pt x="0" y="251"/>
                    <a:pt x="0" y="251"/>
                    <a:pt x="0" y="251"/>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44"/>
            <p:cNvSpPr/>
            <p:nvPr/>
          </p:nvSpPr>
          <p:spPr>
            <a:xfrm>
              <a:off x="3425575" y="2347775"/>
              <a:ext cx="675" cy="5650"/>
            </a:xfrm>
            <a:custGeom>
              <a:avLst/>
              <a:gdLst/>
              <a:ahLst/>
              <a:cxnLst/>
              <a:rect l="l" t="t" r="r" b="b"/>
              <a:pathLst>
                <a:path w="27" h="226" extrusionOk="0">
                  <a:moveTo>
                    <a:pt x="26"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44"/>
            <p:cNvSpPr/>
            <p:nvPr/>
          </p:nvSpPr>
          <p:spPr>
            <a:xfrm>
              <a:off x="3425575" y="2347775"/>
              <a:ext cx="675" cy="5650"/>
            </a:xfrm>
            <a:custGeom>
              <a:avLst/>
              <a:gdLst/>
              <a:ahLst/>
              <a:cxnLst/>
              <a:rect l="l" t="t" r="r" b="b"/>
              <a:pathLst>
                <a:path w="27" h="226" extrusionOk="0">
                  <a:moveTo>
                    <a:pt x="1" y="0"/>
                  </a:moveTo>
                  <a:lnTo>
                    <a:pt x="1"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44"/>
            <p:cNvSpPr/>
            <p:nvPr/>
          </p:nvSpPr>
          <p:spPr>
            <a:xfrm>
              <a:off x="3425575" y="2347775"/>
              <a:ext cx="25" cy="5650"/>
            </a:xfrm>
            <a:custGeom>
              <a:avLst/>
              <a:gdLst/>
              <a:ahLst/>
              <a:cxnLst/>
              <a:rect l="l" t="t" r="r" b="b"/>
              <a:pathLst>
                <a:path w="1" h="226" extrusionOk="0">
                  <a:moveTo>
                    <a:pt x="1" y="0"/>
                  </a:moveTo>
                  <a:lnTo>
                    <a:pt x="1" y="226"/>
                  </a:lnTo>
                  <a:lnTo>
                    <a:pt x="1" y="2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44"/>
            <p:cNvSpPr/>
            <p:nvPr/>
          </p:nvSpPr>
          <p:spPr>
            <a:xfrm>
              <a:off x="3579100" y="2341500"/>
              <a:ext cx="10675" cy="12575"/>
            </a:xfrm>
            <a:custGeom>
              <a:avLst/>
              <a:gdLst/>
              <a:ahLst/>
              <a:cxnLst/>
              <a:rect l="l" t="t" r="r" b="b"/>
              <a:pathLst>
                <a:path w="427" h="503" extrusionOk="0">
                  <a:moveTo>
                    <a:pt x="426" y="1"/>
                  </a:moveTo>
                  <a:lnTo>
                    <a:pt x="0" y="276"/>
                  </a:lnTo>
                  <a:lnTo>
                    <a:pt x="0" y="502"/>
                  </a:lnTo>
                  <a:lnTo>
                    <a:pt x="426" y="251"/>
                  </a:lnTo>
                  <a:lnTo>
                    <a:pt x="426"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44"/>
            <p:cNvSpPr/>
            <p:nvPr/>
          </p:nvSpPr>
          <p:spPr>
            <a:xfrm>
              <a:off x="3562175" y="2340250"/>
              <a:ext cx="13825" cy="13825"/>
            </a:xfrm>
            <a:custGeom>
              <a:avLst/>
              <a:gdLst/>
              <a:ahLst/>
              <a:cxnLst/>
              <a:rect l="l" t="t" r="r" b="b"/>
              <a:pathLst>
                <a:path w="553" h="553" extrusionOk="0">
                  <a:moveTo>
                    <a:pt x="1" y="1"/>
                  </a:moveTo>
                  <a:lnTo>
                    <a:pt x="1" y="251"/>
                  </a:lnTo>
                  <a:lnTo>
                    <a:pt x="527" y="552"/>
                  </a:lnTo>
                  <a:lnTo>
                    <a:pt x="552" y="326"/>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44"/>
            <p:cNvSpPr/>
            <p:nvPr/>
          </p:nvSpPr>
          <p:spPr>
            <a:xfrm>
              <a:off x="3440625" y="2340250"/>
              <a:ext cx="13800" cy="13825"/>
            </a:xfrm>
            <a:custGeom>
              <a:avLst/>
              <a:gdLst/>
              <a:ahLst/>
              <a:cxnLst/>
              <a:rect l="l" t="t" r="r" b="b"/>
              <a:pathLst>
                <a:path w="552" h="553" extrusionOk="0">
                  <a:moveTo>
                    <a:pt x="0" y="1"/>
                  </a:moveTo>
                  <a:lnTo>
                    <a:pt x="0" y="251"/>
                  </a:lnTo>
                  <a:lnTo>
                    <a:pt x="552" y="552"/>
                  </a:lnTo>
                  <a:lnTo>
                    <a:pt x="552" y="32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44"/>
            <p:cNvSpPr/>
            <p:nvPr/>
          </p:nvSpPr>
          <p:spPr>
            <a:xfrm>
              <a:off x="3504525" y="2342125"/>
              <a:ext cx="11325" cy="12575"/>
            </a:xfrm>
            <a:custGeom>
              <a:avLst/>
              <a:gdLst/>
              <a:ahLst/>
              <a:cxnLst/>
              <a:rect l="l" t="t" r="r" b="b"/>
              <a:pathLst>
                <a:path w="453" h="503" extrusionOk="0">
                  <a:moveTo>
                    <a:pt x="452" y="1"/>
                  </a:moveTo>
                  <a:lnTo>
                    <a:pt x="1" y="251"/>
                  </a:lnTo>
                  <a:lnTo>
                    <a:pt x="1" y="502"/>
                  </a:lnTo>
                  <a:lnTo>
                    <a:pt x="452" y="226"/>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44"/>
            <p:cNvSpPr/>
            <p:nvPr/>
          </p:nvSpPr>
          <p:spPr>
            <a:xfrm>
              <a:off x="3578475" y="2348400"/>
              <a:ext cx="650" cy="5675"/>
            </a:xfrm>
            <a:custGeom>
              <a:avLst/>
              <a:gdLst/>
              <a:ahLst/>
              <a:cxnLst/>
              <a:rect l="l" t="t" r="r" b="b"/>
              <a:pathLst>
                <a:path w="26" h="227" extrusionOk="0">
                  <a:moveTo>
                    <a:pt x="0" y="0"/>
                  </a:moveTo>
                  <a:lnTo>
                    <a:pt x="0" y="226"/>
                  </a:lnTo>
                  <a:lnTo>
                    <a:pt x="25" y="226"/>
                  </a:lnTo>
                  <a:lnTo>
                    <a:pt x="25"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44"/>
            <p:cNvSpPr/>
            <p:nvPr/>
          </p:nvSpPr>
          <p:spPr>
            <a:xfrm>
              <a:off x="3577850" y="2348400"/>
              <a:ext cx="650" cy="6300"/>
            </a:xfrm>
            <a:custGeom>
              <a:avLst/>
              <a:gdLst/>
              <a:ahLst/>
              <a:cxnLst/>
              <a:rect l="l" t="t" r="r" b="b"/>
              <a:pathLst>
                <a:path w="26" h="252" extrusionOk="0">
                  <a:moveTo>
                    <a:pt x="0" y="0"/>
                  </a:moveTo>
                  <a:lnTo>
                    <a:pt x="0" y="251"/>
                  </a:lnTo>
                  <a:cubicBezTo>
                    <a:pt x="0" y="251"/>
                    <a:pt x="25" y="251"/>
                    <a:pt x="25" y="226"/>
                  </a:cubicBez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44"/>
            <p:cNvSpPr/>
            <p:nvPr/>
          </p:nvSpPr>
          <p:spPr>
            <a:xfrm>
              <a:off x="3577850" y="2348400"/>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44"/>
            <p:cNvSpPr/>
            <p:nvPr/>
          </p:nvSpPr>
          <p:spPr>
            <a:xfrm>
              <a:off x="3577225" y="2348400"/>
              <a:ext cx="650" cy="6300"/>
            </a:xfrm>
            <a:custGeom>
              <a:avLst/>
              <a:gdLst/>
              <a:ahLst/>
              <a:cxnLst/>
              <a:rect l="l" t="t" r="r" b="b"/>
              <a:pathLst>
                <a:path w="26" h="252" extrusionOk="0">
                  <a:moveTo>
                    <a:pt x="0" y="0"/>
                  </a:moveTo>
                  <a:lnTo>
                    <a:pt x="0" y="251"/>
                  </a:lnTo>
                  <a:lnTo>
                    <a:pt x="25" y="251"/>
                  </a:lnTo>
                  <a:lnTo>
                    <a:pt x="25"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44"/>
            <p:cNvSpPr/>
            <p:nvPr/>
          </p:nvSpPr>
          <p:spPr>
            <a:xfrm>
              <a:off x="3577225" y="2348400"/>
              <a:ext cx="25" cy="6300"/>
            </a:xfrm>
            <a:custGeom>
              <a:avLst/>
              <a:gdLst/>
              <a:ahLst/>
              <a:cxnLst/>
              <a:rect l="l" t="t" r="r" b="b"/>
              <a:pathLst>
                <a:path w="1" h="252" extrusionOk="0">
                  <a:moveTo>
                    <a:pt x="0" y="0"/>
                  </a:moveTo>
                  <a:lnTo>
                    <a:pt x="0" y="251"/>
                  </a:lnTo>
                  <a:lnTo>
                    <a:pt x="0" y="251"/>
                  </a:lnTo>
                  <a:lnTo>
                    <a:pt x="0" y="0"/>
                  </a:lnTo>
                  <a:lnTo>
                    <a:pt x="0"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44"/>
            <p:cNvSpPr/>
            <p:nvPr/>
          </p:nvSpPr>
          <p:spPr>
            <a:xfrm>
              <a:off x="3577225" y="2348400"/>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44"/>
            <p:cNvSpPr/>
            <p:nvPr/>
          </p:nvSpPr>
          <p:spPr>
            <a:xfrm>
              <a:off x="3576600" y="2348400"/>
              <a:ext cx="650" cy="6300"/>
            </a:xfrm>
            <a:custGeom>
              <a:avLst/>
              <a:gdLst/>
              <a:ahLst/>
              <a:cxnLst/>
              <a:rect l="l" t="t" r="r" b="b"/>
              <a:pathLst>
                <a:path w="26" h="252" extrusionOk="0">
                  <a:moveTo>
                    <a:pt x="0" y="0"/>
                  </a:moveTo>
                  <a:lnTo>
                    <a:pt x="0" y="251"/>
                  </a:lnTo>
                  <a:lnTo>
                    <a:pt x="25" y="251"/>
                  </a:lnTo>
                  <a:lnTo>
                    <a:pt x="25" y="0"/>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44"/>
            <p:cNvSpPr/>
            <p:nvPr/>
          </p:nvSpPr>
          <p:spPr>
            <a:xfrm>
              <a:off x="3576600" y="2348400"/>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44"/>
            <p:cNvSpPr/>
            <p:nvPr/>
          </p:nvSpPr>
          <p:spPr>
            <a:xfrm>
              <a:off x="3575975" y="2348400"/>
              <a:ext cx="650" cy="6300"/>
            </a:xfrm>
            <a:custGeom>
              <a:avLst/>
              <a:gdLst/>
              <a:ahLst/>
              <a:cxnLst/>
              <a:rect l="l" t="t" r="r" b="b"/>
              <a:pathLst>
                <a:path w="26" h="252" extrusionOk="0">
                  <a:moveTo>
                    <a:pt x="0" y="0"/>
                  </a:moveTo>
                  <a:lnTo>
                    <a:pt x="0" y="251"/>
                  </a:lnTo>
                  <a:lnTo>
                    <a:pt x="25" y="251"/>
                  </a:lnTo>
                  <a:lnTo>
                    <a:pt x="25" y="0"/>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44"/>
            <p:cNvSpPr/>
            <p:nvPr/>
          </p:nvSpPr>
          <p:spPr>
            <a:xfrm>
              <a:off x="3575975" y="2348400"/>
              <a:ext cx="25" cy="6300"/>
            </a:xfrm>
            <a:custGeom>
              <a:avLst/>
              <a:gdLst/>
              <a:ahLst/>
              <a:cxnLst/>
              <a:rect l="l" t="t" r="r" b="b"/>
              <a:pathLst>
                <a:path w="1" h="252" extrusionOk="0">
                  <a:moveTo>
                    <a:pt x="0" y="0"/>
                  </a:moveTo>
                  <a:lnTo>
                    <a:pt x="0" y="251"/>
                  </a:lnTo>
                  <a:cubicBezTo>
                    <a:pt x="0" y="226"/>
                    <a:pt x="0" y="226"/>
                    <a:pt x="0" y="226"/>
                  </a:cubicBezTo>
                  <a:lnTo>
                    <a:pt x="0" y="0"/>
                  </a:lnTo>
                  <a:cubicBezTo>
                    <a:pt x="0" y="0"/>
                    <a:pt x="0" y="0"/>
                    <a:pt x="0"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44"/>
            <p:cNvSpPr/>
            <p:nvPr/>
          </p:nvSpPr>
          <p:spPr>
            <a:xfrm>
              <a:off x="3575325" y="2348400"/>
              <a:ext cx="675" cy="5675"/>
            </a:xfrm>
            <a:custGeom>
              <a:avLst/>
              <a:gdLst/>
              <a:ahLst/>
              <a:cxnLst/>
              <a:rect l="l" t="t" r="r" b="b"/>
              <a:pathLst>
                <a:path w="27" h="227" extrusionOk="0">
                  <a:moveTo>
                    <a:pt x="26" y="0"/>
                  </a:moveTo>
                  <a:lnTo>
                    <a:pt x="1" y="226"/>
                  </a:lnTo>
                  <a:lnTo>
                    <a:pt x="26" y="226"/>
                  </a:lnTo>
                  <a:lnTo>
                    <a:pt x="26"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44"/>
            <p:cNvSpPr/>
            <p:nvPr/>
          </p:nvSpPr>
          <p:spPr>
            <a:xfrm>
              <a:off x="3465700" y="2347775"/>
              <a:ext cx="0" cy="5650"/>
            </a:xfrm>
            <a:custGeom>
              <a:avLst/>
              <a:gdLst/>
              <a:ahLst/>
              <a:cxnLst/>
              <a:rect l="l" t="t" r="r" b="b"/>
              <a:pathLst>
                <a:path h="226" extrusionOk="0">
                  <a:moveTo>
                    <a:pt x="0" y="0"/>
                  </a:moveTo>
                  <a:lnTo>
                    <a:pt x="0" y="226"/>
                  </a:lnTo>
                  <a:lnTo>
                    <a:pt x="0" y="226"/>
                  </a:ln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44"/>
            <p:cNvSpPr/>
            <p:nvPr/>
          </p:nvSpPr>
          <p:spPr>
            <a:xfrm>
              <a:off x="3465050" y="2347775"/>
              <a:ext cx="650" cy="6300"/>
            </a:xfrm>
            <a:custGeom>
              <a:avLst/>
              <a:gdLst/>
              <a:ahLst/>
              <a:cxnLst/>
              <a:rect l="l" t="t" r="r" b="b"/>
              <a:pathLst>
                <a:path w="26" h="252" extrusionOk="0">
                  <a:moveTo>
                    <a:pt x="1" y="0"/>
                  </a:moveTo>
                  <a:lnTo>
                    <a:pt x="1" y="251"/>
                  </a:lnTo>
                  <a:cubicBezTo>
                    <a:pt x="1" y="251"/>
                    <a:pt x="1" y="226"/>
                    <a:pt x="26" y="226"/>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44"/>
            <p:cNvSpPr/>
            <p:nvPr/>
          </p:nvSpPr>
          <p:spPr>
            <a:xfrm>
              <a:off x="3465050" y="2347775"/>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44"/>
            <p:cNvSpPr/>
            <p:nvPr/>
          </p:nvSpPr>
          <p:spPr>
            <a:xfrm>
              <a:off x="3465050" y="2347775"/>
              <a:ext cx="25" cy="6300"/>
            </a:xfrm>
            <a:custGeom>
              <a:avLst/>
              <a:gdLst/>
              <a:ahLst/>
              <a:cxnLst/>
              <a:rect l="l" t="t" r="r" b="b"/>
              <a:pathLst>
                <a:path w="1" h="252" extrusionOk="0">
                  <a:moveTo>
                    <a:pt x="1" y="0"/>
                  </a:moveTo>
                  <a:lnTo>
                    <a:pt x="1" y="251"/>
                  </a:lnTo>
                  <a:cubicBezTo>
                    <a:pt x="1" y="251"/>
                    <a:pt x="1" y="251"/>
                    <a:pt x="1" y="251"/>
                  </a:cubicBezTo>
                  <a:lnTo>
                    <a:pt x="1" y="25"/>
                  </a:lnTo>
                  <a:cubicBezTo>
                    <a:pt x="1"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44"/>
            <p:cNvSpPr/>
            <p:nvPr/>
          </p:nvSpPr>
          <p:spPr>
            <a:xfrm>
              <a:off x="3465050" y="2348400"/>
              <a:ext cx="25" cy="5675"/>
            </a:xfrm>
            <a:custGeom>
              <a:avLst/>
              <a:gdLst/>
              <a:ahLst/>
              <a:cxnLst/>
              <a:rect l="l" t="t" r="r" b="b"/>
              <a:pathLst>
                <a:path w="1" h="227" extrusionOk="0">
                  <a:moveTo>
                    <a:pt x="1" y="0"/>
                  </a:moveTo>
                  <a:lnTo>
                    <a:pt x="1" y="226"/>
                  </a:lnTo>
                  <a:cubicBezTo>
                    <a:pt x="1" y="226"/>
                    <a:pt x="1" y="226"/>
                    <a:pt x="1" y="226"/>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44"/>
            <p:cNvSpPr/>
            <p:nvPr/>
          </p:nvSpPr>
          <p:spPr>
            <a:xfrm>
              <a:off x="3465050" y="2348400"/>
              <a:ext cx="25" cy="6300"/>
            </a:xfrm>
            <a:custGeom>
              <a:avLst/>
              <a:gdLst/>
              <a:ahLst/>
              <a:cxnLst/>
              <a:rect l="l" t="t" r="r" b="b"/>
              <a:pathLst>
                <a:path w="1" h="252" extrusionOk="0">
                  <a:moveTo>
                    <a:pt x="1" y="0"/>
                  </a:moveTo>
                  <a:lnTo>
                    <a:pt x="1" y="226"/>
                  </a:lnTo>
                  <a:cubicBezTo>
                    <a:pt x="1" y="226"/>
                    <a:pt x="1" y="226"/>
                    <a:pt x="1" y="251"/>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44"/>
            <p:cNvSpPr/>
            <p:nvPr/>
          </p:nvSpPr>
          <p:spPr>
            <a:xfrm>
              <a:off x="3465050" y="2348400"/>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44"/>
            <p:cNvSpPr/>
            <p:nvPr/>
          </p:nvSpPr>
          <p:spPr>
            <a:xfrm>
              <a:off x="3465050" y="2348400"/>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44"/>
            <p:cNvSpPr/>
            <p:nvPr/>
          </p:nvSpPr>
          <p:spPr>
            <a:xfrm>
              <a:off x="3465050" y="2348400"/>
              <a:ext cx="25" cy="6300"/>
            </a:xfrm>
            <a:custGeom>
              <a:avLst/>
              <a:gdLst/>
              <a:ahLst/>
              <a:cxnLst/>
              <a:rect l="l" t="t" r="r" b="b"/>
              <a:pathLst>
                <a:path w="1" h="252" extrusionOk="0">
                  <a:moveTo>
                    <a:pt x="1" y="0"/>
                  </a:moveTo>
                  <a:lnTo>
                    <a:pt x="1" y="251"/>
                  </a:lnTo>
                  <a:lnTo>
                    <a:pt x="1" y="25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44"/>
            <p:cNvSpPr/>
            <p:nvPr/>
          </p:nvSpPr>
          <p:spPr>
            <a:xfrm>
              <a:off x="3425575" y="2347775"/>
              <a:ext cx="1300" cy="6925"/>
            </a:xfrm>
            <a:custGeom>
              <a:avLst/>
              <a:gdLst/>
              <a:ahLst/>
              <a:cxnLst/>
              <a:rect l="l" t="t" r="r" b="b"/>
              <a:pathLst>
                <a:path w="52" h="277" extrusionOk="0">
                  <a:moveTo>
                    <a:pt x="1" y="0"/>
                  </a:moveTo>
                  <a:lnTo>
                    <a:pt x="1" y="226"/>
                  </a:lnTo>
                  <a:cubicBezTo>
                    <a:pt x="1" y="251"/>
                    <a:pt x="26" y="251"/>
                    <a:pt x="51" y="276"/>
                  </a:cubicBezTo>
                  <a:lnTo>
                    <a:pt x="51" y="25"/>
                  </a:lnTo>
                  <a:cubicBezTo>
                    <a:pt x="26" y="25"/>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44"/>
            <p:cNvSpPr/>
            <p:nvPr/>
          </p:nvSpPr>
          <p:spPr>
            <a:xfrm>
              <a:off x="3617325" y="2345900"/>
              <a:ext cx="5650" cy="9425"/>
            </a:xfrm>
            <a:custGeom>
              <a:avLst/>
              <a:gdLst/>
              <a:ahLst/>
              <a:cxnLst/>
              <a:rect l="l" t="t" r="r" b="b"/>
              <a:pathLst>
                <a:path w="226" h="377" extrusionOk="0">
                  <a:moveTo>
                    <a:pt x="226" y="0"/>
                  </a:moveTo>
                  <a:lnTo>
                    <a:pt x="0" y="126"/>
                  </a:lnTo>
                  <a:lnTo>
                    <a:pt x="0" y="376"/>
                  </a:lnTo>
                  <a:lnTo>
                    <a:pt x="226" y="251"/>
                  </a:lnTo>
                  <a:lnTo>
                    <a:pt x="226"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44"/>
            <p:cNvSpPr/>
            <p:nvPr/>
          </p:nvSpPr>
          <p:spPr>
            <a:xfrm>
              <a:off x="3600400" y="2340875"/>
              <a:ext cx="14425" cy="14450"/>
            </a:xfrm>
            <a:custGeom>
              <a:avLst/>
              <a:gdLst/>
              <a:ahLst/>
              <a:cxnLst/>
              <a:rect l="l" t="t" r="r" b="b"/>
              <a:pathLst>
                <a:path w="577" h="578" extrusionOk="0">
                  <a:moveTo>
                    <a:pt x="1" y="1"/>
                  </a:moveTo>
                  <a:lnTo>
                    <a:pt x="1" y="251"/>
                  </a:lnTo>
                  <a:lnTo>
                    <a:pt x="577" y="577"/>
                  </a:lnTo>
                  <a:lnTo>
                    <a:pt x="577" y="327"/>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44"/>
            <p:cNvSpPr/>
            <p:nvPr/>
          </p:nvSpPr>
          <p:spPr>
            <a:xfrm>
              <a:off x="3480100" y="2341500"/>
              <a:ext cx="13175" cy="13200"/>
            </a:xfrm>
            <a:custGeom>
              <a:avLst/>
              <a:gdLst/>
              <a:ahLst/>
              <a:cxnLst/>
              <a:rect l="l" t="t" r="r" b="b"/>
              <a:pathLst>
                <a:path w="527" h="528" extrusionOk="0">
                  <a:moveTo>
                    <a:pt x="0" y="1"/>
                  </a:moveTo>
                  <a:lnTo>
                    <a:pt x="0" y="226"/>
                  </a:lnTo>
                  <a:lnTo>
                    <a:pt x="527" y="527"/>
                  </a:lnTo>
                  <a:lnTo>
                    <a:pt x="527" y="30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44"/>
            <p:cNvSpPr/>
            <p:nvPr/>
          </p:nvSpPr>
          <p:spPr>
            <a:xfrm>
              <a:off x="3543375" y="2342750"/>
              <a:ext cx="11300" cy="12575"/>
            </a:xfrm>
            <a:custGeom>
              <a:avLst/>
              <a:gdLst/>
              <a:ahLst/>
              <a:cxnLst/>
              <a:rect l="l" t="t" r="r" b="b"/>
              <a:pathLst>
                <a:path w="452" h="503" extrusionOk="0">
                  <a:moveTo>
                    <a:pt x="452" y="1"/>
                  </a:moveTo>
                  <a:lnTo>
                    <a:pt x="1" y="277"/>
                  </a:lnTo>
                  <a:lnTo>
                    <a:pt x="1" y="502"/>
                  </a:lnTo>
                  <a:lnTo>
                    <a:pt x="452" y="252"/>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44"/>
            <p:cNvSpPr/>
            <p:nvPr/>
          </p:nvSpPr>
          <p:spPr>
            <a:xfrm>
              <a:off x="3454400" y="2348400"/>
              <a:ext cx="650" cy="6925"/>
            </a:xfrm>
            <a:custGeom>
              <a:avLst/>
              <a:gdLst/>
              <a:ahLst/>
              <a:cxnLst/>
              <a:rect l="l" t="t" r="r" b="b"/>
              <a:pathLst>
                <a:path w="26" h="277" extrusionOk="0">
                  <a:moveTo>
                    <a:pt x="1" y="0"/>
                  </a:moveTo>
                  <a:lnTo>
                    <a:pt x="1" y="226"/>
                  </a:lnTo>
                  <a:cubicBezTo>
                    <a:pt x="26" y="251"/>
                    <a:pt x="26" y="251"/>
                    <a:pt x="26" y="276"/>
                  </a:cubicBezTo>
                  <a:lnTo>
                    <a:pt x="26" y="26"/>
                  </a:lnTo>
                  <a:cubicBezTo>
                    <a:pt x="26" y="26"/>
                    <a:pt x="26"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44"/>
            <p:cNvSpPr/>
            <p:nvPr/>
          </p:nvSpPr>
          <p:spPr>
            <a:xfrm>
              <a:off x="3599775" y="2336025"/>
              <a:ext cx="23825" cy="13500"/>
            </a:xfrm>
            <a:custGeom>
              <a:avLst/>
              <a:gdLst/>
              <a:ahLst/>
              <a:cxnLst/>
              <a:rect l="l" t="t" r="r" b="b"/>
              <a:pathLst>
                <a:path w="953" h="540" extrusionOk="0">
                  <a:moveTo>
                    <a:pt x="301" y="0"/>
                  </a:moveTo>
                  <a:cubicBezTo>
                    <a:pt x="282" y="0"/>
                    <a:pt x="264" y="7"/>
                    <a:pt x="251" y="19"/>
                  </a:cubicBezTo>
                  <a:lnTo>
                    <a:pt x="26" y="145"/>
                  </a:lnTo>
                  <a:cubicBezTo>
                    <a:pt x="0" y="170"/>
                    <a:pt x="0" y="195"/>
                    <a:pt x="26" y="195"/>
                  </a:cubicBezTo>
                  <a:lnTo>
                    <a:pt x="602" y="521"/>
                  </a:lnTo>
                  <a:cubicBezTo>
                    <a:pt x="614" y="533"/>
                    <a:pt x="633" y="539"/>
                    <a:pt x="652" y="539"/>
                  </a:cubicBezTo>
                  <a:cubicBezTo>
                    <a:pt x="671" y="539"/>
                    <a:pt x="690" y="533"/>
                    <a:pt x="702" y="521"/>
                  </a:cubicBezTo>
                  <a:lnTo>
                    <a:pt x="928" y="395"/>
                  </a:lnTo>
                  <a:cubicBezTo>
                    <a:pt x="953" y="395"/>
                    <a:pt x="953" y="370"/>
                    <a:pt x="928" y="345"/>
                  </a:cubicBezTo>
                  <a:lnTo>
                    <a:pt x="351" y="19"/>
                  </a:lnTo>
                  <a:cubicBezTo>
                    <a:pt x="339" y="7"/>
                    <a:pt x="320" y="0"/>
                    <a:pt x="301"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44"/>
            <p:cNvSpPr/>
            <p:nvPr/>
          </p:nvSpPr>
          <p:spPr>
            <a:xfrm>
              <a:off x="3601650" y="2335875"/>
              <a:ext cx="20700" cy="11925"/>
            </a:xfrm>
            <a:custGeom>
              <a:avLst/>
              <a:gdLst/>
              <a:ahLst/>
              <a:cxnLst/>
              <a:rect l="l" t="t" r="r" b="b"/>
              <a:pathLst>
                <a:path w="828" h="477" extrusionOk="0">
                  <a:moveTo>
                    <a:pt x="201" y="0"/>
                  </a:moveTo>
                  <a:lnTo>
                    <a:pt x="1" y="126"/>
                  </a:lnTo>
                  <a:lnTo>
                    <a:pt x="552" y="451"/>
                  </a:lnTo>
                  <a:cubicBezTo>
                    <a:pt x="552" y="476"/>
                    <a:pt x="577" y="476"/>
                    <a:pt x="577" y="476"/>
                  </a:cubicBezTo>
                  <a:cubicBezTo>
                    <a:pt x="602" y="476"/>
                    <a:pt x="602" y="476"/>
                    <a:pt x="602" y="451"/>
                  </a:cubicBezTo>
                  <a:lnTo>
                    <a:pt x="828" y="351"/>
                  </a:lnTo>
                  <a:lnTo>
                    <a:pt x="251" y="25"/>
                  </a:lnTo>
                  <a:cubicBezTo>
                    <a:pt x="251" y="0"/>
                    <a:pt x="251" y="0"/>
                    <a:pt x="226" y="0"/>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44"/>
            <p:cNvSpPr/>
            <p:nvPr/>
          </p:nvSpPr>
          <p:spPr>
            <a:xfrm>
              <a:off x="3617325" y="2349025"/>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1"/>
                    <a:pt x="0"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44"/>
            <p:cNvSpPr/>
            <p:nvPr/>
          </p:nvSpPr>
          <p:spPr>
            <a:xfrm>
              <a:off x="3616700" y="2349650"/>
              <a:ext cx="650" cy="5675"/>
            </a:xfrm>
            <a:custGeom>
              <a:avLst/>
              <a:gdLst/>
              <a:ahLst/>
              <a:cxnLst/>
              <a:rect l="l" t="t" r="r" b="b"/>
              <a:pathLst>
                <a:path w="26" h="227" extrusionOk="0">
                  <a:moveTo>
                    <a:pt x="0" y="1"/>
                  </a:moveTo>
                  <a:lnTo>
                    <a:pt x="0" y="226"/>
                  </a:lnTo>
                  <a:lnTo>
                    <a:pt x="25" y="226"/>
                  </a:ln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44"/>
            <p:cNvSpPr/>
            <p:nvPr/>
          </p:nvSpPr>
          <p:spPr>
            <a:xfrm>
              <a:off x="3616700" y="2349650"/>
              <a:ext cx="25" cy="5675"/>
            </a:xfrm>
            <a:custGeom>
              <a:avLst/>
              <a:gdLst/>
              <a:ahLst/>
              <a:cxnLst/>
              <a:rect l="l" t="t" r="r" b="b"/>
              <a:pathLst>
                <a:path w="1" h="227" extrusionOk="0">
                  <a:moveTo>
                    <a:pt x="0" y="1"/>
                  </a:moveTo>
                  <a:lnTo>
                    <a:pt x="0" y="226"/>
                  </a:lnTo>
                  <a:cubicBezTo>
                    <a:pt x="0" y="226"/>
                    <a:pt x="0" y="226"/>
                    <a:pt x="0" y="226"/>
                  </a:cubicBezTo>
                  <a:lnTo>
                    <a:pt x="0" y="1"/>
                  </a:lnTo>
                  <a:lnTo>
                    <a:pt x="0"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44"/>
            <p:cNvSpPr/>
            <p:nvPr/>
          </p:nvSpPr>
          <p:spPr>
            <a:xfrm>
              <a:off x="3616075" y="2349650"/>
              <a:ext cx="650" cy="5675"/>
            </a:xfrm>
            <a:custGeom>
              <a:avLst/>
              <a:gdLst/>
              <a:ahLst/>
              <a:cxnLst/>
              <a:rect l="l" t="t" r="r" b="b"/>
              <a:pathLst>
                <a:path w="26" h="227" extrusionOk="0">
                  <a:moveTo>
                    <a:pt x="0" y="1"/>
                  </a:moveTo>
                  <a:lnTo>
                    <a:pt x="0" y="226"/>
                  </a:lnTo>
                  <a:lnTo>
                    <a:pt x="25" y="226"/>
                  </a:lnTo>
                  <a:lnTo>
                    <a:pt x="25"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44"/>
            <p:cNvSpPr/>
            <p:nvPr/>
          </p:nvSpPr>
          <p:spPr>
            <a:xfrm>
              <a:off x="3616075" y="2349650"/>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44"/>
            <p:cNvSpPr/>
            <p:nvPr/>
          </p:nvSpPr>
          <p:spPr>
            <a:xfrm>
              <a:off x="3616075" y="23496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44"/>
            <p:cNvSpPr/>
            <p:nvPr/>
          </p:nvSpPr>
          <p:spPr>
            <a:xfrm>
              <a:off x="3616075" y="23496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44"/>
            <p:cNvSpPr/>
            <p:nvPr/>
          </p:nvSpPr>
          <p:spPr>
            <a:xfrm>
              <a:off x="3615450" y="2349650"/>
              <a:ext cx="650" cy="5675"/>
            </a:xfrm>
            <a:custGeom>
              <a:avLst/>
              <a:gdLst/>
              <a:ahLst/>
              <a:cxnLst/>
              <a:rect l="l" t="t" r="r" b="b"/>
              <a:pathLst>
                <a:path w="26" h="227" extrusionOk="0">
                  <a:moveTo>
                    <a:pt x="0" y="1"/>
                  </a:moveTo>
                  <a:lnTo>
                    <a:pt x="0" y="226"/>
                  </a:lnTo>
                  <a:lnTo>
                    <a:pt x="25" y="226"/>
                  </a:lnTo>
                  <a:lnTo>
                    <a:pt x="25"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44"/>
            <p:cNvSpPr/>
            <p:nvPr/>
          </p:nvSpPr>
          <p:spPr>
            <a:xfrm>
              <a:off x="3615450" y="2349650"/>
              <a:ext cx="0" cy="5675"/>
            </a:xfrm>
            <a:custGeom>
              <a:avLst/>
              <a:gdLst/>
              <a:ahLst/>
              <a:cxnLst/>
              <a:rect l="l" t="t" r="r" b="b"/>
              <a:pathLst>
                <a:path h="227" extrusionOk="0">
                  <a:moveTo>
                    <a:pt x="0" y="1"/>
                  </a:moveTo>
                  <a:lnTo>
                    <a:pt x="0" y="226"/>
                  </a:lnTo>
                  <a:cubicBezTo>
                    <a:pt x="0" y="226"/>
                    <a:pt x="0" y="226"/>
                    <a:pt x="0" y="226"/>
                  </a:cubicBezTo>
                  <a:lnTo>
                    <a:pt x="0" y="1"/>
                  </a:lnTo>
                  <a:cubicBezTo>
                    <a:pt x="0" y="1"/>
                    <a:pt x="0" y="1"/>
                    <a:pt x="0"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44"/>
            <p:cNvSpPr/>
            <p:nvPr/>
          </p:nvSpPr>
          <p:spPr>
            <a:xfrm>
              <a:off x="3615450" y="2349650"/>
              <a:ext cx="0" cy="5675"/>
            </a:xfrm>
            <a:custGeom>
              <a:avLst/>
              <a:gdLst/>
              <a:ahLst/>
              <a:cxnLst/>
              <a:rect l="l" t="t" r="r" b="b"/>
              <a:pathLst>
                <a:path h="227" extrusionOk="0">
                  <a:moveTo>
                    <a:pt x="0" y="1"/>
                  </a:moveTo>
                  <a:lnTo>
                    <a:pt x="0" y="226"/>
                  </a:lnTo>
                  <a:cubicBezTo>
                    <a:pt x="0" y="226"/>
                    <a:pt x="0" y="226"/>
                    <a:pt x="0" y="226"/>
                  </a:cubicBezTo>
                  <a:lnTo>
                    <a:pt x="0" y="1"/>
                  </a:lnTo>
                  <a:cubicBezTo>
                    <a:pt x="0" y="1"/>
                    <a:pt x="0" y="1"/>
                    <a:pt x="0"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44"/>
            <p:cNvSpPr/>
            <p:nvPr/>
          </p:nvSpPr>
          <p:spPr>
            <a:xfrm>
              <a:off x="3614800" y="2349025"/>
              <a:ext cx="650" cy="6300"/>
            </a:xfrm>
            <a:custGeom>
              <a:avLst/>
              <a:gdLst/>
              <a:ahLst/>
              <a:cxnLst/>
              <a:rect l="l" t="t" r="r" b="b"/>
              <a:pathLst>
                <a:path w="26" h="252" extrusionOk="0">
                  <a:moveTo>
                    <a:pt x="1" y="1"/>
                  </a:moveTo>
                  <a:lnTo>
                    <a:pt x="1" y="251"/>
                  </a:lnTo>
                  <a:lnTo>
                    <a:pt x="26" y="251"/>
                  </a:lnTo>
                  <a:lnTo>
                    <a:pt x="26" y="26"/>
                  </a:lnTo>
                  <a:cubicBezTo>
                    <a:pt x="26" y="26"/>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44"/>
            <p:cNvSpPr/>
            <p:nvPr/>
          </p:nvSpPr>
          <p:spPr>
            <a:xfrm>
              <a:off x="3504525" y="2348400"/>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44"/>
            <p:cNvSpPr/>
            <p:nvPr/>
          </p:nvSpPr>
          <p:spPr>
            <a:xfrm>
              <a:off x="3503900" y="2348400"/>
              <a:ext cx="650" cy="6300"/>
            </a:xfrm>
            <a:custGeom>
              <a:avLst/>
              <a:gdLst/>
              <a:ahLst/>
              <a:cxnLst/>
              <a:rect l="l" t="t" r="r" b="b"/>
              <a:pathLst>
                <a:path w="26" h="252" extrusionOk="0">
                  <a:moveTo>
                    <a:pt x="26" y="0"/>
                  </a:moveTo>
                  <a:cubicBezTo>
                    <a:pt x="26" y="0"/>
                    <a:pt x="1" y="0"/>
                    <a:pt x="1" y="26"/>
                  </a:cubicBez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44"/>
            <p:cNvSpPr/>
            <p:nvPr/>
          </p:nvSpPr>
          <p:spPr>
            <a:xfrm>
              <a:off x="3503900" y="23490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44"/>
            <p:cNvSpPr/>
            <p:nvPr/>
          </p:nvSpPr>
          <p:spPr>
            <a:xfrm>
              <a:off x="3503900" y="23490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44"/>
            <p:cNvSpPr/>
            <p:nvPr/>
          </p:nvSpPr>
          <p:spPr>
            <a:xfrm>
              <a:off x="3503900" y="2349025"/>
              <a:ext cx="25" cy="6300"/>
            </a:xfrm>
            <a:custGeom>
              <a:avLst/>
              <a:gdLst/>
              <a:ahLst/>
              <a:cxnLst/>
              <a:rect l="l" t="t" r="r" b="b"/>
              <a:pathLst>
                <a:path w="1" h="252" extrusionOk="0">
                  <a:moveTo>
                    <a:pt x="1" y="1"/>
                  </a:moveTo>
                  <a:lnTo>
                    <a:pt x="1" y="226"/>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44"/>
            <p:cNvSpPr/>
            <p:nvPr/>
          </p:nvSpPr>
          <p:spPr>
            <a:xfrm>
              <a:off x="3503900" y="23490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44"/>
            <p:cNvSpPr/>
            <p:nvPr/>
          </p:nvSpPr>
          <p:spPr>
            <a:xfrm>
              <a:off x="3503900" y="234902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44"/>
            <p:cNvSpPr/>
            <p:nvPr/>
          </p:nvSpPr>
          <p:spPr>
            <a:xfrm>
              <a:off x="3503900" y="2349650"/>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44"/>
            <p:cNvSpPr/>
            <p:nvPr/>
          </p:nvSpPr>
          <p:spPr>
            <a:xfrm>
              <a:off x="3465050" y="2348400"/>
              <a:ext cx="650" cy="6925"/>
            </a:xfrm>
            <a:custGeom>
              <a:avLst/>
              <a:gdLst/>
              <a:ahLst/>
              <a:cxnLst/>
              <a:rect l="l" t="t" r="r" b="b"/>
              <a:pathLst>
                <a:path w="26" h="277" extrusionOk="0">
                  <a:moveTo>
                    <a:pt x="1" y="0"/>
                  </a:moveTo>
                  <a:lnTo>
                    <a:pt x="1" y="251"/>
                  </a:lnTo>
                  <a:cubicBezTo>
                    <a:pt x="1" y="251"/>
                    <a:pt x="1" y="276"/>
                    <a:pt x="26" y="276"/>
                  </a:cubicBezTo>
                  <a:lnTo>
                    <a:pt x="26" y="51"/>
                  </a:lnTo>
                  <a:cubicBezTo>
                    <a:pt x="1" y="26"/>
                    <a:pt x="1" y="26"/>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44"/>
            <p:cNvSpPr/>
            <p:nvPr/>
          </p:nvSpPr>
          <p:spPr>
            <a:xfrm>
              <a:off x="3518950" y="2342125"/>
              <a:ext cx="13175" cy="13825"/>
            </a:xfrm>
            <a:custGeom>
              <a:avLst/>
              <a:gdLst/>
              <a:ahLst/>
              <a:cxnLst/>
              <a:rect l="l" t="t" r="r" b="b"/>
              <a:pathLst>
                <a:path w="527" h="553" extrusionOk="0">
                  <a:moveTo>
                    <a:pt x="0" y="1"/>
                  </a:moveTo>
                  <a:lnTo>
                    <a:pt x="0" y="226"/>
                  </a:lnTo>
                  <a:lnTo>
                    <a:pt x="527" y="552"/>
                  </a:lnTo>
                  <a:lnTo>
                    <a:pt x="527" y="30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44"/>
            <p:cNvSpPr/>
            <p:nvPr/>
          </p:nvSpPr>
          <p:spPr>
            <a:xfrm>
              <a:off x="3582225" y="2344025"/>
              <a:ext cx="11300" cy="11925"/>
            </a:xfrm>
            <a:custGeom>
              <a:avLst/>
              <a:gdLst/>
              <a:ahLst/>
              <a:cxnLst/>
              <a:rect l="l" t="t" r="r" b="b"/>
              <a:pathLst>
                <a:path w="452" h="477" extrusionOk="0">
                  <a:moveTo>
                    <a:pt x="452" y="0"/>
                  </a:moveTo>
                  <a:lnTo>
                    <a:pt x="1" y="251"/>
                  </a:lnTo>
                  <a:lnTo>
                    <a:pt x="1" y="476"/>
                  </a:lnTo>
                  <a:lnTo>
                    <a:pt x="452" y="226"/>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44"/>
            <p:cNvSpPr/>
            <p:nvPr/>
          </p:nvSpPr>
          <p:spPr>
            <a:xfrm>
              <a:off x="3493250" y="2349025"/>
              <a:ext cx="650" cy="6925"/>
            </a:xfrm>
            <a:custGeom>
              <a:avLst/>
              <a:gdLst/>
              <a:ahLst/>
              <a:cxnLst/>
              <a:rect l="l" t="t" r="r" b="b"/>
              <a:pathLst>
                <a:path w="26" h="277" extrusionOk="0">
                  <a:moveTo>
                    <a:pt x="1" y="1"/>
                  </a:moveTo>
                  <a:lnTo>
                    <a:pt x="1" y="226"/>
                  </a:lnTo>
                  <a:cubicBezTo>
                    <a:pt x="26" y="251"/>
                    <a:pt x="26" y="251"/>
                    <a:pt x="26" y="276"/>
                  </a:cubicBezTo>
                  <a:lnTo>
                    <a:pt x="26" y="51"/>
                  </a:lnTo>
                  <a:cubicBezTo>
                    <a:pt x="26" y="26"/>
                    <a:pt x="26"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44"/>
            <p:cNvSpPr/>
            <p:nvPr/>
          </p:nvSpPr>
          <p:spPr>
            <a:xfrm>
              <a:off x="3543375" y="2349650"/>
              <a:ext cx="25" cy="5675"/>
            </a:xfrm>
            <a:custGeom>
              <a:avLst/>
              <a:gdLst/>
              <a:ahLst/>
              <a:cxnLst/>
              <a:rect l="l" t="t" r="r" b="b"/>
              <a:pathLst>
                <a:path w="1" h="227" extrusionOk="0">
                  <a:moveTo>
                    <a:pt x="1" y="1"/>
                  </a:moveTo>
                  <a:lnTo>
                    <a:pt x="1" y="226"/>
                  </a:lnTo>
                  <a:lnTo>
                    <a:pt x="1" y="226"/>
                  </a:ln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44"/>
            <p:cNvSpPr/>
            <p:nvPr/>
          </p:nvSpPr>
          <p:spPr>
            <a:xfrm>
              <a:off x="3543375" y="23496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44"/>
            <p:cNvSpPr/>
            <p:nvPr/>
          </p:nvSpPr>
          <p:spPr>
            <a:xfrm>
              <a:off x="3542750" y="2349650"/>
              <a:ext cx="650" cy="6300"/>
            </a:xfrm>
            <a:custGeom>
              <a:avLst/>
              <a:gdLst/>
              <a:ahLst/>
              <a:cxnLst/>
              <a:rect l="l" t="t" r="r" b="b"/>
              <a:pathLst>
                <a:path w="26" h="252" extrusionOk="0">
                  <a:moveTo>
                    <a:pt x="1" y="1"/>
                  </a:moveTo>
                  <a:lnTo>
                    <a:pt x="1" y="251"/>
                  </a:lnTo>
                  <a:cubicBezTo>
                    <a:pt x="1" y="226"/>
                    <a:pt x="1" y="226"/>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44"/>
            <p:cNvSpPr/>
            <p:nvPr/>
          </p:nvSpPr>
          <p:spPr>
            <a:xfrm>
              <a:off x="3542750" y="23496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44"/>
            <p:cNvSpPr/>
            <p:nvPr/>
          </p:nvSpPr>
          <p:spPr>
            <a:xfrm>
              <a:off x="3542750" y="2349650"/>
              <a:ext cx="25" cy="6300"/>
            </a:xfrm>
            <a:custGeom>
              <a:avLst/>
              <a:gdLst/>
              <a:ahLst/>
              <a:cxnLst/>
              <a:rect l="l" t="t" r="r" b="b"/>
              <a:pathLst>
                <a:path w="1" h="252" extrusionOk="0">
                  <a:moveTo>
                    <a:pt x="1" y="1"/>
                  </a:moveTo>
                  <a:lnTo>
                    <a:pt x="1" y="251"/>
                  </a:lnTo>
                  <a:cubicBezTo>
                    <a:pt x="1" y="251"/>
                    <a:pt x="1" y="251"/>
                    <a:pt x="1" y="251"/>
                  </a:cubicBezTo>
                  <a:lnTo>
                    <a:pt x="1" y="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44"/>
            <p:cNvSpPr/>
            <p:nvPr/>
          </p:nvSpPr>
          <p:spPr>
            <a:xfrm>
              <a:off x="3542750" y="23502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44"/>
            <p:cNvSpPr/>
            <p:nvPr/>
          </p:nvSpPr>
          <p:spPr>
            <a:xfrm>
              <a:off x="3542750" y="23502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44"/>
            <p:cNvSpPr/>
            <p:nvPr/>
          </p:nvSpPr>
          <p:spPr>
            <a:xfrm>
              <a:off x="3542750" y="2350275"/>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44"/>
            <p:cNvSpPr/>
            <p:nvPr/>
          </p:nvSpPr>
          <p:spPr>
            <a:xfrm>
              <a:off x="3455025" y="2349025"/>
              <a:ext cx="25" cy="6300"/>
            </a:xfrm>
            <a:custGeom>
              <a:avLst/>
              <a:gdLst/>
              <a:ahLst/>
              <a:cxnLst/>
              <a:rect l="l" t="t" r="r" b="b"/>
              <a:pathLst>
                <a:path w="1" h="252" extrusionOk="0">
                  <a:moveTo>
                    <a:pt x="1" y="1"/>
                  </a:moveTo>
                  <a:lnTo>
                    <a:pt x="1" y="251"/>
                  </a:lnTo>
                  <a:lnTo>
                    <a:pt x="1" y="251"/>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44"/>
            <p:cNvSpPr/>
            <p:nvPr/>
          </p:nvSpPr>
          <p:spPr>
            <a:xfrm>
              <a:off x="3455025" y="23490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44"/>
            <p:cNvSpPr/>
            <p:nvPr/>
          </p:nvSpPr>
          <p:spPr>
            <a:xfrm>
              <a:off x="3455025" y="234902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44"/>
            <p:cNvSpPr/>
            <p:nvPr/>
          </p:nvSpPr>
          <p:spPr>
            <a:xfrm>
              <a:off x="3455025" y="23496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44"/>
            <p:cNvSpPr/>
            <p:nvPr/>
          </p:nvSpPr>
          <p:spPr>
            <a:xfrm>
              <a:off x="3455025" y="2349650"/>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44"/>
            <p:cNvSpPr/>
            <p:nvPr/>
          </p:nvSpPr>
          <p:spPr>
            <a:xfrm>
              <a:off x="3455025" y="23496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44"/>
            <p:cNvSpPr/>
            <p:nvPr/>
          </p:nvSpPr>
          <p:spPr>
            <a:xfrm>
              <a:off x="3454400" y="2349650"/>
              <a:ext cx="650" cy="6300"/>
            </a:xfrm>
            <a:custGeom>
              <a:avLst/>
              <a:gdLst/>
              <a:ahLst/>
              <a:cxnLst/>
              <a:rect l="l" t="t" r="r" b="b"/>
              <a:pathLst>
                <a:path w="26" h="252" extrusionOk="0">
                  <a:moveTo>
                    <a:pt x="26" y="1"/>
                  </a:moveTo>
                  <a:cubicBezTo>
                    <a:pt x="1" y="1"/>
                    <a:pt x="1" y="26"/>
                    <a:pt x="1" y="26"/>
                  </a:cubicBezTo>
                  <a:lnTo>
                    <a:pt x="1" y="251"/>
                  </a:lnTo>
                  <a:lnTo>
                    <a:pt x="26" y="251"/>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44"/>
            <p:cNvSpPr/>
            <p:nvPr/>
          </p:nvSpPr>
          <p:spPr>
            <a:xfrm>
              <a:off x="3454400" y="23502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44"/>
            <p:cNvSpPr/>
            <p:nvPr/>
          </p:nvSpPr>
          <p:spPr>
            <a:xfrm>
              <a:off x="3503900" y="2349650"/>
              <a:ext cx="650" cy="6925"/>
            </a:xfrm>
            <a:custGeom>
              <a:avLst/>
              <a:gdLst/>
              <a:ahLst/>
              <a:cxnLst/>
              <a:rect l="l" t="t" r="r" b="b"/>
              <a:pathLst>
                <a:path w="26" h="277" extrusionOk="0">
                  <a:moveTo>
                    <a:pt x="1" y="1"/>
                  </a:moveTo>
                  <a:lnTo>
                    <a:pt x="1" y="226"/>
                  </a:lnTo>
                  <a:cubicBezTo>
                    <a:pt x="1" y="251"/>
                    <a:pt x="1" y="251"/>
                    <a:pt x="26" y="276"/>
                  </a:cubicBezTo>
                  <a:lnTo>
                    <a:pt x="26" y="26"/>
                  </a:lnTo>
                  <a:cubicBezTo>
                    <a:pt x="1" y="26"/>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44"/>
            <p:cNvSpPr/>
            <p:nvPr/>
          </p:nvSpPr>
          <p:spPr>
            <a:xfrm>
              <a:off x="3557800" y="2342750"/>
              <a:ext cx="13800" cy="13825"/>
            </a:xfrm>
            <a:custGeom>
              <a:avLst/>
              <a:gdLst/>
              <a:ahLst/>
              <a:cxnLst/>
              <a:rect l="l" t="t" r="r" b="b"/>
              <a:pathLst>
                <a:path w="552" h="553" extrusionOk="0">
                  <a:moveTo>
                    <a:pt x="0" y="1"/>
                  </a:moveTo>
                  <a:lnTo>
                    <a:pt x="0" y="252"/>
                  </a:lnTo>
                  <a:lnTo>
                    <a:pt x="552" y="552"/>
                  </a:lnTo>
                  <a:lnTo>
                    <a:pt x="552" y="32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44"/>
            <p:cNvSpPr/>
            <p:nvPr/>
          </p:nvSpPr>
          <p:spPr>
            <a:xfrm>
              <a:off x="3532100" y="2349650"/>
              <a:ext cx="650" cy="6925"/>
            </a:xfrm>
            <a:custGeom>
              <a:avLst/>
              <a:gdLst/>
              <a:ahLst/>
              <a:cxnLst/>
              <a:rect l="l" t="t" r="r" b="b"/>
              <a:pathLst>
                <a:path w="26" h="277" extrusionOk="0">
                  <a:moveTo>
                    <a:pt x="1" y="1"/>
                  </a:moveTo>
                  <a:lnTo>
                    <a:pt x="1" y="251"/>
                  </a:lnTo>
                  <a:cubicBezTo>
                    <a:pt x="26" y="251"/>
                    <a:pt x="26" y="276"/>
                    <a:pt x="26" y="276"/>
                  </a:cubicBezTo>
                  <a:lnTo>
                    <a:pt x="26" y="51"/>
                  </a:lnTo>
                  <a:cubicBezTo>
                    <a:pt x="26" y="26"/>
                    <a:pt x="26"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44"/>
            <p:cNvSpPr/>
            <p:nvPr/>
          </p:nvSpPr>
          <p:spPr>
            <a:xfrm>
              <a:off x="3582225" y="23502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44"/>
            <p:cNvSpPr/>
            <p:nvPr/>
          </p:nvSpPr>
          <p:spPr>
            <a:xfrm>
              <a:off x="3582225" y="2350275"/>
              <a:ext cx="25" cy="6300"/>
            </a:xfrm>
            <a:custGeom>
              <a:avLst/>
              <a:gdLst/>
              <a:ahLst/>
              <a:cxnLst/>
              <a:rect l="l" t="t" r="r" b="b"/>
              <a:pathLst>
                <a:path w="1" h="252" extrusionOk="0">
                  <a:moveTo>
                    <a:pt x="1" y="1"/>
                  </a:moveTo>
                  <a:lnTo>
                    <a:pt x="1" y="226"/>
                  </a:lnTo>
                  <a:cubicBezTo>
                    <a:pt x="1" y="226"/>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44"/>
            <p:cNvSpPr/>
            <p:nvPr/>
          </p:nvSpPr>
          <p:spPr>
            <a:xfrm>
              <a:off x="3581600" y="2350275"/>
              <a:ext cx="650" cy="6300"/>
            </a:xfrm>
            <a:custGeom>
              <a:avLst/>
              <a:gdLst/>
              <a:ahLst/>
              <a:cxnLst/>
              <a:rect l="l" t="t" r="r" b="b"/>
              <a:pathLst>
                <a:path w="26"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44"/>
            <p:cNvSpPr/>
            <p:nvPr/>
          </p:nvSpPr>
          <p:spPr>
            <a:xfrm>
              <a:off x="3581600" y="235027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44"/>
            <p:cNvSpPr/>
            <p:nvPr/>
          </p:nvSpPr>
          <p:spPr>
            <a:xfrm>
              <a:off x="3581600" y="23509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44"/>
            <p:cNvSpPr/>
            <p:nvPr/>
          </p:nvSpPr>
          <p:spPr>
            <a:xfrm>
              <a:off x="3581600" y="2350900"/>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44"/>
            <p:cNvSpPr/>
            <p:nvPr/>
          </p:nvSpPr>
          <p:spPr>
            <a:xfrm>
              <a:off x="3581600" y="23509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44"/>
            <p:cNvSpPr/>
            <p:nvPr/>
          </p:nvSpPr>
          <p:spPr>
            <a:xfrm>
              <a:off x="3581600" y="2350900"/>
              <a:ext cx="25" cy="6300"/>
            </a:xfrm>
            <a:custGeom>
              <a:avLst/>
              <a:gdLst/>
              <a:ahLst/>
              <a:cxnLst/>
              <a:rect l="l" t="t" r="r" b="b"/>
              <a:pathLst>
                <a:path w="1" h="252" extrusionOk="0">
                  <a:moveTo>
                    <a:pt x="1" y="1"/>
                  </a:moveTo>
                  <a:lnTo>
                    <a:pt x="1" y="251"/>
                  </a:lnTo>
                  <a:lnTo>
                    <a:pt x="1" y="25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44"/>
            <p:cNvSpPr/>
            <p:nvPr/>
          </p:nvSpPr>
          <p:spPr>
            <a:xfrm>
              <a:off x="3493875" y="2350275"/>
              <a:ext cx="25" cy="5675"/>
            </a:xfrm>
            <a:custGeom>
              <a:avLst/>
              <a:gdLst/>
              <a:ahLst/>
              <a:cxnLst/>
              <a:rect l="l" t="t" r="r" b="b"/>
              <a:pathLst>
                <a:path w="1" h="227" extrusionOk="0">
                  <a:moveTo>
                    <a:pt x="1" y="1"/>
                  </a:moveTo>
                  <a:lnTo>
                    <a:pt x="1" y="226"/>
                  </a:lnTo>
                  <a:lnTo>
                    <a:pt x="1" y="226"/>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44"/>
            <p:cNvSpPr/>
            <p:nvPr/>
          </p:nvSpPr>
          <p:spPr>
            <a:xfrm>
              <a:off x="3493875" y="23502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44"/>
            <p:cNvSpPr/>
            <p:nvPr/>
          </p:nvSpPr>
          <p:spPr>
            <a:xfrm>
              <a:off x="3493875" y="2350275"/>
              <a:ext cx="25" cy="5675"/>
            </a:xfrm>
            <a:custGeom>
              <a:avLst/>
              <a:gdLst/>
              <a:ahLst/>
              <a:cxnLst/>
              <a:rect l="l" t="t" r="r" b="b"/>
              <a:pathLst>
                <a:path w="1" h="227" extrusionOk="0">
                  <a:moveTo>
                    <a:pt x="1" y="1"/>
                  </a:moveTo>
                  <a:lnTo>
                    <a:pt x="1" y="226"/>
                  </a:lnTo>
                  <a:cubicBezTo>
                    <a:pt x="1" y="226"/>
                    <a:pt x="1" y="226"/>
                    <a:pt x="1" y="226"/>
                  </a:cubicBez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44"/>
            <p:cNvSpPr/>
            <p:nvPr/>
          </p:nvSpPr>
          <p:spPr>
            <a:xfrm>
              <a:off x="3493875" y="2350275"/>
              <a:ext cx="25" cy="6300"/>
            </a:xfrm>
            <a:custGeom>
              <a:avLst/>
              <a:gdLst/>
              <a:ahLst/>
              <a:cxnLst/>
              <a:rect l="l" t="t" r="r" b="b"/>
              <a:pathLst>
                <a:path w="1" h="252" extrusionOk="0">
                  <a:moveTo>
                    <a:pt x="1" y="1"/>
                  </a:moveTo>
                  <a:lnTo>
                    <a:pt x="1" y="226"/>
                  </a:lnTo>
                  <a:cubicBezTo>
                    <a:pt x="1" y="226"/>
                    <a:pt x="1" y="251"/>
                    <a:pt x="1" y="251"/>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44"/>
            <p:cNvSpPr/>
            <p:nvPr/>
          </p:nvSpPr>
          <p:spPr>
            <a:xfrm>
              <a:off x="3493875" y="2350275"/>
              <a:ext cx="25" cy="6300"/>
            </a:xfrm>
            <a:custGeom>
              <a:avLst/>
              <a:gdLst/>
              <a:ahLst/>
              <a:cxnLst/>
              <a:rect l="l" t="t" r="r" b="b"/>
              <a:pathLst>
                <a:path w="1" h="252" extrusionOk="0">
                  <a:moveTo>
                    <a:pt x="1" y="1"/>
                  </a:moveTo>
                  <a:lnTo>
                    <a:pt x="1" y="251"/>
                  </a:lnTo>
                  <a:cubicBezTo>
                    <a:pt x="1" y="251"/>
                    <a:pt x="1" y="251"/>
                    <a:pt x="1" y="251"/>
                  </a:cubicBezTo>
                  <a:lnTo>
                    <a:pt x="1" y="1"/>
                  </a:lnTo>
                  <a:lnTo>
                    <a:pt x="1"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44"/>
            <p:cNvSpPr/>
            <p:nvPr/>
          </p:nvSpPr>
          <p:spPr>
            <a:xfrm>
              <a:off x="3493875" y="235027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44"/>
            <p:cNvSpPr/>
            <p:nvPr/>
          </p:nvSpPr>
          <p:spPr>
            <a:xfrm>
              <a:off x="3493250" y="2350900"/>
              <a:ext cx="650" cy="5675"/>
            </a:xfrm>
            <a:custGeom>
              <a:avLst/>
              <a:gdLst/>
              <a:ahLst/>
              <a:cxnLst/>
              <a:rect l="l" t="t" r="r" b="b"/>
              <a:pathLst>
                <a:path w="26" h="227" extrusionOk="0">
                  <a:moveTo>
                    <a:pt x="1" y="1"/>
                  </a:moveTo>
                  <a:lnTo>
                    <a:pt x="1" y="226"/>
                  </a:lnTo>
                  <a:lnTo>
                    <a:pt x="26" y="226"/>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44"/>
            <p:cNvSpPr/>
            <p:nvPr/>
          </p:nvSpPr>
          <p:spPr>
            <a:xfrm>
              <a:off x="3493250" y="2350900"/>
              <a:ext cx="25" cy="5675"/>
            </a:xfrm>
            <a:custGeom>
              <a:avLst/>
              <a:gdLst/>
              <a:ahLst/>
              <a:cxnLst/>
              <a:rect l="l" t="t" r="r" b="b"/>
              <a:pathLst>
                <a:path w="1" h="227" extrusionOk="0">
                  <a:moveTo>
                    <a:pt x="1" y="1"/>
                  </a:moveTo>
                  <a:lnTo>
                    <a:pt x="1" y="226"/>
                  </a:lnTo>
                  <a:cubicBezTo>
                    <a:pt x="1" y="226"/>
                    <a:pt x="1" y="226"/>
                    <a:pt x="1" y="226"/>
                  </a:cubicBezTo>
                  <a:lnTo>
                    <a:pt x="1" y="1"/>
                  </a:lnTo>
                  <a:lnTo>
                    <a:pt x="1"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44"/>
            <p:cNvSpPr/>
            <p:nvPr/>
          </p:nvSpPr>
          <p:spPr>
            <a:xfrm>
              <a:off x="3621075" y="2347775"/>
              <a:ext cx="5675" cy="9425"/>
            </a:xfrm>
            <a:custGeom>
              <a:avLst/>
              <a:gdLst/>
              <a:ahLst/>
              <a:cxnLst/>
              <a:rect l="l" t="t" r="r" b="b"/>
              <a:pathLst>
                <a:path w="227" h="377" extrusionOk="0">
                  <a:moveTo>
                    <a:pt x="226" y="0"/>
                  </a:moveTo>
                  <a:lnTo>
                    <a:pt x="1" y="151"/>
                  </a:lnTo>
                  <a:lnTo>
                    <a:pt x="1" y="376"/>
                  </a:lnTo>
                  <a:lnTo>
                    <a:pt x="226" y="251"/>
                  </a:lnTo>
                  <a:lnTo>
                    <a:pt x="2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44"/>
            <p:cNvSpPr/>
            <p:nvPr/>
          </p:nvSpPr>
          <p:spPr>
            <a:xfrm>
              <a:off x="3542750" y="2350275"/>
              <a:ext cx="650" cy="6925"/>
            </a:xfrm>
            <a:custGeom>
              <a:avLst/>
              <a:gdLst/>
              <a:ahLst/>
              <a:cxnLst/>
              <a:rect l="l" t="t" r="r" b="b"/>
              <a:pathLst>
                <a:path w="26" h="277" extrusionOk="0">
                  <a:moveTo>
                    <a:pt x="1" y="1"/>
                  </a:moveTo>
                  <a:lnTo>
                    <a:pt x="1" y="226"/>
                  </a:lnTo>
                  <a:cubicBezTo>
                    <a:pt x="1" y="251"/>
                    <a:pt x="1" y="276"/>
                    <a:pt x="26" y="276"/>
                  </a:cubicBezTo>
                  <a:lnTo>
                    <a:pt x="26" y="26"/>
                  </a:lnTo>
                  <a:cubicBezTo>
                    <a:pt x="1" y="26"/>
                    <a:pt x="1" y="26"/>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44"/>
            <p:cNvSpPr/>
            <p:nvPr/>
          </p:nvSpPr>
          <p:spPr>
            <a:xfrm>
              <a:off x="3596650" y="2344025"/>
              <a:ext cx="13800" cy="13175"/>
            </a:xfrm>
            <a:custGeom>
              <a:avLst/>
              <a:gdLst/>
              <a:ahLst/>
              <a:cxnLst/>
              <a:rect l="l" t="t" r="r" b="b"/>
              <a:pathLst>
                <a:path w="552" h="527" extrusionOk="0">
                  <a:moveTo>
                    <a:pt x="0" y="0"/>
                  </a:moveTo>
                  <a:lnTo>
                    <a:pt x="0" y="226"/>
                  </a:lnTo>
                  <a:lnTo>
                    <a:pt x="552" y="526"/>
                  </a:lnTo>
                  <a:lnTo>
                    <a:pt x="552" y="3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44"/>
            <p:cNvSpPr/>
            <p:nvPr/>
          </p:nvSpPr>
          <p:spPr>
            <a:xfrm>
              <a:off x="3571575" y="2350900"/>
              <a:ext cx="650" cy="6925"/>
            </a:xfrm>
            <a:custGeom>
              <a:avLst/>
              <a:gdLst/>
              <a:ahLst/>
              <a:cxnLst/>
              <a:rect l="l" t="t" r="r" b="b"/>
              <a:pathLst>
                <a:path w="26" h="277" extrusionOk="0">
                  <a:moveTo>
                    <a:pt x="1" y="1"/>
                  </a:moveTo>
                  <a:lnTo>
                    <a:pt x="1" y="226"/>
                  </a:lnTo>
                  <a:cubicBezTo>
                    <a:pt x="1" y="251"/>
                    <a:pt x="26" y="251"/>
                    <a:pt x="26" y="276"/>
                  </a:cubicBezTo>
                  <a:lnTo>
                    <a:pt x="26" y="26"/>
                  </a:lnTo>
                  <a:cubicBezTo>
                    <a:pt x="26" y="26"/>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44"/>
            <p:cNvSpPr/>
            <p:nvPr/>
          </p:nvSpPr>
          <p:spPr>
            <a:xfrm>
              <a:off x="3621075" y="23515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44"/>
            <p:cNvSpPr/>
            <p:nvPr/>
          </p:nvSpPr>
          <p:spPr>
            <a:xfrm>
              <a:off x="3620450" y="2351525"/>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44"/>
            <p:cNvSpPr/>
            <p:nvPr/>
          </p:nvSpPr>
          <p:spPr>
            <a:xfrm>
              <a:off x="3620450" y="23515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44"/>
            <p:cNvSpPr/>
            <p:nvPr/>
          </p:nvSpPr>
          <p:spPr>
            <a:xfrm>
              <a:off x="3620450" y="2351525"/>
              <a:ext cx="25" cy="6300"/>
            </a:xfrm>
            <a:custGeom>
              <a:avLst/>
              <a:gdLst/>
              <a:ahLst/>
              <a:cxnLst/>
              <a:rect l="l" t="t" r="r" b="b"/>
              <a:pathLst>
                <a:path w="1" h="252" extrusionOk="0">
                  <a:moveTo>
                    <a:pt x="1" y="1"/>
                  </a:moveTo>
                  <a:lnTo>
                    <a:pt x="1" y="226"/>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44"/>
            <p:cNvSpPr/>
            <p:nvPr/>
          </p:nvSpPr>
          <p:spPr>
            <a:xfrm>
              <a:off x="3620450" y="23515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44"/>
            <p:cNvSpPr/>
            <p:nvPr/>
          </p:nvSpPr>
          <p:spPr>
            <a:xfrm>
              <a:off x="3620450" y="23515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44"/>
            <p:cNvSpPr/>
            <p:nvPr/>
          </p:nvSpPr>
          <p:spPr>
            <a:xfrm>
              <a:off x="3620450" y="235152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44"/>
            <p:cNvSpPr/>
            <p:nvPr/>
          </p:nvSpPr>
          <p:spPr>
            <a:xfrm>
              <a:off x="3620450" y="2352150"/>
              <a:ext cx="25" cy="5675"/>
            </a:xfrm>
            <a:custGeom>
              <a:avLst/>
              <a:gdLst/>
              <a:ahLst/>
              <a:cxnLst/>
              <a:rect l="l" t="t" r="r" b="b"/>
              <a:pathLst>
                <a:path w="1" h="227" extrusionOk="0">
                  <a:moveTo>
                    <a:pt x="1" y="1"/>
                  </a:moveTo>
                  <a:lnTo>
                    <a:pt x="1" y="226"/>
                  </a:lnTo>
                  <a:lnTo>
                    <a:pt x="1" y="226"/>
                  </a:ln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44"/>
            <p:cNvSpPr/>
            <p:nvPr/>
          </p:nvSpPr>
          <p:spPr>
            <a:xfrm>
              <a:off x="3532725" y="2350900"/>
              <a:ext cx="25" cy="5675"/>
            </a:xfrm>
            <a:custGeom>
              <a:avLst/>
              <a:gdLst/>
              <a:ahLst/>
              <a:cxnLst/>
              <a:rect l="l" t="t" r="r" b="b"/>
              <a:pathLst>
                <a:path w="1" h="227" extrusionOk="0">
                  <a:moveTo>
                    <a:pt x="1" y="1"/>
                  </a:moveTo>
                  <a:lnTo>
                    <a:pt x="1" y="226"/>
                  </a:lnTo>
                  <a:lnTo>
                    <a:pt x="1" y="226"/>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44"/>
            <p:cNvSpPr/>
            <p:nvPr/>
          </p:nvSpPr>
          <p:spPr>
            <a:xfrm>
              <a:off x="3532725" y="2350900"/>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44"/>
            <p:cNvSpPr/>
            <p:nvPr/>
          </p:nvSpPr>
          <p:spPr>
            <a:xfrm>
              <a:off x="3532725" y="23509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44"/>
            <p:cNvSpPr/>
            <p:nvPr/>
          </p:nvSpPr>
          <p:spPr>
            <a:xfrm>
              <a:off x="3532725" y="23509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44"/>
            <p:cNvSpPr/>
            <p:nvPr/>
          </p:nvSpPr>
          <p:spPr>
            <a:xfrm>
              <a:off x="3532725" y="2350900"/>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44"/>
            <p:cNvSpPr/>
            <p:nvPr/>
          </p:nvSpPr>
          <p:spPr>
            <a:xfrm>
              <a:off x="3532725" y="23515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44"/>
            <p:cNvSpPr/>
            <p:nvPr/>
          </p:nvSpPr>
          <p:spPr>
            <a:xfrm>
              <a:off x="3532100" y="2351525"/>
              <a:ext cx="650" cy="6300"/>
            </a:xfrm>
            <a:custGeom>
              <a:avLst/>
              <a:gdLst/>
              <a:ahLst/>
              <a:cxnLst/>
              <a:rect l="l" t="t" r="r" b="b"/>
              <a:pathLst>
                <a:path w="26" h="252" extrusionOk="0">
                  <a:moveTo>
                    <a:pt x="1" y="1"/>
                  </a:moveTo>
                  <a:lnTo>
                    <a:pt x="1" y="251"/>
                  </a:lnTo>
                  <a:cubicBezTo>
                    <a:pt x="26" y="251"/>
                    <a:pt x="26" y="251"/>
                    <a:pt x="26" y="226"/>
                  </a:cubicBez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44"/>
            <p:cNvSpPr/>
            <p:nvPr/>
          </p:nvSpPr>
          <p:spPr>
            <a:xfrm>
              <a:off x="3532100" y="2351525"/>
              <a:ext cx="25" cy="6300"/>
            </a:xfrm>
            <a:custGeom>
              <a:avLst/>
              <a:gdLst/>
              <a:ahLst/>
              <a:cxnLst/>
              <a:rect l="l" t="t" r="r" b="b"/>
              <a:pathLst>
                <a:path w="1" h="252" extrusionOk="0">
                  <a:moveTo>
                    <a:pt x="1" y="1"/>
                  </a:moveTo>
                  <a:lnTo>
                    <a:pt x="1" y="251"/>
                  </a:lnTo>
                  <a:lnTo>
                    <a:pt x="1" y="251"/>
                  </a:ln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44"/>
            <p:cNvSpPr/>
            <p:nvPr/>
          </p:nvSpPr>
          <p:spPr>
            <a:xfrm>
              <a:off x="3581600" y="2350900"/>
              <a:ext cx="650" cy="6925"/>
            </a:xfrm>
            <a:custGeom>
              <a:avLst/>
              <a:gdLst/>
              <a:ahLst/>
              <a:cxnLst/>
              <a:rect l="l" t="t" r="r" b="b"/>
              <a:pathLst>
                <a:path w="26" h="277" extrusionOk="0">
                  <a:moveTo>
                    <a:pt x="1" y="1"/>
                  </a:moveTo>
                  <a:lnTo>
                    <a:pt x="1" y="251"/>
                  </a:lnTo>
                  <a:cubicBezTo>
                    <a:pt x="1" y="251"/>
                    <a:pt x="1" y="276"/>
                    <a:pt x="26" y="276"/>
                  </a:cubicBezTo>
                  <a:lnTo>
                    <a:pt x="26" y="51"/>
                  </a:lnTo>
                  <a:cubicBezTo>
                    <a:pt x="1" y="26"/>
                    <a:pt x="1" y="26"/>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44"/>
            <p:cNvSpPr/>
            <p:nvPr/>
          </p:nvSpPr>
          <p:spPr>
            <a:xfrm>
              <a:off x="3460675" y="2352150"/>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44"/>
            <p:cNvSpPr/>
            <p:nvPr/>
          </p:nvSpPr>
          <p:spPr>
            <a:xfrm>
              <a:off x="3460675" y="2351525"/>
              <a:ext cx="25" cy="6300"/>
            </a:xfrm>
            <a:custGeom>
              <a:avLst/>
              <a:gdLst/>
              <a:ahLst/>
              <a:cxnLst/>
              <a:rect l="l" t="t" r="r" b="b"/>
              <a:pathLst>
                <a:path w="1" h="252" extrusionOk="0">
                  <a:moveTo>
                    <a:pt x="1" y="26"/>
                  </a:moveTo>
                  <a:lnTo>
                    <a:pt x="1" y="251"/>
                  </a:lnTo>
                  <a:cubicBezTo>
                    <a:pt x="1" y="251"/>
                    <a:pt x="1" y="251"/>
                    <a:pt x="1" y="251"/>
                  </a:cubicBezTo>
                  <a:lnTo>
                    <a:pt x="1" y="1"/>
                  </a:lnTo>
                  <a:cubicBezTo>
                    <a:pt x="1" y="1"/>
                    <a:pt x="1" y="26"/>
                    <a:pt x="1" y="2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44"/>
            <p:cNvSpPr/>
            <p:nvPr/>
          </p:nvSpPr>
          <p:spPr>
            <a:xfrm>
              <a:off x="3460050" y="2351525"/>
              <a:ext cx="650" cy="6300"/>
            </a:xfrm>
            <a:custGeom>
              <a:avLst/>
              <a:gdLst/>
              <a:ahLst/>
              <a:cxnLst/>
              <a:rect l="l" t="t" r="r" b="b"/>
              <a:pathLst>
                <a:path w="26" h="252" extrusionOk="0">
                  <a:moveTo>
                    <a:pt x="0" y="1"/>
                  </a:moveTo>
                  <a:lnTo>
                    <a:pt x="0"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44"/>
            <p:cNvSpPr/>
            <p:nvPr/>
          </p:nvSpPr>
          <p:spPr>
            <a:xfrm>
              <a:off x="3460050" y="23515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44"/>
            <p:cNvSpPr/>
            <p:nvPr/>
          </p:nvSpPr>
          <p:spPr>
            <a:xfrm>
              <a:off x="3460050" y="23515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44"/>
            <p:cNvSpPr/>
            <p:nvPr/>
          </p:nvSpPr>
          <p:spPr>
            <a:xfrm>
              <a:off x="3459425" y="2351525"/>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44"/>
            <p:cNvSpPr/>
            <p:nvPr/>
          </p:nvSpPr>
          <p:spPr>
            <a:xfrm>
              <a:off x="3459425" y="2351525"/>
              <a:ext cx="25" cy="6300"/>
            </a:xfrm>
            <a:custGeom>
              <a:avLst/>
              <a:gdLst/>
              <a:ahLst/>
              <a:cxnLst/>
              <a:rect l="l" t="t" r="r" b="b"/>
              <a:pathLst>
                <a:path w="1" h="252" extrusionOk="0">
                  <a:moveTo>
                    <a:pt x="0" y="1"/>
                  </a:moveTo>
                  <a:lnTo>
                    <a:pt x="0" y="251"/>
                  </a:lnTo>
                  <a:lnTo>
                    <a:pt x="0" y="251"/>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44"/>
            <p:cNvSpPr/>
            <p:nvPr/>
          </p:nvSpPr>
          <p:spPr>
            <a:xfrm>
              <a:off x="3459425" y="23515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44"/>
            <p:cNvSpPr/>
            <p:nvPr/>
          </p:nvSpPr>
          <p:spPr>
            <a:xfrm>
              <a:off x="3458800" y="2351525"/>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44"/>
            <p:cNvSpPr/>
            <p:nvPr/>
          </p:nvSpPr>
          <p:spPr>
            <a:xfrm>
              <a:off x="3458175" y="2351525"/>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44"/>
            <p:cNvSpPr/>
            <p:nvPr/>
          </p:nvSpPr>
          <p:spPr>
            <a:xfrm>
              <a:off x="3458175" y="2351525"/>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26"/>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44"/>
            <p:cNvSpPr/>
            <p:nvPr/>
          </p:nvSpPr>
          <p:spPr>
            <a:xfrm>
              <a:off x="3610425" y="2351525"/>
              <a:ext cx="650" cy="6925"/>
            </a:xfrm>
            <a:custGeom>
              <a:avLst/>
              <a:gdLst/>
              <a:ahLst/>
              <a:cxnLst/>
              <a:rect l="l" t="t" r="r" b="b"/>
              <a:pathLst>
                <a:path w="26" h="277" extrusionOk="0">
                  <a:moveTo>
                    <a:pt x="1" y="1"/>
                  </a:moveTo>
                  <a:lnTo>
                    <a:pt x="1" y="251"/>
                  </a:lnTo>
                  <a:cubicBezTo>
                    <a:pt x="1" y="251"/>
                    <a:pt x="26" y="251"/>
                    <a:pt x="26" y="276"/>
                  </a:cubicBezTo>
                  <a:lnTo>
                    <a:pt x="26" y="51"/>
                  </a:lnTo>
                  <a:cubicBezTo>
                    <a:pt x="26" y="26"/>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44"/>
            <p:cNvSpPr/>
            <p:nvPr/>
          </p:nvSpPr>
          <p:spPr>
            <a:xfrm>
              <a:off x="3620450" y="2352150"/>
              <a:ext cx="650" cy="6300"/>
            </a:xfrm>
            <a:custGeom>
              <a:avLst/>
              <a:gdLst/>
              <a:ahLst/>
              <a:cxnLst/>
              <a:rect l="l" t="t" r="r" b="b"/>
              <a:pathLst>
                <a:path w="26" h="252" extrusionOk="0">
                  <a:moveTo>
                    <a:pt x="1" y="1"/>
                  </a:moveTo>
                  <a:lnTo>
                    <a:pt x="1" y="226"/>
                  </a:lnTo>
                  <a:cubicBezTo>
                    <a:pt x="1" y="251"/>
                    <a:pt x="1" y="251"/>
                    <a:pt x="26" y="251"/>
                  </a:cubicBezTo>
                  <a:lnTo>
                    <a:pt x="26" y="26"/>
                  </a:lnTo>
                  <a:cubicBezTo>
                    <a:pt x="1" y="1"/>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44"/>
            <p:cNvSpPr/>
            <p:nvPr/>
          </p:nvSpPr>
          <p:spPr>
            <a:xfrm>
              <a:off x="3572200" y="2351525"/>
              <a:ext cx="25" cy="6300"/>
            </a:xfrm>
            <a:custGeom>
              <a:avLst/>
              <a:gdLst/>
              <a:ahLst/>
              <a:cxnLst/>
              <a:rect l="l" t="t" r="r" b="b"/>
              <a:pathLst>
                <a:path w="1" h="252" extrusionOk="0">
                  <a:moveTo>
                    <a:pt x="1" y="1"/>
                  </a:moveTo>
                  <a:lnTo>
                    <a:pt x="1" y="251"/>
                  </a:lnTo>
                  <a:lnTo>
                    <a:pt x="1" y="251"/>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44"/>
            <p:cNvSpPr/>
            <p:nvPr/>
          </p:nvSpPr>
          <p:spPr>
            <a:xfrm>
              <a:off x="3572200" y="23515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44"/>
            <p:cNvSpPr/>
            <p:nvPr/>
          </p:nvSpPr>
          <p:spPr>
            <a:xfrm>
              <a:off x="3572200" y="235152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44"/>
            <p:cNvSpPr/>
            <p:nvPr/>
          </p:nvSpPr>
          <p:spPr>
            <a:xfrm>
              <a:off x="3571575" y="2352150"/>
              <a:ext cx="650" cy="5675"/>
            </a:xfrm>
            <a:custGeom>
              <a:avLst/>
              <a:gdLst/>
              <a:ahLst/>
              <a:cxnLst/>
              <a:rect l="l" t="t" r="r" b="b"/>
              <a:pathLst>
                <a:path w="26" h="227" extrusionOk="0">
                  <a:moveTo>
                    <a:pt x="1" y="1"/>
                  </a:moveTo>
                  <a:lnTo>
                    <a:pt x="1" y="226"/>
                  </a:lnTo>
                  <a:lnTo>
                    <a:pt x="26" y="226"/>
                  </a:lnTo>
                  <a:lnTo>
                    <a:pt x="26"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44"/>
            <p:cNvSpPr/>
            <p:nvPr/>
          </p:nvSpPr>
          <p:spPr>
            <a:xfrm>
              <a:off x="3571575" y="2352150"/>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44"/>
            <p:cNvSpPr/>
            <p:nvPr/>
          </p:nvSpPr>
          <p:spPr>
            <a:xfrm>
              <a:off x="3571575" y="23521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44"/>
            <p:cNvSpPr/>
            <p:nvPr/>
          </p:nvSpPr>
          <p:spPr>
            <a:xfrm>
              <a:off x="3571575" y="2352150"/>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44"/>
            <p:cNvSpPr/>
            <p:nvPr/>
          </p:nvSpPr>
          <p:spPr>
            <a:xfrm>
              <a:off x="3571575" y="2352775"/>
              <a:ext cx="25" cy="5675"/>
            </a:xfrm>
            <a:custGeom>
              <a:avLst/>
              <a:gdLst/>
              <a:ahLst/>
              <a:cxnLst/>
              <a:rect l="l" t="t" r="r" b="b"/>
              <a:pathLst>
                <a:path w="1" h="227" extrusionOk="0">
                  <a:moveTo>
                    <a:pt x="1" y="1"/>
                  </a:moveTo>
                  <a:lnTo>
                    <a:pt x="1" y="226"/>
                  </a:lnTo>
                  <a:lnTo>
                    <a:pt x="1" y="226"/>
                  </a:lnTo>
                  <a:lnTo>
                    <a:pt x="1"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44"/>
            <p:cNvSpPr/>
            <p:nvPr/>
          </p:nvSpPr>
          <p:spPr>
            <a:xfrm>
              <a:off x="3499525" y="2352775"/>
              <a:ext cx="650" cy="6300"/>
            </a:xfrm>
            <a:custGeom>
              <a:avLst/>
              <a:gdLst/>
              <a:ahLst/>
              <a:cxnLst/>
              <a:rect l="l" t="t" r="r" b="b"/>
              <a:pathLst>
                <a:path w="26" h="252" extrusionOk="0">
                  <a:moveTo>
                    <a:pt x="0" y="1"/>
                  </a:moveTo>
                  <a:lnTo>
                    <a:pt x="0" y="226"/>
                  </a:lnTo>
                  <a:cubicBezTo>
                    <a:pt x="25" y="226"/>
                    <a:pt x="25" y="252"/>
                    <a:pt x="25" y="252"/>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44"/>
            <p:cNvSpPr/>
            <p:nvPr/>
          </p:nvSpPr>
          <p:spPr>
            <a:xfrm>
              <a:off x="3499525" y="23527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44"/>
            <p:cNvSpPr/>
            <p:nvPr/>
          </p:nvSpPr>
          <p:spPr>
            <a:xfrm>
              <a:off x="3499525" y="23527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44"/>
            <p:cNvSpPr/>
            <p:nvPr/>
          </p:nvSpPr>
          <p:spPr>
            <a:xfrm>
              <a:off x="3498900" y="235277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44"/>
            <p:cNvSpPr/>
            <p:nvPr/>
          </p:nvSpPr>
          <p:spPr>
            <a:xfrm>
              <a:off x="3498900" y="23527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44"/>
            <p:cNvSpPr/>
            <p:nvPr/>
          </p:nvSpPr>
          <p:spPr>
            <a:xfrm>
              <a:off x="3498275" y="235277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44"/>
            <p:cNvSpPr/>
            <p:nvPr/>
          </p:nvSpPr>
          <p:spPr>
            <a:xfrm>
              <a:off x="3498275" y="2352775"/>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44"/>
            <p:cNvSpPr/>
            <p:nvPr/>
          </p:nvSpPr>
          <p:spPr>
            <a:xfrm>
              <a:off x="3498275" y="23527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44"/>
            <p:cNvSpPr/>
            <p:nvPr/>
          </p:nvSpPr>
          <p:spPr>
            <a:xfrm>
              <a:off x="3497650" y="235277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44"/>
            <p:cNvSpPr/>
            <p:nvPr/>
          </p:nvSpPr>
          <p:spPr>
            <a:xfrm>
              <a:off x="3497650" y="23527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44"/>
            <p:cNvSpPr/>
            <p:nvPr/>
          </p:nvSpPr>
          <p:spPr>
            <a:xfrm>
              <a:off x="3497025" y="2352775"/>
              <a:ext cx="650" cy="6300"/>
            </a:xfrm>
            <a:custGeom>
              <a:avLst/>
              <a:gdLst/>
              <a:ahLst/>
              <a:cxnLst/>
              <a:rect l="l" t="t" r="r" b="b"/>
              <a:pathLst>
                <a:path w="26" h="252" extrusionOk="0">
                  <a:moveTo>
                    <a:pt x="0" y="1"/>
                  </a:moveTo>
                  <a:lnTo>
                    <a:pt x="0" y="252"/>
                  </a:lnTo>
                  <a:cubicBezTo>
                    <a:pt x="0" y="252"/>
                    <a:pt x="0" y="226"/>
                    <a:pt x="25" y="226"/>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44"/>
            <p:cNvSpPr/>
            <p:nvPr/>
          </p:nvSpPr>
          <p:spPr>
            <a:xfrm>
              <a:off x="3611050" y="2352775"/>
              <a:ext cx="25" cy="5675"/>
            </a:xfrm>
            <a:custGeom>
              <a:avLst/>
              <a:gdLst/>
              <a:ahLst/>
              <a:cxnLst/>
              <a:rect l="l" t="t" r="r" b="b"/>
              <a:pathLst>
                <a:path w="1" h="227" extrusionOk="0">
                  <a:moveTo>
                    <a:pt x="1" y="1"/>
                  </a:moveTo>
                  <a:lnTo>
                    <a:pt x="1" y="226"/>
                  </a:lnTo>
                  <a:lnTo>
                    <a:pt x="1" y="226"/>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44"/>
            <p:cNvSpPr/>
            <p:nvPr/>
          </p:nvSpPr>
          <p:spPr>
            <a:xfrm>
              <a:off x="3611050" y="23527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44"/>
            <p:cNvSpPr/>
            <p:nvPr/>
          </p:nvSpPr>
          <p:spPr>
            <a:xfrm>
              <a:off x="3611050" y="2352775"/>
              <a:ext cx="25" cy="5675"/>
            </a:xfrm>
            <a:custGeom>
              <a:avLst/>
              <a:gdLst/>
              <a:ahLst/>
              <a:cxnLst/>
              <a:rect l="l" t="t" r="r" b="b"/>
              <a:pathLst>
                <a:path w="1" h="227" extrusionOk="0">
                  <a:moveTo>
                    <a:pt x="1" y="1"/>
                  </a:moveTo>
                  <a:lnTo>
                    <a:pt x="1" y="226"/>
                  </a:lnTo>
                  <a:cubicBezTo>
                    <a:pt x="1" y="226"/>
                    <a:pt x="1" y="226"/>
                    <a:pt x="1" y="226"/>
                  </a:cubicBez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44"/>
            <p:cNvSpPr/>
            <p:nvPr/>
          </p:nvSpPr>
          <p:spPr>
            <a:xfrm>
              <a:off x="3611050" y="2352775"/>
              <a:ext cx="25" cy="6300"/>
            </a:xfrm>
            <a:custGeom>
              <a:avLst/>
              <a:gdLst/>
              <a:ahLst/>
              <a:cxnLst/>
              <a:rect l="l" t="t" r="r" b="b"/>
              <a:pathLst>
                <a:path w="1" h="252" extrusionOk="0">
                  <a:moveTo>
                    <a:pt x="1" y="1"/>
                  </a:moveTo>
                  <a:lnTo>
                    <a:pt x="1" y="226"/>
                  </a:lnTo>
                  <a:cubicBezTo>
                    <a:pt x="1" y="252"/>
                    <a:pt x="1" y="252"/>
                    <a:pt x="1" y="252"/>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44"/>
            <p:cNvSpPr/>
            <p:nvPr/>
          </p:nvSpPr>
          <p:spPr>
            <a:xfrm>
              <a:off x="3610425" y="2352775"/>
              <a:ext cx="650" cy="6300"/>
            </a:xfrm>
            <a:custGeom>
              <a:avLst/>
              <a:gdLst/>
              <a:ahLst/>
              <a:cxnLst/>
              <a:rect l="l" t="t" r="r" b="b"/>
              <a:pathLst>
                <a:path w="26" h="252" extrusionOk="0">
                  <a:moveTo>
                    <a:pt x="1" y="1"/>
                  </a:moveTo>
                  <a:lnTo>
                    <a:pt x="1" y="252"/>
                  </a:lnTo>
                  <a:lnTo>
                    <a:pt x="26" y="252"/>
                  </a:lnTo>
                  <a:lnTo>
                    <a:pt x="26"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44"/>
            <p:cNvSpPr/>
            <p:nvPr/>
          </p:nvSpPr>
          <p:spPr>
            <a:xfrm>
              <a:off x="3610425" y="2352775"/>
              <a:ext cx="25" cy="6300"/>
            </a:xfrm>
            <a:custGeom>
              <a:avLst/>
              <a:gdLst/>
              <a:ahLst/>
              <a:cxnLst/>
              <a:rect l="l" t="t" r="r" b="b"/>
              <a:pathLst>
                <a:path w="1" h="252" extrusionOk="0">
                  <a:moveTo>
                    <a:pt x="1" y="1"/>
                  </a:moveTo>
                  <a:lnTo>
                    <a:pt x="1" y="252"/>
                  </a:lnTo>
                  <a:cubicBezTo>
                    <a:pt x="1" y="252"/>
                    <a:pt x="1" y="252"/>
                    <a:pt x="1" y="252"/>
                  </a:cubicBezTo>
                  <a:lnTo>
                    <a:pt x="1" y="26"/>
                  </a:lnTo>
                  <a:cubicBezTo>
                    <a:pt x="1" y="26"/>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44"/>
            <p:cNvSpPr/>
            <p:nvPr/>
          </p:nvSpPr>
          <p:spPr>
            <a:xfrm>
              <a:off x="3610425" y="2353400"/>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44"/>
            <p:cNvSpPr/>
            <p:nvPr/>
          </p:nvSpPr>
          <p:spPr>
            <a:xfrm>
              <a:off x="3610425" y="2353400"/>
              <a:ext cx="25" cy="6300"/>
            </a:xfrm>
            <a:custGeom>
              <a:avLst/>
              <a:gdLst/>
              <a:ahLst/>
              <a:cxnLst/>
              <a:rect l="l" t="t" r="r" b="b"/>
              <a:pathLst>
                <a:path w="1" h="252" extrusionOk="0">
                  <a:moveTo>
                    <a:pt x="1" y="1"/>
                  </a:moveTo>
                  <a:lnTo>
                    <a:pt x="1" y="227"/>
                  </a:lnTo>
                  <a:cubicBezTo>
                    <a:pt x="1" y="227"/>
                    <a:pt x="1" y="227"/>
                    <a:pt x="1" y="252"/>
                  </a:cubicBez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44"/>
            <p:cNvSpPr/>
            <p:nvPr/>
          </p:nvSpPr>
          <p:spPr>
            <a:xfrm>
              <a:off x="3539000" y="2353400"/>
              <a:ext cx="25" cy="6300"/>
            </a:xfrm>
            <a:custGeom>
              <a:avLst/>
              <a:gdLst/>
              <a:ahLst/>
              <a:cxnLst/>
              <a:rect l="l" t="t" r="r" b="b"/>
              <a:pathLst>
                <a:path w="1" h="252" extrusionOk="0">
                  <a:moveTo>
                    <a:pt x="0" y="26"/>
                  </a:moveTo>
                  <a:lnTo>
                    <a:pt x="0" y="252"/>
                  </a:lnTo>
                  <a:cubicBezTo>
                    <a:pt x="0" y="252"/>
                    <a:pt x="0" y="252"/>
                    <a:pt x="0" y="252"/>
                  </a:cubicBezTo>
                  <a:lnTo>
                    <a:pt x="0" y="1"/>
                  </a:lnTo>
                  <a:cubicBezTo>
                    <a:pt x="0" y="1"/>
                    <a:pt x="0" y="1"/>
                    <a:pt x="0" y="2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44"/>
            <p:cNvSpPr/>
            <p:nvPr/>
          </p:nvSpPr>
          <p:spPr>
            <a:xfrm>
              <a:off x="3538375" y="2353400"/>
              <a:ext cx="650" cy="6300"/>
            </a:xfrm>
            <a:custGeom>
              <a:avLst/>
              <a:gdLst/>
              <a:ahLst/>
              <a:cxnLst/>
              <a:rect l="l" t="t" r="r" b="b"/>
              <a:pathLst>
                <a:path w="26" h="252" extrusionOk="0">
                  <a:moveTo>
                    <a:pt x="0" y="1"/>
                  </a:moveTo>
                  <a:lnTo>
                    <a:pt x="0" y="252"/>
                  </a:lnTo>
                  <a:lnTo>
                    <a:pt x="25" y="252"/>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44"/>
            <p:cNvSpPr/>
            <p:nvPr/>
          </p:nvSpPr>
          <p:spPr>
            <a:xfrm>
              <a:off x="3538375" y="2353400"/>
              <a:ext cx="25" cy="6300"/>
            </a:xfrm>
            <a:custGeom>
              <a:avLst/>
              <a:gdLst/>
              <a:ahLst/>
              <a:cxnLst/>
              <a:rect l="l" t="t" r="r" b="b"/>
              <a:pathLst>
                <a:path w="1" h="252" extrusionOk="0">
                  <a:moveTo>
                    <a:pt x="0" y="1"/>
                  </a:moveTo>
                  <a:lnTo>
                    <a:pt x="0" y="252"/>
                  </a:lnTo>
                  <a:cubicBezTo>
                    <a:pt x="0" y="252"/>
                    <a:pt x="0" y="252"/>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44"/>
            <p:cNvSpPr/>
            <p:nvPr/>
          </p:nvSpPr>
          <p:spPr>
            <a:xfrm>
              <a:off x="3537750" y="2353400"/>
              <a:ext cx="650" cy="6300"/>
            </a:xfrm>
            <a:custGeom>
              <a:avLst/>
              <a:gdLst/>
              <a:ahLst/>
              <a:cxnLst/>
              <a:rect l="l" t="t" r="r" b="b"/>
              <a:pathLst>
                <a:path w="26" h="252" extrusionOk="0">
                  <a:moveTo>
                    <a:pt x="0" y="1"/>
                  </a:moveTo>
                  <a:lnTo>
                    <a:pt x="0" y="227"/>
                  </a:lnTo>
                  <a:cubicBezTo>
                    <a:pt x="0" y="227"/>
                    <a:pt x="25" y="227"/>
                    <a:pt x="25" y="252"/>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44"/>
            <p:cNvSpPr/>
            <p:nvPr/>
          </p:nvSpPr>
          <p:spPr>
            <a:xfrm>
              <a:off x="3537750" y="235340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44"/>
            <p:cNvSpPr/>
            <p:nvPr/>
          </p:nvSpPr>
          <p:spPr>
            <a:xfrm>
              <a:off x="3537750" y="235340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44"/>
            <p:cNvSpPr/>
            <p:nvPr/>
          </p:nvSpPr>
          <p:spPr>
            <a:xfrm>
              <a:off x="3537125" y="2353400"/>
              <a:ext cx="650" cy="5675"/>
            </a:xfrm>
            <a:custGeom>
              <a:avLst/>
              <a:gdLst/>
              <a:ahLst/>
              <a:cxnLst/>
              <a:rect l="l" t="t" r="r" b="b"/>
              <a:pathLst>
                <a:path w="26" h="227" extrusionOk="0">
                  <a:moveTo>
                    <a:pt x="0" y="1"/>
                  </a:moveTo>
                  <a:lnTo>
                    <a:pt x="0" y="227"/>
                  </a:lnTo>
                  <a:lnTo>
                    <a:pt x="25" y="227"/>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44"/>
            <p:cNvSpPr/>
            <p:nvPr/>
          </p:nvSpPr>
          <p:spPr>
            <a:xfrm>
              <a:off x="3537125" y="235340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44"/>
            <p:cNvSpPr/>
            <p:nvPr/>
          </p:nvSpPr>
          <p:spPr>
            <a:xfrm>
              <a:off x="3536500" y="2353400"/>
              <a:ext cx="650" cy="5675"/>
            </a:xfrm>
            <a:custGeom>
              <a:avLst/>
              <a:gdLst/>
              <a:ahLst/>
              <a:cxnLst/>
              <a:rect l="l" t="t" r="r" b="b"/>
              <a:pathLst>
                <a:path w="26" h="227" extrusionOk="0">
                  <a:moveTo>
                    <a:pt x="0" y="1"/>
                  </a:moveTo>
                  <a:lnTo>
                    <a:pt x="0" y="227"/>
                  </a:lnTo>
                  <a:lnTo>
                    <a:pt x="25" y="227"/>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44"/>
            <p:cNvSpPr/>
            <p:nvPr/>
          </p:nvSpPr>
          <p:spPr>
            <a:xfrm>
              <a:off x="3536500" y="2353400"/>
              <a:ext cx="25" cy="6300"/>
            </a:xfrm>
            <a:custGeom>
              <a:avLst/>
              <a:gdLst/>
              <a:ahLst/>
              <a:cxnLst/>
              <a:rect l="l" t="t" r="r" b="b"/>
              <a:pathLst>
                <a:path w="1" h="252" extrusionOk="0">
                  <a:moveTo>
                    <a:pt x="0" y="1"/>
                  </a:moveTo>
                  <a:lnTo>
                    <a:pt x="0" y="227"/>
                  </a:lnTo>
                  <a:cubicBezTo>
                    <a:pt x="0" y="252"/>
                    <a:pt x="0" y="252"/>
                    <a:pt x="0" y="252"/>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44"/>
            <p:cNvSpPr/>
            <p:nvPr/>
          </p:nvSpPr>
          <p:spPr>
            <a:xfrm>
              <a:off x="3535875" y="2353400"/>
              <a:ext cx="650" cy="6300"/>
            </a:xfrm>
            <a:custGeom>
              <a:avLst/>
              <a:gdLst/>
              <a:ahLst/>
              <a:cxnLst/>
              <a:rect l="l" t="t" r="r" b="b"/>
              <a:pathLst>
                <a:path w="26" h="252" extrusionOk="0">
                  <a:moveTo>
                    <a:pt x="25" y="1"/>
                  </a:moveTo>
                  <a:cubicBezTo>
                    <a:pt x="0" y="1"/>
                    <a:pt x="0" y="1"/>
                    <a:pt x="0" y="26"/>
                  </a:cubicBezTo>
                  <a:lnTo>
                    <a:pt x="0" y="252"/>
                  </a:lnTo>
                  <a:lnTo>
                    <a:pt x="25" y="252"/>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44"/>
            <p:cNvSpPr/>
            <p:nvPr/>
          </p:nvSpPr>
          <p:spPr>
            <a:xfrm>
              <a:off x="3577850" y="23546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44"/>
            <p:cNvSpPr/>
            <p:nvPr/>
          </p:nvSpPr>
          <p:spPr>
            <a:xfrm>
              <a:off x="3577225" y="2354050"/>
              <a:ext cx="650" cy="6275"/>
            </a:xfrm>
            <a:custGeom>
              <a:avLst/>
              <a:gdLst/>
              <a:ahLst/>
              <a:cxnLst/>
              <a:rect l="l" t="t" r="r" b="b"/>
              <a:pathLst>
                <a:path w="26" h="251" extrusionOk="0">
                  <a:moveTo>
                    <a:pt x="0" y="0"/>
                  </a:moveTo>
                  <a:lnTo>
                    <a:pt x="0" y="251"/>
                  </a:lnTo>
                  <a:lnTo>
                    <a:pt x="25" y="251"/>
                  </a:lnTo>
                  <a:lnTo>
                    <a:pt x="25" y="25"/>
                  </a:lnTo>
                  <a:cubicBezTo>
                    <a:pt x="25" y="25"/>
                    <a:pt x="0"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44"/>
            <p:cNvSpPr/>
            <p:nvPr/>
          </p:nvSpPr>
          <p:spPr>
            <a:xfrm>
              <a:off x="3577225" y="23540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44"/>
            <p:cNvSpPr/>
            <p:nvPr/>
          </p:nvSpPr>
          <p:spPr>
            <a:xfrm>
              <a:off x="3577225" y="23540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44"/>
            <p:cNvSpPr/>
            <p:nvPr/>
          </p:nvSpPr>
          <p:spPr>
            <a:xfrm>
              <a:off x="3576600" y="235405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44"/>
            <p:cNvSpPr/>
            <p:nvPr/>
          </p:nvSpPr>
          <p:spPr>
            <a:xfrm>
              <a:off x="3576600" y="23540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44"/>
            <p:cNvSpPr/>
            <p:nvPr/>
          </p:nvSpPr>
          <p:spPr>
            <a:xfrm>
              <a:off x="3575975" y="235405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44"/>
            <p:cNvSpPr/>
            <p:nvPr/>
          </p:nvSpPr>
          <p:spPr>
            <a:xfrm>
              <a:off x="3575975" y="23540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44"/>
            <p:cNvSpPr/>
            <p:nvPr/>
          </p:nvSpPr>
          <p:spPr>
            <a:xfrm>
              <a:off x="3575975" y="23540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44"/>
            <p:cNvSpPr/>
            <p:nvPr/>
          </p:nvSpPr>
          <p:spPr>
            <a:xfrm>
              <a:off x="3575325" y="2354050"/>
              <a:ext cx="675" cy="6275"/>
            </a:xfrm>
            <a:custGeom>
              <a:avLst/>
              <a:gdLst/>
              <a:ahLst/>
              <a:cxnLst/>
              <a:rect l="l" t="t" r="r" b="b"/>
              <a:pathLst>
                <a:path w="27" h="251" extrusionOk="0">
                  <a:moveTo>
                    <a:pt x="26" y="0"/>
                  </a:moveTo>
                  <a:cubicBezTo>
                    <a:pt x="1" y="0"/>
                    <a:pt x="1" y="0"/>
                    <a:pt x="1" y="25"/>
                  </a:cubicBez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44"/>
            <p:cNvSpPr/>
            <p:nvPr/>
          </p:nvSpPr>
          <p:spPr>
            <a:xfrm>
              <a:off x="3574700" y="235467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44"/>
            <p:cNvSpPr/>
            <p:nvPr/>
          </p:nvSpPr>
          <p:spPr>
            <a:xfrm>
              <a:off x="3616700" y="2355300"/>
              <a:ext cx="25" cy="6275"/>
            </a:xfrm>
            <a:custGeom>
              <a:avLst/>
              <a:gdLst/>
              <a:ahLst/>
              <a:cxnLst/>
              <a:rect l="l" t="t" r="r" b="b"/>
              <a:pathLst>
                <a:path w="1" h="251" extrusionOk="0">
                  <a:moveTo>
                    <a:pt x="0" y="0"/>
                  </a:moveTo>
                  <a:lnTo>
                    <a:pt x="0" y="251"/>
                  </a:lnTo>
                  <a:cubicBezTo>
                    <a:pt x="0" y="251"/>
                    <a:pt x="0" y="251"/>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44"/>
            <p:cNvSpPr/>
            <p:nvPr/>
          </p:nvSpPr>
          <p:spPr>
            <a:xfrm>
              <a:off x="3616075" y="235530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44"/>
            <p:cNvSpPr/>
            <p:nvPr/>
          </p:nvSpPr>
          <p:spPr>
            <a:xfrm>
              <a:off x="3616075" y="23553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44"/>
            <p:cNvSpPr/>
            <p:nvPr/>
          </p:nvSpPr>
          <p:spPr>
            <a:xfrm>
              <a:off x="3616075" y="23553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44"/>
            <p:cNvSpPr/>
            <p:nvPr/>
          </p:nvSpPr>
          <p:spPr>
            <a:xfrm>
              <a:off x="3615450" y="235530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44"/>
            <p:cNvSpPr/>
            <p:nvPr/>
          </p:nvSpPr>
          <p:spPr>
            <a:xfrm>
              <a:off x="3615450" y="2355300"/>
              <a:ext cx="0" cy="5650"/>
            </a:xfrm>
            <a:custGeom>
              <a:avLst/>
              <a:gdLst/>
              <a:ahLst/>
              <a:cxnLst/>
              <a:rect l="l" t="t" r="r" b="b"/>
              <a:pathLst>
                <a:path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44"/>
            <p:cNvSpPr/>
            <p:nvPr/>
          </p:nvSpPr>
          <p:spPr>
            <a:xfrm>
              <a:off x="3615450" y="2355300"/>
              <a:ext cx="0" cy="5650"/>
            </a:xfrm>
            <a:custGeom>
              <a:avLst/>
              <a:gdLst/>
              <a:ahLst/>
              <a:cxnLst/>
              <a:rect l="l" t="t" r="r" b="b"/>
              <a:pathLst>
                <a:path h="226" extrusionOk="0">
                  <a:moveTo>
                    <a:pt x="0" y="0"/>
                  </a:moveTo>
                  <a:lnTo>
                    <a:pt x="0" y="226"/>
                  </a:lnTo>
                  <a:lnTo>
                    <a:pt x="0" y="2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44"/>
            <p:cNvSpPr/>
            <p:nvPr/>
          </p:nvSpPr>
          <p:spPr>
            <a:xfrm>
              <a:off x="3614800" y="2355300"/>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44"/>
            <p:cNvSpPr/>
            <p:nvPr/>
          </p:nvSpPr>
          <p:spPr>
            <a:xfrm>
              <a:off x="3614800" y="23553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44"/>
            <p:cNvSpPr/>
            <p:nvPr/>
          </p:nvSpPr>
          <p:spPr>
            <a:xfrm>
              <a:off x="3614175" y="2355300"/>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44"/>
            <p:cNvSpPr/>
            <p:nvPr/>
          </p:nvSpPr>
          <p:spPr>
            <a:xfrm>
              <a:off x="3613550" y="2355300"/>
              <a:ext cx="650" cy="6275"/>
            </a:xfrm>
            <a:custGeom>
              <a:avLst/>
              <a:gdLst/>
              <a:ahLst/>
              <a:cxnLst/>
              <a:rect l="l" t="t" r="r" b="b"/>
              <a:pathLst>
                <a:path w="26" h="251" extrusionOk="0">
                  <a:moveTo>
                    <a:pt x="1" y="0"/>
                  </a:moveTo>
                  <a:lnTo>
                    <a:pt x="1" y="251"/>
                  </a:lnTo>
                  <a:cubicBezTo>
                    <a:pt x="1" y="251"/>
                    <a:pt x="26" y="226"/>
                    <a:pt x="26" y="226"/>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44"/>
            <p:cNvSpPr/>
            <p:nvPr/>
          </p:nvSpPr>
          <p:spPr>
            <a:xfrm>
              <a:off x="3628600" y="2347775"/>
              <a:ext cx="14425" cy="14425"/>
            </a:xfrm>
            <a:custGeom>
              <a:avLst/>
              <a:gdLst/>
              <a:ahLst/>
              <a:cxnLst/>
              <a:rect l="l" t="t" r="r" b="b"/>
              <a:pathLst>
                <a:path w="577" h="577" extrusionOk="0">
                  <a:moveTo>
                    <a:pt x="0" y="0"/>
                  </a:moveTo>
                  <a:lnTo>
                    <a:pt x="0" y="251"/>
                  </a:lnTo>
                  <a:lnTo>
                    <a:pt x="577" y="577"/>
                  </a:lnTo>
                  <a:lnTo>
                    <a:pt x="577" y="35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44"/>
            <p:cNvSpPr/>
            <p:nvPr/>
          </p:nvSpPr>
          <p:spPr>
            <a:xfrm>
              <a:off x="3643000" y="2356550"/>
              <a:ext cx="650" cy="6275"/>
            </a:xfrm>
            <a:custGeom>
              <a:avLst/>
              <a:gdLst/>
              <a:ahLst/>
              <a:cxnLst/>
              <a:rect l="l" t="t" r="r" b="b"/>
              <a:pathLst>
                <a:path w="26" h="251" extrusionOk="0">
                  <a:moveTo>
                    <a:pt x="1" y="0"/>
                  </a:moveTo>
                  <a:lnTo>
                    <a:pt x="1" y="226"/>
                  </a:lnTo>
                  <a:cubicBezTo>
                    <a:pt x="26" y="226"/>
                    <a:pt x="26" y="251"/>
                    <a:pt x="26" y="251"/>
                  </a:cubicBezTo>
                  <a:lnTo>
                    <a:pt x="26" y="25"/>
                  </a:lnTo>
                  <a:cubicBezTo>
                    <a:pt x="26" y="0"/>
                    <a:pt x="26"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44"/>
            <p:cNvSpPr/>
            <p:nvPr/>
          </p:nvSpPr>
          <p:spPr>
            <a:xfrm>
              <a:off x="3443125" y="2350275"/>
              <a:ext cx="11300" cy="11925"/>
            </a:xfrm>
            <a:custGeom>
              <a:avLst/>
              <a:gdLst/>
              <a:ahLst/>
              <a:cxnLst/>
              <a:rect l="l" t="t" r="r" b="b"/>
              <a:pathLst>
                <a:path w="452" h="477" extrusionOk="0">
                  <a:moveTo>
                    <a:pt x="452" y="1"/>
                  </a:moveTo>
                  <a:lnTo>
                    <a:pt x="1" y="251"/>
                  </a:lnTo>
                  <a:lnTo>
                    <a:pt x="1" y="477"/>
                  </a:lnTo>
                  <a:lnTo>
                    <a:pt x="452" y="226"/>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44"/>
            <p:cNvSpPr/>
            <p:nvPr/>
          </p:nvSpPr>
          <p:spPr>
            <a:xfrm>
              <a:off x="3426850" y="2348400"/>
              <a:ext cx="13175" cy="13800"/>
            </a:xfrm>
            <a:custGeom>
              <a:avLst/>
              <a:gdLst/>
              <a:ahLst/>
              <a:cxnLst/>
              <a:rect l="l" t="t" r="r" b="b"/>
              <a:pathLst>
                <a:path w="527" h="552" extrusionOk="0">
                  <a:moveTo>
                    <a:pt x="0" y="0"/>
                  </a:moveTo>
                  <a:lnTo>
                    <a:pt x="0" y="251"/>
                  </a:lnTo>
                  <a:lnTo>
                    <a:pt x="526" y="552"/>
                  </a:lnTo>
                  <a:lnTo>
                    <a:pt x="526" y="326"/>
                  </a:lnTo>
                  <a:lnTo>
                    <a:pt x="0"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44"/>
            <p:cNvSpPr/>
            <p:nvPr/>
          </p:nvSpPr>
          <p:spPr>
            <a:xfrm>
              <a:off x="3443125" y="2356550"/>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44"/>
            <p:cNvSpPr/>
            <p:nvPr/>
          </p:nvSpPr>
          <p:spPr>
            <a:xfrm>
              <a:off x="3442500" y="2356550"/>
              <a:ext cx="650" cy="6275"/>
            </a:xfrm>
            <a:custGeom>
              <a:avLst/>
              <a:gdLst/>
              <a:ahLst/>
              <a:cxnLst/>
              <a:rect l="l" t="t" r="r" b="b"/>
              <a:pathLst>
                <a:path w="26" h="251" extrusionOk="0">
                  <a:moveTo>
                    <a:pt x="1" y="0"/>
                  </a:moveTo>
                  <a:lnTo>
                    <a:pt x="1" y="251"/>
                  </a:lnTo>
                  <a:lnTo>
                    <a:pt x="26" y="251"/>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44"/>
            <p:cNvSpPr/>
            <p:nvPr/>
          </p:nvSpPr>
          <p:spPr>
            <a:xfrm>
              <a:off x="3441875" y="2356550"/>
              <a:ext cx="650" cy="6275"/>
            </a:xfrm>
            <a:custGeom>
              <a:avLst/>
              <a:gdLst/>
              <a:ahLst/>
              <a:cxnLst/>
              <a:rect l="l" t="t" r="r" b="b"/>
              <a:pathLst>
                <a:path w="26" h="251" extrusionOk="0">
                  <a:moveTo>
                    <a:pt x="26" y="0"/>
                  </a:moveTo>
                  <a:cubicBezTo>
                    <a:pt x="26" y="0"/>
                    <a:pt x="26" y="25"/>
                    <a:pt x="1" y="25"/>
                  </a:cubicBezTo>
                  <a:lnTo>
                    <a:pt x="1" y="251"/>
                  </a:lnTo>
                  <a:lnTo>
                    <a:pt x="26" y="251"/>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44"/>
            <p:cNvSpPr/>
            <p:nvPr/>
          </p:nvSpPr>
          <p:spPr>
            <a:xfrm>
              <a:off x="3441875" y="23571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44"/>
            <p:cNvSpPr/>
            <p:nvPr/>
          </p:nvSpPr>
          <p:spPr>
            <a:xfrm>
              <a:off x="3441875" y="2357175"/>
              <a:ext cx="25" cy="5650"/>
            </a:xfrm>
            <a:custGeom>
              <a:avLst/>
              <a:gdLst/>
              <a:ahLst/>
              <a:cxnLst/>
              <a:rect l="l" t="t" r="r" b="b"/>
              <a:pathLst>
                <a:path w="1" h="226" extrusionOk="0">
                  <a:moveTo>
                    <a:pt x="1" y="0"/>
                  </a:moveTo>
                  <a:lnTo>
                    <a:pt x="1" y="226"/>
                  </a:lnTo>
                  <a:lnTo>
                    <a:pt x="1" y="226"/>
                  </a:lnTo>
                  <a:lnTo>
                    <a:pt x="1" y="0"/>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44"/>
            <p:cNvSpPr/>
            <p:nvPr/>
          </p:nvSpPr>
          <p:spPr>
            <a:xfrm>
              <a:off x="3441250" y="2357175"/>
              <a:ext cx="650" cy="5650"/>
            </a:xfrm>
            <a:custGeom>
              <a:avLst/>
              <a:gdLst/>
              <a:ahLst/>
              <a:cxnLst/>
              <a:rect l="l" t="t" r="r" b="b"/>
              <a:pathLst>
                <a:path w="26" h="226" extrusionOk="0">
                  <a:moveTo>
                    <a:pt x="1" y="0"/>
                  </a:moveTo>
                  <a:lnTo>
                    <a:pt x="1" y="226"/>
                  </a:lnTo>
                  <a:lnTo>
                    <a:pt x="26"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44"/>
            <p:cNvSpPr/>
            <p:nvPr/>
          </p:nvSpPr>
          <p:spPr>
            <a:xfrm>
              <a:off x="3441250" y="23571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44"/>
            <p:cNvSpPr/>
            <p:nvPr/>
          </p:nvSpPr>
          <p:spPr>
            <a:xfrm>
              <a:off x="3441250" y="23565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44"/>
            <p:cNvSpPr/>
            <p:nvPr/>
          </p:nvSpPr>
          <p:spPr>
            <a:xfrm>
              <a:off x="3440625" y="2356550"/>
              <a:ext cx="650" cy="6275"/>
            </a:xfrm>
            <a:custGeom>
              <a:avLst/>
              <a:gdLst/>
              <a:ahLst/>
              <a:cxnLst/>
              <a:rect l="l" t="t" r="r" b="b"/>
              <a:pathLst>
                <a:path w="26" h="251" extrusionOk="0">
                  <a:moveTo>
                    <a:pt x="0" y="0"/>
                  </a:moveTo>
                  <a:lnTo>
                    <a:pt x="0" y="251"/>
                  </a:lnTo>
                  <a:lnTo>
                    <a:pt x="26" y="251"/>
                  </a:lnTo>
                  <a:lnTo>
                    <a:pt x="26" y="0"/>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44"/>
            <p:cNvSpPr/>
            <p:nvPr/>
          </p:nvSpPr>
          <p:spPr>
            <a:xfrm>
              <a:off x="3440625" y="23565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44"/>
            <p:cNvSpPr/>
            <p:nvPr/>
          </p:nvSpPr>
          <p:spPr>
            <a:xfrm>
              <a:off x="3440000" y="2356550"/>
              <a:ext cx="650" cy="6275"/>
            </a:xfrm>
            <a:custGeom>
              <a:avLst/>
              <a:gdLst/>
              <a:ahLst/>
              <a:cxnLst/>
              <a:rect l="l" t="t" r="r" b="b"/>
              <a:pathLst>
                <a:path w="26" h="251" extrusionOk="0">
                  <a:moveTo>
                    <a:pt x="0" y="0"/>
                  </a:moveTo>
                  <a:lnTo>
                    <a:pt x="0" y="226"/>
                  </a:lnTo>
                  <a:cubicBezTo>
                    <a:pt x="0" y="251"/>
                    <a:pt x="0" y="251"/>
                    <a:pt x="25" y="251"/>
                  </a:cubicBezTo>
                  <a:lnTo>
                    <a:pt x="25"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44"/>
            <p:cNvSpPr/>
            <p:nvPr/>
          </p:nvSpPr>
          <p:spPr>
            <a:xfrm>
              <a:off x="3425575" y="2339775"/>
              <a:ext cx="29475" cy="17275"/>
            </a:xfrm>
            <a:custGeom>
              <a:avLst/>
              <a:gdLst/>
              <a:ahLst/>
              <a:cxnLst/>
              <a:rect l="l" t="t" r="r" b="b"/>
              <a:pathLst>
                <a:path w="1179" h="691" extrusionOk="0">
                  <a:moveTo>
                    <a:pt x="549" y="1"/>
                  </a:moveTo>
                  <a:cubicBezTo>
                    <a:pt x="527" y="1"/>
                    <a:pt x="502" y="7"/>
                    <a:pt x="477" y="20"/>
                  </a:cubicBezTo>
                  <a:lnTo>
                    <a:pt x="51" y="270"/>
                  </a:lnTo>
                  <a:cubicBezTo>
                    <a:pt x="1" y="295"/>
                    <a:pt x="1" y="345"/>
                    <a:pt x="51" y="345"/>
                  </a:cubicBezTo>
                  <a:lnTo>
                    <a:pt x="577" y="671"/>
                  </a:lnTo>
                  <a:cubicBezTo>
                    <a:pt x="602" y="684"/>
                    <a:pt x="628" y="690"/>
                    <a:pt x="649" y="690"/>
                  </a:cubicBezTo>
                  <a:cubicBezTo>
                    <a:pt x="671" y="690"/>
                    <a:pt x="690" y="684"/>
                    <a:pt x="703" y="671"/>
                  </a:cubicBezTo>
                  <a:lnTo>
                    <a:pt x="1154" y="421"/>
                  </a:lnTo>
                  <a:cubicBezTo>
                    <a:pt x="1179" y="396"/>
                    <a:pt x="1179" y="345"/>
                    <a:pt x="1154" y="345"/>
                  </a:cubicBezTo>
                  <a:lnTo>
                    <a:pt x="602" y="20"/>
                  </a:lnTo>
                  <a:cubicBezTo>
                    <a:pt x="590" y="7"/>
                    <a:pt x="571" y="1"/>
                    <a:pt x="549"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44"/>
            <p:cNvSpPr/>
            <p:nvPr/>
          </p:nvSpPr>
          <p:spPr>
            <a:xfrm>
              <a:off x="3426850" y="2340250"/>
              <a:ext cx="27575" cy="14450"/>
            </a:xfrm>
            <a:custGeom>
              <a:avLst/>
              <a:gdLst/>
              <a:ahLst/>
              <a:cxnLst/>
              <a:rect l="l" t="t" r="r" b="b"/>
              <a:pathLst>
                <a:path w="1103" h="578" extrusionOk="0">
                  <a:moveTo>
                    <a:pt x="451" y="1"/>
                  </a:moveTo>
                  <a:cubicBezTo>
                    <a:pt x="451" y="1"/>
                    <a:pt x="0" y="251"/>
                    <a:pt x="0" y="251"/>
                  </a:cubicBezTo>
                  <a:cubicBezTo>
                    <a:pt x="0" y="251"/>
                    <a:pt x="0" y="251"/>
                    <a:pt x="0" y="276"/>
                  </a:cubicBezTo>
                  <a:lnTo>
                    <a:pt x="551" y="577"/>
                  </a:lnTo>
                  <a:lnTo>
                    <a:pt x="652" y="577"/>
                  </a:lnTo>
                  <a:cubicBezTo>
                    <a:pt x="652" y="577"/>
                    <a:pt x="1078" y="326"/>
                    <a:pt x="1103" y="326"/>
                  </a:cubicBezTo>
                  <a:cubicBezTo>
                    <a:pt x="1078" y="326"/>
                    <a:pt x="1078" y="326"/>
                    <a:pt x="1078" y="301"/>
                  </a:cubicBezTo>
                  <a:lnTo>
                    <a:pt x="551"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44"/>
            <p:cNvSpPr/>
            <p:nvPr/>
          </p:nvSpPr>
          <p:spPr>
            <a:xfrm>
              <a:off x="3643625" y="2357175"/>
              <a:ext cx="25" cy="5650"/>
            </a:xfrm>
            <a:custGeom>
              <a:avLst/>
              <a:gdLst/>
              <a:ahLst/>
              <a:cxnLst/>
              <a:rect l="l" t="t" r="r" b="b"/>
              <a:pathLst>
                <a:path w="1" h="226" extrusionOk="0">
                  <a:moveTo>
                    <a:pt x="1" y="0"/>
                  </a:moveTo>
                  <a:lnTo>
                    <a:pt x="1" y="226"/>
                  </a:lnTo>
                  <a:lnTo>
                    <a:pt x="1" y="226"/>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44"/>
            <p:cNvSpPr/>
            <p:nvPr/>
          </p:nvSpPr>
          <p:spPr>
            <a:xfrm>
              <a:off x="3643625" y="23571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44"/>
            <p:cNvSpPr/>
            <p:nvPr/>
          </p:nvSpPr>
          <p:spPr>
            <a:xfrm>
              <a:off x="3643625" y="2357175"/>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44"/>
            <p:cNvSpPr/>
            <p:nvPr/>
          </p:nvSpPr>
          <p:spPr>
            <a:xfrm>
              <a:off x="3643625" y="23571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44"/>
            <p:cNvSpPr/>
            <p:nvPr/>
          </p:nvSpPr>
          <p:spPr>
            <a:xfrm>
              <a:off x="3643625" y="23571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44"/>
            <p:cNvSpPr/>
            <p:nvPr/>
          </p:nvSpPr>
          <p:spPr>
            <a:xfrm>
              <a:off x="3643625" y="235717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44"/>
            <p:cNvSpPr/>
            <p:nvPr/>
          </p:nvSpPr>
          <p:spPr>
            <a:xfrm>
              <a:off x="3643000" y="2357800"/>
              <a:ext cx="650" cy="5650"/>
            </a:xfrm>
            <a:custGeom>
              <a:avLst/>
              <a:gdLst/>
              <a:ahLst/>
              <a:cxnLst/>
              <a:rect l="l" t="t" r="r" b="b"/>
              <a:pathLst>
                <a:path w="26" h="226" extrusionOk="0">
                  <a:moveTo>
                    <a:pt x="1" y="0"/>
                  </a:moveTo>
                  <a:lnTo>
                    <a:pt x="1" y="226"/>
                  </a:lnTo>
                  <a:lnTo>
                    <a:pt x="26" y="226"/>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44"/>
            <p:cNvSpPr/>
            <p:nvPr/>
          </p:nvSpPr>
          <p:spPr>
            <a:xfrm>
              <a:off x="3643000" y="23578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44"/>
            <p:cNvSpPr/>
            <p:nvPr/>
          </p:nvSpPr>
          <p:spPr>
            <a:xfrm>
              <a:off x="3481975" y="2350900"/>
              <a:ext cx="11300" cy="12550"/>
            </a:xfrm>
            <a:custGeom>
              <a:avLst/>
              <a:gdLst/>
              <a:ahLst/>
              <a:cxnLst/>
              <a:rect l="l" t="t" r="r" b="b"/>
              <a:pathLst>
                <a:path w="452" h="502" extrusionOk="0">
                  <a:moveTo>
                    <a:pt x="452" y="1"/>
                  </a:moveTo>
                  <a:lnTo>
                    <a:pt x="26" y="251"/>
                  </a:lnTo>
                  <a:lnTo>
                    <a:pt x="1" y="502"/>
                  </a:lnTo>
                  <a:lnTo>
                    <a:pt x="452" y="226"/>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44"/>
            <p:cNvSpPr/>
            <p:nvPr/>
          </p:nvSpPr>
          <p:spPr>
            <a:xfrm>
              <a:off x="3465700" y="2349650"/>
              <a:ext cx="13175" cy="13800"/>
            </a:xfrm>
            <a:custGeom>
              <a:avLst/>
              <a:gdLst/>
              <a:ahLst/>
              <a:cxnLst/>
              <a:rect l="l" t="t" r="r" b="b"/>
              <a:pathLst>
                <a:path w="527" h="552" extrusionOk="0">
                  <a:moveTo>
                    <a:pt x="0" y="1"/>
                  </a:moveTo>
                  <a:lnTo>
                    <a:pt x="0" y="226"/>
                  </a:lnTo>
                  <a:lnTo>
                    <a:pt x="526" y="552"/>
                  </a:lnTo>
                  <a:lnTo>
                    <a:pt x="526" y="301"/>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44"/>
            <p:cNvSpPr/>
            <p:nvPr/>
          </p:nvSpPr>
          <p:spPr>
            <a:xfrm>
              <a:off x="3464425" y="2341025"/>
              <a:ext cx="30100" cy="16650"/>
            </a:xfrm>
            <a:custGeom>
              <a:avLst/>
              <a:gdLst/>
              <a:ahLst/>
              <a:cxnLst/>
              <a:rect l="l" t="t" r="r" b="b"/>
              <a:pathLst>
                <a:path w="1204" h="666" extrusionOk="0">
                  <a:moveTo>
                    <a:pt x="552" y="1"/>
                  </a:moveTo>
                  <a:cubicBezTo>
                    <a:pt x="527" y="1"/>
                    <a:pt x="502" y="7"/>
                    <a:pt x="477" y="20"/>
                  </a:cubicBezTo>
                  <a:lnTo>
                    <a:pt x="51" y="270"/>
                  </a:lnTo>
                  <a:cubicBezTo>
                    <a:pt x="1" y="295"/>
                    <a:pt x="1" y="321"/>
                    <a:pt x="51" y="346"/>
                  </a:cubicBezTo>
                  <a:lnTo>
                    <a:pt x="577" y="646"/>
                  </a:lnTo>
                  <a:cubicBezTo>
                    <a:pt x="602" y="659"/>
                    <a:pt x="627" y="665"/>
                    <a:pt x="649" y="665"/>
                  </a:cubicBezTo>
                  <a:cubicBezTo>
                    <a:pt x="671" y="665"/>
                    <a:pt x="690" y="659"/>
                    <a:pt x="703" y="646"/>
                  </a:cubicBezTo>
                  <a:lnTo>
                    <a:pt x="1154" y="396"/>
                  </a:lnTo>
                  <a:cubicBezTo>
                    <a:pt x="1204" y="371"/>
                    <a:pt x="1204" y="346"/>
                    <a:pt x="1154" y="321"/>
                  </a:cubicBezTo>
                  <a:lnTo>
                    <a:pt x="627" y="20"/>
                  </a:lnTo>
                  <a:cubicBezTo>
                    <a:pt x="602" y="7"/>
                    <a:pt x="577" y="1"/>
                    <a:pt x="552"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44"/>
            <p:cNvSpPr/>
            <p:nvPr/>
          </p:nvSpPr>
          <p:spPr>
            <a:xfrm>
              <a:off x="3465700" y="2340875"/>
              <a:ext cx="27575" cy="15075"/>
            </a:xfrm>
            <a:custGeom>
              <a:avLst/>
              <a:gdLst/>
              <a:ahLst/>
              <a:cxnLst/>
              <a:rect l="l" t="t" r="r" b="b"/>
              <a:pathLst>
                <a:path w="1103" h="603" extrusionOk="0">
                  <a:moveTo>
                    <a:pt x="451" y="1"/>
                  </a:moveTo>
                  <a:cubicBezTo>
                    <a:pt x="451" y="1"/>
                    <a:pt x="0" y="276"/>
                    <a:pt x="0" y="276"/>
                  </a:cubicBezTo>
                  <a:lnTo>
                    <a:pt x="25" y="276"/>
                  </a:lnTo>
                  <a:lnTo>
                    <a:pt x="551" y="577"/>
                  </a:lnTo>
                  <a:cubicBezTo>
                    <a:pt x="576" y="602"/>
                    <a:pt x="576" y="602"/>
                    <a:pt x="602" y="602"/>
                  </a:cubicBezTo>
                  <a:cubicBezTo>
                    <a:pt x="627" y="602"/>
                    <a:pt x="627" y="602"/>
                    <a:pt x="652" y="577"/>
                  </a:cubicBezTo>
                  <a:cubicBezTo>
                    <a:pt x="652" y="577"/>
                    <a:pt x="1103" y="327"/>
                    <a:pt x="1103" y="327"/>
                  </a:cubicBezTo>
                  <a:lnTo>
                    <a:pt x="1078" y="327"/>
                  </a:lnTo>
                  <a:lnTo>
                    <a:pt x="551"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44"/>
            <p:cNvSpPr/>
            <p:nvPr/>
          </p:nvSpPr>
          <p:spPr>
            <a:xfrm>
              <a:off x="3481975" y="2357175"/>
              <a:ext cx="650" cy="6275"/>
            </a:xfrm>
            <a:custGeom>
              <a:avLst/>
              <a:gdLst/>
              <a:ahLst/>
              <a:cxnLst/>
              <a:rect l="l" t="t" r="r" b="b"/>
              <a:pathLst>
                <a:path w="26" h="251" extrusionOk="0">
                  <a:moveTo>
                    <a:pt x="26" y="0"/>
                  </a:moveTo>
                  <a:cubicBezTo>
                    <a:pt x="1" y="0"/>
                    <a:pt x="1" y="25"/>
                    <a:pt x="1" y="25"/>
                  </a:cubicBezTo>
                  <a:lnTo>
                    <a:pt x="1" y="251"/>
                  </a:ln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44"/>
            <p:cNvSpPr/>
            <p:nvPr/>
          </p:nvSpPr>
          <p:spPr>
            <a:xfrm>
              <a:off x="3481350" y="2357800"/>
              <a:ext cx="650" cy="5650"/>
            </a:xfrm>
            <a:custGeom>
              <a:avLst/>
              <a:gdLst/>
              <a:ahLst/>
              <a:cxnLst/>
              <a:rect l="l" t="t" r="r" b="b"/>
              <a:pathLst>
                <a:path w="26" h="226" extrusionOk="0">
                  <a:moveTo>
                    <a:pt x="1" y="0"/>
                  </a:moveTo>
                  <a:lnTo>
                    <a:pt x="1" y="226"/>
                  </a:lnTo>
                  <a:lnTo>
                    <a:pt x="26" y="226"/>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44"/>
            <p:cNvSpPr/>
            <p:nvPr/>
          </p:nvSpPr>
          <p:spPr>
            <a:xfrm>
              <a:off x="3481350" y="23578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44"/>
            <p:cNvSpPr/>
            <p:nvPr/>
          </p:nvSpPr>
          <p:spPr>
            <a:xfrm>
              <a:off x="3480725" y="2357800"/>
              <a:ext cx="650" cy="5650"/>
            </a:xfrm>
            <a:custGeom>
              <a:avLst/>
              <a:gdLst/>
              <a:ahLst/>
              <a:cxnLst/>
              <a:rect l="l" t="t" r="r" b="b"/>
              <a:pathLst>
                <a:path w="26" h="226" extrusionOk="0">
                  <a:moveTo>
                    <a:pt x="1" y="0"/>
                  </a:moveTo>
                  <a:lnTo>
                    <a:pt x="1" y="226"/>
                  </a:lnTo>
                  <a:lnTo>
                    <a:pt x="26" y="226"/>
                  </a:lnTo>
                  <a:lnTo>
                    <a:pt x="26"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44"/>
            <p:cNvSpPr/>
            <p:nvPr/>
          </p:nvSpPr>
          <p:spPr>
            <a:xfrm>
              <a:off x="3480725" y="2357800"/>
              <a:ext cx="25" cy="5650"/>
            </a:xfrm>
            <a:custGeom>
              <a:avLst/>
              <a:gdLst/>
              <a:ahLst/>
              <a:cxnLst/>
              <a:rect l="l" t="t" r="r" b="b"/>
              <a:pathLst>
                <a:path w="1" h="226" extrusionOk="0">
                  <a:moveTo>
                    <a:pt x="1" y="0"/>
                  </a:moveTo>
                  <a:lnTo>
                    <a:pt x="1" y="226"/>
                  </a:lnTo>
                  <a:lnTo>
                    <a:pt x="1" y="226"/>
                  </a:lnTo>
                  <a:lnTo>
                    <a:pt x="1" y="0"/>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44"/>
            <p:cNvSpPr/>
            <p:nvPr/>
          </p:nvSpPr>
          <p:spPr>
            <a:xfrm>
              <a:off x="3480100" y="2357800"/>
              <a:ext cx="650" cy="5650"/>
            </a:xfrm>
            <a:custGeom>
              <a:avLst/>
              <a:gdLst/>
              <a:ahLst/>
              <a:cxnLst/>
              <a:rect l="l" t="t" r="r" b="b"/>
              <a:pathLst>
                <a:path w="26" h="226" extrusionOk="0">
                  <a:moveTo>
                    <a:pt x="0" y="0"/>
                  </a:moveTo>
                  <a:lnTo>
                    <a:pt x="0" y="226"/>
                  </a:lnTo>
                  <a:lnTo>
                    <a:pt x="26"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44"/>
            <p:cNvSpPr/>
            <p:nvPr/>
          </p:nvSpPr>
          <p:spPr>
            <a:xfrm>
              <a:off x="3480100" y="23578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44"/>
            <p:cNvSpPr/>
            <p:nvPr/>
          </p:nvSpPr>
          <p:spPr>
            <a:xfrm>
              <a:off x="3480100" y="23578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44"/>
            <p:cNvSpPr/>
            <p:nvPr/>
          </p:nvSpPr>
          <p:spPr>
            <a:xfrm>
              <a:off x="3479475" y="2357800"/>
              <a:ext cx="650" cy="5650"/>
            </a:xfrm>
            <a:custGeom>
              <a:avLst/>
              <a:gdLst/>
              <a:ahLst/>
              <a:cxnLst/>
              <a:rect l="l" t="t" r="r" b="b"/>
              <a:pathLst>
                <a:path w="26" h="226" extrusionOk="0">
                  <a:moveTo>
                    <a:pt x="0" y="0"/>
                  </a:moveTo>
                  <a:lnTo>
                    <a:pt x="0" y="226"/>
                  </a:lnTo>
                  <a:lnTo>
                    <a:pt x="25" y="226"/>
                  </a:lnTo>
                  <a:lnTo>
                    <a:pt x="25" y="0"/>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44"/>
            <p:cNvSpPr/>
            <p:nvPr/>
          </p:nvSpPr>
          <p:spPr>
            <a:xfrm>
              <a:off x="3479475" y="23578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44"/>
            <p:cNvSpPr/>
            <p:nvPr/>
          </p:nvSpPr>
          <p:spPr>
            <a:xfrm>
              <a:off x="3478850" y="2357175"/>
              <a:ext cx="650" cy="6275"/>
            </a:xfrm>
            <a:custGeom>
              <a:avLst/>
              <a:gdLst/>
              <a:ahLst/>
              <a:cxnLst/>
              <a:rect l="l" t="t" r="r" b="b"/>
              <a:pathLst>
                <a:path w="26" h="251" extrusionOk="0">
                  <a:moveTo>
                    <a:pt x="0" y="0"/>
                  </a:moveTo>
                  <a:lnTo>
                    <a:pt x="0" y="251"/>
                  </a:lnTo>
                  <a:lnTo>
                    <a:pt x="25" y="251"/>
                  </a:lnTo>
                  <a:lnTo>
                    <a:pt x="25" y="25"/>
                  </a:lnTo>
                  <a:cubicBezTo>
                    <a:pt x="25" y="0"/>
                    <a:pt x="25" y="0"/>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44"/>
            <p:cNvSpPr/>
            <p:nvPr/>
          </p:nvSpPr>
          <p:spPr>
            <a:xfrm>
              <a:off x="3521450" y="2351525"/>
              <a:ext cx="10675" cy="12575"/>
            </a:xfrm>
            <a:custGeom>
              <a:avLst/>
              <a:gdLst/>
              <a:ahLst/>
              <a:cxnLst/>
              <a:rect l="l" t="t" r="r" b="b"/>
              <a:pathLst>
                <a:path w="427" h="503" extrusionOk="0">
                  <a:moveTo>
                    <a:pt x="427" y="1"/>
                  </a:moveTo>
                  <a:lnTo>
                    <a:pt x="1" y="276"/>
                  </a:lnTo>
                  <a:lnTo>
                    <a:pt x="1" y="502"/>
                  </a:lnTo>
                  <a:lnTo>
                    <a:pt x="427" y="251"/>
                  </a:lnTo>
                  <a:lnTo>
                    <a:pt x="427"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44"/>
            <p:cNvSpPr/>
            <p:nvPr/>
          </p:nvSpPr>
          <p:spPr>
            <a:xfrm>
              <a:off x="3504525" y="2350275"/>
              <a:ext cx="13825" cy="13825"/>
            </a:xfrm>
            <a:custGeom>
              <a:avLst/>
              <a:gdLst/>
              <a:ahLst/>
              <a:cxnLst/>
              <a:rect l="l" t="t" r="r" b="b"/>
              <a:pathLst>
                <a:path w="553" h="553" extrusionOk="0">
                  <a:moveTo>
                    <a:pt x="1" y="1"/>
                  </a:moveTo>
                  <a:lnTo>
                    <a:pt x="1" y="251"/>
                  </a:lnTo>
                  <a:lnTo>
                    <a:pt x="527" y="552"/>
                  </a:lnTo>
                  <a:lnTo>
                    <a:pt x="552" y="326"/>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44"/>
            <p:cNvSpPr/>
            <p:nvPr/>
          </p:nvSpPr>
          <p:spPr>
            <a:xfrm>
              <a:off x="3446900" y="2352150"/>
              <a:ext cx="11300" cy="12575"/>
            </a:xfrm>
            <a:custGeom>
              <a:avLst/>
              <a:gdLst/>
              <a:ahLst/>
              <a:cxnLst/>
              <a:rect l="l" t="t" r="r" b="b"/>
              <a:pathLst>
                <a:path w="452" h="503" extrusionOk="0">
                  <a:moveTo>
                    <a:pt x="451" y="1"/>
                  </a:moveTo>
                  <a:lnTo>
                    <a:pt x="0" y="251"/>
                  </a:lnTo>
                  <a:lnTo>
                    <a:pt x="0" y="502"/>
                  </a:lnTo>
                  <a:lnTo>
                    <a:pt x="451" y="226"/>
                  </a:lnTo>
                  <a:lnTo>
                    <a:pt x="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44"/>
            <p:cNvSpPr/>
            <p:nvPr/>
          </p:nvSpPr>
          <p:spPr>
            <a:xfrm>
              <a:off x="3520825" y="2358425"/>
              <a:ext cx="650" cy="5675"/>
            </a:xfrm>
            <a:custGeom>
              <a:avLst/>
              <a:gdLst/>
              <a:ahLst/>
              <a:cxnLst/>
              <a:rect l="l" t="t" r="r" b="b"/>
              <a:pathLst>
                <a:path w="26" h="227" extrusionOk="0">
                  <a:moveTo>
                    <a:pt x="1" y="0"/>
                  </a:moveTo>
                  <a:lnTo>
                    <a:pt x="1" y="226"/>
                  </a:lnTo>
                  <a:lnTo>
                    <a:pt x="26" y="226"/>
                  </a:ln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44"/>
            <p:cNvSpPr/>
            <p:nvPr/>
          </p:nvSpPr>
          <p:spPr>
            <a:xfrm>
              <a:off x="3520200" y="2358425"/>
              <a:ext cx="650" cy="6300"/>
            </a:xfrm>
            <a:custGeom>
              <a:avLst/>
              <a:gdLst/>
              <a:ahLst/>
              <a:cxnLst/>
              <a:rect l="l" t="t" r="r" b="b"/>
              <a:pathLst>
                <a:path w="26" h="252" extrusionOk="0">
                  <a:moveTo>
                    <a:pt x="0" y="0"/>
                  </a:moveTo>
                  <a:lnTo>
                    <a:pt x="0" y="251"/>
                  </a:lnTo>
                  <a:cubicBezTo>
                    <a:pt x="0" y="251"/>
                    <a:pt x="26" y="251"/>
                    <a:pt x="26" y="226"/>
                  </a:cubicBez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44"/>
            <p:cNvSpPr/>
            <p:nvPr/>
          </p:nvSpPr>
          <p:spPr>
            <a:xfrm>
              <a:off x="3520200" y="235842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44"/>
            <p:cNvSpPr/>
            <p:nvPr/>
          </p:nvSpPr>
          <p:spPr>
            <a:xfrm>
              <a:off x="3519575" y="2358425"/>
              <a:ext cx="650" cy="6300"/>
            </a:xfrm>
            <a:custGeom>
              <a:avLst/>
              <a:gdLst/>
              <a:ahLst/>
              <a:cxnLst/>
              <a:rect l="l" t="t" r="r" b="b"/>
              <a:pathLst>
                <a:path w="26" h="252" extrusionOk="0">
                  <a:moveTo>
                    <a:pt x="0" y="0"/>
                  </a:moveTo>
                  <a:lnTo>
                    <a:pt x="0" y="251"/>
                  </a:lnTo>
                  <a:lnTo>
                    <a:pt x="25" y="251"/>
                  </a:lnTo>
                  <a:lnTo>
                    <a:pt x="25"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44"/>
            <p:cNvSpPr/>
            <p:nvPr/>
          </p:nvSpPr>
          <p:spPr>
            <a:xfrm>
              <a:off x="3519575" y="2358425"/>
              <a:ext cx="25" cy="6300"/>
            </a:xfrm>
            <a:custGeom>
              <a:avLst/>
              <a:gdLst/>
              <a:ahLst/>
              <a:cxnLst/>
              <a:rect l="l" t="t" r="r" b="b"/>
              <a:pathLst>
                <a:path w="1" h="252" extrusionOk="0">
                  <a:moveTo>
                    <a:pt x="0" y="0"/>
                  </a:moveTo>
                  <a:lnTo>
                    <a:pt x="0" y="251"/>
                  </a:lnTo>
                  <a:lnTo>
                    <a:pt x="0" y="251"/>
                  </a:lnTo>
                  <a:lnTo>
                    <a:pt x="0" y="0"/>
                  </a:lnTo>
                  <a:lnTo>
                    <a:pt x="0"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44"/>
            <p:cNvSpPr/>
            <p:nvPr/>
          </p:nvSpPr>
          <p:spPr>
            <a:xfrm>
              <a:off x="3519575" y="235842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44"/>
            <p:cNvSpPr/>
            <p:nvPr/>
          </p:nvSpPr>
          <p:spPr>
            <a:xfrm>
              <a:off x="3518950" y="2358425"/>
              <a:ext cx="650" cy="6300"/>
            </a:xfrm>
            <a:custGeom>
              <a:avLst/>
              <a:gdLst/>
              <a:ahLst/>
              <a:cxnLst/>
              <a:rect l="l" t="t" r="r" b="b"/>
              <a:pathLst>
                <a:path w="26" h="252" extrusionOk="0">
                  <a:moveTo>
                    <a:pt x="0" y="0"/>
                  </a:moveTo>
                  <a:lnTo>
                    <a:pt x="0" y="251"/>
                  </a:lnTo>
                  <a:lnTo>
                    <a:pt x="25" y="251"/>
                  </a:lnTo>
                  <a:lnTo>
                    <a:pt x="25" y="0"/>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44"/>
            <p:cNvSpPr/>
            <p:nvPr/>
          </p:nvSpPr>
          <p:spPr>
            <a:xfrm>
              <a:off x="3518950" y="235842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44"/>
            <p:cNvSpPr/>
            <p:nvPr/>
          </p:nvSpPr>
          <p:spPr>
            <a:xfrm>
              <a:off x="3518325" y="2358425"/>
              <a:ext cx="650" cy="6300"/>
            </a:xfrm>
            <a:custGeom>
              <a:avLst/>
              <a:gdLst/>
              <a:ahLst/>
              <a:cxnLst/>
              <a:rect l="l" t="t" r="r" b="b"/>
              <a:pathLst>
                <a:path w="26" h="252" extrusionOk="0">
                  <a:moveTo>
                    <a:pt x="0" y="0"/>
                  </a:moveTo>
                  <a:lnTo>
                    <a:pt x="0" y="226"/>
                  </a:lnTo>
                  <a:cubicBezTo>
                    <a:pt x="25" y="251"/>
                    <a:pt x="25" y="251"/>
                    <a:pt x="25" y="251"/>
                  </a:cubicBezTo>
                  <a:lnTo>
                    <a:pt x="25" y="0"/>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44"/>
            <p:cNvSpPr/>
            <p:nvPr/>
          </p:nvSpPr>
          <p:spPr>
            <a:xfrm>
              <a:off x="3518325" y="2358425"/>
              <a:ext cx="25" cy="6300"/>
            </a:xfrm>
            <a:custGeom>
              <a:avLst/>
              <a:gdLst/>
              <a:ahLst/>
              <a:cxnLst/>
              <a:rect l="l" t="t" r="r" b="b"/>
              <a:pathLst>
                <a:path w="1" h="252" extrusionOk="0">
                  <a:moveTo>
                    <a:pt x="0" y="0"/>
                  </a:moveTo>
                  <a:lnTo>
                    <a:pt x="0" y="251"/>
                  </a:lnTo>
                  <a:cubicBezTo>
                    <a:pt x="0" y="226"/>
                    <a:pt x="0" y="226"/>
                    <a:pt x="0" y="226"/>
                  </a:cubicBezTo>
                  <a:lnTo>
                    <a:pt x="0" y="0"/>
                  </a:lnTo>
                  <a:cubicBezTo>
                    <a:pt x="0" y="0"/>
                    <a:pt x="0" y="0"/>
                    <a:pt x="0"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44"/>
            <p:cNvSpPr/>
            <p:nvPr/>
          </p:nvSpPr>
          <p:spPr>
            <a:xfrm>
              <a:off x="3517700" y="2358425"/>
              <a:ext cx="650" cy="5675"/>
            </a:xfrm>
            <a:custGeom>
              <a:avLst/>
              <a:gdLst/>
              <a:ahLst/>
              <a:cxnLst/>
              <a:rect l="l" t="t" r="r" b="b"/>
              <a:pathLst>
                <a:path w="26" h="227" extrusionOk="0">
                  <a:moveTo>
                    <a:pt x="0" y="0"/>
                  </a:moveTo>
                  <a:lnTo>
                    <a:pt x="0" y="226"/>
                  </a:lnTo>
                  <a:lnTo>
                    <a:pt x="25" y="226"/>
                  </a:lnTo>
                  <a:lnTo>
                    <a:pt x="25"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44"/>
            <p:cNvSpPr/>
            <p:nvPr/>
          </p:nvSpPr>
          <p:spPr>
            <a:xfrm>
              <a:off x="3503275" y="2341675"/>
              <a:ext cx="30100" cy="16775"/>
            </a:xfrm>
            <a:custGeom>
              <a:avLst/>
              <a:gdLst/>
              <a:ahLst/>
              <a:cxnLst/>
              <a:rect l="l" t="t" r="r" b="b"/>
              <a:pathLst>
                <a:path w="1204" h="671" extrusionOk="0">
                  <a:moveTo>
                    <a:pt x="555" y="0"/>
                  </a:moveTo>
                  <a:cubicBezTo>
                    <a:pt x="533" y="0"/>
                    <a:pt x="515" y="6"/>
                    <a:pt x="502" y="19"/>
                  </a:cubicBezTo>
                  <a:lnTo>
                    <a:pt x="51" y="269"/>
                  </a:lnTo>
                  <a:cubicBezTo>
                    <a:pt x="1" y="295"/>
                    <a:pt x="1" y="320"/>
                    <a:pt x="51" y="345"/>
                  </a:cubicBezTo>
                  <a:lnTo>
                    <a:pt x="577" y="670"/>
                  </a:lnTo>
                  <a:lnTo>
                    <a:pt x="728" y="670"/>
                  </a:lnTo>
                  <a:lnTo>
                    <a:pt x="1154" y="395"/>
                  </a:lnTo>
                  <a:cubicBezTo>
                    <a:pt x="1204" y="370"/>
                    <a:pt x="1204" y="345"/>
                    <a:pt x="1154" y="320"/>
                  </a:cubicBezTo>
                  <a:lnTo>
                    <a:pt x="627" y="19"/>
                  </a:lnTo>
                  <a:cubicBezTo>
                    <a:pt x="602" y="6"/>
                    <a:pt x="577" y="0"/>
                    <a:pt x="555"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44"/>
            <p:cNvSpPr/>
            <p:nvPr/>
          </p:nvSpPr>
          <p:spPr>
            <a:xfrm>
              <a:off x="3504525" y="2341500"/>
              <a:ext cx="27600" cy="15075"/>
            </a:xfrm>
            <a:custGeom>
              <a:avLst/>
              <a:gdLst/>
              <a:ahLst/>
              <a:cxnLst/>
              <a:rect l="l" t="t" r="r" b="b"/>
              <a:pathLst>
                <a:path w="1104" h="603" extrusionOk="0">
                  <a:moveTo>
                    <a:pt x="502" y="1"/>
                  </a:moveTo>
                  <a:cubicBezTo>
                    <a:pt x="477" y="1"/>
                    <a:pt x="477" y="1"/>
                    <a:pt x="452" y="26"/>
                  </a:cubicBezTo>
                  <a:cubicBezTo>
                    <a:pt x="452" y="26"/>
                    <a:pt x="1" y="276"/>
                    <a:pt x="1" y="276"/>
                  </a:cubicBezTo>
                  <a:lnTo>
                    <a:pt x="26" y="276"/>
                  </a:lnTo>
                  <a:lnTo>
                    <a:pt x="552" y="602"/>
                  </a:lnTo>
                  <a:lnTo>
                    <a:pt x="653" y="602"/>
                  </a:lnTo>
                  <a:cubicBezTo>
                    <a:pt x="653" y="602"/>
                    <a:pt x="1104" y="327"/>
                    <a:pt x="1104" y="327"/>
                  </a:cubicBezTo>
                  <a:lnTo>
                    <a:pt x="552" y="26"/>
                  </a:lnTo>
                  <a:cubicBezTo>
                    <a:pt x="552" y="1"/>
                    <a:pt x="527" y="1"/>
                    <a:pt x="502" y="1"/>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44"/>
            <p:cNvSpPr/>
            <p:nvPr/>
          </p:nvSpPr>
          <p:spPr>
            <a:xfrm>
              <a:off x="3560300" y="2352775"/>
              <a:ext cx="11300" cy="11950"/>
            </a:xfrm>
            <a:custGeom>
              <a:avLst/>
              <a:gdLst/>
              <a:ahLst/>
              <a:cxnLst/>
              <a:rect l="l" t="t" r="r" b="b"/>
              <a:pathLst>
                <a:path w="452" h="478" extrusionOk="0">
                  <a:moveTo>
                    <a:pt x="452" y="1"/>
                  </a:moveTo>
                  <a:lnTo>
                    <a:pt x="0" y="252"/>
                  </a:lnTo>
                  <a:lnTo>
                    <a:pt x="0" y="477"/>
                  </a:lnTo>
                  <a:lnTo>
                    <a:pt x="452" y="226"/>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44"/>
            <p:cNvSpPr/>
            <p:nvPr/>
          </p:nvSpPr>
          <p:spPr>
            <a:xfrm>
              <a:off x="3543375" y="2350900"/>
              <a:ext cx="13825" cy="13825"/>
            </a:xfrm>
            <a:custGeom>
              <a:avLst/>
              <a:gdLst/>
              <a:ahLst/>
              <a:cxnLst/>
              <a:rect l="l" t="t" r="r" b="b"/>
              <a:pathLst>
                <a:path w="553" h="553" extrusionOk="0">
                  <a:moveTo>
                    <a:pt x="1" y="1"/>
                  </a:moveTo>
                  <a:lnTo>
                    <a:pt x="1" y="251"/>
                  </a:lnTo>
                  <a:lnTo>
                    <a:pt x="552" y="552"/>
                  </a:lnTo>
                  <a:lnTo>
                    <a:pt x="552" y="327"/>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44"/>
            <p:cNvSpPr/>
            <p:nvPr/>
          </p:nvSpPr>
          <p:spPr>
            <a:xfrm>
              <a:off x="3648650" y="2359675"/>
              <a:ext cx="650" cy="6300"/>
            </a:xfrm>
            <a:custGeom>
              <a:avLst/>
              <a:gdLst/>
              <a:ahLst/>
              <a:cxnLst/>
              <a:rect l="l" t="t" r="r" b="b"/>
              <a:pathLst>
                <a:path w="26" h="252" extrusionOk="0">
                  <a:moveTo>
                    <a:pt x="0" y="1"/>
                  </a:moveTo>
                  <a:lnTo>
                    <a:pt x="0" y="226"/>
                  </a:lnTo>
                  <a:cubicBezTo>
                    <a:pt x="25" y="226"/>
                    <a:pt x="25" y="226"/>
                    <a:pt x="25" y="251"/>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44"/>
            <p:cNvSpPr/>
            <p:nvPr/>
          </p:nvSpPr>
          <p:spPr>
            <a:xfrm>
              <a:off x="3648650" y="23596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44"/>
            <p:cNvSpPr/>
            <p:nvPr/>
          </p:nvSpPr>
          <p:spPr>
            <a:xfrm>
              <a:off x="3648650" y="23596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44"/>
            <p:cNvSpPr/>
            <p:nvPr/>
          </p:nvSpPr>
          <p:spPr>
            <a:xfrm>
              <a:off x="3648650" y="23596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44"/>
            <p:cNvSpPr/>
            <p:nvPr/>
          </p:nvSpPr>
          <p:spPr>
            <a:xfrm>
              <a:off x="3648025" y="235967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44"/>
            <p:cNvSpPr/>
            <p:nvPr/>
          </p:nvSpPr>
          <p:spPr>
            <a:xfrm>
              <a:off x="3648025" y="23596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44"/>
            <p:cNvSpPr/>
            <p:nvPr/>
          </p:nvSpPr>
          <p:spPr>
            <a:xfrm>
              <a:off x="3648025" y="2359675"/>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44"/>
            <p:cNvSpPr/>
            <p:nvPr/>
          </p:nvSpPr>
          <p:spPr>
            <a:xfrm>
              <a:off x="3647400" y="235967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44"/>
            <p:cNvSpPr/>
            <p:nvPr/>
          </p:nvSpPr>
          <p:spPr>
            <a:xfrm>
              <a:off x="3647400" y="2359675"/>
              <a:ext cx="25" cy="5675"/>
            </a:xfrm>
            <a:custGeom>
              <a:avLst/>
              <a:gdLst/>
              <a:ahLst/>
              <a:cxnLst/>
              <a:rect l="l" t="t" r="r" b="b"/>
              <a:pathLst>
                <a:path w="1" h="227" extrusionOk="0">
                  <a:moveTo>
                    <a:pt x="0" y="1"/>
                  </a:moveTo>
                  <a:lnTo>
                    <a:pt x="0" y="226"/>
                  </a:lnTo>
                  <a:lnTo>
                    <a:pt x="0" y="226"/>
                  </a:ln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44"/>
            <p:cNvSpPr/>
            <p:nvPr/>
          </p:nvSpPr>
          <p:spPr>
            <a:xfrm>
              <a:off x="3647400" y="23596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44"/>
            <p:cNvSpPr/>
            <p:nvPr/>
          </p:nvSpPr>
          <p:spPr>
            <a:xfrm>
              <a:off x="3646775" y="2359675"/>
              <a:ext cx="650" cy="6300"/>
            </a:xfrm>
            <a:custGeom>
              <a:avLst/>
              <a:gdLst/>
              <a:ahLst/>
              <a:cxnLst/>
              <a:rect l="l" t="t" r="r" b="b"/>
              <a:pathLst>
                <a:path w="26" h="252" extrusionOk="0">
                  <a:moveTo>
                    <a:pt x="0" y="1"/>
                  </a:moveTo>
                  <a:lnTo>
                    <a:pt x="0" y="251"/>
                  </a:lnTo>
                  <a:cubicBezTo>
                    <a:pt x="0" y="226"/>
                    <a:pt x="0" y="226"/>
                    <a:pt x="25" y="226"/>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44"/>
            <p:cNvSpPr/>
            <p:nvPr/>
          </p:nvSpPr>
          <p:spPr>
            <a:xfrm>
              <a:off x="3485750" y="2352775"/>
              <a:ext cx="11300" cy="12575"/>
            </a:xfrm>
            <a:custGeom>
              <a:avLst/>
              <a:gdLst/>
              <a:ahLst/>
              <a:cxnLst/>
              <a:rect l="l" t="t" r="r" b="b"/>
              <a:pathLst>
                <a:path w="452" h="503" extrusionOk="0">
                  <a:moveTo>
                    <a:pt x="451" y="1"/>
                  </a:moveTo>
                  <a:lnTo>
                    <a:pt x="0" y="252"/>
                  </a:lnTo>
                  <a:lnTo>
                    <a:pt x="0" y="502"/>
                  </a:lnTo>
                  <a:lnTo>
                    <a:pt x="451" y="252"/>
                  </a:lnTo>
                  <a:lnTo>
                    <a:pt x="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44"/>
            <p:cNvSpPr/>
            <p:nvPr/>
          </p:nvSpPr>
          <p:spPr>
            <a:xfrm>
              <a:off x="3559675" y="2359050"/>
              <a:ext cx="650" cy="6300"/>
            </a:xfrm>
            <a:custGeom>
              <a:avLst/>
              <a:gdLst/>
              <a:ahLst/>
              <a:cxnLst/>
              <a:rect l="l" t="t" r="r" b="b"/>
              <a:pathLst>
                <a:path w="26" h="252" extrusionOk="0">
                  <a:moveTo>
                    <a:pt x="0" y="1"/>
                  </a:moveTo>
                  <a:lnTo>
                    <a:pt x="0" y="251"/>
                  </a:lnTo>
                  <a:cubicBezTo>
                    <a:pt x="0" y="251"/>
                    <a:pt x="25" y="251"/>
                    <a:pt x="25" y="226"/>
                  </a:cubicBezTo>
                  <a:lnTo>
                    <a:pt x="25"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44"/>
            <p:cNvSpPr/>
            <p:nvPr/>
          </p:nvSpPr>
          <p:spPr>
            <a:xfrm>
              <a:off x="3559050" y="2359050"/>
              <a:ext cx="650" cy="6300"/>
            </a:xfrm>
            <a:custGeom>
              <a:avLst/>
              <a:gdLst/>
              <a:ahLst/>
              <a:cxnLst/>
              <a:rect l="l" t="t" r="r" b="b"/>
              <a:pathLst>
                <a:path w="26" h="252" extrusionOk="0">
                  <a:moveTo>
                    <a:pt x="0" y="1"/>
                  </a:moveTo>
                  <a:lnTo>
                    <a:pt x="0" y="251"/>
                  </a:lnTo>
                  <a:lnTo>
                    <a:pt x="25" y="251"/>
                  </a:ln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44"/>
            <p:cNvSpPr/>
            <p:nvPr/>
          </p:nvSpPr>
          <p:spPr>
            <a:xfrm>
              <a:off x="3559050" y="2359050"/>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26"/>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44"/>
            <p:cNvSpPr/>
            <p:nvPr/>
          </p:nvSpPr>
          <p:spPr>
            <a:xfrm>
              <a:off x="3558425" y="2359675"/>
              <a:ext cx="650" cy="5675"/>
            </a:xfrm>
            <a:custGeom>
              <a:avLst/>
              <a:gdLst/>
              <a:ahLst/>
              <a:cxnLst/>
              <a:rect l="l" t="t" r="r" b="b"/>
              <a:pathLst>
                <a:path w="26" h="227" extrusionOk="0">
                  <a:moveTo>
                    <a:pt x="0" y="1"/>
                  </a:moveTo>
                  <a:lnTo>
                    <a:pt x="0" y="226"/>
                  </a:lnTo>
                  <a:lnTo>
                    <a:pt x="25" y="226"/>
                  </a:lnTo>
                  <a:lnTo>
                    <a:pt x="25"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44"/>
            <p:cNvSpPr/>
            <p:nvPr/>
          </p:nvSpPr>
          <p:spPr>
            <a:xfrm>
              <a:off x="3558425" y="2359675"/>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44"/>
            <p:cNvSpPr/>
            <p:nvPr/>
          </p:nvSpPr>
          <p:spPr>
            <a:xfrm>
              <a:off x="3558425" y="23596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44"/>
            <p:cNvSpPr/>
            <p:nvPr/>
          </p:nvSpPr>
          <p:spPr>
            <a:xfrm>
              <a:off x="3557800" y="2359675"/>
              <a:ext cx="650" cy="5675"/>
            </a:xfrm>
            <a:custGeom>
              <a:avLst/>
              <a:gdLst/>
              <a:ahLst/>
              <a:cxnLst/>
              <a:rect l="l" t="t" r="r" b="b"/>
              <a:pathLst>
                <a:path w="26" h="227" extrusionOk="0">
                  <a:moveTo>
                    <a:pt x="0" y="1"/>
                  </a:moveTo>
                  <a:lnTo>
                    <a:pt x="0" y="226"/>
                  </a:lnTo>
                  <a:lnTo>
                    <a:pt x="25" y="226"/>
                  </a:lnTo>
                  <a:lnTo>
                    <a:pt x="25"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44"/>
            <p:cNvSpPr/>
            <p:nvPr/>
          </p:nvSpPr>
          <p:spPr>
            <a:xfrm>
              <a:off x="3557800" y="2359050"/>
              <a:ext cx="25" cy="6300"/>
            </a:xfrm>
            <a:custGeom>
              <a:avLst/>
              <a:gdLst/>
              <a:ahLst/>
              <a:cxnLst/>
              <a:rect l="l" t="t" r="r" b="b"/>
              <a:pathLst>
                <a:path w="1" h="252" extrusionOk="0">
                  <a:moveTo>
                    <a:pt x="0" y="26"/>
                  </a:moveTo>
                  <a:lnTo>
                    <a:pt x="0" y="251"/>
                  </a:lnTo>
                  <a:cubicBezTo>
                    <a:pt x="0" y="251"/>
                    <a:pt x="0" y="251"/>
                    <a:pt x="0" y="251"/>
                  </a:cubicBezTo>
                  <a:lnTo>
                    <a:pt x="0" y="1"/>
                  </a:lnTo>
                  <a:cubicBezTo>
                    <a:pt x="0" y="1"/>
                    <a:pt x="0" y="26"/>
                    <a:pt x="0" y="26"/>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44"/>
            <p:cNvSpPr/>
            <p:nvPr/>
          </p:nvSpPr>
          <p:spPr>
            <a:xfrm>
              <a:off x="3557800" y="23590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44"/>
            <p:cNvSpPr/>
            <p:nvPr/>
          </p:nvSpPr>
          <p:spPr>
            <a:xfrm>
              <a:off x="3557175" y="2359050"/>
              <a:ext cx="650" cy="6300"/>
            </a:xfrm>
            <a:custGeom>
              <a:avLst/>
              <a:gdLst/>
              <a:ahLst/>
              <a:cxnLst/>
              <a:rect l="l" t="t" r="r" b="b"/>
              <a:pathLst>
                <a:path w="26" h="252" extrusionOk="0">
                  <a:moveTo>
                    <a:pt x="0" y="1"/>
                  </a:moveTo>
                  <a:lnTo>
                    <a:pt x="0" y="251"/>
                  </a:lnTo>
                  <a:lnTo>
                    <a:pt x="25" y="251"/>
                  </a:lnTo>
                  <a:lnTo>
                    <a:pt x="25"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44"/>
            <p:cNvSpPr/>
            <p:nvPr/>
          </p:nvSpPr>
          <p:spPr>
            <a:xfrm>
              <a:off x="3557175" y="2359050"/>
              <a:ext cx="25" cy="6300"/>
            </a:xfrm>
            <a:custGeom>
              <a:avLst/>
              <a:gdLst/>
              <a:ahLst/>
              <a:cxnLst/>
              <a:rect l="l" t="t" r="r" b="b"/>
              <a:pathLst>
                <a:path w="1" h="252" extrusionOk="0">
                  <a:moveTo>
                    <a:pt x="0" y="1"/>
                  </a:moveTo>
                  <a:lnTo>
                    <a:pt x="0" y="251"/>
                  </a:lnTo>
                  <a:cubicBezTo>
                    <a:pt x="0" y="251"/>
                    <a:pt x="0" y="251"/>
                    <a:pt x="0" y="226"/>
                  </a:cubicBezTo>
                  <a:lnTo>
                    <a:pt x="0" y="1"/>
                  </a:lnTo>
                  <a:cubicBezTo>
                    <a:pt x="0" y="1"/>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44"/>
            <p:cNvSpPr/>
            <p:nvPr/>
          </p:nvSpPr>
          <p:spPr>
            <a:xfrm>
              <a:off x="3542750" y="2342300"/>
              <a:ext cx="29475" cy="17250"/>
            </a:xfrm>
            <a:custGeom>
              <a:avLst/>
              <a:gdLst/>
              <a:ahLst/>
              <a:cxnLst/>
              <a:rect l="l" t="t" r="r" b="b"/>
              <a:pathLst>
                <a:path w="1179" h="690" extrusionOk="0">
                  <a:moveTo>
                    <a:pt x="530" y="0"/>
                  </a:moveTo>
                  <a:cubicBezTo>
                    <a:pt x="508" y="0"/>
                    <a:pt x="489" y="6"/>
                    <a:pt x="477" y="19"/>
                  </a:cubicBezTo>
                  <a:lnTo>
                    <a:pt x="26" y="295"/>
                  </a:lnTo>
                  <a:cubicBezTo>
                    <a:pt x="1" y="295"/>
                    <a:pt x="1" y="345"/>
                    <a:pt x="26" y="345"/>
                  </a:cubicBezTo>
                  <a:lnTo>
                    <a:pt x="577" y="671"/>
                  </a:lnTo>
                  <a:cubicBezTo>
                    <a:pt x="590" y="683"/>
                    <a:pt x="608" y="689"/>
                    <a:pt x="630" y="689"/>
                  </a:cubicBezTo>
                  <a:cubicBezTo>
                    <a:pt x="652" y="689"/>
                    <a:pt x="677" y="683"/>
                    <a:pt x="702" y="671"/>
                  </a:cubicBezTo>
                  <a:lnTo>
                    <a:pt x="1154" y="420"/>
                  </a:lnTo>
                  <a:cubicBezTo>
                    <a:pt x="1179" y="395"/>
                    <a:pt x="1179" y="370"/>
                    <a:pt x="1154" y="345"/>
                  </a:cubicBezTo>
                  <a:lnTo>
                    <a:pt x="602" y="19"/>
                  </a:lnTo>
                  <a:cubicBezTo>
                    <a:pt x="577" y="6"/>
                    <a:pt x="552" y="0"/>
                    <a:pt x="530"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44"/>
            <p:cNvSpPr/>
            <p:nvPr/>
          </p:nvSpPr>
          <p:spPr>
            <a:xfrm>
              <a:off x="3544000" y="2342750"/>
              <a:ext cx="26975" cy="14450"/>
            </a:xfrm>
            <a:custGeom>
              <a:avLst/>
              <a:gdLst/>
              <a:ahLst/>
              <a:cxnLst/>
              <a:rect l="l" t="t" r="r" b="b"/>
              <a:pathLst>
                <a:path w="1079" h="578" extrusionOk="0">
                  <a:moveTo>
                    <a:pt x="452" y="1"/>
                  </a:moveTo>
                  <a:lnTo>
                    <a:pt x="1" y="252"/>
                  </a:lnTo>
                  <a:cubicBezTo>
                    <a:pt x="1" y="252"/>
                    <a:pt x="1" y="252"/>
                    <a:pt x="1" y="277"/>
                  </a:cubicBezTo>
                  <a:lnTo>
                    <a:pt x="527" y="577"/>
                  </a:lnTo>
                  <a:lnTo>
                    <a:pt x="627" y="577"/>
                  </a:lnTo>
                  <a:cubicBezTo>
                    <a:pt x="627" y="577"/>
                    <a:pt x="1079" y="327"/>
                    <a:pt x="1079" y="327"/>
                  </a:cubicBezTo>
                  <a:cubicBezTo>
                    <a:pt x="1079" y="327"/>
                    <a:pt x="1079" y="327"/>
                    <a:pt x="1079" y="302"/>
                  </a:cubicBezTo>
                  <a:lnTo>
                    <a:pt x="527"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44"/>
            <p:cNvSpPr/>
            <p:nvPr/>
          </p:nvSpPr>
          <p:spPr>
            <a:xfrm>
              <a:off x="3446900" y="2358425"/>
              <a:ext cx="25" cy="6300"/>
            </a:xfrm>
            <a:custGeom>
              <a:avLst/>
              <a:gdLst/>
              <a:ahLst/>
              <a:cxnLst/>
              <a:rect l="l" t="t" r="r" b="b"/>
              <a:pathLst>
                <a:path w="1" h="252" extrusionOk="0">
                  <a:moveTo>
                    <a:pt x="0" y="0"/>
                  </a:moveTo>
                  <a:lnTo>
                    <a:pt x="0" y="251"/>
                  </a:lnTo>
                  <a:cubicBezTo>
                    <a:pt x="0" y="251"/>
                    <a:pt x="0" y="251"/>
                    <a:pt x="0" y="251"/>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44"/>
            <p:cNvSpPr/>
            <p:nvPr/>
          </p:nvSpPr>
          <p:spPr>
            <a:xfrm>
              <a:off x="3446275" y="2358425"/>
              <a:ext cx="650" cy="6300"/>
            </a:xfrm>
            <a:custGeom>
              <a:avLst/>
              <a:gdLst/>
              <a:ahLst/>
              <a:cxnLst/>
              <a:rect l="l" t="t" r="r" b="b"/>
              <a:pathLst>
                <a:path w="26" h="252" extrusionOk="0">
                  <a:moveTo>
                    <a:pt x="25" y="0"/>
                  </a:moveTo>
                  <a:cubicBezTo>
                    <a:pt x="25" y="0"/>
                    <a:pt x="25" y="0"/>
                    <a:pt x="0" y="26"/>
                  </a:cubicBez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44"/>
            <p:cNvSpPr/>
            <p:nvPr/>
          </p:nvSpPr>
          <p:spPr>
            <a:xfrm>
              <a:off x="3446275" y="23590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44"/>
            <p:cNvSpPr/>
            <p:nvPr/>
          </p:nvSpPr>
          <p:spPr>
            <a:xfrm>
              <a:off x="3446275" y="23590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44"/>
            <p:cNvSpPr/>
            <p:nvPr/>
          </p:nvSpPr>
          <p:spPr>
            <a:xfrm>
              <a:off x="3446275" y="2359050"/>
              <a:ext cx="25" cy="6300"/>
            </a:xfrm>
            <a:custGeom>
              <a:avLst/>
              <a:gdLst/>
              <a:ahLst/>
              <a:cxnLst/>
              <a:rect l="l" t="t" r="r" b="b"/>
              <a:pathLst>
                <a:path w="1" h="252" extrusionOk="0">
                  <a:moveTo>
                    <a:pt x="0" y="1"/>
                  </a:moveTo>
                  <a:lnTo>
                    <a:pt x="0" y="226"/>
                  </a:lnTo>
                  <a:cubicBezTo>
                    <a:pt x="0" y="251"/>
                    <a:pt x="0" y="251"/>
                    <a:pt x="0" y="251"/>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44"/>
            <p:cNvSpPr/>
            <p:nvPr/>
          </p:nvSpPr>
          <p:spPr>
            <a:xfrm>
              <a:off x="3446275" y="23590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44"/>
            <p:cNvSpPr/>
            <p:nvPr/>
          </p:nvSpPr>
          <p:spPr>
            <a:xfrm>
              <a:off x="3446275" y="2359050"/>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44"/>
            <p:cNvSpPr/>
            <p:nvPr/>
          </p:nvSpPr>
          <p:spPr>
            <a:xfrm>
              <a:off x="3446275" y="2359675"/>
              <a:ext cx="25" cy="5675"/>
            </a:xfrm>
            <a:custGeom>
              <a:avLst/>
              <a:gdLst/>
              <a:ahLst/>
              <a:cxnLst/>
              <a:rect l="l" t="t" r="r" b="b"/>
              <a:pathLst>
                <a:path w="1" h="227" extrusionOk="0">
                  <a:moveTo>
                    <a:pt x="0" y="1"/>
                  </a:moveTo>
                  <a:lnTo>
                    <a:pt x="0" y="226"/>
                  </a:lnTo>
                  <a:lnTo>
                    <a:pt x="0" y="22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44"/>
            <p:cNvSpPr/>
            <p:nvPr/>
          </p:nvSpPr>
          <p:spPr>
            <a:xfrm>
              <a:off x="3599150" y="2353400"/>
              <a:ext cx="11300" cy="12575"/>
            </a:xfrm>
            <a:custGeom>
              <a:avLst/>
              <a:gdLst/>
              <a:ahLst/>
              <a:cxnLst/>
              <a:rect l="l" t="t" r="r" b="b"/>
              <a:pathLst>
                <a:path w="452" h="503" extrusionOk="0">
                  <a:moveTo>
                    <a:pt x="452" y="1"/>
                  </a:moveTo>
                  <a:lnTo>
                    <a:pt x="0" y="252"/>
                  </a:lnTo>
                  <a:lnTo>
                    <a:pt x="0" y="502"/>
                  </a:lnTo>
                  <a:lnTo>
                    <a:pt x="452" y="227"/>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44"/>
            <p:cNvSpPr/>
            <p:nvPr/>
          </p:nvSpPr>
          <p:spPr>
            <a:xfrm>
              <a:off x="3582225" y="2352150"/>
              <a:ext cx="13825" cy="13825"/>
            </a:xfrm>
            <a:custGeom>
              <a:avLst/>
              <a:gdLst/>
              <a:ahLst/>
              <a:cxnLst/>
              <a:rect l="l" t="t" r="r" b="b"/>
              <a:pathLst>
                <a:path w="553" h="553" extrusionOk="0">
                  <a:moveTo>
                    <a:pt x="1" y="1"/>
                  </a:moveTo>
                  <a:lnTo>
                    <a:pt x="1" y="226"/>
                  </a:lnTo>
                  <a:lnTo>
                    <a:pt x="552" y="552"/>
                  </a:lnTo>
                  <a:lnTo>
                    <a:pt x="552" y="302"/>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44"/>
            <p:cNvSpPr/>
            <p:nvPr/>
          </p:nvSpPr>
          <p:spPr>
            <a:xfrm>
              <a:off x="3598525" y="2359675"/>
              <a:ext cx="650" cy="6300"/>
            </a:xfrm>
            <a:custGeom>
              <a:avLst/>
              <a:gdLst/>
              <a:ahLst/>
              <a:cxnLst/>
              <a:rect l="l" t="t" r="r" b="b"/>
              <a:pathLst>
                <a:path w="26" h="252" extrusionOk="0">
                  <a:moveTo>
                    <a:pt x="25" y="1"/>
                  </a:moveTo>
                  <a:cubicBezTo>
                    <a:pt x="25" y="1"/>
                    <a:pt x="25" y="26"/>
                    <a:pt x="0" y="26"/>
                  </a:cubicBezTo>
                  <a:lnTo>
                    <a:pt x="0" y="251"/>
                  </a:lnTo>
                  <a:lnTo>
                    <a:pt x="25" y="251"/>
                  </a:lnTo>
                  <a:lnTo>
                    <a:pt x="25"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44"/>
            <p:cNvSpPr/>
            <p:nvPr/>
          </p:nvSpPr>
          <p:spPr>
            <a:xfrm>
              <a:off x="3597900" y="2360300"/>
              <a:ext cx="650" cy="5675"/>
            </a:xfrm>
            <a:custGeom>
              <a:avLst/>
              <a:gdLst/>
              <a:ahLst/>
              <a:cxnLst/>
              <a:rect l="l" t="t" r="r" b="b"/>
              <a:pathLst>
                <a:path w="26" h="227" extrusionOk="0">
                  <a:moveTo>
                    <a:pt x="25" y="1"/>
                  </a:moveTo>
                  <a:lnTo>
                    <a:pt x="0" y="226"/>
                  </a:lnTo>
                  <a:lnTo>
                    <a:pt x="25" y="226"/>
                  </a:ln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44"/>
            <p:cNvSpPr/>
            <p:nvPr/>
          </p:nvSpPr>
          <p:spPr>
            <a:xfrm>
              <a:off x="3597900" y="2360300"/>
              <a:ext cx="650" cy="5675"/>
            </a:xfrm>
            <a:custGeom>
              <a:avLst/>
              <a:gdLst/>
              <a:ahLst/>
              <a:cxnLst/>
              <a:rect l="l" t="t" r="r" b="b"/>
              <a:pathLst>
                <a:path w="26" h="227" extrusionOk="0">
                  <a:moveTo>
                    <a:pt x="0" y="1"/>
                  </a:moveTo>
                  <a:lnTo>
                    <a:pt x="0" y="226"/>
                  </a:lnTo>
                  <a:lnTo>
                    <a:pt x="25" y="226"/>
                  </a:lnTo>
                  <a:lnTo>
                    <a:pt x="25"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44"/>
            <p:cNvSpPr/>
            <p:nvPr/>
          </p:nvSpPr>
          <p:spPr>
            <a:xfrm>
              <a:off x="3597900" y="23603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44"/>
            <p:cNvSpPr/>
            <p:nvPr/>
          </p:nvSpPr>
          <p:spPr>
            <a:xfrm>
              <a:off x="3597275" y="2360300"/>
              <a:ext cx="650" cy="5675"/>
            </a:xfrm>
            <a:custGeom>
              <a:avLst/>
              <a:gdLst/>
              <a:ahLst/>
              <a:cxnLst/>
              <a:rect l="l" t="t" r="r" b="b"/>
              <a:pathLst>
                <a:path w="26" h="227" extrusionOk="0">
                  <a:moveTo>
                    <a:pt x="0" y="1"/>
                  </a:moveTo>
                  <a:lnTo>
                    <a:pt x="0" y="226"/>
                  </a:lnTo>
                  <a:lnTo>
                    <a:pt x="25" y="226"/>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44"/>
            <p:cNvSpPr/>
            <p:nvPr/>
          </p:nvSpPr>
          <p:spPr>
            <a:xfrm>
              <a:off x="3597275" y="23603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44"/>
            <p:cNvSpPr/>
            <p:nvPr/>
          </p:nvSpPr>
          <p:spPr>
            <a:xfrm>
              <a:off x="3597275" y="23603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44"/>
            <p:cNvSpPr/>
            <p:nvPr/>
          </p:nvSpPr>
          <p:spPr>
            <a:xfrm>
              <a:off x="3596650" y="2360300"/>
              <a:ext cx="650" cy="5675"/>
            </a:xfrm>
            <a:custGeom>
              <a:avLst/>
              <a:gdLst/>
              <a:ahLst/>
              <a:cxnLst/>
              <a:rect l="l" t="t" r="r" b="b"/>
              <a:pathLst>
                <a:path w="26" h="227" extrusionOk="0">
                  <a:moveTo>
                    <a:pt x="0" y="1"/>
                  </a:moveTo>
                  <a:lnTo>
                    <a:pt x="0" y="226"/>
                  </a:lnTo>
                  <a:lnTo>
                    <a:pt x="25" y="226"/>
                  </a:lnTo>
                  <a:lnTo>
                    <a:pt x="25"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44"/>
            <p:cNvSpPr/>
            <p:nvPr/>
          </p:nvSpPr>
          <p:spPr>
            <a:xfrm>
              <a:off x="3596650" y="23603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44"/>
            <p:cNvSpPr/>
            <p:nvPr/>
          </p:nvSpPr>
          <p:spPr>
            <a:xfrm>
              <a:off x="3596025" y="2360300"/>
              <a:ext cx="650" cy="5675"/>
            </a:xfrm>
            <a:custGeom>
              <a:avLst/>
              <a:gdLst/>
              <a:ahLst/>
              <a:cxnLst/>
              <a:rect l="l" t="t" r="r" b="b"/>
              <a:pathLst>
                <a:path w="26" h="227" extrusionOk="0">
                  <a:moveTo>
                    <a:pt x="0" y="1"/>
                  </a:moveTo>
                  <a:lnTo>
                    <a:pt x="0" y="226"/>
                  </a:lnTo>
                  <a:lnTo>
                    <a:pt x="25" y="226"/>
                  </a:lnTo>
                  <a:lnTo>
                    <a:pt x="25"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44"/>
            <p:cNvSpPr/>
            <p:nvPr/>
          </p:nvSpPr>
          <p:spPr>
            <a:xfrm>
              <a:off x="3596025" y="2359675"/>
              <a:ext cx="25" cy="6300"/>
            </a:xfrm>
            <a:custGeom>
              <a:avLst/>
              <a:gdLst/>
              <a:ahLst/>
              <a:cxnLst/>
              <a:rect l="l" t="t" r="r" b="b"/>
              <a:pathLst>
                <a:path w="1" h="252" extrusionOk="0">
                  <a:moveTo>
                    <a:pt x="0" y="26"/>
                  </a:moveTo>
                  <a:lnTo>
                    <a:pt x="0" y="251"/>
                  </a:lnTo>
                  <a:cubicBezTo>
                    <a:pt x="0" y="251"/>
                    <a:pt x="0" y="251"/>
                    <a:pt x="0" y="251"/>
                  </a:cubicBezTo>
                  <a:lnTo>
                    <a:pt x="0" y="1"/>
                  </a:lnTo>
                  <a:cubicBezTo>
                    <a:pt x="0" y="1"/>
                    <a:pt x="0" y="26"/>
                    <a:pt x="0" y="26"/>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44"/>
            <p:cNvSpPr/>
            <p:nvPr/>
          </p:nvSpPr>
          <p:spPr>
            <a:xfrm>
              <a:off x="3581600" y="2343550"/>
              <a:ext cx="29475" cy="16625"/>
            </a:xfrm>
            <a:custGeom>
              <a:avLst/>
              <a:gdLst/>
              <a:ahLst/>
              <a:cxnLst/>
              <a:rect l="l" t="t" r="r" b="b"/>
              <a:pathLst>
                <a:path w="1179" h="665" extrusionOk="0">
                  <a:moveTo>
                    <a:pt x="539" y="0"/>
                  </a:moveTo>
                  <a:cubicBezTo>
                    <a:pt x="514" y="0"/>
                    <a:pt x="489" y="7"/>
                    <a:pt x="477" y="19"/>
                  </a:cubicBezTo>
                  <a:lnTo>
                    <a:pt x="26" y="270"/>
                  </a:lnTo>
                  <a:cubicBezTo>
                    <a:pt x="1" y="295"/>
                    <a:pt x="1" y="320"/>
                    <a:pt x="26" y="345"/>
                  </a:cubicBezTo>
                  <a:lnTo>
                    <a:pt x="577" y="646"/>
                  </a:lnTo>
                  <a:cubicBezTo>
                    <a:pt x="590" y="658"/>
                    <a:pt x="615" y="664"/>
                    <a:pt x="640" y="664"/>
                  </a:cubicBezTo>
                  <a:cubicBezTo>
                    <a:pt x="665" y="664"/>
                    <a:pt x="690" y="658"/>
                    <a:pt x="702" y="646"/>
                  </a:cubicBezTo>
                  <a:lnTo>
                    <a:pt x="1154" y="395"/>
                  </a:lnTo>
                  <a:cubicBezTo>
                    <a:pt x="1179" y="370"/>
                    <a:pt x="1179" y="345"/>
                    <a:pt x="1154" y="320"/>
                  </a:cubicBezTo>
                  <a:lnTo>
                    <a:pt x="602" y="19"/>
                  </a:lnTo>
                  <a:cubicBezTo>
                    <a:pt x="590" y="7"/>
                    <a:pt x="565" y="0"/>
                    <a:pt x="539"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44"/>
            <p:cNvSpPr/>
            <p:nvPr/>
          </p:nvSpPr>
          <p:spPr>
            <a:xfrm>
              <a:off x="3582850" y="2343375"/>
              <a:ext cx="26975" cy="15075"/>
            </a:xfrm>
            <a:custGeom>
              <a:avLst/>
              <a:gdLst/>
              <a:ahLst/>
              <a:cxnLst/>
              <a:rect l="l" t="t" r="r" b="b"/>
              <a:pathLst>
                <a:path w="1079" h="603" extrusionOk="0">
                  <a:moveTo>
                    <a:pt x="452" y="1"/>
                  </a:moveTo>
                  <a:cubicBezTo>
                    <a:pt x="452" y="1"/>
                    <a:pt x="1" y="277"/>
                    <a:pt x="1" y="277"/>
                  </a:cubicBezTo>
                  <a:lnTo>
                    <a:pt x="552" y="577"/>
                  </a:lnTo>
                  <a:cubicBezTo>
                    <a:pt x="552" y="602"/>
                    <a:pt x="577" y="602"/>
                    <a:pt x="577" y="602"/>
                  </a:cubicBezTo>
                  <a:cubicBezTo>
                    <a:pt x="602" y="602"/>
                    <a:pt x="627" y="602"/>
                    <a:pt x="627" y="577"/>
                  </a:cubicBezTo>
                  <a:cubicBezTo>
                    <a:pt x="627" y="577"/>
                    <a:pt x="1078" y="327"/>
                    <a:pt x="1078" y="327"/>
                  </a:cubicBezTo>
                  <a:lnTo>
                    <a:pt x="527"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44"/>
            <p:cNvSpPr/>
            <p:nvPr/>
          </p:nvSpPr>
          <p:spPr>
            <a:xfrm>
              <a:off x="3524575" y="2354050"/>
              <a:ext cx="11325" cy="11925"/>
            </a:xfrm>
            <a:custGeom>
              <a:avLst/>
              <a:gdLst/>
              <a:ahLst/>
              <a:cxnLst/>
              <a:rect l="l" t="t" r="r" b="b"/>
              <a:pathLst>
                <a:path w="453" h="477" extrusionOk="0">
                  <a:moveTo>
                    <a:pt x="452" y="0"/>
                  </a:moveTo>
                  <a:lnTo>
                    <a:pt x="1" y="251"/>
                  </a:lnTo>
                  <a:lnTo>
                    <a:pt x="1" y="476"/>
                  </a:lnTo>
                  <a:lnTo>
                    <a:pt x="452" y="226"/>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44"/>
            <p:cNvSpPr/>
            <p:nvPr/>
          </p:nvSpPr>
          <p:spPr>
            <a:xfrm>
              <a:off x="3485750" y="2359050"/>
              <a:ext cx="0" cy="6300"/>
            </a:xfrm>
            <a:custGeom>
              <a:avLst/>
              <a:gdLst/>
              <a:ahLst/>
              <a:cxnLst/>
              <a:rect l="l" t="t" r="r" b="b"/>
              <a:pathLst>
                <a:path h="252" extrusionOk="0">
                  <a:moveTo>
                    <a:pt x="0" y="1"/>
                  </a:moveTo>
                  <a:lnTo>
                    <a:pt x="0" y="251"/>
                  </a:lnTo>
                  <a:lnTo>
                    <a:pt x="0" y="25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44"/>
            <p:cNvSpPr/>
            <p:nvPr/>
          </p:nvSpPr>
          <p:spPr>
            <a:xfrm>
              <a:off x="3485750" y="2359050"/>
              <a:ext cx="0" cy="6300"/>
            </a:xfrm>
            <a:custGeom>
              <a:avLst/>
              <a:gdLst/>
              <a:ahLst/>
              <a:cxnLst/>
              <a:rect l="l" t="t" r="r" b="b"/>
              <a:pathLst>
                <a:path h="252" extrusionOk="0">
                  <a:moveTo>
                    <a:pt x="0" y="1"/>
                  </a:moveTo>
                  <a:lnTo>
                    <a:pt x="0" y="251"/>
                  </a:lnTo>
                  <a:cubicBezTo>
                    <a:pt x="0" y="251"/>
                    <a:pt x="0" y="251"/>
                    <a:pt x="0" y="251"/>
                  </a:cubicBezTo>
                  <a:lnTo>
                    <a:pt x="0" y="26"/>
                  </a:lnTo>
                  <a:cubicBezTo>
                    <a:pt x="0" y="26"/>
                    <a:pt x="0" y="26"/>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44"/>
            <p:cNvSpPr/>
            <p:nvPr/>
          </p:nvSpPr>
          <p:spPr>
            <a:xfrm>
              <a:off x="3485100" y="2359675"/>
              <a:ext cx="650" cy="6300"/>
            </a:xfrm>
            <a:custGeom>
              <a:avLst/>
              <a:gdLst/>
              <a:ahLst/>
              <a:cxnLst/>
              <a:rect l="l" t="t" r="r" b="b"/>
              <a:pathLst>
                <a:path w="26" h="252" extrusionOk="0">
                  <a:moveTo>
                    <a:pt x="1" y="1"/>
                  </a:moveTo>
                  <a:lnTo>
                    <a:pt x="1" y="251"/>
                  </a:lnTo>
                  <a:cubicBezTo>
                    <a:pt x="1" y="226"/>
                    <a:pt x="1" y="226"/>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44"/>
            <p:cNvSpPr/>
            <p:nvPr/>
          </p:nvSpPr>
          <p:spPr>
            <a:xfrm>
              <a:off x="3485100" y="23596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44"/>
            <p:cNvSpPr/>
            <p:nvPr/>
          </p:nvSpPr>
          <p:spPr>
            <a:xfrm>
              <a:off x="3485100" y="2359675"/>
              <a:ext cx="25" cy="6300"/>
            </a:xfrm>
            <a:custGeom>
              <a:avLst/>
              <a:gdLst/>
              <a:ahLst/>
              <a:cxnLst/>
              <a:rect l="l" t="t" r="r" b="b"/>
              <a:pathLst>
                <a:path w="1" h="252" extrusionOk="0">
                  <a:moveTo>
                    <a:pt x="1" y="1"/>
                  </a:moveTo>
                  <a:lnTo>
                    <a:pt x="1" y="251"/>
                  </a:lnTo>
                  <a:cubicBezTo>
                    <a:pt x="1" y="251"/>
                    <a:pt x="1" y="251"/>
                    <a:pt x="1" y="251"/>
                  </a:cubicBezTo>
                  <a:lnTo>
                    <a:pt x="1" y="26"/>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44"/>
            <p:cNvSpPr/>
            <p:nvPr/>
          </p:nvSpPr>
          <p:spPr>
            <a:xfrm>
              <a:off x="3485100" y="23603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44"/>
            <p:cNvSpPr/>
            <p:nvPr/>
          </p:nvSpPr>
          <p:spPr>
            <a:xfrm>
              <a:off x="3485100" y="23603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44"/>
            <p:cNvSpPr/>
            <p:nvPr/>
          </p:nvSpPr>
          <p:spPr>
            <a:xfrm>
              <a:off x="3485100" y="2360300"/>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44"/>
            <p:cNvSpPr/>
            <p:nvPr/>
          </p:nvSpPr>
          <p:spPr>
            <a:xfrm>
              <a:off x="3446275" y="2359675"/>
              <a:ext cx="650" cy="6925"/>
            </a:xfrm>
            <a:custGeom>
              <a:avLst/>
              <a:gdLst/>
              <a:ahLst/>
              <a:cxnLst/>
              <a:rect l="l" t="t" r="r" b="b"/>
              <a:pathLst>
                <a:path w="26" h="277" extrusionOk="0">
                  <a:moveTo>
                    <a:pt x="0" y="1"/>
                  </a:moveTo>
                  <a:lnTo>
                    <a:pt x="0" y="226"/>
                  </a:lnTo>
                  <a:cubicBezTo>
                    <a:pt x="0" y="251"/>
                    <a:pt x="0" y="251"/>
                    <a:pt x="25" y="276"/>
                  </a:cubicBezTo>
                  <a:lnTo>
                    <a:pt x="25" y="26"/>
                  </a:lnTo>
                  <a:cubicBezTo>
                    <a:pt x="0" y="26"/>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44"/>
            <p:cNvSpPr/>
            <p:nvPr/>
          </p:nvSpPr>
          <p:spPr>
            <a:xfrm>
              <a:off x="3621075" y="2352775"/>
              <a:ext cx="14450" cy="14450"/>
            </a:xfrm>
            <a:custGeom>
              <a:avLst/>
              <a:gdLst/>
              <a:ahLst/>
              <a:cxnLst/>
              <a:rect l="l" t="t" r="r" b="b"/>
              <a:pathLst>
                <a:path w="578" h="578" extrusionOk="0">
                  <a:moveTo>
                    <a:pt x="1" y="1"/>
                  </a:moveTo>
                  <a:lnTo>
                    <a:pt x="1" y="226"/>
                  </a:lnTo>
                  <a:lnTo>
                    <a:pt x="577" y="577"/>
                  </a:lnTo>
                  <a:lnTo>
                    <a:pt x="577" y="327"/>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44"/>
            <p:cNvSpPr/>
            <p:nvPr/>
          </p:nvSpPr>
          <p:spPr>
            <a:xfrm>
              <a:off x="3638000" y="2357800"/>
              <a:ext cx="5025" cy="9425"/>
            </a:xfrm>
            <a:custGeom>
              <a:avLst/>
              <a:gdLst/>
              <a:ahLst/>
              <a:cxnLst/>
              <a:rect l="l" t="t" r="r" b="b"/>
              <a:pathLst>
                <a:path w="201" h="377" extrusionOk="0">
                  <a:moveTo>
                    <a:pt x="201" y="0"/>
                  </a:moveTo>
                  <a:lnTo>
                    <a:pt x="0" y="126"/>
                  </a:lnTo>
                  <a:lnTo>
                    <a:pt x="0" y="376"/>
                  </a:lnTo>
                  <a:lnTo>
                    <a:pt x="201" y="226"/>
                  </a:lnTo>
                  <a:lnTo>
                    <a:pt x="201"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44"/>
            <p:cNvSpPr/>
            <p:nvPr/>
          </p:nvSpPr>
          <p:spPr>
            <a:xfrm>
              <a:off x="3500150" y="2352775"/>
              <a:ext cx="13800" cy="13825"/>
            </a:xfrm>
            <a:custGeom>
              <a:avLst/>
              <a:gdLst/>
              <a:ahLst/>
              <a:cxnLst/>
              <a:rect l="l" t="t" r="r" b="b"/>
              <a:pathLst>
                <a:path w="552" h="553" extrusionOk="0">
                  <a:moveTo>
                    <a:pt x="0" y="1"/>
                  </a:moveTo>
                  <a:lnTo>
                    <a:pt x="0" y="252"/>
                  </a:lnTo>
                  <a:lnTo>
                    <a:pt x="552" y="552"/>
                  </a:lnTo>
                  <a:lnTo>
                    <a:pt x="552" y="32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44"/>
            <p:cNvSpPr/>
            <p:nvPr/>
          </p:nvSpPr>
          <p:spPr>
            <a:xfrm>
              <a:off x="3563425" y="2354675"/>
              <a:ext cx="11300" cy="12550"/>
            </a:xfrm>
            <a:custGeom>
              <a:avLst/>
              <a:gdLst/>
              <a:ahLst/>
              <a:cxnLst/>
              <a:rect l="l" t="t" r="r" b="b"/>
              <a:pathLst>
                <a:path w="452" h="502" extrusionOk="0">
                  <a:moveTo>
                    <a:pt x="452" y="0"/>
                  </a:moveTo>
                  <a:lnTo>
                    <a:pt x="1" y="251"/>
                  </a:lnTo>
                  <a:lnTo>
                    <a:pt x="1" y="501"/>
                  </a:lnTo>
                  <a:lnTo>
                    <a:pt x="452" y="226"/>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44"/>
            <p:cNvSpPr/>
            <p:nvPr/>
          </p:nvSpPr>
          <p:spPr>
            <a:xfrm>
              <a:off x="3620450" y="2347775"/>
              <a:ext cx="23200" cy="13650"/>
            </a:xfrm>
            <a:custGeom>
              <a:avLst/>
              <a:gdLst/>
              <a:ahLst/>
              <a:cxnLst/>
              <a:rect l="l" t="t" r="r" b="b"/>
              <a:pathLst>
                <a:path w="928" h="546" extrusionOk="0">
                  <a:moveTo>
                    <a:pt x="251" y="0"/>
                  </a:moveTo>
                  <a:lnTo>
                    <a:pt x="26" y="151"/>
                  </a:lnTo>
                  <a:cubicBezTo>
                    <a:pt x="1" y="151"/>
                    <a:pt x="1" y="176"/>
                    <a:pt x="26" y="201"/>
                  </a:cubicBezTo>
                  <a:lnTo>
                    <a:pt x="602" y="527"/>
                  </a:lnTo>
                  <a:cubicBezTo>
                    <a:pt x="615" y="539"/>
                    <a:pt x="627" y="546"/>
                    <a:pt x="643" y="546"/>
                  </a:cubicBezTo>
                  <a:cubicBezTo>
                    <a:pt x="658" y="546"/>
                    <a:pt x="677" y="539"/>
                    <a:pt x="702" y="527"/>
                  </a:cubicBezTo>
                  <a:lnTo>
                    <a:pt x="903" y="401"/>
                  </a:lnTo>
                  <a:cubicBezTo>
                    <a:pt x="928" y="376"/>
                    <a:pt x="928" y="351"/>
                    <a:pt x="903" y="351"/>
                  </a:cubicBezTo>
                  <a:lnTo>
                    <a:pt x="326" y="0"/>
                  </a:ln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44"/>
            <p:cNvSpPr/>
            <p:nvPr/>
          </p:nvSpPr>
          <p:spPr>
            <a:xfrm>
              <a:off x="3621700" y="2347775"/>
              <a:ext cx="20700" cy="11300"/>
            </a:xfrm>
            <a:custGeom>
              <a:avLst/>
              <a:gdLst/>
              <a:ahLst/>
              <a:cxnLst/>
              <a:rect l="l" t="t" r="r" b="b"/>
              <a:pathLst>
                <a:path w="828" h="452" extrusionOk="0">
                  <a:moveTo>
                    <a:pt x="201" y="0"/>
                  </a:moveTo>
                  <a:lnTo>
                    <a:pt x="1" y="126"/>
                  </a:lnTo>
                  <a:lnTo>
                    <a:pt x="552" y="452"/>
                  </a:lnTo>
                  <a:lnTo>
                    <a:pt x="627" y="452"/>
                  </a:lnTo>
                  <a:lnTo>
                    <a:pt x="828" y="326"/>
                  </a:lnTo>
                  <a:lnTo>
                    <a:pt x="276"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44"/>
            <p:cNvSpPr/>
            <p:nvPr/>
          </p:nvSpPr>
          <p:spPr>
            <a:xfrm>
              <a:off x="3637375" y="2360925"/>
              <a:ext cx="650" cy="6300"/>
            </a:xfrm>
            <a:custGeom>
              <a:avLst/>
              <a:gdLst/>
              <a:ahLst/>
              <a:cxnLst/>
              <a:rect l="l" t="t" r="r" b="b"/>
              <a:pathLst>
                <a:path w="26" h="252" extrusionOk="0">
                  <a:moveTo>
                    <a:pt x="0" y="1"/>
                  </a:moveTo>
                  <a:lnTo>
                    <a:pt x="0" y="251"/>
                  </a:lnTo>
                  <a:lnTo>
                    <a:pt x="25" y="251"/>
                  </a:lnTo>
                  <a:lnTo>
                    <a:pt x="25"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44"/>
            <p:cNvSpPr/>
            <p:nvPr/>
          </p:nvSpPr>
          <p:spPr>
            <a:xfrm>
              <a:off x="3636750" y="2360925"/>
              <a:ext cx="650" cy="6300"/>
            </a:xfrm>
            <a:custGeom>
              <a:avLst/>
              <a:gdLst/>
              <a:ahLst/>
              <a:cxnLst/>
              <a:rect l="l" t="t" r="r" b="b"/>
              <a:pathLst>
                <a:path w="26" h="252" extrusionOk="0">
                  <a:moveTo>
                    <a:pt x="0" y="1"/>
                  </a:moveTo>
                  <a:lnTo>
                    <a:pt x="0" y="251"/>
                  </a:lnTo>
                  <a:lnTo>
                    <a:pt x="25" y="251"/>
                  </a:ln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44"/>
            <p:cNvSpPr/>
            <p:nvPr/>
          </p:nvSpPr>
          <p:spPr>
            <a:xfrm>
              <a:off x="3636750" y="2360925"/>
              <a:ext cx="25" cy="6300"/>
            </a:xfrm>
            <a:custGeom>
              <a:avLst/>
              <a:gdLst/>
              <a:ahLst/>
              <a:cxnLst/>
              <a:rect l="l" t="t" r="r" b="b"/>
              <a:pathLst>
                <a:path w="1" h="252" extrusionOk="0">
                  <a:moveTo>
                    <a:pt x="0" y="1"/>
                  </a:moveTo>
                  <a:lnTo>
                    <a:pt x="0" y="251"/>
                  </a:lnTo>
                  <a:lnTo>
                    <a:pt x="0" y="251"/>
                  </a:lnTo>
                  <a:lnTo>
                    <a:pt x="0" y="1"/>
                  </a:lnTo>
                  <a:lnTo>
                    <a:pt x="0"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44"/>
            <p:cNvSpPr/>
            <p:nvPr/>
          </p:nvSpPr>
          <p:spPr>
            <a:xfrm>
              <a:off x="3636750" y="2360925"/>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44"/>
            <p:cNvSpPr/>
            <p:nvPr/>
          </p:nvSpPr>
          <p:spPr>
            <a:xfrm>
              <a:off x="3636125" y="2361550"/>
              <a:ext cx="650" cy="5675"/>
            </a:xfrm>
            <a:custGeom>
              <a:avLst/>
              <a:gdLst/>
              <a:ahLst/>
              <a:cxnLst/>
              <a:rect l="l" t="t" r="r" b="b"/>
              <a:pathLst>
                <a:path w="26" h="227" extrusionOk="0">
                  <a:moveTo>
                    <a:pt x="0" y="1"/>
                  </a:moveTo>
                  <a:lnTo>
                    <a:pt x="0" y="226"/>
                  </a:lnTo>
                  <a:lnTo>
                    <a:pt x="25" y="226"/>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44"/>
            <p:cNvSpPr/>
            <p:nvPr/>
          </p:nvSpPr>
          <p:spPr>
            <a:xfrm>
              <a:off x="3636125" y="23615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44"/>
            <p:cNvSpPr/>
            <p:nvPr/>
          </p:nvSpPr>
          <p:spPr>
            <a:xfrm>
              <a:off x="3636125" y="2360925"/>
              <a:ext cx="25" cy="6300"/>
            </a:xfrm>
            <a:custGeom>
              <a:avLst/>
              <a:gdLst/>
              <a:ahLst/>
              <a:cxnLst/>
              <a:rect l="l" t="t" r="r" b="b"/>
              <a:pathLst>
                <a:path w="1" h="252" extrusionOk="0">
                  <a:moveTo>
                    <a:pt x="0" y="26"/>
                  </a:moveTo>
                  <a:lnTo>
                    <a:pt x="0" y="251"/>
                  </a:lnTo>
                  <a:cubicBezTo>
                    <a:pt x="0" y="251"/>
                    <a:pt x="0" y="251"/>
                    <a:pt x="0" y="251"/>
                  </a:cubicBezTo>
                  <a:lnTo>
                    <a:pt x="0" y="1"/>
                  </a:lnTo>
                  <a:cubicBezTo>
                    <a:pt x="0" y="1"/>
                    <a:pt x="0" y="26"/>
                    <a:pt x="0" y="26"/>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44"/>
            <p:cNvSpPr/>
            <p:nvPr/>
          </p:nvSpPr>
          <p:spPr>
            <a:xfrm>
              <a:off x="3636125" y="23609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44"/>
            <p:cNvSpPr/>
            <p:nvPr/>
          </p:nvSpPr>
          <p:spPr>
            <a:xfrm>
              <a:off x="3635500" y="2360925"/>
              <a:ext cx="650" cy="6300"/>
            </a:xfrm>
            <a:custGeom>
              <a:avLst/>
              <a:gdLst/>
              <a:ahLst/>
              <a:cxnLst/>
              <a:rect l="l" t="t" r="r" b="b"/>
              <a:pathLst>
                <a:path w="26" h="252" extrusionOk="0">
                  <a:moveTo>
                    <a:pt x="0" y="1"/>
                  </a:moveTo>
                  <a:lnTo>
                    <a:pt x="0" y="251"/>
                  </a:lnTo>
                  <a:lnTo>
                    <a:pt x="25" y="251"/>
                  </a:lnTo>
                  <a:lnTo>
                    <a:pt x="25" y="1"/>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44"/>
            <p:cNvSpPr/>
            <p:nvPr/>
          </p:nvSpPr>
          <p:spPr>
            <a:xfrm>
              <a:off x="3635500" y="23609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44"/>
            <p:cNvSpPr/>
            <p:nvPr/>
          </p:nvSpPr>
          <p:spPr>
            <a:xfrm>
              <a:off x="3635500" y="23609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44"/>
            <p:cNvSpPr/>
            <p:nvPr/>
          </p:nvSpPr>
          <p:spPr>
            <a:xfrm>
              <a:off x="3524575" y="2360300"/>
              <a:ext cx="25" cy="5675"/>
            </a:xfrm>
            <a:custGeom>
              <a:avLst/>
              <a:gdLst/>
              <a:ahLst/>
              <a:cxnLst/>
              <a:rect l="l" t="t" r="r" b="b"/>
              <a:pathLst>
                <a:path w="1" h="227" extrusionOk="0">
                  <a:moveTo>
                    <a:pt x="1" y="1"/>
                  </a:moveTo>
                  <a:lnTo>
                    <a:pt x="1" y="226"/>
                  </a:lnTo>
                  <a:lnTo>
                    <a:pt x="1" y="226"/>
                  </a:ln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44"/>
            <p:cNvSpPr/>
            <p:nvPr/>
          </p:nvSpPr>
          <p:spPr>
            <a:xfrm>
              <a:off x="3524575" y="2360300"/>
              <a:ext cx="25" cy="6300"/>
            </a:xfrm>
            <a:custGeom>
              <a:avLst/>
              <a:gdLst/>
              <a:ahLst/>
              <a:cxnLst/>
              <a:rect l="l" t="t" r="r" b="b"/>
              <a:pathLst>
                <a:path w="1" h="252" extrusionOk="0">
                  <a:moveTo>
                    <a:pt x="1" y="1"/>
                  </a:moveTo>
                  <a:lnTo>
                    <a:pt x="1" y="226"/>
                  </a:lnTo>
                  <a:cubicBezTo>
                    <a:pt x="1" y="226"/>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44"/>
            <p:cNvSpPr/>
            <p:nvPr/>
          </p:nvSpPr>
          <p:spPr>
            <a:xfrm>
              <a:off x="3523950" y="2360300"/>
              <a:ext cx="650" cy="6300"/>
            </a:xfrm>
            <a:custGeom>
              <a:avLst/>
              <a:gdLst/>
              <a:ahLst/>
              <a:cxnLst/>
              <a:rect l="l" t="t" r="r" b="b"/>
              <a:pathLst>
                <a:path w="26"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44"/>
            <p:cNvSpPr/>
            <p:nvPr/>
          </p:nvSpPr>
          <p:spPr>
            <a:xfrm>
              <a:off x="3523950" y="2360300"/>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44"/>
            <p:cNvSpPr/>
            <p:nvPr/>
          </p:nvSpPr>
          <p:spPr>
            <a:xfrm>
              <a:off x="3523950" y="2360925"/>
              <a:ext cx="25" cy="5675"/>
            </a:xfrm>
            <a:custGeom>
              <a:avLst/>
              <a:gdLst/>
              <a:ahLst/>
              <a:cxnLst/>
              <a:rect l="l" t="t" r="r" b="b"/>
              <a:pathLst>
                <a:path w="1" h="227" extrusionOk="0">
                  <a:moveTo>
                    <a:pt x="1" y="1"/>
                  </a:moveTo>
                  <a:lnTo>
                    <a:pt x="1" y="226"/>
                  </a:lnTo>
                  <a:cubicBezTo>
                    <a:pt x="1" y="226"/>
                    <a:pt x="1" y="226"/>
                    <a:pt x="1" y="226"/>
                  </a:cubicBez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44"/>
            <p:cNvSpPr/>
            <p:nvPr/>
          </p:nvSpPr>
          <p:spPr>
            <a:xfrm>
              <a:off x="3523950" y="2360925"/>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44"/>
            <p:cNvSpPr/>
            <p:nvPr/>
          </p:nvSpPr>
          <p:spPr>
            <a:xfrm>
              <a:off x="3523950" y="23609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44"/>
            <p:cNvSpPr/>
            <p:nvPr/>
          </p:nvSpPr>
          <p:spPr>
            <a:xfrm>
              <a:off x="3523950" y="2360925"/>
              <a:ext cx="25" cy="6300"/>
            </a:xfrm>
            <a:custGeom>
              <a:avLst/>
              <a:gdLst/>
              <a:ahLst/>
              <a:cxnLst/>
              <a:rect l="l" t="t" r="r" b="b"/>
              <a:pathLst>
                <a:path w="1" h="252" extrusionOk="0">
                  <a:moveTo>
                    <a:pt x="1" y="1"/>
                  </a:moveTo>
                  <a:lnTo>
                    <a:pt x="1" y="251"/>
                  </a:lnTo>
                  <a:lnTo>
                    <a:pt x="1" y="25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44"/>
            <p:cNvSpPr/>
            <p:nvPr/>
          </p:nvSpPr>
          <p:spPr>
            <a:xfrm>
              <a:off x="3485100" y="2360300"/>
              <a:ext cx="650" cy="6925"/>
            </a:xfrm>
            <a:custGeom>
              <a:avLst/>
              <a:gdLst/>
              <a:ahLst/>
              <a:cxnLst/>
              <a:rect l="l" t="t" r="r" b="b"/>
              <a:pathLst>
                <a:path w="26" h="277" extrusionOk="0">
                  <a:moveTo>
                    <a:pt x="1" y="1"/>
                  </a:moveTo>
                  <a:lnTo>
                    <a:pt x="1" y="226"/>
                  </a:lnTo>
                  <a:cubicBezTo>
                    <a:pt x="1" y="251"/>
                    <a:pt x="1" y="276"/>
                    <a:pt x="26" y="276"/>
                  </a:cubicBezTo>
                  <a:lnTo>
                    <a:pt x="26" y="26"/>
                  </a:lnTo>
                  <a:cubicBezTo>
                    <a:pt x="1" y="26"/>
                    <a:pt x="1" y="26"/>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44"/>
            <p:cNvSpPr/>
            <p:nvPr/>
          </p:nvSpPr>
          <p:spPr>
            <a:xfrm>
              <a:off x="3539000" y="2354050"/>
              <a:ext cx="13800" cy="13175"/>
            </a:xfrm>
            <a:custGeom>
              <a:avLst/>
              <a:gdLst/>
              <a:ahLst/>
              <a:cxnLst/>
              <a:rect l="l" t="t" r="r" b="b"/>
              <a:pathLst>
                <a:path w="552" h="527" extrusionOk="0">
                  <a:moveTo>
                    <a:pt x="0" y="0"/>
                  </a:moveTo>
                  <a:lnTo>
                    <a:pt x="0" y="226"/>
                  </a:lnTo>
                  <a:lnTo>
                    <a:pt x="552" y="526"/>
                  </a:lnTo>
                  <a:lnTo>
                    <a:pt x="552" y="3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44"/>
            <p:cNvSpPr/>
            <p:nvPr/>
          </p:nvSpPr>
          <p:spPr>
            <a:xfrm>
              <a:off x="3602900" y="2355300"/>
              <a:ext cx="10675" cy="12550"/>
            </a:xfrm>
            <a:custGeom>
              <a:avLst/>
              <a:gdLst/>
              <a:ahLst/>
              <a:cxnLst/>
              <a:rect l="l" t="t" r="r" b="b"/>
              <a:pathLst>
                <a:path w="427" h="502" extrusionOk="0">
                  <a:moveTo>
                    <a:pt x="427" y="0"/>
                  </a:moveTo>
                  <a:lnTo>
                    <a:pt x="1" y="276"/>
                  </a:lnTo>
                  <a:lnTo>
                    <a:pt x="1" y="501"/>
                  </a:lnTo>
                  <a:lnTo>
                    <a:pt x="427" y="251"/>
                  </a:lnTo>
                  <a:lnTo>
                    <a:pt x="4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44"/>
            <p:cNvSpPr/>
            <p:nvPr/>
          </p:nvSpPr>
          <p:spPr>
            <a:xfrm>
              <a:off x="3513925" y="2360925"/>
              <a:ext cx="650" cy="6925"/>
            </a:xfrm>
            <a:custGeom>
              <a:avLst/>
              <a:gdLst/>
              <a:ahLst/>
              <a:cxnLst/>
              <a:rect l="l" t="t" r="r" b="b"/>
              <a:pathLst>
                <a:path w="26" h="277" extrusionOk="0">
                  <a:moveTo>
                    <a:pt x="1" y="1"/>
                  </a:moveTo>
                  <a:lnTo>
                    <a:pt x="1" y="226"/>
                  </a:lnTo>
                  <a:cubicBezTo>
                    <a:pt x="1" y="251"/>
                    <a:pt x="26" y="251"/>
                    <a:pt x="26" y="276"/>
                  </a:cubicBezTo>
                  <a:lnTo>
                    <a:pt x="26" y="26"/>
                  </a:lnTo>
                  <a:cubicBezTo>
                    <a:pt x="26" y="26"/>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44"/>
            <p:cNvSpPr/>
            <p:nvPr/>
          </p:nvSpPr>
          <p:spPr>
            <a:xfrm>
              <a:off x="3563425" y="2360925"/>
              <a:ext cx="25" cy="6300"/>
            </a:xfrm>
            <a:custGeom>
              <a:avLst/>
              <a:gdLst/>
              <a:ahLst/>
              <a:cxnLst/>
              <a:rect l="l" t="t" r="r" b="b"/>
              <a:pathLst>
                <a:path w="1" h="252" extrusionOk="0">
                  <a:moveTo>
                    <a:pt x="1" y="1"/>
                  </a:moveTo>
                  <a:lnTo>
                    <a:pt x="1" y="251"/>
                  </a:lnTo>
                  <a:lnTo>
                    <a:pt x="1" y="25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44"/>
            <p:cNvSpPr/>
            <p:nvPr/>
          </p:nvSpPr>
          <p:spPr>
            <a:xfrm>
              <a:off x="3563425" y="2360925"/>
              <a:ext cx="25" cy="6300"/>
            </a:xfrm>
            <a:custGeom>
              <a:avLst/>
              <a:gdLst/>
              <a:ahLst/>
              <a:cxnLst/>
              <a:rect l="l" t="t" r="r" b="b"/>
              <a:pathLst>
                <a:path w="1" h="252" extrusionOk="0">
                  <a:moveTo>
                    <a:pt x="1" y="1"/>
                  </a:moveTo>
                  <a:lnTo>
                    <a:pt x="1" y="251"/>
                  </a:lnTo>
                  <a:cubicBezTo>
                    <a:pt x="1" y="251"/>
                    <a:pt x="1" y="251"/>
                    <a:pt x="1" y="251"/>
                  </a:cubicBezTo>
                  <a:lnTo>
                    <a:pt x="1" y="26"/>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44"/>
            <p:cNvSpPr/>
            <p:nvPr/>
          </p:nvSpPr>
          <p:spPr>
            <a:xfrm>
              <a:off x="3563425" y="23615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44"/>
            <p:cNvSpPr/>
            <p:nvPr/>
          </p:nvSpPr>
          <p:spPr>
            <a:xfrm>
              <a:off x="3562800" y="2361550"/>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44"/>
            <p:cNvSpPr/>
            <p:nvPr/>
          </p:nvSpPr>
          <p:spPr>
            <a:xfrm>
              <a:off x="3562800" y="2361550"/>
              <a:ext cx="25" cy="6300"/>
            </a:xfrm>
            <a:custGeom>
              <a:avLst/>
              <a:gdLst/>
              <a:ahLst/>
              <a:cxnLst/>
              <a:rect l="l" t="t" r="r" b="b"/>
              <a:pathLst>
                <a:path w="1" h="252" extrusionOk="0">
                  <a:moveTo>
                    <a:pt x="1" y="1"/>
                  </a:moveTo>
                  <a:lnTo>
                    <a:pt x="1" y="226"/>
                  </a:lnTo>
                  <a:cubicBezTo>
                    <a:pt x="1" y="251"/>
                    <a:pt x="1" y="251"/>
                    <a:pt x="1" y="251"/>
                  </a:cubicBez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44"/>
            <p:cNvSpPr/>
            <p:nvPr/>
          </p:nvSpPr>
          <p:spPr>
            <a:xfrm>
              <a:off x="3562800" y="23615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44"/>
            <p:cNvSpPr/>
            <p:nvPr/>
          </p:nvSpPr>
          <p:spPr>
            <a:xfrm>
              <a:off x="3562800" y="2361550"/>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44"/>
            <p:cNvSpPr/>
            <p:nvPr/>
          </p:nvSpPr>
          <p:spPr>
            <a:xfrm>
              <a:off x="3562800" y="2362175"/>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44"/>
            <p:cNvSpPr/>
            <p:nvPr/>
          </p:nvSpPr>
          <p:spPr>
            <a:xfrm>
              <a:off x="3523950" y="2360925"/>
              <a:ext cx="650" cy="6925"/>
            </a:xfrm>
            <a:custGeom>
              <a:avLst/>
              <a:gdLst/>
              <a:ahLst/>
              <a:cxnLst/>
              <a:rect l="l" t="t" r="r" b="b"/>
              <a:pathLst>
                <a:path w="26" h="277" extrusionOk="0">
                  <a:moveTo>
                    <a:pt x="1" y="1"/>
                  </a:moveTo>
                  <a:lnTo>
                    <a:pt x="1" y="251"/>
                  </a:lnTo>
                  <a:cubicBezTo>
                    <a:pt x="1" y="251"/>
                    <a:pt x="1" y="276"/>
                    <a:pt x="26" y="276"/>
                  </a:cubicBezTo>
                  <a:lnTo>
                    <a:pt x="26" y="51"/>
                  </a:lnTo>
                  <a:cubicBezTo>
                    <a:pt x="26" y="26"/>
                    <a:pt x="1" y="26"/>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44"/>
            <p:cNvSpPr/>
            <p:nvPr/>
          </p:nvSpPr>
          <p:spPr>
            <a:xfrm>
              <a:off x="3577850" y="2354675"/>
              <a:ext cx="13800" cy="13800"/>
            </a:xfrm>
            <a:custGeom>
              <a:avLst/>
              <a:gdLst/>
              <a:ahLst/>
              <a:cxnLst/>
              <a:rect l="l" t="t" r="r" b="b"/>
              <a:pathLst>
                <a:path w="552" h="552" extrusionOk="0">
                  <a:moveTo>
                    <a:pt x="0" y="0"/>
                  </a:moveTo>
                  <a:lnTo>
                    <a:pt x="0" y="226"/>
                  </a:lnTo>
                  <a:lnTo>
                    <a:pt x="552" y="551"/>
                  </a:lnTo>
                  <a:lnTo>
                    <a:pt x="552" y="3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44"/>
            <p:cNvSpPr/>
            <p:nvPr/>
          </p:nvSpPr>
          <p:spPr>
            <a:xfrm>
              <a:off x="3552775" y="2361550"/>
              <a:ext cx="650" cy="6925"/>
            </a:xfrm>
            <a:custGeom>
              <a:avLst/>
              <a:gdLst/>
              <a:ahLst/>
              <a:cxnLst/>
              <a:rect l="l" t="t" r="r" b="b"/>
              <a:pathLst>
                <a:path w="26" h="277" extrusionOk="0">
                  <a:moveTo>
                    <a:pt x="1" y="1"/>
                  </a:moveTo>
                  <a:lnTo>
                    <a:pt x="1" y="226"/>
                  </a:lnTo>
                  <a:cubicBezTo>
                    <a:pt x="1" y="251"/>
                    <a:pt x="26" y="251"/>
                    <a:pt x="26" y="276"/>
                  </a:cubicBezTo>
                  <a:lnTo>
                    <a:pt x="26" y="51"/>
                  </a:lnTo>
                  <a:cubicBezTo>
                    <a:pt x="26" y="26"/>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44"/>
            <p:cNvSpPr/>
            <p:nvPr/>
          </p:nvSpPr>
          <p:spPr>
            <a:xfrm>
              <a:off x="3602275" y="2362175"/>
              <a:ext cx="650" cy="5675"/>
            </a:xfrm>
            <a:custGeom>
              <a:avLst/>
              <a:gdLst/>
              <a:ahLst/>
              <a:cxnLst/>
              <a:rect l="l" t="t" r="r" b="b"/>
              <a:pathLst>
                <a:path w="26" h="227" extrusionOk="0">
                  <a:moveTo>
                    <a:pt x="26"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44"/>
            <p:cNvSpPr/>
            <p:nvPr/>
          </p:nvSpPr>
          <p:spPr>
            <a:xfrm>
              <a:off x="3602275" y="2362175"/>
              <a:ext cx="650" cy="5675"/>
            </a:xfrm>
            <a:custGeom>
              <a:avLst/>
              <a:gdLst/>
              <a:ahLst/>
              <a:cxnLst/>
              <a:rect l="l" t="t" r="r" b="b"/>
              <a:pathLst>
                <a:path w="26" h="227" extrusionOk="0">
                  <a:moveTo>
                    <a:pt x="1" y="1"/>
                  </a:moveTo>
                  <a:lnTo>
                    <a:pt x="1"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44"/>
            <p:cNvSpPr/>
            <p:nvPr/>
          </p:nvSpPr>
          <p:spPr>
            <a:xfrm>
              <a:off x="3602275" y="2362175"/>
              <a:ext cx="25" cy="6300"/>
            </a:xfrm>
            <a:custGeom>
              <a:avLst/>
              <a:gdLst/>
              <a:ahLst/>
              <a:cxnLst/>
              <a:rect l="l" t="t" r="r" b="b"/>
              <a:pathLst>
                <a:path w="1" h="252" extrusionOk="0">
                  <a:moveTo>
                    <a:pt x="1" y="1"/>
                  </a:moveTo>
                  <a:lnTo>
                    <a:pt x="1" y="226"/>
                  </a:lnTo>
                  <a:cubicBezTo>
                    <a:pt x="1" y="226"/>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44"/>
            <p:cNvSpPr/>
            <p:nvPr/>
          </p:nvSpPr>
          <p:spPr>
            <a:xfrm>
              <a:off x="3602275" y="23621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44"/>
            <p:cNvSpPr/>
            <p:nvPr/>
          </p:nvSpPr>
          <p:spPr>
            <a:xfrm>
              <a:off x="3602275" y="2362175"/>
              <a:ext cx="25" cy="6300"/>
            </a:xfrm>
            <a:custGeom>
              <a:avLst/>
              <a:gdLst/>
              <a:ahLst/>
              <a:cxnLst/>
              <a:rect l="l" t="t" r="r" b="b"/>
              <a:pathLst>
                <a:path w="1" h="252" extrusionOk="0">
                  <a:moveTo>
                    <a:pt x="1" y="1"/>
                  </a:moveTo>
                  <a:lnTo>
                    <a:pt x="1" y="251"/>
                  </a:lnTo>
                  <a:cubicBezTo>
                    <a:pt x="1" y="251"/>
                    <a:pt x="1" y="251"/>
                    <a:pt x="1" y="251"/>
                  </a:cubicBezTo>
                  <a:lnTo>
                    <a:pt x="1" y="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44"/>
            <p:cNvSpPr/>
            <p:nvPr/>
          </p:nvSpPr>
          <p:spPr>
            <a:xfrm>
              <a:off x="3601650" y="2362800"/>
              <a:ext cx="650" cy="5675"/>
            </a:xfrm>
            <a:custGeom>
              <a:avLst/>
              <a:gdLst/>
              <a:ahLst/>
              <a:cxnLst/>
              <a:rect l="l" t="t" r="r" b="b"/>
              <a:pathLst>
                <a:path w="26" h="227" extrusionOk="0">
                  <a:moveTo>
                    <a:pt x="26"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44"/>
            <p:cNvSpPr/>
            <p:nvPr/>
          </p:nvSpPr>
          <p:spPr>
            <a:xfrm>
              <a:off x="3601650" y="2362800"/>
              <a:ext cx="650" cy="5675"/>
            </a:xfrm>
            <a:custGeom>
              <a:avLst/>
              <a:gdLst/>
              <a:ahLst/>
              <a:cxnLst/>
              <a:rect l="l" t="t" r="r" b="b"/>
              <a:pathLst>
                <a:path w="26" h="227" extrusionOk="0">
                  <a:moveTo>
                    <a:pt x="26" y="1"/>
                  </a:moveTo>
                  <a:lnTo>
                    <a:pt x="1" y="226"/>
                  </a:lnTo>
                  <a:cubicBezTo>
                    <a:pt x="1" y="226"/>
                    <a:pt x="1" y="226"/>
                    <a:pt x="1" y="226"/>
                  </a:cubicBezTo>
                  <a:lnTo>
                    <a:pt x="26" y="1"/>
                  </a:lnTo>
                  <a:cubicBezTo>
                    <a:pt x="26" y="1"/>
                    <a:pt x="26" y="1"/>
                    <a:pt x="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44"/>
            <p:cNvSpPr/>
            <p:nvPr/>
          </p:nvSpPr>
          <p:spPr>
            <a:xfrm>
              <a:off x="3601650" y="2362800"/>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44"/>
            <p:cNvSpPr/>
            <p:nvPr/>
          </p:nvSpPr>
          <p:spPr>
            <a:xfrm>
              <a:off x="3514550" y="2361550"/>
              <a:ext cx="25" cy="6300"/>
            </a:xfrm>
            <a:custGeom>
              <a:avLst/>
              <a:gdLst/>
              <a:ahLst/>
              <a:cxnLst/>
              <a:rect l="l" t="t" r="r" b="b"/>
              <a:pathLst>
                <a:path w="1" h="252" extrusionOk="0">
                  <a:moveTo>
                    <a:pt x="1" y="1"/>
                  </a:moveTo>
                  <a:lnTo>
                    <a:pt x="1" y="251"/>
                  </a:lnTo>
                  <a:lnTo>
                    <a:pt x="1" y="251"/>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44"/>
            <p:cNvSpPr/>
            <p:nvPr/>
          </p:nvSpPr>
          <p:spPr>
            <a:xfrm>
              <a:off x="3514550" y="23615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44"/>
            <p:cNvSpPr/>
            <p:nvPr/>
          </p:nvSpPr>
          <p:spPr>
            <a:xfrm>
              <a:off x="3514550" y="2361550"/>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44"/>
            <p:cNvSpPr/>
            <p:nvPr/>
          </p:nvSpPr>
          <p:spPr>
            <a:xfrm>
              <a:off x="3513925" y="2362175"/>
              <a:ext cx="650" cy="5675"/>
            </a:xfrm>
            <a:custGeom>
              <a:avLst/>
              <a:gdLst/>
              <a:ahLst/>
              <a:cxnLst/>
              <a:rect l="l" t="t" r="r" b="b"/>
              <a:pathLst>
                <a:path w="26" h="227" extrusionOk="0">
                  <a:moveTo>
                    <a:pt x="1" y="1"/>
                  </a:moveTo>
                  <a:lnTo>
                    <a:pt x="1" y="226"/>
                  </a:lnTo>
                  <a:lnTo>
                    <a:pt x="26" y="226"/>
                  </a:lnTo>
                  <a:lnTo>
                    <a:pt x="26"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44"/>
            <p:cNvSpPr/>
            <p:nvPr/>
          </p:nvSpPr>
          <p:spPr>
            <a:xfrm>
              <a:off x="3513925" y="2362175"/>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44"/>
            <p:cNvSpPr/>
            <p:nvPr/>
          </p:nvSpPr>
          <p:spPr>
            <a:xfrm>
              <a:off x="3513925" y="23621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44"/>
            <p:cNvSpPr/>
            <p:nvPr/>
          </p:nvSpPr>
          <p:spPr>
            <a:xfrm>
              <a:off x="3513925" y="236217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44"/>
            <p:cNvSpPr/>
            <p:nvPr/>
          </p:nvSpPr>
          <p:spPr>
            <a:xfrm>
              <a:off x="3513925" y="23628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44"/>
            <p:cNvSpPr/>
            <p:nvPr/>
          </p:nvSpPr>
          <p:spPr>
            <a:xfrm>
              <a:off x="3641125" y="2359675"/>
              <a:ext cx="5675" cy="9425"/>
            </a:xfrm>
            <a:custGeom>
              <a:avLst/>
              <a:gdLst/>
              <a:ahLst/>
              <a:cxnLst/>
              <a:rect l="l" t="t" r="r" b="b"/>
              <a:pathLst>
                <a:path w="227" h="377" extrusionOk="0">
                  <a:moveTo>
                    <a:pt x="226" y="1"/>
                  </a:moveTo>
                  <a:lnTo>
                    <a:pt x="1" y="126"/>
                  </a:lnTo>
                  <a:lnTo>
                    <a:pt x="1" y="377"/>
                  </a:lnTo>
                  <a:lnTo>
                    <a:pt x="226" y="251"/>
                  </a:lnTo>
                  <a:lnTo>
                    <a:pt x="22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44"/>
            <p:cNvSpPr/>
            <p:nvPr/>
          </p:nvSpPr>
          <p:spPr>
            <a:xfrm>
              <a:off x="3562800" y="2362175"/>
              <a:ext cx="650" cy="6925"/>
            </a:xfrm>
            <a:custGeom>
              <a:avLst/>
              <a:gdLst/>
              <a:ahLst/>
              <a:cxnLst/>
              <a:rect l="l" t="t" r="r" b="b"/>
              <a:pathLst>
                <a:path w="26" h="277" extrusionOk="0">
                  <a:moveTo>
                    <a:pt x="1" y="1"/>
                  </a:moveTo>
                  <a:lnTo>
                    <a:pt x="1" y="226"/>
                  </a:lnTo>
                  <a:cubicBezTo>
                    <a:pt x="1" y="251"/>
                    <a:pt x="26" y="251"/>
                    <a:pt x="26" y="277"/>
                  </a:cubicBezTo>
                  <a:lnTo>
                    <a:pt x="26" y="26"/>
                  </a:lnTo>
                  <a:cubicBezTo>
                    <a:pt x="26" y="26"/>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44"/>
            <p:cNvSpPr/>
            <p:nvPr/>
          </p:nvSpPr>
          <p:spPr>
            <a:xfrm>
              <a:off x="3616700" y="2355300"/>
              <a:ext cx="13800" cy="13800"/>
            </a:xfrm>
            <a:custGeom>
              <a:avLst/>
              <a:gdLst/>
              <a:ahLst/>
              <a:cxnLst/>
              <a:rect l="l" t="t" r="r" b="b"/>
              <a:pathLst>
                <a:path w="552" h="552" extrusionOk="0">
                  <a:moveTo>
                    <a:pt x="0" y="0"/>
                  </a:moveTo>
                  <a:lnTo>
                    <a:pt x="0" y="251"/>
                  </a:lnTo>
                  <a:lnTo>
                    <a:pt x="552" y="552"/>
                  </a:lnTo>
                  <a:lnTo>
                    <a:pt x="552" y="3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44"/>
            <p:cNvSpPr/>
            <p:nvPr/>
          </p:nvSpPr>
          <p:spPr>
            <a:xfrm>
              <a:off x="3591625" y="2362175"/>
              <a:ext cx="650" cy="6925"/>
            </a:xfrm>
            <a:custGeom>
              <a:avLst/>
              <a:gdLst/>
              <a:ahLst/>
              <a:cxnLst/>
              <a:rect l="l" t="t" r="r" b="b"/>
              <a:pathLst>
                <a:path w="26" h="277" extrusionOk="0">
                  <a:moveTo>
                    <a:pt x="1" y="1"/>
                  </a:moveTo>
                  <a:lnTo>
                    <a:pt x="1" y="251"/>
                  </a:lnTo>
                  <a:cubicBezTo>
                    <a:pt x="26" y="251"/>
                    <a:pt x="26" y="277"/>
                    <a:pt x="26" y="277"/>
                  </a:cubicBezTo>
                  <a:lnTo>
                    <a:pt x="26" y="51"/>
                  </a:lnTo>
                  <a:cubicBezTo>
                    <a:pt x="26" y="26"/>
                    <a:pt x="26"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44"/>
            <p:cNvSpPr/>
            <p:nvPr/>
          </p:nvSpPr>
          <p:spPr>
            <a:xfrm>
              <a:off x="3641125" y="2362800"/>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44"/>
            <p:cNvSpPr/>
            <p:nvPr/>
          </p:nvSpPr>
          <p:spPr>
            <a:xfrm>
              <a:off x="3641125" y="2362800"/>
              <a:ext cx="25" cy="6300"/>
            </a:xfrm>
            <a:custGeom>
              <a:avLst/>
              <a:gdLst/>
              <a:ahLst/>
              <a:cxnLst/>
              <a:rect l="l" t="t" r="r" b="b"/>
              <a:pathLst>
                <a:path w="1" h="252" extrusionOk="0">
                  <a:moveTo>
                    <a:pt x="1" y="1"/>
                  </a:moveTo>
                  <a:lnTo>
                    <a:pt x="1" y="252"/>
                  </a:lnTo>
                  <a:cubicBezTo>
                    <a:pt x="1" y="252"/>
                    <a:pt x="1" y="252"/>
                    <a:pt x="1" y="252"/>
                  </a:cubicBezTo>
                  <a:lnTo>
                    <a:pt x="1" y="26"/>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44"/>
            <p:cNvSpPr/>
            <p:nvPr/>
          </p:nvSpPr>
          <p:spPr>
            <a:xfrm>
              <a:off x="3640500" y="2363425"/>
              <a:ext cx="650" cy="5675"/>
            </a:xfrm>
            <a:custGeom>
              <a:avLst/>
              <a:gdLst/>
              <a:ahLst/>
              <a:cxnLst/>
              <a:rect l="l" t="t" r="r" b="b"/>
              <a:pathLst>
                <a:path w="26" h="227" extrusionOk="0">
                  <a:moveTo>
                    <a:pt x="26" y="1"/>
                  </a:moveTo>
                  <a:lnTo>
                    <a:pt x="1"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44"/>
            <p:cNvSpPr/>
            <p:nvPr/>
          </p:nvSpPr>
          <p:spPr>
            <a:xfrm>
              <a:off x="3640500" y="2363425"/>
              <a:ext cx="650" cy="5675"/>
            </a:xfrm>
            <a:custGeom>
              <a:avLst/>
              <a:gdLst/>
              <a:ahLst/>
              <a:cxnLst/>
              <a:rect l="l" t="t" r="r" b="b"/>
              <a:pathLst>
                <a:path w="26" h="227" extrusionOk="0">
                  <a:moveTo>
                    <a:pt x="1" y="1"/>
                  </a:moveTo>
                  <a:lnTo>
                    <a:pt x="1"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44"/>
            <p:cNvSpPr/>
            <p:nvPr/>
          </p:nvSpPr>
          <p:spPr>
            <a:xfrm>
              <a:off x="3640500" y="2363425"/>
              <a:ext cx="25" cy="6300"/>
            </a:xfrm>
            <a:custGeom>
              <a:avLst/>
              <a:gdLst/>
              <a:ahLst/>
              <a:cxnLst/>
              <a:rect l="l" t="t" r="r" b="b"/>
              <a:pathLst>
                <a:path w="1" h="252" extrusionOk="0">
                  <a:moveTo>
                    <a:pt x="1" y="1"/>
                  </a:moveTo>
                  <a:lnTo>
                    <a:pt x="1" y="227"/>
                  </a:lnTo>
                  <a:cubicBezTo>
                    <a:pt x="1" y="227"/>
                    <a:pt x="1" y="227"/>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44"/>
            <p:cNvSpPr/>
            <p:nvPr/>
          </p:nvSpPr>
          <p:spPr>
            <a:xfrm>
              <a:off x="3640500" y="2363425"/>
              <a:ext cx="25" cy="6300"/>
            </a:xfrm>
            <a:custGeom>
              <a:avLst/>
              <a:gdLst/>
              <a:ahLst/>
              <a:cxnLst/>
              <a:rect l="l" t="t" r="r" b="b"/>
              <a:pathLst>
                <a:path w="1" h="252" extrusionOk="0">
                  <a:moveTo>
                    <a:pt x="1" y="1"/>
                  </a:moveTo>
                  <a:lnTo>
                    <a:pt x="1" y="227"/>
                  </a:lnTo>
                  <a:cubicBezTo>
                    <a:pt x="1" y="252"/>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44"/>
            <p:cNvSpPr/>
            <p:nvPr/>
          </p:nvSpPr>
          <p:spPr>
            <a:xfrm>
              <a:off x="3640500" y="2363425"/>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44"/>
            <p:cNvSpPr/>
            <p:nvPr/>
          </p:nvSpPr>
          <p:spPr>
            <a:xfrm>
              <a:off x="3640500" y="2363425"/>
              <a:ext cx="25" cy="6300"/>
            </a:xfrm>
            <a:custGeom>
              <a:avLst/>
              <a:gdLst/>
              <a:ahLst/>
              <a:cxnLst/>
              <a:rect l="l" t="t" r="r" b="b"/>
              <a:pathLst>
                <a:path w="1" h="252" extrusionOk="0">
                  <a:moveTo>
                    <a:pt x="1" y="1"/>
                  </a:moveTo>
                  <a:lnTo>
                    <a:pt x="1" y="252"/>
                  </a:lnTo>
                  <a:lnTo>
                    <a:pt x="1" y="25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44"/>
            <p:cNvSpPr/>
            <p:nvPr/>
          </p:nvSpPr>
          <p:spPr>
            <a:xfrm>
              <a:off x="3553400" y="2362800"/>
              <a:ext cx="25" cy="5675"/>
            </a:xfrm>
            <a:custGeom>
              <a:avLst/>
              <a:gdLst/>
              <a:ahLst/>
              <a:cxnLst/>
              <a:rect l="l" t="t" r="r" b="b"/>
              <a:pathLst>
                <a:path w="1" h="227" extrusionOk="0">
                  <a:moveTo>
                    <a:pt x="1" y="1"/>
                  </a:moveTo>
                  <a:lnTo>
                    <a:pt x="1" y="226"/>
                  </a:lnTo>
                  <a:lnTo>
                    <a:pt x="1" y="226"/>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44"/>
            <p:cNvSpPr/>
            <p:nvPr/>
          </p:nvSpPr>
          <p:spPr>
            <a:xfrm>
              <a:off x="3553400" y="23628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44"/>
            <p:cNvSpPr/>
            <p:nvPr/>
          </p:nvSpPr>
          <p:spPr>
            <a:xfrm>
              <a:off x="3553400" y="23628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44"/>
            <p:cNvSpPr/>
            <p:nvPr/>
          </p:nvSpPr>
          <p:spPr>
            <a:xfrm>
              <a:off x="3553400" y="2362800"/>
              <a:ext cx="25" cy="6300"/>
            </a:xfrm>
            <a:custGeom>
              <a:avLst/>
              <a:gdLst/>
              <a:ahLst/>
              <a:cxnLst/>
              <a:rect l="l" t="t" r="r" b="b"/>
              <a:pathLst>
                <a:path w="1" h="252" extrusionOk="0">
                  <a:moveTo>
                    <a:pt x="1" y="1"/>
                  </a:moveTo>
                  <a:lnTo>
                    <a:pt x="1" y="226"/>
                  </a:lnTo>
                  <a:cubicBezTo>
                    <a:pt x="1" y="226"/>
                    <a:pt x="1" y="252"/>
                    <a:pt x="1" y="252"/>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44"/>
            <p:cNvSpPr/>
            <p:nvPr/>
          </p:nvSpPr>
          <p:spPr>
            <a:xfrm>
              <a:off x="3552775" y="2362800"/>
              <a:ext cx="650" cy="6300"/>
            </a:xfrm>
            <a:custGeom>
              <a:avLst/>
              <a:gdLst/>
              <a:ahLst/>
              <a:cxnLst/>
              <a:rect l="l" t="t" r="r" b="b"/>
              <a:pathLst>
                <a:path w="26" h="252" extrusionOk="0">
                  <a:moveTo>
                    <a:pt x="1" y="1"/>
                  </a:moveTo>
                  <a:lnTo>
                    <a:pt x="1" y="252"/>
                  </a:lnTo>
                  <a:lnTo>
                    <a:pt x="26" y="252"/>
                  </a:lnTo>
                  <a:lnTo>
                    <a:pt x="26"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44"/>
            <p:cNvSpPr/>
            <p:nvPr/>
          </p:nvSpPr>
          <p:spPr>
            <a:xfrm>
              <a:off x="3552775" y="2362800"/>
              <a:ext cx="25" cy="6300"/>
            </a:xfrm>
            <a:custGeom>
              <a:avLst/>
              <a:gdLst/>
              <a:ahLst/>
              <a:cxnLst/>
              <a:rect l="l" t="t" r="r" b="b"/>
              <a:pathLst>
                <a:path w="1" h="252" extrusionOk="0">
                  <a:moveTo>
                    <a:pt x="1" y="1"/>
                  </a:moveTo>
                  <a:lnTo>
                    <a:pt x="1" y="252"/>
                  </a:lnTo>
                  <a:cubicBezTo>
                    <a:pt x="1" y="252"/>
                    <a:pt x="1" y="252"/>
                    <a:pt x="1" y="252"/>
                  </a:cubicBezTo>
                  <a:lnTo>
                    <a:pt x="1" y="26"/>
                  </a:lnTo>
                  <a:cubicBezTo>
                    <a:pt x="1" y="26"/>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44"/>
            <p:cNvSpPr/>
            <p:nvPr/>
          </p:nvSpPr>
          <p:spPr>
            <a:xfrm>
              <a:off x="3552775" y="2363425"/>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44"/>
            <p:cNvSpPr/>
            <p:nvPr/>
          </p:nvSpPr>
          <p:spPr>
            <a:xfrm>
              <a:off x="3552775" y="2363425"/>
              <a:ext cx="25" cy="5675"/>
            </a:xfrm>
            <a:custGeom>
              <a:avLst/>
              <a:gdLst/>
              <a:ahLst/>
              <a:cxnLst/>
              <a:rect l="l" t="t" r="r" b="b"/>
              <a:pathLst>
                <a:path w="1" h="227" extrusionOk="0">
                  <a:moveTo>
                    <a:pt x="1" y="1"/>
                  </a:moveTo>
                  <a:lnTo>
                    <a:pt x="1" y="227"/>
                  </a:lnTo>
                  <a:lnTo>
                    <a:pt x="1" y="227"/>
                  </a:lnTo>
                  <a:lnTo>
                    <a:pt x="1" y="1"/>
                  </a:lnTo>
                  <a:lnTo>
                    <a:pt x="1"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44"/>
            <p:cNvSpPr/>
            <p:nvPr/>
          </p:nvSpPr>
          <p:spPr>
            <a:xfrm>
              <a:off x="3601650" y="2362800"/>
              <a:ext cx="1275" cy="6925"/>
            </a:xfrm>
            <a:custGeom>
              <a:avLst/>
              <a:gdLst/>
              <a:ahLst/>
              <a:cxnLst/>
              <a:rect l="l" t="t" r="r" b="b"/>
              <a:pathLst>
                <a:path w="51" h="277" extrusionOk="0">
                  <a:moveTo>
                    <a:pt x="26" y="1"/>
                  </a:moveTo>
                  <a:lnTo>
                    <a:pt x="26" y="1"/>
                  </a:lnTo>
                  <a:cubicBezTo>
                    <a:pt x="11" y="15"/>
                    <a:pt x="13" y="21"/>
                    <a:pt x="23" y="29"/>
                  </a:cubicBezTo>
                  <a:lnTo>
                    <a:pt x="23" y="29"/>
                  </a:lnTo>
                  <a:lnTo>
                    <a:pt x="26" y="1"/>
                  </a:lnTo>
                  <a:close/>
                  <a:moveTo>
                    <a:pt x="23" y="29"/>
                  </a:moveTo>
                  <a:lnTo>
                    <a:pt x="1" y="226"/>
                  </a:lnTo>
                  <a:cubicBezTo>
                    <a:pt x="1" y="252"/>
                    <a:pt x="26" y="277"/>
                    <a:pt x="51" y="277"/>
                  </a:cubicBezTo>
                  <a:lnTo>
                    <a:pt x="51" y="51"/>
                  </a:lnTo>
                  <a:cubicBezTo>
                    <a:pt x="40" y="40"/>
                    <a:pt x="29" y="34"/>
                    <a:pt x="23" y="29"/>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44"/>
            <p:cNvSpPr/>
            <p:nvPr/>
          </p:nvSpPr>
          <p:spPr>
            <a:xfrm>
              <a:off x="3630475" y="2363425"/>
              <a:ext cx="650" cy="6925"/>
            </a:xfrm>
            <a:custGeom>
              <a:avLst/>
              <a:gdLst/>
              <a:ahLst/>
              <a:cxnLst/>
              <a:rect l="l" t="t" r="r" b="b"/>
              <a:pathLst>
                <a:path w="26" h="277" extrusionOk="0">
                  <a:moveTo>
                    <a:pt x="1" y="1"/>
                  </a:moveTo>
                  <a:lnTo>
                    <a:pt x="1" y="227"/>
                  </a:lnTo>
                  <a:cubicBezTo>
                    <a:pt x="26" y="252"/>
                    <a:pt x="26" y="252"/>
                    <a:pt x="26" y="277"/>
                  </a:cubicBezTo>
                  <a:lnTo>
                    <a:pt x="26" y="26"/>
                  </a:lnTo>
                  <a:cubicBezTo>
                    <a:pt x="26" y="26"/>
                    <a:pt x="26"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44"/>
            <p:cNvSpPr/>
            <p:nvPr/>
          </p:nvSpPr>
          <p:spPr>
            <a:xfrm>
              <a:off x="3640500" y="2363425"/>
              <a:ext cx="650" cy="6925"/>
            </a:xfrm>
            <a:custGeom>
              <a:avLst/>
              <a:gdLst/>
              <a:ahLst/>
              <a:cxnLst/>
              <a:rect l="l" t="t" r="r" b="b"/>
              <a:pathLst>
                <a:path w="26" h="277" extrusionOk="0">
                  <a:moveTo>
                    <a:pt x="1" y="1"/>
                  </a:moveTo>
                  <a:lnTo>
                    <a:pt x="1" y="252"/>
                  </a:lnTo>
                  <a:cubicBezTo>
                    <a:pt x="1" y="252"/>
                    <a:pt x="26" y="277"/>
                    <a:pt x="26" y="277"/>
                  </a:cubicBezTo>
                  <a:lnTo>
                    <a:pt x="26" y="26"/>
                  </a:lnTo>
                  <a:cubicBezTo>
                    <a:pt x="26" y="26"/>
                    <a:pt x="1" y="26"/>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44"/>
            <p:cNvSpPr/>
            <p:nvPr/>
          </p:nvSpPr>
          <p:spPr>
            <a:xfrm>
              <a:off x="3592250" y="2363425"/>
              <a:ext cx="25" cy="5675"/>
            </a:xfrm>
            <a:custGeom>
              <a:avLst/>
              <a:gdLst/>
              <a:ahLst/>
              <a:cxnLst/>
              <a:rect l="l" t="t" r="r" b="b"/>
              <a:pathLst>
                <a:path w="1" h="227" extrusionOk="0">
                  <a:moveTo>
                    <a:pt x="1" y="1"/>
                  </a:moveTo>
                  <a:lnTo>
                    <a:pt x="1" y="227"/>
                  </a:lnTo>
                  <a:cubicBezTo>
                    <a:pt x="1" y="227"/>
                    <a:pt x="1" y="227"/>
                    <a:pt x="1" y="227"/>
                  </a:cubicBezTo>
                  <a:lnTo>
                    <a:pt x="1" y="1"/>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44"/>
            <p:cNvSpPr/>
            <p:nvPr/>
          </p:nvSpPr>
          <p:spPr>
            <a:xfrm>
              <a:off x="3592250" y="2363425"/>
              <a:ext cx="25" cy="6300"/>
            </a:xfrm>
            <a:custGeom>
              <a:avLst/>
              <a:gdLst/>
              <a:ahLst/>
              <a:cxnLst/>
              <a:rect l="l" t="t" r="r" b="b"/>
              <a:pathLst>
                <a:path w="1" h="252" extrusionOk="0">
                  <a:moveTo>
                    <a:pt x="1" y="1"/>
                  </a:moveTo>
                  <a:lnTo>
                    <a:pt x="1" y="227"/>
                  </a:lnTo>
                  <a:cubicBezTo>
                    <a:pt x="1" y="227"/>
                    <a:pt x="1" y="252"/>
                    <a:pt x="1" y="252"/>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44"/>
            <p:cNvSpPr/>
            <p:nvPr/>
          </p:nvSpPr>
          <p:spPr>
            <a:xfrm>
              <a:off x="3592250" y="2363425"/>
              <a:ext cx="25" cy="6300"/>
            </a:xfrm>
            <a:custGeom>
              <a:avLst/>
              <a:gdLst/>
              <a:ahLst/>
              <a:cxnLst/>
              <a:rect l="l" t="t" r="r" b="b"/>
              <a:pathLst>
                <a:path w="1" h="252" extrusionOk="0">
                  <a:moveTo>
                    <a:pt x="1" y="1"/>
                  </a:moveTo>
                  <a:lnTo>
                    <a:pt x="1" y="252"/>
                  </a:lnTo>
                  <a:cubicBezTo>
                    <a:pt x="1" y="252"/>
                    <a:pt x="1" y="252"/>
                    <a:pt x="1" y="252"/>
                  </a:cubicBez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44"/>
            <p:cNvSpPr/>
            <p:nvPr/>
          </p:nvSpPr>
          <p:spPr>
            <a:xfrm>
              <a:off x="3592250" y="2363425"/>
              <a:ext cx="25" cy="6300"/>
            </a:xfrm>
            <a:custGeom>
              <a:avLst/>
              <a:gdLst/>
              <a:ahLst/>
              <a:cxnLst/>
              <a:rect l="l" t="t" r="r" b="b"/>
              <a:pathLst>
                <a:path w="1" h="252" extrusionOk="0">
                  <a:moveTo>
                    <a:pt x="1" y="1"/>
                  </a:moveTo>
                  <a:lnTo>
                    <a:pt x="1" y="252"/>
                  </a:lnTo>
                  <a:cubicBezTo>
                    <a:pt x="1" y="252"/>
                    <a:pt x="1" y="252"/>
                    <a:pt x="1" y="252"/>
                  </a:cubicBezTo>
                  <a:lnTo>
                    <a:pt x="1" y="26"/>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44"/>
            <p:cNvSpPr/>
            <p:nvPr/>
          </p:nvSpPr>
          <p:spPr>
            <a:xfrm>
              <a:off x="3592250" y="23640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44"/>
            <p:cNvSpPr/>
            <p:nvPr/>
          </p:nvSpPr>
          <p:spPr>
            <a:xfrm>
              <a:off x="3591625" y="2364075"/>
              <a:ext cx="650" cy="5650"/>
            </a:xfrm>
            <a:custGeom>
              <a:avLst/>
              <a:gdLst/>
              <a:ahLst/>
              <a:cxnLst/>
              <a:rect l="l" t="t" r="r" b="b"/>
              <a:pathLst>
                <a:path w="26" h="226" extrusionOk="0">
                  <a:moveTo>
                    <a:pt x="1" y="0"/>
                  </a:moveTo>
                  <a:lnTo>
                    <a:pt x="1" y="226"/>
                  </a:lnTo>
                  <a:lnTo>
                    <a:pt x="26" y="226"/>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44"/>
            <p:cNvSpPr/>
            <p:nvPr/>
          </p:nvSpPr>
          <p:spPr>
            <a:xfrm>
              <a:off x="3591625" y="2364075"/>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44"/>
            <p:cNvSpPr/>
            <p:nvPr/>
          </p:nvSpPr>
          <p:spPr>
            <a:xfrm>
              <a:off x="3591625" y="2364075"/>
              <a:ext cx="25" cy="6275"/>
            </a:xfrm>
            <a:custGeom>
              <a:avLst/>
              <a:gdLst/>
              <a:ahLst/>
              <a:cxnLst/>
              <a:rect l="l" t="t" r="r" b="b"/>
              <a:pathLst>
                <a:path w="1" h="251" extrusionOk="0">
                  <a:moveTo>
                    <a:pt x="1" y="0"/>
                  </a:moveTo>
                  <a:lnTo>
                    <a:pt x="1" y="251"/>
                  </a:lnTo>
                  <a:cubicBezTo>
                    <a:pt x="1" y="251"/>
                    <a:pt x="1" y="251"/>
                    <a:pt x="1" y="251"/>
                  </a:cubicBezTo>
                  <a:lnTo>
                    <a:pt x="1" y="0"/>
                  </a:lnTo>
                  <a:lnTo>
                    <a:pt x="1"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44"/>
            <p:cNvSpPr/>
            <p:nvPr/>
          </p:nvSpPr>
          <p:spPr>
            <a:xfrm>
              <a:off x="3520200" y="23647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44"/>
            <p:cNvSpPr/>
            <p:nvPr/>
          </p:nvSpPr>
          <p:spPr>
            <a:xfrm>
              <a:off x="3519575" y="2364075"/>
              <a:ext cx="650" cy="6275"/>
            </a:xfrm>
            <a:custGeom>
              <a:avLst/>
              <a:gdLst/>
              <a:ahLst/>
              <a:cxnLst/>
              <a:rect l="l" t="t" r="r" b="b"/>
              <a:pathLst>
                <a:path w="26" h="251" extrusionOk="0">
                  <a:moveTo>
                    <a:pt x="0" y="0"/>
                  </a:moveTo>
                  <a:lnTo>
                    <a:pt x="0" y="251"/>
                  </a:lnTo>
                  <a:lnTo>
                    <a:pt x="25" y="251"/>
                  </a:lnTo>
                  <a:lnTo>
                    <a:pt x="25" y="25"/>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44"/>
            <p:cNvSpPr/>
            <p:nvPr/>
          </p:nvSpPr>
          <p:spPr>
            <a:xfrm>
              <a:off x="3519575" y="23640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44"/>
            <p:cNvSpPr/>
            <p:nvPr/>
          </p:nvSpPr>
          <p:spPr>
            <a:xfrm>
              <a:off x="3519575" y="23640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44"/>
            <p:cNvSpPr/>
            <p:nvPr/>
          </p:nvSpPr>
          <p:spPr>
            <a:xfrm>
              <a:off x="3518950" y="236407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44"/>
            <p:cNvSpPr/>
            <p:nvPr/>
          </p:nvSpPr>
          <p:spPr>
            <a:xfrm>
              <a:off x="3518950" y="23640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44"/>
            <p:cNvSpPr/>
            <p:nvPr/>
          </p:nvSpPr>
          <p:spPr>
            <a:xfrm>
              <a:off x="3518325" y="236407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44"/>
            <p:cNvSpPr/>
            <p:nvPr/>
          </p:nvSpPr>
          <p:spPr>
            <a:xfrm>
              <a:off x="3518325" y="23640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44"/>
            <p:cNvSpPr/>
            <p:nvPr/>
          </p:nvSpPr>
          <p:spPr>
            <a:xfrm>
              <a:off x="3518325" y="23640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44"/>
            <p:cNvSpPr/>
            <p:nvPr/>
          </p:nvSpPr>
          <p:spPr>
            <a:xfrm>
              <a:off x="3517700" y="2364075"/>
              <a:ext cx="650" cy="6275"/>
            </a:xfrm>
            <a:custGeom>
              <a:avLst/>
              <a:gdLst/>
              <a:ahLst/>
              <a:cxnLst/>
              <a:rect l="l" t="t" r="r" b="b"/>
              <a:pathLst>
                <a:path w="26" h="251" extrusionOk="0">
                  <a:moveTo>
                    <a:pt x="25" y="0"/>
                  </a:moveTo>
                  <a:cubicBezTo>
                    <a:pt x="0" y="0"/>
                    <a:pt x="0" y="0"/>
                    <a:pt x="0" y="25"/>
                  </a:cubicBez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44"/>
            <p:cNvSpPr/>
            <p:nvPr/>
          </p:nvSpPr>
          <p:spPr>
            <a:xfrm>
              <a:off x="3517075" y="236470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44"/>
            <p:cNvSpPr/>
            <p:nvPr/>
          </p:nvSpPr>
          <p:spPr>
            <a:xfrm>
              <a:off x="3631100" y="2364075"/>
              <a:ext cx="25" cy="6275"/>
            </a:xfrm>
            <a:custGeom>
              <a:avLst/>
              <a:gdLst/>
              <a:ahLst/>
              <a:cxnLst/>
              <a:rect l="l" t="t" r="r" b="b"/>
              <a:pathLst>
                <a:path w="1" h="251" extrusionOk="0">
                  <a:moveTo>
                    <a:pt x="1" y="0"/>
                  </a:moveTo>
                  <a:lnTo>
                    <a:pt x="1" y="251"/>
                  </a:lnTo>
                  <a:lnTo>
                    <a:pt x="1" y="251"/>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44"/>
            <p:cNvSpPr/>
            <p:nvPr/>
          </p:nvSpPr>
          <p:spPr>
            <a:xfrm>
              <a:off x="3631100" y="23640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44"/>
            <p:cNvSpPr/>
            <p:nvPr/>
          </p:nvSpPr>
          <p:spPr>
            <a:xfrm>
              <a:off x="3631100" y="236407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25"/>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44"/>
            <p:cNvSpPr/>
            <p:nvPr/>
          </p:nvSpPr>
          <p:spPr>
            <a:xfrm>
              <a:off x="3631100" y="23647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44"/>
            <p:cNvSpPr/>
            <p:nvPr/>
          </p:nvSpPr>
          <p:spPr>
            <a:xfrm>
              <a:off x="3631100" y="2364700"/>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44"/>
            <p:cNvSpPr/>
            <p:nvPr/>
          </p:nvSpPr>
          <p:spPr>
            <a:xfrm>
              <a:off x="3631100" y="23647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44"/>
            <p:cNvSpPr/>
            <p:nvPr/>
          </p:nvSpPr>
          <p:spPr>
            <a:xfrm>
              <a:off x="3630475" y="2364700"/>
              <a:ext cx="650" cy="6275"/>
            </a:xfrm>
            <a:custGeom>
              <a:avLst/>
              <a:gdLst/>
              <a:ahLst/>
              <a:cxnLst/>
              <a:rect l="l" t="t" r="r" b="b"/>
              <a:pathLst>
                <a:path w="26" h="251" extrusionOk="0">
                  <a:moveTo>
                    <a:pt x="26" y="0"/>
                  </a:moveTo>
                  <a:cubicBezTo>
                    <a:pt x="1" y="0"/>
                    <a:pt x="1" y="25"/>
                    <a:pt x="1" y="25"/>
                  </a:cubicBezTo>
                  <a:lnTo>
                    <a:pt x="1" y="251"/>
                  </a:lnTo>
                  <a:lnTo>
                    <a:pt x="26" y="251"/>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44"/>
            <p:cNvSpPr/>
            <p:nvPr/>
          </p:nvSpPr>
          <p:spPr>
            <a:xfrm>
              <a:off x="3630475" y="2365325"/>
              <a:ext cx="25" cy="5650"/>
            </a:xfrm>
            <a:custGeom>
              <a:avLst/>
              <a:gdLst/>
              <a:ahLst/>
              <a:cxnLst/>
              <a:rect l="l" t="t" r="r" b="b"/>
              <a:pathLst>
                <a:path w="1" h="226" extrusionOk="0">
                  <a:moveTo>
                    <a:pt x="1" y="0"/>
                  </a:moveTo>
                  <a:lnTo>
                    <a:pt x="1" y="226"/>
                  </a:lnTo>
                  <a:lnTo>
                    <a:pt x="1" y="226"/>
                  </a:lnTo>
                  <a:lnTo>
                    <a:pt x="1" y="0"/>
                  </a:lnTo>
                  <a:lnTo>
                    <a:pt x="1"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44"/>
            <p:cNvSpPr/>
            <p:nvPr/>
          </p:nvSpPr>
          <p:spPr>
            <a:xfrm>
              <a:off x="3557800" y="2276350"/>
              <a:ext cx="148525" cy="91500"/>
            </a:xfrm>
            <a:custGeom>
              <a:avLst/>
              <a:gdLst/>
              <a:ahLst/>
              <a:cxnLst/>
              <a:rect l="l" t="t" r="r" b="b"/>
              <a:pathLst>
                <a:path w="5941" h="3660" extrusionOk="0">
                  <a:moveTo>
                    <a:pt x="0" y="0"/>
                  </a:moveTo>
                  <a:lnTo>
                    <a:pt x="0" y="251"/>
                  </a:lnTo>
                  <a:lnTo>
                    <a:pt x="5940" y="3659"/>
                  </a:lnTo>
                  <a:lnTo>
                    <a:pt x="5940" y="3434"/>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44"/>
            <p:cNvSpPr/>
            <p:nvPr/>
          </p:nvSpPr>
          <p:spPr>
            <a:xfrm>
              <a:off x="3559050" y="2365325"/>
              <a:ext cx="25" cy="6275"/>
            </a:xfrm>
            <a:custGeom>
              <a:avLst/>
              <a:gdLst/>
              <a:ahLst/>
              <a:cxnLst/>
              <a:rect l="l" t="t" r="r" b="b"/>
              <a:pathLst>
                <a:path w="1" h="251" extrusionOk="0">
                  <a:moveTo>
                    <a:pt x="0" y="0"/>
                  </a:moveTo>
                  <a:lnTo>
                    <a:pt x="0" y="251"/>
                  </a:lnTo>
                  <a:cubicBezTo>
                    <a:pt x="0" y="251"/>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44"/>
            <p:cNvSpPr/>
            <p:nvPr/>
          </p:nvSpPr>
          <p:spPr>
            <a:xfrm>
              <a:off x="3558425" y="236532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44"/>
            <p:cNvSpPr/>
            <p:nvPr/>
          </p:nvSpPr>
          <p:spPr>
            <a:xfrm>
              <a:off x="3558425" y="23653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44"/>
            <p:cNvSpPr/>
            <p:nvPr/>
          </p:nvSpPr>
          <p:spPr>
            <a:xfrm>
              <a:off x="3558425" y="2365325"/>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44"/>
            <p:cNvSpPr/>
            <p:nvPr/>
          </p:nvSpPr>
          <p:spPr>
            <a:xfrm>
              <a:off x="3557800" y="236532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44"/>
            <p:cNvSpPr/>
            <p:nvPr/>
          </p:nvSpPr>
          <p:spPr>
            <a:xfrm>
              <a:off x="3557800" y="23653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44"/>
            <p:cNvSpPr/>
            <p:nvPr/>
          </p:nvSpPr>
          <p:spPr>
            <a:xfrm>
              <a:off x="3557800" y="2365325"/>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44"/>
            <p:cNvSpPr/>
            <p:nvPr/>
          </p:nvSpPr>
          <p:spPr>
            <a:xfrm>
              <a:off x="3557175" y="236532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44"/>
            <p:cNvSpPr/>
            <p:nvPr/>
          </p:nvSpPr>
          <p:spPr>
            <a:xfrm>
              <a:off x="3557175" y="23653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44"/>
            <p:cNvSpPr/>
            <p:nvPr/>
          </p:nvSpPr>
          <p:spPr>
            <a:xfrm>
              <a:off x="3556550" y="236532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44"/>
            <p:cNvSpPr/>
            <p:nvPr/>
          </p:nvSpPr>
          <p:spPr>
            <a:xfrm>
              <a:off x="3555925" y="2365325"/>
              <a:ext cx="650" cy="6275"/>
            </a:xfrm>
            <a:custGeom>
              <a:avLst/>
              <a:gdLst/>
              <a:ahLst/>
              <a:cxnLst/>
              <a:rect l="l" t="t" r="r" b="b"/>
              <a:pathLst>
                <a:path w="26" h="251" extrusionOk="0">
                  <a:moveTo>
                    <a:pt x="0" y="0"/>
                  </a:moveTo>
                  <a:lnTo>
                    <a:pt x="0" y="251"/>
                  </a:lnTo>
                  <a:cubicBezTo>
                    <a:pt x="0" y="251"/>
                    <a:pt x="25" y="226"/>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44"/>
            <p:cNvSpPr/>
            <p:nvPr/>
          </p:nvSpPr>
          <p:spPr>
            <a:xfrm>
              <a:off x="3597900" y="2365950"/>
              <a:ext cx="650" cy="6275"/>
            </a:xfrm>
            <a:custGeom>
              <a:avLst/>
              <a:gdLst/>
              <a:ahLst/>
              <a:cxnLst/>
              <a:rect l="l" t="t" r="r" b="b"/>
              <a:pathLst>
                <a:path w="26" h="251" extrusionOk="0">
                  <a:moveTo>
                    <a:pt x="0" y="0"/>
                  </a:moveTo>
                  <a:lnTo>
                    <a:pt x="0" y="251"/>
                  </a:lnTo>
                  <a:lnTo>
                    <a:pt x="25" y="251"/>
                  </a:lnTo>
                  <a:lnTo>
                    <a:pt x="25" y="25"/>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44"/>
            <p:cNvSpPr/>
            <p:nvPr/>
          </p:nvSpPr>
          <p:spPr>
            <a:xfrm>
              <a:off x="3597900" y="23659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44"/>
            <p:cNvSpPr/>
            <p:nvPr/>
          </p:nvSpPr>
          <p:spPr>
            <a:xfrm>
              <a:off x="3597275" y="236595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44"/>
            <p:cNvSpPr/>
            <p:nvPr/>
          </p:nvSpPr>
          <p:spPr>
            <a:xfrm>
              <a:off x="3597275" y="2365950"/>
              <a:ext cx="25" cy="6275"/>
            </a:xfrm>
            <a:custGeom>
              <a:avLst/>
              <a:gdLst/>
              <a:ahLst/>
              <a:cxnLst/>
              <a:rect l="l" t="t" r="r" b="b"/>
              <a:pathLst>
                <a:path w="1" h="251" extrusionOk="0">
                  <a:moveTo>
                    <a:pt x="0" y="0"/>
                  </a:moveTo>
                  <a:lnTo>
                    <a:pt x="0" y="251"/>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44"/>
            <p:cNvSpPr/>
            <p:nvPr/>
          </p:nvSpPr>
          <p:spPr>
            <a:xfrm>
              <a:off x="3597275" y="23659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44"/>
            <p:cNvSpPr/>
            <p:nvPr/>
          </p:nvSpPr>
          <p:spPr>
            <a:xfrm>
              <a:off x="3596650" y="236595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44"/>
            <p:cNvSpPr/>
            <p:nvPr/>
          </p:nvSpPr>
          <p:spPr>
            <a:xfrm>
              <a:off x="3596650" y="2365950"/>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44"/>
            <p:cNvSpPr/>
            <p:nvPr/>
          </p:nvSpPr>
          <p:spPr>
            <a:xfrm>
              <a:off x="3596025" y="236595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44"/>
            <p:cNvSpPr/>
            <p:nvPr/>
          </p:nvSpPr>
          <p:spPr>
            <a:xfrm>
              <a:off x="3596025" y="23659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44"/>
            <p:cNvSpPr/>
            <p:nvPr/>
          </p:nvSpPr>
          <p:spPr>
            <a:xfrm>
              <a:off x="3595400" y="2365950"/>
              <a:ext cx="650" cy="6275"/>
            </a:xfrm>
            <a:custGeom>
              <a:avLst/>
              <a:gdLst/>
              <a:ahLst/>
              <a:cxnLst/>
              <a:rect l="l" t="t" r="r" b="b"/>
              <a:pathLst>
                <a:path w="26" h="251" extrusionOk="0">
                  <a:moveTo>
                    <a:pt x="0" y="0"/>
                  </a:moveTo>
                  <a:lnTo>
                    <a:pt x="0" y="251"/>
                  </a:lnTo>
                  <a:cubicBezTo>
                    <a:pt x="0" y="251"/>
                    <a:pt x="25" y="251"/>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44"/>
            <p:cNvSpPr/>
            <p:nvPr/>
          </p:nvSpPr>
          <p:spPr>
            <a:xfrm>
              <a:off x="3594750" y="2365950"/>
              <a:ext cx="650" cy="6275"/>
            </a:xfrm>
            <a:custGeom>
              <a:avLst/>
              <a:gdLst/>
              <a:ahLst/>
              <a:cxnLst/>
              <a:rect l="l" t="t" r="r" b="b"/>
              <a:pathLst>
                <a:path w="26" h="251" extrusionOk="0">
                  <a:moveTo>
                    <a:pt x="26" y="0"/>
                  </a:moveTo>
                  <a:cubicBezTo>
                    <a:pt x="26" y="0"/>
                    <a:pt x="26" y="0"/>
                    <a:pt x="1" y="25"/>
                  </a:cubicBez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44"/>
            <p:cNvSpPr/>
            <p:nvPr/>
          </p:nvSpPr>
          <p:spPr>
            <a:xfrm>
              <a:off x="3636750" y="236720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44"/>
            <p:cNvSpPr/>
            <p:nvPr/>
          </p:nvSpPr>
          <p:spPr>
            <a:xfrm>
              <a:off x="3636750" y="23672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44"/>
            <p:cNvSpPr/>
            <p:nvPr/>
          </p:nvSpPr>
          <p:spPr>
            <a:xfrm>
              <a:off x="3636125" y="2366575"/>
              <a:ext cx="650" cy="6275"/>
            </a:xfrm>
            <a:custGeom>
              <a:avLst/>
              <a:gdLst/>
              <a:ahLst/>
              <a:cxnLst/>
              <a:rect l="l" t="t" r="r" b="b"/>
              <a:pathLst>
                <a:path w="26" h="251" extrusionOk="0">
                  <a:moveTo>
                    <a:pt x="0" y="0"/>
                  </a:moveTo>
                  <a:lnTo>
                    <a:pt x="0" y="251"/>
                  </a:lnTo>
                  <a:lnTo>
                    <a:pt x="25" y="251"/>
                  </a:lnTo>
                  <a:lnTo>
                    <a:pt x="25" y="25"/>
                  </a:lnTo>
                  <a:cubicBezTo>
                    <a:pt x="25" y="0"/>
                    <a:pt x="25"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44"/>
            <p:cNvSpPr/>
            <p:nvPr/>
          </p:nvSpPr>
          <p:spPr>
            <a:xfrm>
              <a:off x="3636125" y="2366575"/>
              <a:ext cx="25" cy="6275"/>
            </a:xfrm>
            <a:custGeom>
              <a:avLst/>
              <a:gdLst/>
              <a:ahLst/>
              <a:cxnLst/>
              <a:rect l="l" t="t" r="r" b="b"/>
              <a:pathLst>
                <a:path w="1" h="251" extrusionOk="0">
                  <a:moveTo>
                    <a:pt x="0" y="0"/>
                  </a:moveTo>
                  <a:lnTo>
                    <a:pt x="0" y="251"/>
                  </a:lnTo>
                  <a:cubicBezTo>
                    <a:pt x="0" y="251"/>
                    <a:pt x="0" y="251"/>
                    <a:pt x="0" y="251"/>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44"/>
            <p:cNvSpPr/>
            <p:nvPr/>
          </p:nvSpPr>
          <p:spPr>
            <a:xfrm>
              <a:off x="3636125" y="23665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44"/>
            <p:cNvSpPr/>
            <p:nvPr/>
          </p:nvSpPr>
          <p:spPr>
            <a:xfrm>
              <a:off x="3635500" y="236657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44"/>
            <p:cNvSpPr/>
            <p:nvPr/>
          </p:nvSpPr>
          <p:spPr>
            <a:xfrm>
              <a:off x="3635500" y="2366575"/>
              <a:ext cx="25" cy="6275"/>
            </a:xfrm>
            <a:custGeom>
              <a:avLst/>
              <a:gdLst/>
              <a:ahLst/>
              <a:cxnLst/>
              <a:rect l="l" t="t" r="r" b="b"/>
              <a:pathLst>
                <a:path w="1" h="251" extrusionOk="0">
                  <a:moveTo>
                    <a:pt x="0" y="0"/>
                  </a:moveTo>
                  <a:lnTo>
                    <a:pt x="0" y="251"/>
                  </a:lnTo>
                  <a:lnTo>
                    <a:pt x="0" y="251"/>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44"/>
            <p:cNvSpPr/>
            <p:nvPr/>
          </p:nvSpPr>
          <p:spPr>
            <a:xfrm>
              <a:off x="3635500" y="23665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44"/>
            <p:cNvSpPr/>
            <p:nvPr/>
          </p:nvSpPr>
          <p:spPr>
            <a:xfrm>
              <a:off x="3634850" y="2366575"/>
              <a:ext cx="675" cy="6275"/>
            </a:xfrm>
            <a:custGeom>
              <a:avLst/>
              <a:gdLst/>
              <a:ahLst/>
              <a:cxnLst/>
              <a:rect l="l" t="t" r="r" b="b"/>
              <a:pathLst>
                <a:path w="27"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44"/>
            <p:cNvSpPr/>
            <p:nvPr/>
          </p:nvSpPr>
          <p:spPr>
            <a:xfrm>
              <a:off x="3634225" y="2366575"/>
              <a:ext cx="650" cy="6275"/>
            </a:xfrm>
            <a:custGeom>
              <a:avLst/>
              <a:gdLst/>
              <a:ahLst/>
              <a:cxnLst/>
              <a:rect l="l" t="t" r="r" b="b"/>
              <a:pathLst>
                <a:path w="26" h="251" extrusionOk="0">
                  <a:moveTo>
                    <a:pt x="26" y="0"/>
                  </a:moveTo>
                  <a:cubicBezTo>
                    <a:pt x="26" y="0"/>
                    <a:pt x="26" y="0"/>
                    <a:pt x="1" y="25"/>
                  </a:cubicBez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44"/>
            <p:cNvSpPr/>
            <p:nvPr/>
          </p:nvSpPr>
          <p:spPr>
            <a:xfrm>
              <a:off x="3634225" y="23672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44"/>
            <p:cNvSpPr/>
            <p:nvPr/>
          </p:nvSpPr>
          <p:spPr>
            <a:xfrm>
              <a:off x="3649275" y="2359675"/>
              <a:ext cx="14425" cy="14450"/>
            </a:xfrm>
            <a:custGeom>
              <a:avLst/>
              <a:gdLst/>
              <a:ahLst/>
              <a:cxnLst/>
              <a:rect l="l" t="t" r="r" b="b"/>
              <a:pathLst>
                <a:path w="577" h="578" extrusionOk="0">
                  <a:moveTo>
                    <a:pt x="0" y="1"/>
                  </a:moveTo>
                  <a:lnTo>
                    <a:pt x="0" y="251"/>
                  </a:lnTo>
                  <a:lnTo>
                    <a:pt x="577" y="577"/>
                  </a:lnTo>
                  <a:lnTo>
                    <a:pt x="577" y="32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44"/>
            <p:cNvSpPr/>
            <p:nvPr/>
          </p:nvSpPr>
          <p:spPr>
            <a:xfrm>
              <a:off x="3663675" y="2367825"/>
              <a:ext cx="650" cy="6925"/>
            </a:xfrm>
            <a:custGeom>
              <a:avLst/>
              <a:gdLst/>
              <a:ahLst/>
              <a:cxnLst/>
              <a:rect l="l" t="t" r="r" b="b"/>
              <a:pathLst>
                <a:path w="26" h="277" extrusionOk="0">
                  <a:moveTo>
                    <a:pt x="1" y="0"/>
                  </a:moveTo>
                  <a:lnTo>
                    <a:pt x="1" y="251"/>
                  </a:lnTo>
                  <a:cubicBezTo>
                    <a:pt x="1" y="251"/>
                    <a:pt x="26" y="251"/>
                    <a:pt x="26" y="276"/>
                  </a:cubicBezTo>
                  <a:lnTo>
                    <a:pt x="26" y="25"/>
                  </a:lnTo>
                  <a:cubicBezTo>
                    <a:pt x="26" y="25"/>
                    <a:pt x="1" y="25"/>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44"/>
            <p:cNvSpPr/>
            <p:nvPr/>
          </p:nvSpPr>
          <p:spPr>
            <a:xfrm>
              <a:off x="3664300" y="2368450"/>
              <a:ext cx="25" cy="6300"/>
            </a:xfrm>
            <a:custGeom>
              <a:avLst/>
              <a:gdLst/>
              <a:ahLst/>
              <a:cxnLst/>
              <a:rect l="l" t="t" r="r" b="b"/>
              <a:pathLst>
                <a:path w="1" h="252" extrusionOk="0">
                  <a:moveTo>
                    <a:pt x="1" y="0"/>
                  </a:moveTo>
                  <a:lnTo>
                    <a:pt x="1" y="251"/>
                  </a:lnTo>
                  <a:lnTo>
                    <a:pt x="1" y="251"/>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44"/>
            <p:cNvSpPr/>
            <p:nvPr/>
          </p:nvSpPr>
          <p:spPr>
            <a:xfrm>
              <a:off x="3664300" y="2368450"/>
              <a:ext cx="25" cy="6300"/>
            </a:xfrm>
            <a:custGeom>
              <a:avLst/>
              <a:gdLst/>
              <a:ahLst/>
              <a:cxnLst/>
              <a:rect l="l" t="t" r="r" b="b"/>
              <a:pathLst>
                <a:path w="1" h="252" extrusionOk="0">
                  <a:moveTo>
                    <a:pt x="1" y="0"/>
                  </a:moveTo>
                  <a:lnTo>
                    <a:pt x="1" y="251"/>
                  </a:lnTo>
                  <a:cubicBezTo>
                    <a:pt x="1" y="251"/>
                    <a:pt x="1" y="251"/>
                    <a:pt x="1" y="251"/>
                  </a:cubicBezTo>
                  <a:lnTo>
                    <a:pt x="1" y="26"/>
                  </a:lnTo>
                  <a:cubicBezTo>
                    <a:pt x="1" y="26"/>
                    <a:pt x="1" y="26"/>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44"/>
            <p:cNvSpPr/>
            <p:nvPr/>
          </p:nvSpPr>
          <p:spPr>
            <a:xfrm>
              <a:off x="3663675" y="2369075"/>
              <a:ext cx="650" cy="5675"/>
            </a:xfrm>
            <a:custGeom>
              <a:avLst/>
              <a:gdLst/>
              <a:ahLst/>
              <a:cxnLst/>
              <a:rect l="l" t="t" r="r" b="b"/>
              <a:pathLst>
                <a:path w="26" h="227" extrusionOk="0">
                  <a:moveTo>
                    <a:pt x="26" y="1"/>
                  </a:moveTo>
                  <a:lnTo>
                    <a:pt x="1" y="226"/>
                  </a:lnTo>
                  <a:lnTo>
                    <a:pt x="26" y="226"/>
                  </a:lnTo>
                  <a:lnTo>
                    <a:pt x="26"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44"/>
            <p:cNvSpPr/>
            <p:nvPr/>
          </p:nvSpPr>
          <p:spPr>
            <a:xfrm>
              <a:off x="3663675" y="2369075"/>
              <a:ext cx="650" cy="5675"/>
            </a:xfrm>
            <a:custGeom>
              <a:avLst/>
              <a:gdLst/>
              <a:ahLst/>
              <a:cxnLst/>
              <a:rect l="l" t="t" r="r" b="b"/>
              <a:pathLst>
                <a:path w="26" h="227" extrusionOk="0">
                  <a:moveTo>
                    <a:pt x="1" y="1"/>
                  </a:moveTo>
                  <a:lnTo>
                    <a:pt x="1" y="226"/>
                  </a:lnTo>
                  <a:lnTo>
                    <a:pt x="26"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44"/>
            <p:cNvSpPr/>
            <p:nvPr/>
          </p:nvSpPr>
          <p:spPr>
            <a:xfrm>
              <a:off x="3663675" y="2369075"/>
              <a:ext cx="25" cy="6300"/>
            </a:xfrm>
            <a:custGeom>
              <a:avLst/>
              <a:gdLst/>
              <a:ahLst/>
              <a:cxnLst/>
              <a:rect l="l" t="t" r="r" b="b"/>
              <a:pathLst>
                <a:path w="1" h="252" extrusionOk="0">
                  <a:moveTo>
                    <a:pt x="1" y="1"/>
                  </a:moveTo>
                  <a:lnTo>
                    <a:pt x="1" y="226"/>
                  </a:lnTo>
                  <a:cubicBezTo>
                    <a:pt x="1" y="226"/>
                    <a:pt x="1" y="251"/>
                    <a:pt x="1" y="251"/>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44"/>
            <p:cNvSpPr/>
            <p:nvPr/>
          </p:nvSpPr>
          <p:spPr>
            <a:xfrm>
              <a:off x="3663675" y="23690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44"/>
            <p:cNvSpPr/>
            <p:nvPr/>
          </p:nvSpPr>
          <p:spPr>
            <a:xfrm>
              <a:off x="3663675" y="2369075"/>
              <a:ext cx="25" cy="6300"/>
            </a:xfrm>
            <a:custGeom>
              <a:avLst/>
              <a:gdLst/>
              <a:ahLst/>
              <a:cxnLst/>
              <a:rect l="l" t="t" r="r" b="b"/>
              <a:pathLst>
                <a:path w="1" h="252" extrusionOk="0">
                  <a:moveTo>
                    <a:pt x="1" y="1"/>
                  </a:moveTo>
                  <a:lnTo>
                    <a:pt x="1" y="251"/>
                  </a:lnTo>
                  <a:cubicBezTo>
                    <a:pt x="1" y="251"/>
                    <a:pt x="1" y="251"/>
                    <a:pt x="1" y="251"/>
                  </a:cubicBezTo>
                  <a:lnTo>
                    <a:pt x="1" y="26"/>
                  </a:lnTo>
                  <a:cubicBezTo>
                    <a:pt x="1" y="1"/>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44"/>
            <p:cNvSpPr/>
            <p:nvPr/>
          </p:nvSpPr>
          <p:spPr>
            <a:xfrm>
              <a:off x="3663675" y="23697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44"/>
            <p:cNvSpPr/>
            <p:nvPr/>
          </p:nvSpPr>
          <p:spPr>
            <a:xfrm>
              <a:off x="3502650" y="2362800"/>
              <a:ext cx="11300" cy="11950"/>
            </a:xfrm>
            <a:custGeom>
              <a:avLst/>
              <a:gdLst/>
              <a:ahLst/>
              <a:cxnLst/>
              <a:rect l="l" t="t" r="r" b="b"/>
              <a:pathLst>
                <a:path w="452" h="478" extrusionOk="0">
                  <a:moveTo>
                    <a:pt x="452" y="1"/>
                  </a:moveTo>
                  <a:lnTo>
                    <a:pt x="1" y="252"/>
                  </a:lnTo>
                  <a:lnTo>
                    <a:pt x="1" y="477"/>
                  </a:lnTo>
                  <a:lnTo>
                    <a:pt x="452" y="226"/>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44"/>
            <p:cNvSpPr/>
            <p:nvPr/>
          </p:nvSpPr>
          <p:spPr>
            <a:xfrm>
              <a:off x="3485750" y="2360925"/>
              <a:ext cx="13800" cy="13825"/>
            </a:xfrm>
            <a:custGeom>
              <a:avLst/>
              <a:gdLst/>
              <a:ahLst/>
              <a:cxnLst/>
              <a:rect l="l" t="t" r="r" b="b"/>
              <a:pathLst>
                <a:path w="552" h="553" extrusionOk="0">
                  <a:moveTo>
                    <a:pt x="0" y="1"/>
                  </a:moveTo>
                  <a:lnTo>
                    <a:pt x="0" y="251"/>
                  </a:lnTo>
                  <a:lnTo>
                    <a:pt x="551" y="552"/>
                  </a:lnTo>
                  <a:lnTo>
                    <a:pt x="551" y="327"/>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44"/>
            <p:cNvSpPr/>
            <p:nvPr/>
          </p:nvSpPr>
          <p:spPr>
            <a:xfrm>
              <a:off x="3485100" y="2352325"/>
              <a:ext cx="29475" cy="17250"/>
            </a:xfrm>
            <a:custGeom>
              <a:avLst/>
              <a:gdLst/>
              <a:ahLst/>
              <a:cxnLst/>
              <a:rect l="l" t="t" r="r" b="b"/>
              <a:pathLst>
                <a:path w="1179" h="690" extrusionOk="0">
                  <a:moveTo>
                    <a:pt x="530" y="0"/>
                  </a:moveTo>
                  <a:cubicBezTo>
                    <a:pt x="508" y="0"/>
                    <a:pt x="490" y="6"/>
                    <a:pt x="477" y="19"/>
                  </a:cubicBezTo>
                  <a:lnTo>
                    <a:pt x="26" y="270"/>
                  </a:lnTo>
                  <a:cubicBezTo>
                    <a:pt x="1" y="295"/>
                    <a:pt x="1" y="345"/>
                    <a:pt x="26" y="345"/>
                  </a:cubicBezTo>
                  <a:lnTo>
                    <a:pt x="577" y="671"/>
                  </a:lnTo>
                  <a:cubicBezTo>
                    <a:pt x="590" y="683"/>
                    <a:pt x="609" y="689"/>
                    <a:pt x="631" y="689"/>
                  </a:cubicBezTo>
                  <a:cubicBezTo>
                    <a:pt x="653" y="689"/>
                    <a:pt x="678" y="683"/>
                    <a:pt x="703" y="671"/>
                  </a:cubicBezTo>
                  <a:lnTo>
                    <a:pt x="1154" y="420"/>
                  </a:lnTo>
                  <a:cubicBezTo>
                    <a:pt x="1179" y="395"/>
                    <a:pt x="1179" y="370"/>
                    <a:pt x="1154" y="345"/>
                  </a:cubicBezTo>
                  <a:lnTo>
                    <a:pt x="602" y="19"/>
                  </a:lnTo>
                  <a:cubicBezTo>
                    <a:pt x="577" y="6"/>
                    <a:pt x="552" y="0"/>
                    <a:pt x="530"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44"/>
            <p:cNvSpPr/>
            <p:nvPr/>
          </p:nvSpPr>
          <p:spPr>
            <a:xfrm>
              <a:off x="3486375" y="2352775"/>
              <a:ext cx="26950" cy="14450"/>
            </a:xfrm>
            <a:custGeom>
              <a:avLst/>
              <a:gdLst/>
              <a:ahLst/>
              <a:cxnLst/>
              <a:rect l="l" t="t" r="r" b="b"/>
              <a:pathLst>
                <a:path w="1078" h="578" extrusionOk="0">
                  <a:moveTo>
                    <a:pt x="451" y="1"/>
                  </a:moveTo>
                  <a:cubicBezTo>
                    <a:pt x="451" y="1"/>
                    <a:pt x="0" y="252"/>
                    <a:pt x="0" y="252"/>
                  </a:cubicBezTo>
                  <a:cubicBezTo>
                    <a:pt x="0" y="252"/>
                    <a:pt x="0" y="277"/>
                    <a:pt x="0" y="277"/>
                  </a:cubicBezTo>
                  <a:lnTo>
                    <a:pt x="526" y="577"/>
                  </a:lnTo>
                  <a:lnTo>
                    <a:pt x="627" y="577"/>
                  </a:lnTo>
                  <a:cubicBezTo>
                    <a:pt x="627" y="577"/>
                    <a:pt x="1078" y="327"/>
                    <a:pt x="1078" y="327"/>
                  </a:cubicBezTo>
                  <a:cubicBezTo>
                    <a:pt x="1078" y="327"/>
                    <a:pt x="1078" y="327"/>
                    <a:pt x="1078" y="302"/>
                  </a:cubicBezTo>
                  <a:lnTo>
                    <a:pt x="526"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44"/>
            <p:cNvSpPr/>
            <p:nvPr/>
          </p:nvSpPr>
          <p:spPr>
            <a:xfrm>
              <a:off x="3502025" y="2369075"/>
              <a:ext cx="650" cy="6300"/>
            </a:xfrm>
            <a:custGeom>
              <a:avLst/>
              <a:gdLst/>
              <a:ahLst/>
              <a:cxnLst/>
              <a:rect l="l" t="t" r="r" b="b"/>
              <a:pathLst>
                <a:path w="26" h="252" extrusionOk="0">
                  <a:moveTo>
                    <a:pt x="1" y="1"/>
                  </a:moveTo>
                  <a:lnTo>
                    <a:pt x="1" y="251"/>
                  </a:lnTo>
                  <a:cubicBezTo>
                    <a:pt x="1" y="251"/>
                    <a:pt x="26" y="251"/>
                    <a:pt x="26" y="226"/>
                  </a:cubicBez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44"/>
            <p:cNvSpPr/>
            <p:nvPr/>
          </p:nvSpPr>
          <p:spPr>
            <a:xfrm>
              <a:off x="3501400" y="2369075"/>
              <a:ext cx="650" cy="6300"/>
            </a:xfrm>
            <a:custGeom>
              <a:avLst/>
              <a:gdLst/>
              <a:ahLst/>
              <a:cxnLst/>
              <a:rect l="l" t="t" r="r" b="b"/>
              <a:pathLst>
                <a:path w="26" h="252" extrusionOk="0">
                  <a:moveTo>
                    <a:pt x="1" y="1"/>
                  </a:moveTo>
                  <a:lnTo>
                    <a:pt x="1" y="251"/>
                  </a:lnTo>
                  <a:lnTo>
                    <a:pt x="26" y="251"/>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44"/>
            <p:cNvSpPr/>
            <p:nvPr/>
          </p:nvSpPr>
          <p:spPr>
            <a:xfrm>
              <a:off x="3501400" y="236907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44"/>
            <p:cNvSpPr/>
            <p:nvPr/>
          </p:nvSpPr>
          <p:spPr>
            <a:xfrm>
              <a:off x="3500775" y="2369700"/>
              <a:ext cx="650" cy="5675"/>
            </a:xfrm>
            <a:custGeom>
              <a:avLst/>
              <a:gdLst/>
              <a:ahLst/>
              <a:cxnLst/>
              <a:rect l="l" t="t" r="r" b="b"/>
              <a:pathLst>
                <a:path w="26" h="227" extrusionOk="0">
                  <a:moveTo>
                    <a:pt x="26" y="1"/>
                  </a:moveTo>
                  <a:lnTo>
                    <a:pt x="1" y="226"/>
                  </a:lnTo>
                  <a:lnTo>
                    <a:pt x="26" y="226"/>
                  </a:lnTo>
                  <a:lnTo>
                    <a:pt x="26"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44"/>
            <p:cNvSpPr/>
            <p:nvPr/>
          </p:nvSpPr>
          <p:spPr>
            <a:xfrm>
              <a:off x="3500775" y="2369700"/>
              <a:ext cx="25" cy="5675"/>
            </a:xfrm>
            <a:custGeom>
              <a:avLst/>
              <a:gdLst/>
              <a:ahLst/>
              <a:cxnLst/>
              <a:rect l="l" t="t" r="r" b="b"/>
              <a:pathLst>
                <a:path w="1" h="227" extrusionOk="0">
                  <a:moveTo>
                    <a:pt x="1" y="1"/>
                  </a:moveTo>
                  <a:lnTo>
                    <a:pt x="1" y="226"/>
                  </a:lnTo>
                  <a:lnTo>
                    <a:pt x="1" y="226"/>
                  </a:ln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44"/>
            <p:cNvSpPr/>
            <p:nvPr/>
          </p:nvSpPr>
          <p:spPr>
            <a:xfrm>
              <a:off x="3500775" y="23697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44"/>
            <p:cNvSpPr/>
            <p:nvPr/>
          </p:nvSpPr>
          <p:spPr>
            <a:xfrm>
              <a:off x="3500150" y="2369700"/>
              <a:ext cx="650" cy="5675"/>
            </a:xfrm>
            <a:custGeom>
              <a:avLst/>
              <a:gdLst/>
              <a:ahLst/>
              <a:cxnLst/>
              <a:rect l="l" t="t" r="r" b="b"/>
              <a:pathLst>
                <a:path w="26" h="227" extrusionOk="0">
                  <a:moveTo>
                    <a:pt x="0" y="1"/>
                  </a:moveTo>
                  <a:lnTo>
                    <a:pt x="0" y="226"/>
                  </a:lnTo>
                  <a:lnTo>
                    <a:pt x="26" y="226"/>
                  </a:lnTo>
                  <a:lnTo>
                    <a:pt x="26"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44"/>
            <p:cNvSpPr/>
            <p:nvPr/>
          </p:nvSpPr>
          <p:spPr>
            <a:xfrm>
              <a:off x="3500150" y="2369075"/>
              <a:ext cx="25" cy="6300"/>
            </a:xfrm>
            <a:custGeom>
              <a:avLst/>
              <a:gdLst/>
              <a:ahLst/>
              <a:cxnLst/>
              <a:rect l="l" t="t" r="r" b="b"/>
              <a:pathLst>
                <a:path w="1" h="252" extrusionOk="0">
                  <a:moveTo>
                    <a:pt x="0" y="26"/>
                  </a:moveTo>
                  <a:lnTo>
                    <a:pt x="0" y="251"/>
                  </a:lnTo>
                  <a:cubicBezTo>
                    <a:pt x="0" y="251"/>
                    <a:pt x="0" y="251"/>
                    <a:pt x="0" y="251"/>
                  </a:cubicBezTo>
                  <a:lnTo>
                    <a:pt x="0" y="1"/>
                  </a:lnTo>
                  <a:cubicBezTo>
                    <a:pt x="0" y="1"/>
                    <a:pt x="0" y="26"/>
                    <a:pt x="0" y="26"/>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44"/>
            <p:cNvSpPr/>
            <p:nvPr/>
          </p:nvSpPr>
          <p:spPr>
            <a:xfrm>
              <a:off x="3500150" y="23690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44"/>
            <p:cNvSpPr/>
            <p:nvPr/>
          </p:nvSpPr>
          <p:spPr>
            <a:xfrm>
              <a:off x="3499525" y="2369075"/>
              <a:ext cx="650" cy="6300"/>
            </a:xfrm>
            <a:custGeom>
              <a:avLst/>
              <a:gdLst/>
              <a:ahLst/>
              <a:cxnLst/>
              <a:rect l="l" t="t" r="r" b="b"/>
              <a:pathLst>
                <a:path w="26" h="252" extrusionOk="0">
                  <a:moveTo>
                    <a:pt x="0" y="1"/>
                  </a:moveTo>
                  <a:lnTo>
                    <a:pt x="0" y="251"/>
                  </a:lnTo>
                  <a:lnTo>
                    <a:pt x="25" y="251"/>
                  </a:lnTo>
                  <a:lnTo>
                    <a:pt x="25"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44"/>
            <p:cNvSpPr/>
            <p:nvPr/>
          </p:nvSpPr>
          <p:spPr>
            <a:xfrm>
              <a:off x="3499525" y="2369075"/>
              <a:ext cx="25" cy="6300"/>
            </a:xfrm>
            <a:custGeom>
              <a:avLst/>
              <a:gdLst/>
              <a:ahLst/>
              <a:cxnLst/>
              <a:rect l="l" t="t" r="r" b="b"/>
              <a:pathLst>
                <a:path w="1" h="252" extrusionOk="0">
                  <a:moveTo>
                    <a:pt x="0" y="1"/>
                  </a:moveTo>
                  <a:lnTo>
                    <a:pt x="0" y="251"/>
                  </a:lnTo>
                  <a:cubicBezTo>
                    <a:pt x="0" y="251"/>
                    <a:pt x="0" y="251"/>
                    <a:pt x="0" y="226"/>
                  </a:cubicBezTo>
                  <a:lnTo>
                    <a:pt x="0" y="1"/>
                  </a:lnTo>
                  <a:cubicBezTo>
                    <a:pt x="0" y="1"/>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44"/>
            <p:cNvSpPr/>
            <p:nvPr/>
          </p:nvSpPr>
          <p:spPr>
            <a:xfrm>
              <a:off x="3541500" y="2363425"/>
              <a:ext cx="11300" cy="12575"/>
            </a:xfrm>
            <a:custGeom>
              <a:avLst/>
              <a:gdLst/>
              <a:ahLst/>
              <a:cxnLst/>
              <a:rect l="l" t="t" r="r" b="b"/>
              <a:pathLst>
                <a:path w="452" h="503" extrusionOk="0">
                  <a:moveTo>
                    <a:pt x="452" y="1"/>
                  </a:moveTo>
                  <a:lnTo>
                    <a:pt x="1" y="252"/>
                  </a:lnTo>
                  <a:lnTo>
                    <a:pt x="1" y="502"/>
                  </a:lnTo>
                  <a:lnTo>
                    <a:pt x="452" y="227"/>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44"/>
            <p:cNvSpPr/>
            <p:nvPr/>
          </p:nvSpPr>
          <p:spPr>
            <a:xfrm>
              <a:off x="3524575" y="2362175"/>
              <a:ext cx="13825" cy="13825"/>
            </a:xfrm>
            <a:custGeom>
              <a:avLst/>
              <a:gdLst/>
              <a:ahLst/>
              <a:cxnLst/>
              <a:rect l="l" t="t" r="r" b="b"/>
              <a:pathLst>
                <a:path w="553" h="553" extrusionOk="0">
                  <a:moveTo>
                    <a:pt x="1" y="1"/>
                  </a:moveTo>
                  <a:lnTo>
                    <a:pt x="1" y="226"/>
                  </a:lnTo>
                  <a:lnTo>
                    <a:pt x="552" y="552"/>
                  </a:lnTo>
                  <a:lnTo>
                    <a:pt x="552" y="302"/>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44"/>
            <p:cNvSpPr/>
            <p:nvPr/>
          </p:nvSpPr>
          <p:spPr>
            <a:xfrm>
              <a:off x="3523950" y="2353575"/>
              <a:ext cx="29475" cy="16625"/>
            </a:xfrm>
            <a:custGeom>
              <a:avLst/>
              <a:gdLst/>
              <a:ahLst/>
              <a:cxnLst/>
              <a:rect l="l" t="t" r="r" b="b"/>
              <a:pathLst>
                <a:path w="1179" h="665" extrusionOk="0">
                  <a:moveTo>
                    <a:pt x="540" y="0"/>
                  </a:moveTo>
                  <a:cubicBezTo>
                    <a:pt x="515" y="0"/>
                    <a:pt x="490" y="7"/>
                    <a:pt x="477" y="19"/>
                  </a:cubicBezTo>
                  <a:lnTo>
                    <a:pt x="26" y="270"/>
                  </a:lnTo>
                  <a:cubicBezTo>
                    <a:pt x="1" y="295"/>
                    <a:pt x="1" y="320"/>
                    <a:pt x="26" y="345"/>
                  </a:cubicBezTo>
                  <a:lnTo>
                    <a:pt x="577" y="646"/>
                  </a:lnTo>
                  <a:cubicBezTo>
                    <a:pt x="590" y="658"/>
                    <a:pt x="615" y="664"/>
                    <a:pt x="640" y="664"/>
                  </a:cubicBezTo>
                  <a:cubicBezTo>
                    <a:pt x="665" y="664"/>
                    <a:pt x="690" y="658"/>
                    <a:pt x="703" y="646"/>
                  </a:cubicBezTo>
                  <a:lnTo>
                    <a:pt x="1154" y="395"/>
                  </a:lnTo>
                  <a:cubicBezTo>
                    <a:pt x="1179" y="370"/>
                    <a:pt x="1179" y="345"/>
                    <a:pt x="1154" y="320"/>
                  </a:cubicBezTo>
                  <a:lnTo>
                    <a:pt x="602" y="19"/>
                  </a:lnTo>
                  <a:cubicBezTo>
                    <a:pt x="590" y="7"/>
                    <a:pt x="565" y="0"/>
                    <a:pt x="540"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44"/>
            <p:cNvSpPr/>
            <p:nvPr/>
          </p:nvSpPr>
          <p:spPr>
            <a:xfrm>
              <a:off x="3525200" y="2353400"/>
              <a:ext cx="26975" cy="15075"/>
            </a:xfrm>
            <a:custGeom>
              <a:avLst/>
              <a:gdLst/>
              <a:ahLst/>
              <a:cxnLst/>
              <a:rect l="l" t="t" r="r" b="b"/>
              <a:pathLst>
                <a:path w="1079" h="603" extrusionOk="0">
                  <a:moveTo>
                    <a:pt x="452" y="1"/>
                  </a:moveTo>
                  <a:cubicBezTo>
                    <a:pt x="452" y="1"/>
                    <a:pt x="1" y="277"/>
                    <a:pt x="1" y="277"/>
                  </a:cubicBezTo>
                  <a:lnTo>
                    <a:pt x="552" y="577"/>
                  </a:lnTo>
                  <a:cubicBezTo>
                    <a:pt x="552" y="602"/>
                    <a:pt x="577" y="602"/>
                    <a:pt x="577" y="602"/>
                  </a:cubicBezTo>
                  <a:cubicBezTo>
                    <a:pt x="602" y="602"/>
                    <a:pt x="628" y="602"/>
                    <a:pt x="628" y="577"/>
                  </a:cubicBezTo>
                  <a:cubicBezTo>
                    <a:pt x="628" y="577"/>
                    <a:pt x="1079" y="327"/>
                    <a:pt x="1079" y="327"/>
                  </a:cubicBezTo>
                  <a:lnTo>
                    <a:pt x="527"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44"/>
            <p:cNvSpPr/>
            <p:nvPr/>
          </p:nvSpPr>
          <p:spPr>
            <a:xfrm>
              <a:off x="3540875" y="2369700"/>
              <a:ext cx="650" cy="6300"/>
            </a:xfrm>
            <a:custGeom>
              <a:avLst/>
              <a:gdLst/>
              <a:ahLst/>
              <a:cxnLst/>
              <a:rect l="l" t="t" r="r" b="b"/>
              <a:pathLst>
                <a:path w="26" h="252" extrusionOk="0">
                  <a:moveTo>
                    <a:pt x="26" y="1"/>
                  </a:moveTo>
                  <a:cubicBezTo>
                    <a:pt x="26" y="1"/>
                    <a:pt x="1" y="26"/>
                    <a:pt x="1" y="26"/>
                  </a:cubicBezTo>
                  <a:lnTo>
                    <a:pt x="1" y="251"/>
                  </a:lnTo>
                  <a:lnTo>
                    <a:pt x="26" y="251"/>
                  </a:ln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44"/>
            <p:cNvSpPr/>
            <p:nvPr/>
          </p:nvSpPr>
          <p:spPr>
            <a:xfrm>
              <a:off x="3540250" y="2370325"/>
              <a:ext cx="650" cy="5675"/>
            </a:xfrm>
            <a:custGeom>
              <a:avLst/>
              <a:gdLst/>
              <a:ahLst/>
              <a:cxnLst/>
              <a:rect l="l" t="t" r="r" b="b"/>
              <a:pathLst>
                <a:path w="26" h="227" extrusionOk="0">
                  <a:moveTo>
                    <a:pt x="0" y="1"/>
                  </a:moveTo>
                  <a:lnTo>
                    <a:pt x="0" y="226"/>
                  </a:lnTo>
                  <a:lnTo>
                    <a:pt x="26" y="226"/>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44"/>
            <p:cNvSpPr/>
            <p:nvPr/>
          </p:nvSpPr>
          <p:spPr>
            <a:xfrm>
              <a:off x="3540250" y="23703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44"/>
            <p:cNvSpPr/>
            <p:nvPr/>
          </p:nvSpPr>
          <p:spPr>
            <a:xfrm>
              <a:off x="3540250" y="23703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44"/>
            <p:cNvSpPr/>
            <p:nvPr/>
          </p:nvSpPr>
          <p:spPr>
            <a:xfrm>
              <a:off x="3539625" y="2370325"/>
              <a:ext cx="650" cy="5675"/>
            </a:xfrm>
            <a:custGeom>
              <a:avLst/>
              <a:gdLst/>
              <a:ahLst/>
              <a:cxnLst/>
              <a:rect l="l" t="t" r="r" b="b"/>
              <a:pathLst>
                <a:path w="26" h="227" extrusionOk="0">
                  <a:moveTo>
                    <a:pt x="0" y="1"/>
                  </a:moveTo>
                  <a:lnTo>
                    <a:pt x="0" y="226"/>
                  </a:lnTo>
                  <a:lnTo>
                    <a:pt x="25" y="226"/>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44"/>
            <p:cNvSpPr/>
            <p:nvPr/>
          </p:nvSpPr>
          <p:spPr>
            <a:xfrm>
              <a:off x="3539625" y="23703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44"/>
            <p:cNvSpPr/>
            <p:nvPr/>
          </p:nvSpPr>
          <p:spPr>
            <a:xfrm>
              <a:off x="3539625" y="23703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44"/>
            <p:cNvSpPr/>
            <p:nvPr/>
          </p:nvSpPr>
          <p:spPr>
            <a:xfrm>
              <a:off x="3539000" y="2370325"/>
              <a:ext cx="650" cy="5675"/>
            </a:xfrm>
            <a:custGeom>
              <a:avLst/>
              <a:gdLst/>
              <a:ahLst/>
              <a:cxnLst/>
              <a:rect l="l" t="t" r="r" b="b"/>
              <a:pathLst>
                <a:path w="26" h="227" extrusionOk="0">
                  <a:moveTo>
                    <a:pt x="0" y="1"/>
                  </a:moveTo>
                  <a:lnTo>
                    <a:pt x="0" y="226"/>
                  </a:lnTo>
                  <a:lnTo>
                    <a:pt x="25" y="226"/>
                  </a:lnTo>
                  <a:lnTo>
                    <a:pt x="25"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44"/>
            <p:cNvSpPr/>
            <p:nvPr/>
          </p:nvSpPr>
          <p:spPr>
            <a:xfrm>
              <a:off x="3539000" y="23703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44"/>
            <p:cNvSpPr/>
            <p:nvPr/>
          </p:nvSpPr>
          <p:spPr>
            <a:xfrm>
              <a:off x="3538375" y="2370325"/>
              <a:ext cx="650" cy="5675"/>
            </a:xfrm>
            <a:custGeom>
              <a:avLst/>
              <a:gdLst/>
              <a:ahLst/>
              <a:cxnLst/>
              <a:rect l="l" t="t" r="r" b="b"/>
              <a:pathLst>
                <a:path w="26" h="227" extrusionOk="0">
                  <a:moveTo>
                    <a:pt x="0" y="1"/>
                  </a:moveTo>
                  <a:lnTo>
                    <a:pt x="0" y="226"/>
                  </a:lnTo>
                  <a:lnTo>
                    <a:pt x="25" y="226"/>
                  </a:lnTo>
                  <a:lnTo>
                    <a:pt x="25"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44"/>
            <p:cNvSpPr/>
            <p:nvPr/>
          </p:nvSpPr>
          <p:spPr>
            <a:xfrm>
              <a:off x="3538375" y="2369700"/>
              <a:ext cx="25" cy="6300"/>
            </a:xfrm>
            <a:custGeom>
              <a:avLst/>
              <a:gdLst/>
              <a:ahLst/>
              <a:cxnLst/>
              <a:rect l="l" t="t" r="r" b="b"/>
              <a:pathLst>
                <a:path w="1" h="252" extrusionOk="0">
                  <a:moveTo>
                    <a:pt x="0" y="26"/>
                  </a:moveTo>
                  <a:lnTo>
                    <a:pt x="0" y="251"/>
                  </a:lnTo>
                  <a:cubicBezTo>
                    <a:pt x="0" y="251"/>
                    <a:pt x="0" y="251"/>
                    <a:pt x="0" y="251"/>
                  </a:cubicBezTo>
                  <a:lnTo>
                    <a:pt x="0" y="1"/>
                  </a:lnTo>
                  <a:cubicBezTo>
                    <a:pt x="0" y="1"/>
                    <a:pt x="0" y="1"/>
                    <a:pt x="0" y="26"/>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44"/>
            <p:cNvSpPr/>
            <p:nvPr/>
          </p:nvSpPr>
          <p:spPr>
            <a:xfrm>
              <a:off x="3580350" y="2364075"/>
              <a:ext cx="11300" cy="12550"/>
            </a:xfrm>
            <a:custGeom>
              <a:avLst/>
              <a:gdLst/>
              <a:ahLst/>
              <a:cxnLst/>
              <a:rect l="l" t="t" r="r" b="b"/>
              <a:pathLst>
                <a:path w="452" h="502" extrusionOk="0">
                  <a:moveTo>
                    <a:pt x="452" y="0"/>
                  </a:moveTo>
                  <a:lnTo>
                    <a:pt x="0" y="276"/>
                  </a:lnTo>
                  <a:lnTo>
                    <a:pt x="0" y="501"/>
                  </a:lnTo>
                  <a:lnTo>
                    <a:pt x="452" y="251"/>
                  </a:lnTo>
                  <a:lnTo>
                    <a:pt x="452"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44"/>
            <p:cNvSpPr/>
            <p:nvPr/>
          </p:nvSpPr>
          <p:spPr>
            <a:xfrm>
              <a:off x="3563425" y="2362800"/>
              <a:ext cx="13825" cy="13825"/>
            </a:xfrm>
            <a:custGeom>
              <a:avLst/>
              <a:gdLst/>
              <a:ahLst/>
              <a:cxnLst/>
              <a:rect l="l" t="t" r="r" b="b"/>
              <a:pathLst>
                <a:path w="553" h="553" extrusionOk="0">
                  <a:moveTo>
                    <a:pt x="1" y="1"/>
                  </a:moveTo>
                  <a:lnTo>
                    <a:pt x="1" y="252"/>
                  </a:lnTo>
                  <a:lnTo>
                    <a:pt x="552" y="552"/>
                  </a:lnTo>
                  <a:lnTo>
                    <a:pt x="552" y="327"/>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44"/>
            <p:cNvSpPr/>
            <p:nvPr/>
          </p:nvSpPr>
          <p:spPr>
            <a:xfrm>
              <a:off x="3669325" y="23715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44"/>
            <p:cNvSpPr/>
            <p:nvPr/>
          </p:nvSpPr>
          <p:spPr>
            <a:xfrm>
              <a:off x="3668700" y="2370950"/>
              <a:ext cx="650" cy="6300"/>
            </a:xfrm>
            <a:custGeom>
              <a:avLst/>
              <a:gdLst/>
              <a:ahLst/>
              <a:cxnLst/>
              <a:rect l="l" t="t" r="r" b="b"/>
              <a:pathLst>
                <a:path w="26" h="252" extrusionOk="0">
                  <a:moveTo>
                    <a:pt x="0" y="1"/>
                  </a:moveTo>
                  <a:lnTo>
                    <a:pt x="0" y="251"/>
                  </a:lnTo>
                  <a:lnTo>
                    <a:pt x="25" y="251"/>
                  </a:lnTo>
                  <a:lnTo>
                    <a:pt x="25" y="26"/>
                  </a:lnTo>
                  <a:cubicBezTo>
                    <a:pt x="25" y="26"/>
                    <a:pt x="25"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44"/>
            <p:cNvSpPr/>
            <p:nvPr/>
          </p:nvSpPr>
          <p:spPr>
            <a:xfrm>
              <a:off x="3668700" y="23709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44"/>
            <p:cNvSpPr/>
            <p:nvPr/>
          </p:nvSpPr>
          <p:spPr>
            <a:xfrm>
              <a:off x="3668700" y="23709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44"/>
            <p:cNvSpPr/>
            <p:nvPr/>
          </p:nvSpPr>
          <p:spPr>
            <a:xfrm>
              <a:off x="3668700" y="23709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44"/>
            <p:cNvSpPr/>
            <p:nvPr/>
          </p:nvSpPr>
          <p:spPr>
            <a:xfrm>
              <a:off x="3668075" y="2370950"/>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44"/>
            <p:cNvSpPr/>
            <p:nvPr/>
          </p:nvSpPr>
          <p:spPr>
            <a:xfrm>
              <a:off x="3668075" y="2370950"/>
              <a:ext cx="25" cy="6300"/>
            </a:xfrm>
            <a:custGeom>
              <a:avLst/>
              <a:gdLst/>
              <a:ahLst/>
              <a:cxnLst/>
              <a:rect l="l" t="t" r="r" b="b"/>
              <a:pathLst>
                <a:path w="1" h="252" extrusionOk="0">
                  <a:moveTo>
                    <a:pt x="0" y="1"/>
                  </a:moveTo>
                  <a:lnTo>
                    <a:pt x="0" y="251"/>
                  </a:lnTo>
                  <a:lnTo>
                    <a:pt x="0" y="251"/>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44"/>
            <p:cNvSpPr/>
            <p:nvPr/>
          </p:nvSpPr>
          <p:spPr>
            <a:xfrm>
              <a:off x="3668075" y="23709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44"/>
            <p:cNvSpPr/>
            <p:nvPr/>
          </p:nvSpPr>
          <p:spPr>
            <a:xfrm>
              <a:off x="3667450" y="2370950"/>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44"/>
            <p:cNvSpPr/>
            <p:nvPr/>
          </p:nvSpPr>
          <p:spPr>
            <a:xfrm>
              <a:off x="3667450" y="23709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44"/>
            <p:cNvSpPr/>
            <p:nvPr/>
          </p:nvSpPr>
          <p:spPr>
            <a:xfrm>
              <a:off x="3666825" y="2370950"/>
              <a:ext cx="650" cy="6300"/>
            </a:xfrm>
            <a:custGeom>
              <a:avLst/>
              <a:gdLst/>
              <a:ahLst/>
              <a:cxnLst/>
              <a:rect l="l" t="t" r="r" b="b"/>
              <a:pathLst>
                <a:path w="26" h="252" extrusionOk="0">
                  <a:moveTo>
                    <a:pt x="25" y="1"/>
                  </a:moveTo>
                  <a:cubicBezTo>
                    <a:pt x="25" y="26"/>
                    <a:pt x="0" y="26"/>
                    <a:pt x="0" y="26"/>
                  </a:cubicBez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44"/>
            <p:cNvSpPr/>
            <p:nvPr/>
          </p:nvSpPr>
          <p:spPr>
            <a:xfrm>
              <a:off x="3562800" y="2354200"/>
              <a:ext cx="29475" cy="16775"/>
            </a:xfrm>
            <a:custGeom>
              <a:avLst/>
              <a:gdLst/>
              <a:ahLst/>
              <a:cxnLst/>
              <a:rect l="l" t="t" r="r" b="b"/>
              <a:pathLst>
                <a:path w="1179" h="671" extrusionOk="0">
                  <a:moveTo>
                    <a:pt x="549" y="0"/>
                  </a:moveTo>
                  <a:cubicBezTo>
                    <a:pt x="527" y="0"/>
                    <a:pt x="502" y="7"/>
                    <a:pt x="477" y="19"/>
                  </a:cubicBezTo>
                  <a:lnTo>
                    <a:pt x="26" y="270"/>
                  </a:lnTo>
                  <a:cubicBezTo>
                    <a:pt x="1" y="295"/>
                    <a:pt x="1" y="320"/>
                    <a:pt x="26" y="345"/>
                  </a:cubicBezTo>
                  <a:lnTo>
                    <a:pt x="577" y="671"/>
                  </a:lnTo>
                  <a:lnTo>
                    <a:pt x="702" y="671"/>
                  </a:lnTo>
                  <a:lnTo>
                    <a:pt x="1154" y="395"/>
                  </a:lnTo>
                  <a:cubicBezTo>
                    <a:pt x="1179" y="395"/>
                    <a:pt x="1179" y="345"/>
                    <a:pt x="1154" y="320"/>
                  </a:cubicBezTo>
                  <a:lnTo>
                    <a:pt x="602" y="19"/>
                  </a:lnTo>
                  <a:cubicBezTo>
                    <a:pt x="590" y="7"/>
                    <a:pt x="571" y="0"/>
                    <a:pt x="549"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44"/>
            <p:cNvSpPr/>
            <p:nvPr/>
          </p:nvSpPr>
          <p:spPr>
            <a:xfrm>
              <a:off x="3564050" y="2354050"/>
              <a:ext cx="26975" cy="15050"/>
            </a:xfrm>
            <a:custGeom>
              <a:avLst/>
              <a:gdLst/>
              <a:ahLst/>
              <a:cxnLst/>
              <a:rect l="l" t="t" r="r" b="b"/>
              <a:pathLst>
                <a:path w="1079" h="602" extrusionOk="0">
                  <a:moveTo>
                    <a:pt x="502" y="0"/>
                  </a:moveTo>
                  <a:cubicBezTo>
                    <a:pt x="477" y="0"/>
                    <a:pt x="452" y="0"/>
                    <a:pt x="452" y="25"/>
                  </a:cubicBezTo>
                  <a:lnTo>
                    <a:pt x="1" y="276"/>
                  </a:lnTo>
                  <a:lnTo>
                    <a:pt x="552" y="602"/>
                  </a:lnTo>
                  <a:lnTo>
                    <a:pt x="627" y="602"/>
                  </a:lnTo>
                  <a:cubicBezTo>
                    <a:pt x="627" y="602"/>
                    <a:pt x="1079" y="326"/>
                    <a:pt x="1079" y="326"/>
                  </a:cubicBezTo>
                  <a:lnTo>
                    <a:pt x="527" y="25"/>
                  </a:lnTo>
                  <a:cubicBezTo>
                    <a:pt x="527" y="0"/>
                    <a:pt x="502" y="0"/>
                    <a:pt x="502" y="0"/>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44"/>
            <p:cNvSpPr/>
            <p:nvPr/>
          </p:nvSpPr>
          <p:spPr>
            <a:xfrm>
              <a:off x="3579725" y="2370950"/>
              <a:ext cx="650" cy="5675"/>
            </a:xfrm>
            <a:custGeom>
              <a:avLst/>
              <a:gdLst/>
              <a:ahLst/>
              <a:cxnLst/>
              <a:rect l="l" t="t" r="r" b="b"/>
              <a:pathLst>
                <a:path w="26" h="227" extrusionOk="0">
                  <a:moveTo>
                    <a:pt x="0" y="1"/>
                  </a:moveTo>
                  <a:lnTo>
                    <a:pt x="0" y="226"/>
                  </a:lnTo>
                  <a:lnTo>
                    <a:pt x="25" y="226"/>
                  </a:lnTo>
                  <a:lnTo>
                    <a:pt x="25"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44"/>
            <p:cNvSpPr/>
            <p:nvPr/>
          </p:nvSpPr>
          <p:spPr>
            <a:xfrm>
              <a:off x="3579725" y="2370950"/>
              <a:ext cx="25" cy="6300"/>
            </a:xfrm>
            <a:custGeom>
              <a:avLst/>
              <a:gdLst/>
              <a:ahLst/>
              <a:cxnLst/>
              <a:rect l="l" t="t" r="r" b="b"/>
              <a:pathLst>
                <a:path w="1" h="252" extrusionOk="0">
                  <a:moveTo>
                    <a:pt x="0" y="1"/>
                  </a:moveTo>
                  <a:lnTo>
                    <a:pt x="0" y="226"/>
                  </a:lnTo>
                  <a:cubicBezTo>
                    <a:pt x="0" y="251"/>
                    <a:pt x="0" y="251"/>
                    <a:pt x="0" y="251"/>
                  </a:cubicBezTo>
                  <a:lnTo>
                    <a:pt x="0" y="1"/>
                  </a:lnTo>
                  <a:cubicBezTo>
                    <a:pt x="0" y="1"/>
                    <a:pt x="0" y="1"/>
                    <a:pt x="0"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44"/>
            <p:cNvSpPr/>
            <p:nvPr/>
          </p:nvSpPr>
          <p:spPr>
            <a:xfrm>
              <a:off x="3579100" y="2370950"/>
              <a:ext cx="650" cy="6300"/>
            </a:xfrm>
            <a:custGeom>
              <a:avLst/>
              <a:gdLst/>
              <a:ahLst/>
              <a:cxnLst/>
              <a:rect l="l" t="t" r="r" b="b"/>
              <a:pathLst>
                <a:path w="26" h="252" extrusionOk="0">
                  <a:moveTo>
                    <a:pt x="0" y="1"/>
                  </a:moveTo>
                  <a:lnTo>
                    <a:pt x="0" y="251"/>
                  </a:lnTo>
                  <a:lnTo>
                    <a:pt x="25" y="251"/>
                  </a:lnTo>
                  <a:lnTo>
                    <a:pt x="25"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44"/>
            <p:cNvSpPr/>
            <p:nvPr/>
          </p:nvSpPr>
          <p:spPr>
            <a:xfrm>
              <a:off x="3579100" y="23709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44"/>
            <p:cNvSpPr/>
            <p:nvPr/>
          </p:nvSpPr>
          <p:spPr>
            <a:xfrm>
              <a:off x="3578475" y="2370950"/>
              <a:ext cx="650" cy="6300"/>
            </a:xfrm>
            <a:custGeom>
              <a:avLst/>
              <a:gdLst/>
              <a:ahLst/>
              <a:cxnLst/>
              <a:rect l="l" t="t" r="r" b="b"/>
              <a:pathLst>
                <a:path w="26" h="252" extrusionOk="0">
                  <a:moveTo>
                    <a:pt x="0" y="1"/>
                  </a:moveTo>
                  <a:lnTo>
                    <a:pt x="0" y="251"/>
                  </a:lnTo>
                  <a:lnTo>
                    <a:pt x="25" y="251"/>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44"/>
            <p:cNvSpPr/>
            <p:nvPr/>
          </p:nvSpPr>
          <p:spPr>
            <a:xfrm>
              <a:off x="3578475" y="23709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44"/>
            <p:cNvSpPr/>
            <p:nvPr/>
          </p:nvSpPr>
          <p:spPr>
            <a:xfrm>
              <a:off x="3578475" y="23709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44"/>
            <p:cNvSpPr/>
            <p:nvPr/>
          </p:nvSpPr>
          <p:spPr>
            <a:xfrm>
              <a:off x="3577850" y="2370950"/>
              <a:ext cx="650" cy="6300"/>
            </a:xfrm>
            <a:custGeom>
              <a:avLst/>
              <a:gdLst/>
              <a:ahLst/>
              <a:cxnLst/>
              <a:rect l="l" t="t" r="r" b="b"/>
              <a:pathLst>
                <a:path w="26" h="252" extrusionOk="0">
                  <a:moveTo>
                    <a:pt x="0" y="1"/>
                  </a:moveTo>
                  <a:lnTo>
                    <a:pt x="0" y="251"/>
                  </a:lnTo>
                  <a:lnTo>
                    <a:pt x="25" y="251"/>
                  </a:lnTo>
                  <a:lnTo>
                    <a:pt x="25"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44"/>
            <p:cNvSpPr/>
            <p:nvPr/>
          </p:nvSpPr>
          <p:spPr>
            <a:xfrm>
              <a:off x="3577850" y="23709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44"/>
            <p:cNvSpPr/>
            <p:nvPr/>
          </p:nvSpPr>
          <p:spPr>
            <a:xfrm>
              <a:off x="3577850" y="2370950"/>
              <a:ext cx="25" cy="6300"/>
            </a:xfrm>
            <a:custGeom>
              <a:avLst/>
              <a:gdLst/>
              <a:ahLst/>
              <a:cxnLst/>
              <a:rect l="l" t="t" r="r" b="b"/>
              <a:pathLst>
                <a:path w="1" h="252" extrusionOk="0">
                  <a:moveTo>
                    <a:pt x="0" y="1"/>
                  </a:moveTo>
                  <a:lnTo>
                    <a:pt x="0" y="251"/>
                  </a:lnTo>
                  <a:cubicBezTo>
                    <a:pt x="0" y="226"/>
                    <a:pt x="0" y="226"/>
                    <a:pt x="0" y="226"/>
                  </a:cubicBezTo>
                  <a:lnTo>
                    <a:pt x="0" y="1"/>
                  </a:lnTo>
                  <a:cubicBezTo>
                    <a:pt x="0" y="1"/>
                    <a:pt x="0" y="1"/>
                    <a:pt x="0"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44"/>
            <p:cNvSpPr/>
            <p:nvPr/>
          </p:nvSpPr>
          <p:spPr>
            <a:xfrm>
              <a:off x="3577225" y="2370950"/>
              <a:ext cx="650" cy="5675"/>
            </a:xfrm>
            <a:custGeom>
              <a:avLst/>
              <a:gdLst/>
              <a:ahLst/>
              <a:cxnLst/>
              <a:rect l="l" t="t" r="r" b="b"/>
              <a:pathLst>
                <a:path w="26" h="227" extrusionOk="0">
                  <a:moveTo>
                    <a:pt x="0" y="1"/>
                  </a:moveTo>
                  <a:lnTo>
                    <a:pt x="0" y="226"/>
                  </a:lnTo>
                  <a:lnTo>
                    <a:pt x="25" y="226"/>
                  </a:lnTo>
                  <a:lnTo>
                    <a:pt x="25"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44"/>
            <p:cNvSpPr/>
            <p:nvPr/>
          </p:nvSpPr>
          <p:spPr>
            <a:xfrm>
              <a:off x="3505800" y="2364700"/>
              <a:ext cx="11300" cy="12550"/>
            </a:xfrm>
            <a:custGeom>
              <a:avLst/>
              <a:gdLst/>
              <a:ahLst/>
              <a:cxnLst/>
              <a:rect l="l" t="t" r="r" b="b"/>
              <a:pathLst>
                <a:path w="452" h="502" extrusionOk="0">
                  <a:moveTo>
                    <a:pt x="451" y="0"/>
                  </a:moveTo>
                  <a:lnTo>
                    <a:pt x="0" y="251"/>
                  </a:lnTo>
                  <a:lnTo>
                    <a:pt x="0" y="501"/>
                  </a:lnTo>
                  <a:lnTo>
                    <a:pt x="451" y="226"/>
                  </a:lnTo>
                  <a:lnTo>
                    <a:pt x="4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44"/>
            <p:cNvSpPr/>
            <p:nvPr/>
          </p:nvSpPr>
          <p:spPr>
            <a:xfrm>
              <a:off x="3619200" y="2365325"/>
              <a:ext cx="11300" cy="11925"/>
            </a:xfrm>
            <a:custGeom>
              <a:avLst/>
              <a:gdLst/>
              <a:ahLst/>
              <a:cxnLst/>
              <a:rect l="l" t="t" r="r" b="b"/>
              <a:pathLst>
                <a:path w="452" h="477" extrusionOk="0">
                  <a:moveTo>
                    <a:pt x="452" y="0"/>
                  </a:moveTo>
                  <a:lnTo>
                    <a:pt x="0" y="251"/>
                  </a:lnTo>
                  <a:lnTo>
                    <a:pt x="0" y="476"/>
                  </a:lnTo>
                  <a:lnTo>
                    <a:pt x="452" y="226"/>
                  </a:lnTo>
                  <a:lnTo>
                    <a:pt x="452"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44"/>
            <p:cNvSpPr/>
            <p:nvPr/>
          </p:nvSpPr>
          <p:spPr>
            <a:xfrm>
              <a:off x="3602900" y="2364075"/>
              <a:ext cx="13200" cy="13175"/>
            </a:xfrm>
            <a:custGeom>
              <a:avLst/>
              <a:gdLst/>
              <a:ahLst/>
              <a:cxnLst/>
              <a:rect l="l" t="t" r="r" b="b"/>
              <a:pathLst>
                <a:path w="528" h="527" extrusionOk="0">
                  <a:moveTo>
                    <a:pt x="1" y="0"/>
                  </a:moveTo>
                  <a:lnTo>
                    <a:pt x="1" y="226"/>
                  </a:lnTo>
                  <a:lnTo>
                    <a:pt x="527" y="526"/>
                  </a:lnTo>
                  <a:lnTo>
                    <a:pt x="527" y="301"/>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44"/>
            <p:cNvSpPr/>
            <p:nvPr/>
          </p:nvSpPr>
          <p:spPr>
            <a:xfrm>
              <a:off x="3545250" y="2365325"/>
              <a:ext cx="10700" cy="12550"/>
            </a:xfrm>
            <a:custGeom>
              <a:avLst/>
              <a:gdLst/>
              <a:ahLst/>
              <a:cxnLst/>
              <a:rect l="l" t="t" r="r" b="b"/>
              <a:pathLst>
                <a:path w="428" h="502" extrusionOk="0">
                  <a:moveTo>
                    <a:pt x="427" y="0"/>
                  </a:moveTo>
                  <a:lnTo>
                    <a:pt x="1" y="251"/>
                  </a:lnTo>
                  <a:lnTo>
                    <a:pt x="1" y="501"/>
                  </a:lnTo>
                  <a:lnTo>
                    <a:pt x="427" y="251"/>
                  </a:lnTo>
                  <a:lnTo>
                    <a:pt x="4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44"/>
            <p:cNvSpPr/>
            <p:nvPr/>
          </p:nvSpPr>
          <p:spPr>
            <a:xfrm>
              <a:off x="3601650" y="2354825"/>
              <a:ext cx="29475" cy="17250"/>
            </a:xfrm>
            <a:custGeom>
              <a:avLst/>
              <a:gdLst/>
              <a:ahLst/>
              <a:cxnLst/>
              <a:rect l="l" t="t" r="r" b="b"/>
              <a:pathLst>
                <a:path w="1179" h="690" extrusionOk="0">
                  <a:moveTo>
                    <a:pt x="549" y="0"/>
                  </a:moveTo>
                  <a:cubicBezTo>
                    <a:pt x="527" y="0"/>
                    <a:pt x="502" y="7"/>
                    <a:pt x="477" y="19"/>
                  </a:cubicBezTo>
                  <a:lnTo>
                    <a:pt x="51" y="295"/>
                  </a:lnTo>
                  <a:cubicBezTo>
                    <a:pt x="1" y="295"/>
                    <a:pt x="1" y="345"/>
                    <a:pt x="51" y="370"/>
                  </a:cubicBezTo>
                  <a:lnTo>
                    <a:pt x="577" y="671"/>
                  </a:lnTo>
                  <a:cubicBezTo>
                    <a:pt x="602" y="683"/>
                    <a:pt x="627" y="690"/>
                    <a:pt x="649" y="690"/>
                  </a:cubicBezTo>
                  <a:cubicBezTo>
                    <a:pt x="671" y="690"/>
                    <a:pt x="690" y="683"/>
                    <a:pt x="702" y="671"/>
                  </a:cubicBezTo>
                  <a:lnTo>
                    <a:pt x="1154" y="420"/>
                  </a:lnTo>
                  <a:cubicBezTo>
                    <a:pt x="1179" y="395"/>
                    <a:pt x="1179" y="370"/>
                    <a:pt x="1154" y="345"/>
                  </a:cubicBezTo>
                  <a:lnTo>
                    <a:pt x="602" y="19"/>
                  </a:lnTo>
                  <a:cubicBezTo>
                    <a:pt x="590" y="7"/>
                    <a:pt x="571" y="0"/>
                    <a:pt x="549"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44"/>
            <p:cNvSpPr/>
            <p:nvPr/>
          </p:nvSpPr>
          <p:spPr>
            <a:xfrm>
              <a:off x="3602900" y="2355300"/>
              <a:ext cx="27600" cy="15050"/>
            </a:xfrm>
            <a:custGeom>
              <a:avLst/>
              <a:gdLst/>
              <a:ahLst/>
              <a:cxnLst/>
              <a:rect l="l" t="t" r="r" b="b"/>
              <a:pathLst>
                <a:path w="1104" h="602" extrusionOk="0">
                  <a:moveTo>
                    <a:pt x="452" y="0"/>
                  </a:moveTo>
                  <a:cubicBezTo>
                    <a:pt x="452" y="0"/>
                    <a:pt x="1" y="251"/>
                    <a:pt x="1" y="251"/>
                  </a:cubicBezTo>
                  <a:cubicBezTo>
                    <a:pt x="1" y="251"/>
                    <a:pt x="1" y="276"/>
                    <a:pt x="1" y="276"/>
                  </a:cubicBezTo>
                  <a:lnTo>
                    <a:pt x="552" y="577"/>
                  </a:lnTo>
                  <a:cubicBezTo>
                    <a:pt x="552" y="577"/>
                    <a:pt x="577" y="602"/>
                    <a:pt x="602" y="602"/>
                  </a:cubicBezTo>
                  <a:cubicBezTo>
                    <a:pt x="602" y="602"/>
                    <a:pt x="627" y="577"/>
                    <a:pt x="652" y="577"/>
                  </a:cubicBezTo>
                  <a:cubicBezTo>
                    <a:pt x="652" y="577"/>
                    <a:pt x="1078" y="326"/>
                    <a:pt x="1104" y="326"/>
                  </a:cubicBezTo>
                  <a:lnTo>
                    <a:pt x="1078" y="326"/>
                  </a:lnTo>
                  <a:lnTo>
                    <a:pt x="552"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44"/>
            <p:cNvSpPr/>
            <p:nvPr/>
          </p:nvSpPr>
          <p:spPr>
            <a:xfrm>
              <a:off x="3619200" y="2371575"/>
              <a:ext cx="25" cy="6300"/>
            </a:xfrm>
            <a:custGeom>
              <a:avLst/>
              <a:gdLst/>
              <a:ahLst/>
              <a:cxnLst/>
              <a:rect l="l" t="t" r="r" b="b"/>
              <a:pathLst>
                <a:path w="1" h="252" extrusionOk="0">
                  <a:moveTo>
                    <a:pt x="0" y="1"/>
                  </a:moveTo>
                  <a:lnTo>
                    <a:pt x="0" y="226"/>
                  </a:lnTo>
                  <a:cubicBezTo>
                    <a:pt x="0" y="251"/>
                    <a:pt x="0" y="251"/>
                    <a:pt x="0" y="251"/>
                  </a:cubicBezTo>
                  <a:lnTo>
                    <a:pt x="0" y="1"/>
                  </a:lnTo>
                  <a:cubicBezTo>
                    <a:pt x="0" y="1"/>
                    <a:pt x="0" y="1"/>
                    <a:pt x="0"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44"/>
            <p:cNvSpPr/>
            <p:nvPr/>
          </p:nvSpPr>
          <p:spPr>
            <a:xfrm>
              <a:off x="3618575" y="2371575"/>
              <a:ext cx="650" cy="6300"/>
            </a:xfrm>
            <a:custGeom>
              <a:avLst/>
              <a:gdLst/>
              <a:ahLst/>
              <a:cxnLst/>
              <a:rect l="l" t="t" r="r" b="b"/>
              <a:pathLst>
                <a:path w="26" h="252" extrusionOk="0">
                  <a:moveTo>
                    <a:pt x="25" y="1"/>
                  </a:moveTo>
                  <a:cubicBezTo>
                    <a:pt x="0" y="1"/>
                    <a:pt x="0" y="1"/>
                    <a:pt x="0" y="26"/>
                  </a:cubicBezTo>
                  <a:lnTo>
                    <a:pt x="0" y="251"/>
                  </a:lnTo>
                  <a:lnTo>
                    <a:pt x="25" y="251"/>
                  </a:ln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44"/>
            <p:cNvSpPr/>
            <p:nvPr/>
          </p:nvSpPr>
          <p:spPr>
            <a:xfrm>
              <a:off x="3617950" y="2372200"/>
              <a:ext cx="650" cy="5675"/>
            </a:xfrm>
            <a:custGeom>
              <a:avLst/>
              <a:gdLst/>
              <a:ahLst/>
              <a:cxnLst/>
              <a:rect l="l" t="t" r="r" b="b"/>
              <a:pathLst>
                <a:path w="26" h="227" extrusionOk="0">
                  <a:moveTo>
                    <a:pt x="0" y="1"/>
                  </a:moveTo>
                  <a:lnTo>
                    <a:pt x="0" y="226"/>
                  </a:lnTo>
                  <a:lnTo>
                    <a:pt x="25" y="226"/>
                  </a:lnTo>
                  <a:lnTo>
                    <a:pt x="25"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44"/>
            <p:cNvSpPr/>
            <p:nvPr/>
          </p:nvSpPr>
          <p:spPr>
            <a:xfrm>
              <a:off x="3617950" y="23722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44"/>
            <p:cNvSpPr/>
            <p:nvPr/>
          </p:nvSpPr>
          <p:spPr>
            <a:xfrm>
              <a:off x="3617950" y="2372200"/>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44"/>
            <p:cNvSpPr/>
            <p:nvPr/>
          </p:nvSpPr>
          <p:spPr>
            <a:xfrm>
              <a:off x="3617325" y="2372200"/>
              <a:ext cx="650" cy="5675"/>
            </a:xfrm>
            <a:custGeom>
              <a:avLst/>
              <a:gdLst/>
              <a:ahLst/>
              <a:cxnLst/>
              <a:rect l="l" t="t" r="r" b="b"/>
              <a:pathLst>
                <a:path w="26" h="227" extrusionOk="0">
                  <a:moveTo>
                    <a:pt x="0" y="1"/>
                  </a:moveTo>
                  <a:lnTo>
                    <a:pt x="0" y="226"/>
                  </a:lnTo>
                  <a:lnTo>
                    <a:pt x="25" y="226"/>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44"/>
            <p:cNvSpPr/>
            <p:nvPr/>
          </p:nvSpPr>
          <p:spPr>
            <a:xfrm>
              <a:off x="3617325" y="23722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44"/>
            <p:cNvSpPr/>
            <p:nvPr/>
          </p:nvSpPr>
          <p:spPr>
            <a:xfrm>
              <a:off x="3617325" y="2371575"/>
              <a:ext cx="25" cy="6300"/>
            </a:xfrm>
            <a:custGeom>
              <a:avLst/>
              <a:gdLst/>
              <a:ahLst/>
              <a:cxnLst/>
              <a:rect l="l" t="t" r="r" b="b"/>
              <a:pathLst>
                <a:path w="1" h="252" extrusionOk="0">
                  <a:moveTo>
                    <a:pt x="0" y="26"/>
                  </a:moveTo>
                  <a:lnTo>
                    <a:pt x="0" y="251"/>
                  </a:lnTo>
                  <a:cubicBezTo>
                    <a:pt x="0" y="251"/>
                    <a:pt x="0" y="251"/>
                    <a:pt x="0" y="251"/>
                  </a:cubicBezTo>
                  <a:lnTo>
                    <a:pt x="0" y="1"/>
                  </a:lnTo>
                  <a:cubicBezTo>
                    <a:pt x="0" y="26"/>
                    <a:pt x="0" y="26"/>
                    <a:pt x="0" y="26"/>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44"/>
            <p:cNvSpPr/>
            <p:nvPr/>
          </p:nvSpPr>
          <p:spPr>
            <a:xfrm>
              <a:off x="3616700" y="2371575"/>
              <a:ext cx="650" cy="6300"/>
            </a:xfrm>
            <a:custGeom>
              <a:avLst/>
              <a:gdLst/>
              <a:ahLst/>
              <a:cxnLst/>
              <a:rect l="l" t="t" r="r" b="b"/>
              <a:pathLst>
                <a:path w="26" h="252" extrusionOk="0">
                  <a:moveTo>
                    <a:pt x="0" y="1"/>
                  </a:moveTo>
                  <a:lnTo>
                    <a:pt x="0" y="251"/>
                  </a:lnTo>
                  <a:lnTo>
                    <a:pt x="25" y="251"/>
                  </a:lnTo>
                  <a:lnTo>
                    <a:pt x="25" y="1"/>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44"/>
            <p:cNvSpPr/>
            <p:nvPr/>
          </p:nvSpPr>
          <p:spPr>
            <a:xfrm>
              <a:off x="3616700" y="2371575"/>
              <a:ext cx="25" cy="6300"/>
            </a:xfrm>
            <a:custGeom>
              <a:avLst/>
              <a:gdLst/>
              <a:ahLst/>
              <a:cxnLst/>
              <a:rect l="l" t="t" r="r" b="b"/>
              <a:pathLst>
                <a:path w="1" h="252" extrusionOk="0">
                  <a:moveTo>
                    <a:pt x="0" y="1"/>
                  </a:moveTo>
                  <a:lnTo>
                    <a:pt x="0" y="251"/>
                  </a:lnTo>
                  <a:cubicBezTo>
                    <a:pt x="0" y="251"/>
                    <a:pt x="0" y="251"/>
                    <a:pt x="0" y="251"/>
                  </a:cubicBezTo>
                  <a:lnTo>
                    <a:pt x="0" y="1"/>
                  </a:lnTo>
                  <a:lnTo>
                    <a:pt x="0"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44"/>
            <p:cNvSpPr/>
            <p:nvPr/>
          </p:nvSpPr>
          <p:spPr>
            <a:xfrm>
              <a:off x="3616075" y="2371575"/>
              <a:ext cx="650" cy="6300"/>
            </a:xfrm>
            <a:custGeom>
              <a:avLst/>
              <a:gdLst/>
              <a:ahLst/>
              <a:cxnLst/>
              <a:rect l="l" t="t" r="r" b="b"/>
              <a:pathLst>
                <a:path w="26" h="252" extrusionOk="0">
                  <a:moveTo>
                    <a:pt x="0" y="1"/>
                  </a:moveTo>
                  <a:lnTo>
                    <a:pt x="0" y="226"/>
                  </a:lnTo>
                  <a:cubicBezTo>
                    <a:pt x="0" y="251"/>
                    <a:pt x="25" y="251"/>
                    <a:pt x="25" y="251"/>
                  </a:cubicBezTo>
                  <a:lnTo>
                    <a:pt x="25"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44"/>
            <p:cNvSpPr/>
            <p:nvPr/>
          </p:nvSpPr>
          <p:spPr>
            <a:xfrm>
              <a:off x="3505800" y="2370950"/>
              <a:ext cx="25" cy="6300"/>
            </a:xfrm>
            <a:custGeom>
              <a:avLst/>
              <a:gdLst/>
              <a:ahLst/>
              <a:cxnLst/>
              <a:rect l="l" t="t" r="r" b="b"/>
              <a:pathLst>
                <a:path w="1" h="252" extrusionOk="0">
                  <a:moveTo>
                    <a:pt x="0" y="1"/>
                  </a:moveTo>
                  <a:lnTo>
                    <a:pt x="0" y="251"/>
                  </a:lnTo>
                  <a:cubicBezTo>
                    <a:pt x="0" y="251"/>
                    <a:pt x="0" y="251"/>
                    <a:pt x="0" y="251"/>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44"/>
            <p:cNvSpPr/>
            <p:nvPr/>
          </p:nvSpPr>
          <p:spPr>
            <a:xfrm>
              <a:off x="3505800" y="2370950"/>
              <a:ext cx="25" cy="6300"/>
            </a:xfrm>
            <a:custGeom>
              <a:avLst/>
              <a:gdLst/>
              <a:ahLst/>
              <a:cxnLst/>
              <a:rect l="l" t="t" r="r" b="b"/>
              <a:pathLst>
                <a:path w="1" h="252" extrusionOk="0">
                  <a:moveTo>
                    <a:pt x="0" y="1"/>
                  </a:moveTo>
                  <a:lnTo>
                    <a:pt x="0" y="251"/>
                  </a:lnTo>
                  <a:cubicBezTo>
                    <a:pt x="0" y="251"/>
                    <a:pt x="0" y="251"/>
                    <a:pt x="0" y="251"/>
                  </a:cubicBezTo>
                  <a:lnTo>
                    <a:pt x="0" y="26"/>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44"/>
            <p:cNvSpPr/>
            <p:nvPr/>
          </p:nvSpPr>
          <p:spPr>
            <a:xfrm>
              <a:off x="3505800" y="23715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44"/>
            <p:cNvSpPr/>
            <p:nvPr/>
          </p:nvSpPr>
          <p:spPr>
            <a:xfrm>
              <a:off x="3505150" y="2371575"/>
              <a:ext cx="675" cy="5675"/>
            </a:xfrm>
            <a:custGeom>
              <a:avLst/>
              <a:gdLst/>
              <a:ahLst/>
              <a:cxnLst/>
              <a:rect l="l" t="t" r="r" b="b"/>
              <a:pathLst>
                <a:path w="27" h="227" extrusionOk="0">
                  <a:moveTo>
                    <a:pt x="26"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44"/>
            <p:cNvSpPr/>
            <p:nvPr/>
          </p:nvSpPr>
          <p:spPr>
            <a:xfrm>
              <a:off x="3505150" y="2371575"/>
              <a:ext cx="675" cy="5675"/>
            </a:xfrm>
            <a:custGeom>
              <a:avLst/>
              <a:gdLst/>
              <a:ahLst/>
              <a:cxnLst/>
              <a:rect l="l" t="t" r="r" b="b"/>
              <a:pathLst>
                <a:path w="27" h="227" extrusionOk="0">
                  <a:moveTo>
                    <a:pt x="1" y="1"/>
                  </a:moveTo>
                  <a:lnTo>
                    <a:pt x="1"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44"/>
            <p:cNvSpPr/>
            <p:nvPr/>
          </p:nvSpPr>
          <p:spPr>
            <a:xfrm>
              <a:off x="3505150" y="2371575"/>
              <a:ext cx="25" cy="6300"/>
            </a:xfrm>
            <a:custGeom>
              <a:avLst/>
              <a:gdLst/>
              <a:ahLst/>
              <a:cxnLst/>
              <a:rect l="l" t="t" r="r" b="b"/>
              <a:pathLst>
                <a:path w="1" h="252" extrusionOk="0">
                  <a:moveTo>
                    <a:pt x="1" y="1"/>
                  </a:moveTo>
                  <a:lnTo>
                    <a:pt x="1" y="251"/>
                  </a:lnTo>
                  <a:cubicBezTo>
                    <a:pt x="1" y="251"/>
                    <a:pt x="1" y="251"/>
                    <a:pt x="1" y="251"/>
                  </a:cubicBez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44"/>
            <p:cNvSpPr/>
            <p:nvPr/>
          </p:nvSpPr>
          <p:spPr>
            <a:xfrm>
              <a:off x="3505150" y="237157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44"/>
            <p:cNvSpPr/>
            <p:nvPr/>
          </p:nvSpPr>
          <p:spPr>
            <a:xfrm>
              <a:off x="3505150" y="2372200"/>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44"/>
            <p:cNvSpPr/>
            <p:nvPr/>
          </p:nvSpPr>
          <p:spPr>
            <a:xfrm>
              <a:off x="3658050" y="2369700"/>
              <a:ext cx="5650" cy="8800"/>
            </a:xfrm>
            <a:custGeom>
              <a:avLst/>
              <a:gdLst/>
              <a:ahLst/>
              <a:cxnLst/>
              <a:rect l="l" t="t" r="r" b="b"/>
              <a:pathLst>
                <a:path w="226" h="352" extrusionOk="0">
                  <a:moveTo>
                    <a:pt x="226" y="1"/>
                  </a:moveTo>
                  <a:lnTo>
                    <a:pt x="0" y="126"/>
                  </a:lnTo>
                  <a:lnTo>
                    <a:pt x="0" y="351"/>
                  </a:lnTo>
                  <a:lnTo>
                    <a:pt x="226" y="226"/>
                  </a:lnTo>
                  <a:lnTo>
                    <a:pt x="226"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44"/>
            <p:cNvSpPr/>
            <p:nvPr/>
          </p:nvSpPr>
          <p:spPr>
            <a:xfrm>
              <a:off x="3641125" y="2364075"/>
              <a:ext cx="14450" cy="14425"/>
            </a:xfrm>
            <a:custGeom>
              <a:avLst/>
              <a:gdLst/>
              <a:ahLst/>
              <a:cxnLst/>
              <a:rect l="l" t="t" r="r" b="b"/>
              <a:pathLst>
                <a:path w="578" h="577" extrusionOk="0">
                  <a:moveTo>
                    <a:pt x="1" y="0"/>
                  </a:moveTo>
                  <a:lnTo>
                    <a:pt x="1" y="251"/>
                  </a:lnTo>
                  <a:lnTo>
                    <a:pt x="577" y="576"/>
                  </a:lnTo>
                  <a:lnTo>
                    <a:pt x="577" y="351"/>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44"/>
            <p:cNvSpPr/>
            <p:nvPr/>
          </p:nvSpPr>
          <p:spPr>
            <a:xfrm>
              <a:off x="3520200" y="2364700"/>
              <a:ext cx="13800" cy="13800"/>
            </a:xfrm>
            <a:custGeom>
              <a:avLst/>
              <a:gdLst/>
              <a:ahLst/>
              <a:cxnLst/>
              <a:rect l="l" t="t" r="r" b="b"/>
              <a:pathLst>
                <a:path w="552" h="552" extrusionOk="0">
                  <a:moveTo>
                    <a:pt x="0" y="0"/>
                  </a:moveTo>
                  <a:lnTo>
                    <a:pt x="0" y="226"/>
                  </a:lnTo>
                  <a:lnTo>
                    <a:pt x="552" y="551"/>
                  </a:lnTo>
                  <a:lnTo>
                    <a:pt x="552" y="3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44"/>
            <p:cNvSpPr/>
            <p:nvPr/>
          </p:nvSpPr>
          <p:spPr>
            <a:xfrm>
              <a:off x="3584100" y="2366575"/>
              <a:ext cx="10675" cy="11925"/>
            </a:xfrm>
            <a:custGeom>
              <a:avLst/>
              <a:gdLst/>
              <a:ahLst/>
              <a:cxnLst/>
              <a:rect l="l" t="t" r="r" b="b"/>
              <a:pathLst>
                <a:path w="427" h="477" extrusionOk="0">
                  <a:moveTo>
                    <a:pt x="427" y="0"/>
                  </a:moveTo>
                  <a:lnTo>
                    <a:pt x="1" y="251"/>
                  </a:lnTo>
                  <a:lnTo>
                    <a:pt x="1" y="476"/>
                  </a:lnTo>
                  <a:lnTo>
                    <a:pt x="427" y="226"/>
                  </a:lnTo>
                  <a:lnTo>
                    <a:pt x="4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44"/>
            <p:cNvSpPr/>
            <p:nvPr/>
          </p:nvSpPr>
          <p:spPr>
            <a:xfrm>
              <a:off x="3640500" y="2359200"/>
              <a:ext cx="23825" cy="13650"/>
            </a:xfrm>
            <a:custGeom>
              <a:avLst/>
              <a:gdLst/>
              <a:ahLst/>
              <a:cxnLst/>
              <a:rect l="l" t="t" r="r" b="b"/>
              <a:pathLst>
                <a:path w="953" h="546" extrusionOk="0">
                  <a:moveTo>
                    <a:pt x="301" y="1"/>
                  </a:moveTo>
                  <a:cubicBezTo>
                    <a:pt x="282" y="1"/>
                    <a:pt x="264" y="7"/>
                    <a:pt x="251" y="20"/>
                  </a:cubicBezTo>
                  <a:lnTo>
                    <a:pt x="26" y="145"/>
                  </a:lnTo>
                  <a:cubicBezTo>
                    <a:pt x="1" y="170"/>
                    <a:pt x="1" y="195"/>
                    <a:pt x="26" y="195"/>
                  </a:cubicBezTo>
                  <a:lnTo>
                    <a:pt x="602" y="546"/>
                  </a:lnTo>
                  <a:lnTo>
                    <a:pt x="702" y="546"/>
                  </a:lnTo>
                  <a:lnTo>
                    <a:pt x="928" y="421"/>
                  </a:lnTo>
                  <a:cubicBezTo>
                    <a:pt x="953" y="396"/>
                    <a:pt x="953" y="370"/>
                    <a:pt x="928" y="345"/>
                  </a:cubicBezTo>
                  <a:lnTo>
                    <a:pt x="351" y="20"/>
                  </a:lnTo>
                  <a:cubicBezTo>
                    <a:pt x="339" y="7"/>
                    <a:pt x="320" y="1"/>
                    <a:pt x="301"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44"/>
            <p:cNvSpPr/>
            <p:nvPr/>
          </p:nvSpPr>
          <p:spPr>
            <a:xfrm>
              <a:off x="3641750" y="2359675"/>
              <a:ext cx="21325" cy="11300"/>
            </a:xfrm>
            <a:custGeom>
              <a:avLst/>
              <a:gdLst/>
              <a:ahLst/>
              <a:cxnLst/>
              <a:rect l="l" t="t" r="r" b="b"/>
              <a:pathLst>
                <a:path w="853" h="452" extrusionOk="0">
                  <a:moveTo>
                    <a:pt x="226" y="1"/>
                  </a:moveTo>
                  <a:lnTo>
                    <a:pt x="1" y="126"/>
                  </a:lnTo>
                  <a:lnTo>
                    <a:pt x="577" y="452"/>
                  </a:lnTo>
                  <a:lnTo>
                    <a:pt x="627" y="452"/>
                  </a:lnTo>
                  <a:lnTo>
                    <a:pt x="853" y="326"/>
                  </a:lnTo>
                  <a:lnTo>
                    <a:pt x="276"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44"/>
            <p:cNvSpPr/>
            <p:nvPr/>
          </p:nvSpPr>
          <p:spPr>
            <a:xfrm>
              <a:off x="3657425" y="2372825"/>
              <a:ext cx="650" cy="5675"/>
            </a:xfrm>
            <a:custGeom>
              <a:avLst/>
              <a:gdLst/>
              <a:ahLst/>
              <a:cxnLst/>
              <a:rect l="l" t="t" r="r" b="b"/>
              <a:pathLst>
                <a:path w="26" h="227" extrusionOk="0">
                  <a:moveTo>
                    <a:pt x="0" y="1"/>
                  </a:moveTo>
                  <a:lnTo>
                    <a:pt x="0" y="226"/>
                  </a:lnTo>
                  <a:lnTo>
                    <a:pt x="25" y="226"/>
                  </a:lnTo>
                  <a:lnTo>
                    <a:pt x="25"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44"/>
            <p:cNvSpPr/>
            <p:nvPr/>
          </p:nvSpPr>
          <p:spPr>
            <a:xfrm>
              <a:off x="3657425" y="2372825"/>
              <a:ext cx="25" cy="6300"/>
            </a:xfrm>
            <a:custGeom>
              <a:avLst/>
              <a:gdLst/>
              <a:ahLst/>
              <a:cxnLst/>
              <a:rect l="l" t="t" r="r" b="b"/>
              <a:pathLst>
                <a:path w="1" h="252" extrusionOk="0">
                  <a:moveTo>
                    <a:pt x="0" y="1"/>
                  </a:moveTo>
                  <a:lnTo>
                    <a:pt x="0" y="226"/>
                  </a:lnTo>
                  <a:cubicBezTo>
                    <a:pt x="0" y="226"/>
                    <a:pt x="0" y="252"/>
                    <a:pt x="0" y="252"/>
                  </a:cubicBezTo>
                  <a:lnTo>
                    <a:pt x="0" y="1"/>
                  </a:lnTo>
                  <a:cubicBezTo>
                    <a:pt x="0" y="1"/>
                    <a:pt x="0" y="1"/>
                    <a:pt x="0"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44"/>
            <p:cNvSpPr/>
            <p:nvPr/>
          </p:nvSpPr>
          <p:spPr>
            <a:xfrm>
              <a:off x="3656800" y="2372825"/>
              <a:ext cx="650" cy="6300"/>
            </a:xfrm>
            <a:custGeom>
              <a:avLst/>
              <a:gdLst/>
              <a:ahLst/>
              <a:cxnLst/>
              <a:rect l="l" t="t" r="r" b="b"/>
              <a:pathLst>
                <a:path w="26" h="252" extrusionOk="0">
                  <a:moveTo>
                    <a:pt x="0" y="1"/>
                  </a:moveTo>
                  <a:lnTo>
                    <a:pt x="0" y="252"/>
                  </a:lnTo>
                  <a:lnTo>
                    <a:pt x="25" y="252"/>
                  </a:lnTo>
                  <a:lnTo>
                    <a:pt x="25"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44"/>
            <p:cNvSpPr/>
            <p:nvPr/>
          </p:nvSpPr>
          <p:spPr>
            <a:xfrm>
              <a:off x="3656800" y="2372825"/>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44"/>
            <p:cNvSpPr/>
            <p:nvPr/>
          </p:nvSpPr>
          <p:spPr>
            <a:xfrm>
              <a:off x="3656800" y="2372825"/>
              <a:ext cx="25" cy="6300"/>
            </a:xfrm>
            <a:custGeom>
              <a:avLst/>
              <a:gdLst/>
              <a:ahLst/>
              <a:cxnLst/>
              <a:rect l="l" t="t" r="r" b="b"/>
              <a:pathLst>
                <a:path w="1" h="252" extrusionOk="0">
                  <a:moveTo>
                    <a:pt x="0" y="1"/>
                  </a:moveTo>
                  <a:lnTo>
                    <a:pt x="0" y="252"/>
                  </a:lnTo>
                  <a:lnTo>
                    <a:pt x="0" y="252"/>
                  </a:ln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44"/>
            <p:cNvSpPr/>
            <p:nvPr/>
          </p:nvSpPr>
          <p:spPr>
            <a:xfrm>
              <a:off x="3656800" y="2372825"/>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44"/>
            <p:cNvSpPr/>
            <p:nvPr/>
          </p:nvSpPr>
          <p:spPr>
            <a:xfrm>
              <a:off x="3656175" y="2372825"/>
              <a:ext cx="650" cy="6300"/>
            </a:xfrm>
            <a:custGeom>
              <a:avLst/>
              <a:gdLst/>
              <a:ahLst/>
              <a:cxnLst/>
              <a:rect l="l" t="t" r="r" b="b"/>
              <a:pathLst>
                <a:path w="26" h="252" extrusionOk="0">
                  <a:moveTo>
                    <a:pt x="0" y="1"/>
                  </a:moveTo>
                  <a:lnTo>
                    <a:pt x="0" y="252"/>
                  </a:lnTo>
                  <a:lnTo>
                    <a:pt x="25" y="252"/>
                  </a:lnTo>
                  <a:lnTo>
                    <a:pt x="25"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44"/>
            <p:cNvSpPr/>
            <p:nvPr/>
          </p:nvSpPr>
          <p:spPr>
            <a:xfrm>
              <a:off x="3656175" y="2372825"/>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44"/>
            <p:cNvSpPr/>
            <p:nvPr/>
          </p:nvSpPr>
          <p:spPr>
            <a:xfrm>
              <a:off x="3656175" y="2372825"/>
              <a:ext cx="25" cy="6300"/>
            </a:xfrm>
            <a:custGeom>
              <a:avLst/>
              <a:gdLst/>
              <a:ahLst/>
              <a:cxnLst/>
              <a:rect l="l" t="t" r="r" b="b"/>
              <a:pathLst>
                <a:path w="1" h="252" extrusionOk="0">
                  <a:moveTo>
                    <a:pt x="0" y="1"/>
                  </a:moveTo>
                  <a:lnTo>
                    <a:pt x="0" y="252"/>
                  </a:lnTo>
                  <a:cubicBezTo>
                    <a:pt x="0" y="252"/>
                    <a:pt x="0" y="252"/>
                    <a:pt x="0" y="226"/>
                  </a:cubicBezTo>
                  <a:lnTo>
                    <a:pt x="0" y="1"/>
                  </a:lnTo>
                  <a:cubicBezTo>
                    <a:pt x="0" y="1"/>
                    <a:pt x="0" y="1"/>
                    <a:pt x="0"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44"/>
            <p:cNvSpPr/>
            <p:nvPr/>
          </p:nvSpPr>
          <p:spPr>
            <a:xfrm>
              <a:off x="3655550" y="2372825"/>
              <a:ext cx="650" cy="5675"/>
            </a:xfrm>
            <a:custGeom>
              <a:avLst/>
              <a:gdLst/>
              <a:ahLst/>
              <a:cxnLst/>
              <a:rect l="l" t="t" r="r" b="b"/>
              <a:pathLst>
                <a:path w="26" h="227" extrusionOk="0">
                  <a:moveTo>
                    <a:pt x="0" y="1"/>
                  </a:moveTo>
                  <a:lnTo>
                    <a:pt x="0" y="226"/>
                  </a:lnTo>
                  <a:lnTo>
                    <a:pt x="25" y="226"/>
                  </a:lnTo>
                  <a:lnTo>
                    <a:pt x="25"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44"/>
            <p:cNvSpPr/>
            <p:nvPr/>
          </p:nvSpPr>
          <p:spPr>
            <a:xfrm>
              <a:off x="3655550" y="23728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44"/>
            <p:cNvSpPr/>
            <p:nvPr/>
          </p:nvSpPr>
          <p:spPr>
            <a:xfrm>
              <a:off x="3544625" y="2372200"/>
              <a:ext cx="650" cy="5675"/>
            </a:xfrm>
            <a:custGeom>
              <a:avLst/>
              <a:gdLst/>
              <a:ahLst/>
              <a:cxnLst/>
              <a:rect l="l" t="t" r="r" b="b"/>
              <a:pathLst>
                <a:path w="26" h="227" extrusionOk="0">
                  <a:moveTo>
                    <a:pt x="26"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44"/>
            <p:cNvSpPr/>
            <p:nvPr/>
          </p:nvSpPr>
          <p:spPr>
            <a:xfrm>
              <a:off x="3544625" y="2372200"/>
              <a:ext cx="650" cy="5675"/>
            </a:xfrm>
            <a:custGeom>
              <a:avLst/>
              <a:gdLst/>
              <a:ahLst/>
              <a:cxnLst/>
              <a:rect l="l" t="t" r="r" b="b"/>
              <a:pathLst>
                <a:path w="26" h="227" extrusionOk="0">
                  <a:moveTo>
                    <a:pt x="1" y="1"/>
                  </a:moveTo>
                  <a:lnTo>
                    <a:pt x="1"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4"/>
            <p:cNvSpPr/>
            <p:nvPr/>
          </p:nvSpPr>
          <p:spPr>
            <a:xfrm>
              <a:off x="3544625" y="2372200"/>
              <a:ext cx="25" cy="6300"/>
            </a:xfrm>
            <a:custGeom>
              <a:avLst/>
              <a:gdLst/>
              <a:ahLst/>
              <a:cxnLst/>
              <a:rect l="l" t="t" r="r" b="b"/>
              <a:pathLst>
                <a:path w="1" h="252" extrusionOk="0">
                  <a:moveTo>
                    <a:pt x="1" y="1"/>
                  </a:moveTo>
                  <a:lnTo>
                    <a:pt x="1" y="226"/>
                  </a:lnTo>
                  <a:cubicBezTo>
                    <a:pt x="1" y="226"/>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44"/>
            <p:cNvSpPr/>
            <p:nvPr/>
          </p:nvSpPr>
          <p:spPr>
            <a:xfrm>
              <a:off x="3544625" y="23722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44"/>
            <p:cNvSpPr/>
            <p:nvPr/>
          </p:nvSpPr>
          <p:spPr>
            <a:xfrm>
              <a:off x="3544625" y="2372200"/>
              <a:ext cx="25" cy="6300"/>
            </a:xfrm>
            <a:custGeom>
              <a:avLst/>
              <a:gdLst/>
              <a:ahLst/>
              <a:cxnLst/>
              <a:rect l="l" t="t" r="r" b="b"/>
              <a:pathLst>
                <a:path w="1" h="252" extrusionOk="0">
                  <a:moveTo>
                    <a:pt x="1" y="1"/>
                  </a:moveTo>
                  <a:lnTo>
                    <a:pt x="1" y="251"/>
                  </a:lnTo>
                  <a:cubicBezTo>
                    <a:pt x="1" y="251"/>
                    <a:pt x="1" y="251"/>
                    <a:pt x="1" y="251"/>
                  </a:cubicBezTo>
                  <a:lnTo>
                    <a:pt x="1" y="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44"/>
            <p:cNvSpPr/>
            <p:nvPr/>
          </p:nvSpPr>
          <p:spPr>
            <a:xfrm>
              <a:off x="3544000" y="2372825"/>
              <a:ext cx="650" cy="5675"/>
            </a:xfrm>
            <a:custGeom>
              <a:avLst/>
              <a:gdLst/>
              <a:ahLst/>
              <a:cxnLst/>
              <a:rect l="l" t="t" r="r" b="b"/>
              <a:pathLst>
                <a:path w="26" h="227" extrusionOk="0">
                  <a:moveTo>
                    <a:pt x="26"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44"/>
            <p:cNvSpPr/>
            <p:nvPr/>
          </p:nvSpPr>
          <p:spPr>
            <a:xfrm>
              <a:off x="3544000" y="2372825"/>
              <a:ext cx="650" cy="5675"/>
            </a:xfrm>
            <a:custGeom>
              <a:avLst/>
              <a:gdLst/>
              <a:ahLst/>
              <a:cxnLst/>
              <a:rect l="l" t="t" r="r" b="b"/>
              <a:pathLst>
                <a:path w="26" h="227" extrusionOk="0">
                  <a:moveTo>
                    <a:pt x="1" y="1"/>
                  </a:moveTo>
                  <a:lnTo>
                    <a:pt x="1"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44"/>
            <p:cNvSpPr/>
            <p:nvPr/>
          </p:nvSpPr>
          <p:spPr>
            <a:xfrm>
              <a:off x="3544000" y="2372825"/>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44"/>
            <p:cNvSpPr/>
            <p:nvPr/>
          </p:nvSpPr>
          <p:spPr>
            <a:xfrm>
              <a:off x="3505150" y="2372200"/>
              <a:ext cx="675" cy="6925"/>
            </a:xfrm>
            <a:custGeom>
              <a:avLst/>
              <a:gdLst/>
              <a:ahLst/>
              <a:cxnLst/>
              <a:rect l="l" t="t" r="r" b="b"/>
              <a:pathLst>
                <a:path w="27" h="277" extrusionOk="0">
                  <a:moveTo>
                    <a:pt x="1" y="1"/>
                  </a:moveTo>
                  <a:lnTo>
                    <a:pt x="1" y="226"/>
                  </a:lnTo>
                  <a:cubicBezTo>
                    <a:pt x="1" y="251"/>
                    <a:pt x="26" y="251"/>
                    <a:pt x="26" y="277"/>
                  </a:cubicBezTo>
                  <a:lnTo>
                    <a:pt x="26" y="26"/>
                  </a:lnTo>
                  <a:cubicBezTo>
                    <a:pt x="26" y="26"/>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44"/>
            <p:cNvSpPr/>
            <p:nvPr/>
          </p:nvSpPr>
          <p:spPr>
            <a:xfrm>
              <a:off x="3559050" y="2365325"/>
              <a:ext cx="13800" cy="13800"/>
            </a:xfrm>
            <a:custGeom>
              <a:avLst/>
              <a:gdLst/>
              <a:ahLst/>
              <a:cxnLst/>
              <a:rect l="l" t="t" r="r" b="b"/>
              <a:pathLst>
                <a:path w="552" h="552" extrusionOk="0">
                  <a:moveTo>
                    <a:pt x="0" y="0"/>
                  </a:moveTo>
                  <a:lnTo>
                    <a:pt x="0" y="251"/>
                  </a:lnTo>
                  <a:lnTo>
                    <a:pt x="552" y="552"/>
                  </a:lnTo>
                  <a:lnTo>
                    <a:pt x="552" y="3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44"/>
            <p:cNvSpPr/>
            <p:nvPr/>
          </p:nvSpPr>
          <p:spPr>
            <a:xfrm>
              <a:off x="3622950" y="2367200"/>
              <a:ext cx="11300" cy="12550"/>
            </a:xfrm>
            <a:custGeom>
              <a:avLst/>
              <a:gdLst/>
              <a:ahLst/>
              <a:cxnLst/>
              <a:rect l="l" t="t" r="r" b="b"/>
              <a:pathLst>
                <a:path w="452" h="502" extrusionOk="0">
                  <a:moveTo>
                    <a:pt x="452" y="0"/>
                  </a:moveTo>
                  <a:lnTo>
                    <a:pt x="1" y="251"/>
                  </a:lnTo>
                  <a:lnTo>
                    <a:pt x="1" y="502"/>
                  </a:lnTo>
                  <a:lnTo>
                    <a:pt x="452" y="226"/>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44"/>
            <p:cNvSpPr/>
            <p:nvPr/>
          </p:nvSpPr>
          <p:spPr>
            <a:xfrm>
              <a:off x="3533975" y="2372200"/>
              <a:ext cx="650" cy="6925"/>
            </a:xfrm>
            <a:custGeom>
              <a:avLst/>
              <a:gdLst/>
              <a:ahLst/>
              <a:cxnLst/>
              <a:rect l="l" t="t" r="r" b="b"/>
              <a:pathLst>
                <a:path w="26" h="277" extrusionOk="0">
                  <a:moveTo>
                    <a:pt x="1" y="1"/>
                  </a:moveTo>
                  <a:lnTo>
                    <a:pt x="1" y="251"/>
                  </a:lnTo>
                  <a:cubicBezTo>
                    <a:pt x="26" y="251"/>
                    <a:pt x="26" y="277"/>
                    <a:pt x="26" y="277"/>
                  </a:cubicBezTo>
                  <a:lnTo>
                    <a:pt x="26" y="51"/>
                  </a:lnTo>
                  <a:cubicBezTo>
                    <a:pt x="26" y="26"/>
                    <a:pt x="26"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44"/>
            <p:cNvSpPr/>
            <p:nvPr/>
          </p:nvSpPr>
          <p:spPr>
            <a:xfrm>
              <a:off x="3584100" y="2372825"/>
              <a:ext cx="25" cy="5675"/>
            </a:xfrm>
            <a:custGeom>
              <a:avLst/>
              <a:gdLst/>
              <a:ahLst/>
              <a:cxnLst/>
              <a:rect l="l" t="t" r="r" b="b"/>
              <a:pathLst>
                <a:path w="1" h="227" extrusionOk="0">
                  <a:moveTo>
                    <a:pt x="1" y="1"/>
                  </a:moveTo>
                  <a:lnTo>
                    <a:pt x="1" y="226"/>
                  </a:lnTo>
                  <a:cubicBezTo>
                    <a:pt x="1" y="226"/>
                    <a:pt x="1" y="226"/>
                    <a:pt x="1" y="226"/>
                  </a:cubicBez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44"/>
            <p:cNvSpPr/>
            <p:nvPr/>
          </p:nvSpPr>
          <p:spPr>
            <a:xfrm>
              <a:off x="3583475" y="2372825"/>
              <a:ext cx="650" cy="6300"/>
            </a:xfrm>
            <a:custGeom>
              <a:avLst/>
              <a:gdLst/>
              <a:ahLst/>
              <a:cxnLst/>
              <a:rect l="l" t="t" r="r" b="b"/>
              <a:pathLst>
                <a:path w="26" h="252" extrusionOk="0">
                  <a:moveTo>
                    <a:pt x="1" y="1"/>
                  </a:moveTo>
                  <a:lnTo>
                    <a:pt x="1" y="252"/>
                  </a:lnTo>
                  <a:cubicBezTo>
                    <a:pt x="1" y="252"/>
                    <a:pt x="1" y="226"/>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44"/>
            <p:cNvSpPr/>
            <p:nvPr/>
          </p:nvSpPr>
          <p:spPr>
            <a:xfrm>
              <a:off x="3583475" y="2372825"/>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44"/>
            <p:cNvSpPr/>
            <p:nvPr/>
          </p:nvSpPr>
          <p:spPr>
            <a:xfrm>
              <a:off x="3583475" y="2372825"/>
              <a:ext cx="25" cy="6300"/>
            </a:xfrm>
            <a:custGeom>
              <a:avLst/>
              <a:gdLst/>
              <a:ahLst/>
              <a:cxnLst/>
              <a:rect l="l" t="t" r="r" b="b"/>
              <a:pathLst>
                <a:path w="1" h="252" extrusionOk="0">
                  <a:moveTo>
                    <a:pt x="1" y="1"/>
                  </a:moveTo>
                  <a:lnTo>
                    <a:pt x="1" y="252"/>
                  </a:lnTo>
                  <a:cubicBezTo>
                    <a:pt x="1" y="252"/>
                    <a:pt x="1" y="252"/>
                    <a:pt x="1" y="252"/>
                  </a:cubicBezTo>
                  <a:lnTo>
                    <a:pt x="1" y="26"/>
                  </a:lnTo>
                  <a:cubicBezTo>
                    <a:pt x="1" y="26"/>
                    <a:pt x="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44"/>
            <p:cNvSpPr/>
            <p:nvPr/>
          </p:nvSpPr>
          <p:spPr>
            <a:xfrm>
              <a:off x="3583475" y="2373450"/>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44"/>
            <p:cNvSpPr/>
            <p:nvPr/>
          </p:nvSpPr>
          <p:spPr>
            <a:xfrm>
              <a:off x="3583475" y="2373450"/>
              <a:ext cx="25" cy="6300"/>
            </a:xfrm>
            <a:custGeom>
              <a:avLst/>
              <a:gdLst/>
              <a:ahLst/>
              <a:cxnLst/>
              <a:rect l="l" t="t" r="r" b="b"/>
              <a:pathLst>
                <a:path w="1" h="252" extrusionOk="0">
                  <a:moveTo>
                    <a:pt x="1" y="1"/>
                  </a:moveTo>
                  <a:lnTo>
                    <a:pt x="1" y="227"/>
                  </a:lnTo>
                  <a:cubicBezTo>
                    <a:pt x="1" y="227"/>
                    <a:pt x="1" y="227"/>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44"/>
            <p:cNvSpPr/>
            <p:nvPr/>
          </p:nvSpPr>
          <p:spPr>
            <a:xfrm>
              <a:off x="3583475" y="2373450"/>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44"/>
            <p:cNvSpPr/>
            <p:nvPr/>
          </p:nvSpPr>
          <p:spPr>
            <a:xfrm>
              <a:off x="3583475" y="2373450"/>
              <a:ext cx="25" cy="6300"/>
            </a:xfrm>
            <a:custGeom>
              <a:avLst/>
              <a:gdLst/>
              <a:ahLst/>
              <a:cxnLst/>
              <a:rect l="l" t="t" r="r" b="b"/>
              <a:pathLst>
                <a:path w="1" h="252" extrusionOk="0">
                  <a:moveTo>
                    <a:pt x="1" y="1"/>
                  </a:moveTo>
                  <a:lnTo>
                    <a:pt x="1" y="252"/>
                  </a:lnTo>
                  <a:lnTo>
                    <a:pt x="1" y="25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44"/>
            <p:cNvSpPr/>
            <p:nvPr/>
          </p:nvSpPr>
          <p:spPr>
            <a:xfrm>
              <a:off x="3544000" y="2372825"/>
              <a:ext cx="1275" cy="6925"/>
            </a:xfrm>
            <a:custGeom>
              <a:avLst/>
              <a:gdLst/>
              <a:ahLst/>
              <a:cxnLst/>
              <a:rect l="l" t="t" r="r" b="b"/>
              <a:pathLst>
                <a:path w="51" h="277" extrusionOk="0">
                  <a:moveTo>
                    <a:pt x="1" y="1"/>
                  </a:moveTo>
                  <a:lnTo>
                    <a:pt x="1" y="226"/>
                  </a:lnTo>
                  <a:cubicBezTo>
                    <a:pt x="1" y="252"/>
                    <a:pt x="26" y="277"/>
                    <a:pt x="51" y="277"/>
                  </a:cubicBezTo>
                  <a:lnTo>
                    <a:pt x="51" y="26"/>
                  </a:lnTo>
                  <a:cubicBezTo>
                    <a:pt x="26" y="26"/>
                    <a:pt x="1" y="26"/>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44"/>
            <p:cNvSpPr/>
            <p:nvPr/>
          </p:nvSpPr>
          <p:spPr>
            <a:xfrm>
              <a:off x="3598525" y="2366575"/>
              <a:ext cx="13175" cy="13800"/>
            </a:xfrm>
            <a:custGeom>
              <a:avLst/>
              <a:gdLst/>
              <a:ahLst/>
              <a:cxnLst/>
              <a:rect l="l" t="t" r="r" b="b"/>
              <a:pathLst>
                <a:path w="527" h="552" extrusionOk="0">
                  <a:moveTo>
                    <a:pt x="0" y="0"/>
                  </a:moveTo>
                  <a:lnTo>
                    <a:pt x="0" y="226"/>
                  </a:lnTo>
                  <a:lnTo>
                    <a:pt x="527" y="552"/>
                  </a:lnTo>
                  <a:lnTo>
                    <a:pt x="527" y="3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44"/>
            <p:cNvSpPr/>
            <p:nvPr/>
          </p:nvSpPr>
          <p:spPr>
            <a:xfrm>
              <a:off x="3572825" y="2373450"/>
              <a:ext cx="650" cy="6925"/>
            </a:xfrm>
            <a:custGeom>
              <a:avLst/>
              <a:gdLst/>
              <a:ahLst/>
              <a:cxnLst/>
              <a:rect l="l" t="t" r="r" b="b"/>
              <a:pathLst>
                <a:path w="26" h="277" extrusionOk="0">
                  <a:moveTo>
                    <a:pt x="1" y="1"/>
                  </a:moveTo>
                  <a:lnTo>
                    <a:pt x="1" y="227"/>
                  </a:lnTo>
                  <a:cubicBezTo>
                    <a:pt x="26" y="252"/>
                    <a:pt x="26" y="252"/>
                    <a:pt x="26" y="277"/>
                  </a:cubicBezTo>
                  <a:lnTo>
                    <a:pt x="26" y="26"/>
                  </a:lnTo>
                  <a:cubicBezTo>
                    <a:pt x="26" y="26"/>
                    <a:pt x="26"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44"/>
            <p:cNvSpPr/>
            <p:nvPr/>
          </p:nvSpPr>
          <p:spPr>
            <a:xfrm>
              <a:off x="3622950" y="2373450"/>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44"/>
            <p:cNvSpPr/>
            <p:nvPr/>
          </p:nvSpPr>
          <p:spPr>
            <a:xfrm>
              <a:off x="3622325" y="2373450"/>
              <a:ext cx="650" cy="6300"/>
            </a:xfrm>
            <a:custGeom>
              <a:avLst/>
              <a:gdLst/>
              <a:ahLst/>
              <a:cxnLst/>
              <a:rect l="l" t="t" r="r" b="b"/>
              <a:pathLst>
                <a:path w="26" h="252" extrusionOk="0">
                  <a:moveTo>
                    <a:pt x="26" y="1"/>
                  </a:moveTo>
                  <a:cubicBezTo>
                    <a:pt x="26" y="1"/>
                    <a:pt x="26" y="1"/>
                    <a:pt x="1" y="26"/>
                  </a:cubicBezTo>
                  <a:lnTo>
                    <a:pt x="1" y="252"/>
                  </a:lnTo>
                  <a:lnTo>
                    <a:pt x="26" y="252"/>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44"/>
            <p:cNvSpPr/>
            <p:nvPr/>
          </p:nvSpPr>
          <p:spPr>
            <a:xfrm>
              <a:off x="3622325" y="23741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44"/>
            <p:cNvSpPr/>
            <p:nvPr/>
          </p:nvSpPr>
          <p:spPr>
            <a:xfrm>
              <a:off x="3622325" y="2374100"/>
              <a:ext cx="25" cy="5650"/>
            </a:xfrm>
            <a:custGeom>
              <a:avLst/>
              <a:gdLst/>
              <a:ahLst/>
              <a:cxnLst/>
              <a:rect l="l" t="t" r="r" b="b"/>
              <a:pathLst>
                <a:path w="1" h="226" extrusionOk="0">
                  <a:moveTo>
                    <a:pt x="1" y="0"/>
                  </a:moveTo>
                  <a:lnTo>
                    <a:pt x="1" y="226"/>
                  </a:lnTo>
                  <a:lnTo>
                    <a:pt x="1" y="226"/>
                  </a:ln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44"/>
            <p:cNvSpPr/>
            <p:nvPr/>
          </p:nvSpPr>
          <p:spPr>
            <a:xfrm>
              <a:off x="3622325" y="2374100"/>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4"/>
            <p:cNvSpPr/>
            <p:nvPr/>
          </p:nvSpPr>
          <p:spPr>
            <a:xfrm>
              <a:off x="3622325" y="23741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44"/>
            <p:cNvSpPr/>
            <p:nvPr/>
          </p:nvSpPr>
          <p:spPr>
            <a:xfrm>
              <a:off x="3622325" y="237410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25"/>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44"/>
            <p:cNvSpPr/>
            <p:nvPr/>
          </p:nvSpPr>
          <p:spPr>
            <a:xfrm>
              <a:off x="3622325" y="2374725"/>
              <a:ext cx="25" cy="5650"/>
            </a:xfrm>
            <a:custGeom>
              <a:avLst/>
              <a:gdLst/>
              <a:ahLst/>
              <a:cxnLst/>
              <a:rect l="l" t="t" r="r" b="b"/>
              <a:pathLst>
                <a:path w="1" h="226" extrusionOk="0">
                  <a:moveTo>
                    <a:pt x="1" y="0"/>
                  </a:moveTo>
                  <a:lnTo>
                    <a:pt x="1" y="226"/>
                  </a:lnTo>
                  <a:lnTo>
                    <a:pt x="1" y="2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44"/>
            <p:cNvSpPr/>
            <p:nvPr/>
          </p:nvSpPr>
          <p:spPr>
            <a:xfrm>
              <a:off x="3534600" y="2373450"/>
              <a:ext cx="25" cy="5675"/>
            </a:xfrm>
            <a:custGeom>
              <a:avLst/>
              <a:gdLst/>
              <a:ahLst/>
              <a:cxnLst/>
              <a:rect l="l" t="t" r="r" b="b"/>
              <a:pathLst>
                <a:path w="1" h="227" extrusionOk="0">
                  <a:moveTo>
                    <a:pt x="1" y="1"/>
                  </a:moveTo>
                  <a:lnTo>
                    <a:pt x="1" y="227"/>
                  </a:lnTo>
                  <a:lnTo>
                    <a:pt x="1" y="227"/>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44"/>
            <p:cNvSpPr/>
            <p:nvPr/>
          </p:nvSpPr>
          <p:spPr>
            <a:xfrm>
              <a:off x="3534600" y="2373450"/>
              <a:ext cx="25" cy="6300"/>
            </a:xfrm>
            <a:custGeom>
              <a:avLst/>
              <a:gdLst/>
              <a:ahLst/>
              <a:cxnLst/>
              <a:rect l="l" t="t" r="r" b="b"/>
              <a:pathLst>
                <a:path w="1" h="252" extrusionOk="0">
                  <a:moveTo>
                    <a:pt x="1" y="1"/>
                  </a:moveTo>
                  <a:lnTo>
                    <a:pt x="1" y="227"/>
                  </a:lnTo>
                  <a:cubicBezTo>
                    <a:pt x="1" y="227"/>
                    <a:pt x="1" y="227"/>
                    <a:pt x="1" y="252"/>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44"/>
            <p:cNvSpPr/>
            <p:nvPr/>
          </p:nvSpPr>
          <p:spPr>
            <a:xfrm>
              <a:off x="3534600" y="2373450"/>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44"/>
            <p:cNvSpPr/>
            <p:nvPr/>
          </p:nvSpPr>
          <p:spPr>
            <a:xfrm>
              <a:off x="3534600" y="2373450"/>
              <a:ext cx="25" cy="6300"/>
            </a:xfrm>
            <a:custGeom>
              <a:avLst/>
              <a:gdLst/>
              <a:ahLst/>
              <a:cxnLst/>
              <a:rect l="l" t="t" r="r" b="b"/>
              <a:pathLst>
                <a:path w="1" h="252" extrusionOk="0">
                  <a:moveTo>
                    <a:pt x="1" y="1"/>
                  </a:moveTo>
                  <a:lnTo>
                    <a:pt x="1" y="252"/>
                  </a:lnTo>
                  <a:cubicBezTo>
                    <a:pt x="1" y="252"/>
                    <a:pt x="1" y="252"/>
                    <a:pt x="1" y="252"/>
                  </a:cubicBezTo>
                  <a:lnTo>
                    <a:pt x="1" y="26"/>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44"/>
            <p:cNvSpPr/>
            <p:nvPr/>
          </p:nvSpPr>
          <p:spPr>
            <a:xfrm>
              <a:off x="3534600" y="2373450"/>
              <a:ext cx="25" cy="6300"/>
            </a:xfrm>
            <a:custGeom>
              <a:avLst/>
              <a:gdLst/>
              <a:ahLst/>
              <a:cxnLst/>
              <a:rect l="l" t="t" r="r" b="b"/>
              <a:pathLst>
                <a:path w="1" h="252" extrusionOk="0">
                  <a:moveTo>
                    <a:pt x="1" y="1"/>
                  </a:moveTo>
                  <a:lnTo>
                    <a:pt x="1" y="252"/>
                  </a:lnTo>
                  <a:cubicBezTo>
                    <a:pt x="1" y="252"/>
                    <a:pt x="1" y="252"/>
                    <a:pt x="1" y="252"/>
                  </a:cubicBezTo>
                  <a:lnTo>
                    <a:pt x="1" y="26"/>
                  </a:lnTo>
                  <a:cubicBezTo>
                    <a:pt x="1" y="26"/>
                    <a:pt x="1" y="26"/>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44"/>
            <p:cNvSpPr/>
            <p:nvPr/>
          </p:nvSpPr>
          <p:spPr>
            <a:xfrm>
              <a:off x="3533975" y="2374100"/>
              <a:ext cx="650" cy="5650"/>
            </a:xfrm>
            <a:custGeom>
              <a:avLst/>
              <a:gdLst/>
              <a:ahLst/>
              <a:cxnLst/>
              <a:rect l="l" t="t" r="r" b="b"/>
              <a:pathLst>
                <a:path w="26" h="226" extrusionOk="0">
                  <a:moveTo>
                    <a:pt x="1" y="0"/>
                  </a:moveTo>
                  <a:lnTo>
                    <a:pt x="1" y="226"/>
                  </a:lnTo>
                  <a:lnTo>
                    <a:pt x="26" y="226"/>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4"/>
            <p:cNvSpPr/>
            <p:nvPr/>
          </p:nvSpPr>
          <p:spPr>
            <a:xfrm>
              <a:off x="3533975" y="2374100"/>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44"/>
            <p:cNvSpPr/>
            <p:nvPr/>
          </p:nvSpPr>
          <p:spPr>
            <a:xfrm>
              <a:off x="3533975" y="2374100"/>
              <a:ext cx="25" cy="6275"/>
            </a:xfrm>
            <a:custGeom>
              <a:avLst/>
              <a:gdLst/>
              <a:ahLst/>
              <a:cxnLst/>
              <a:rect l="l" t="t" r="r" b="b"/>
              <a:pathLst>
                <a:path w="1" h="251" extrusionOk="0">
                  <a:moveTo>
                    <a:pt x="1" y="0"/>
                  </a:moveTo>
                  <a:lnTo>
                    <a:pt x="1" y="251"/>
                  </a:lnTo>
                  <a:cubicBezTo>
                    <a:pt x="1" y="251"/>
                    <a:pt x="1" y="251"/>
                    <a:pt x="1" y="251"/>
                  </a:cubicBezTo>
                  <a:lnTo>
                    <a:pt x="1" y="0"/>
                  </a:lnTo>
                  <a:lnTo>
                    <a:pt x="1"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44"/>
            <p:cNvSpPr/>
            <p:nvPr/>
          </p:nvSpPr>
          <p:spPr>
            <a:xfrm>
              <a:off x="3661175" y="2371575"/>
              <a:ext cx="5675" cy="8800"/>
            </a:xfrm>
            <a:custGeom>
              <a:avLst/>
              <a:gdLst/>
              <a:ahLst/>
              <a:cxnLst/>
              <a:rect l="l" t="t" r="r" b="b"/>
              <a:pathLst>
                <a:path w="227" h="352" extrusionOk="0">
                  <a:moveTo>
                    <a:pt x="226" y="1"/>
                  </a:moveTo>
                  <a:lnTo>
                    <a:pt x="1" y="126"/>
                  </a:lnTo>
                  <a:lnTo>
                    <a:pt x="1" y="352"/>
                  </a:lnTo>
                  <a:lnTo>
                    <a:pt x="226" y="226"/>
                  </a:lnTo>
                  <a:lnTo>
                    <a:pt x="22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44"/>
            <p:cNvSpPr/>
            <p:nvPr/>
          </p:nvSpPr>
          <p:spPr>
            <a:xfrm>
              <a:off x="3583475" y="2373450"/>
              <a:ext cx="650" cy="6925"/>
            </a:xfrm>
            <a:custGeom>
              <a:avLst/>
              <a:gdLst/>
              <a:ahLst/>
              <a:cxnLst/>
              <a:rect l="l" t="t" r="r" b="b"/>
              <a:pathLst>
                <a:path w="26" h="277" extrusionOk="0">
                  <a:moveTo>
                    <a:pt x="1" y="1"/>
                  </a:moveTo>
                  <a:lnTo>
                    <a:pt x="1" y="252"/>
                  </a:lnTo>
                  <a:cubicBezTo>
                    <a:pt x="1" y="252"/>
                    <a:pt x="1" y="277"/>
                    <a:pt x="26" y="277"/>
                  </a:cubicBezTo>
                  <a:lnTo>
                    <a:pt x="26" y="51"/>
                  </a:lnTo>
                  <a:cubicBezTo>
                    <a:pt x="1" y="26"/>
                    <a:pt x="1" y="26"/>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44"/>
            <p:cNvSpPr/>
            <p:nvPr/>
          </p:nvSpPr>
          <p:spPr>
            <a:xfrm>
              <a:off x="3637375" y="2367200"/>
              <a:ext cx="13175" cy="13800"/>
            </a:xfrm>
            <a:custGeom>
              <a:avLst/>
              <a:gdLst/>
              <a:ahLst/>
              <a:cxnLst/>
              <a:rect l="l" t="t" r="r" b="b"/>
              <a:pathLst>
                <a:path w="527" h="552" extrusionOk="0">
                  <a:moveTo>
                    <a:pt x="0" y="0"/>
                  </a:moveTo>
                  <a:lnTo>
                    <a:pt x="0" y="226"/>
                  </a:lnTo>
                  <a:lnTo>
                    <a:pt x="527" y="552"/>
                  </a:lnTo>
                  <a:lnTo>
                    <a:pt x="527" y="3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44"/>
            <p:cNvSpPr/>
            <p:nvPr/>
          </p:nvSpPr>
          <p:spPr>
            <a:xfrm>
              <a:off x="3611675" y="2374100"/>
              <a:ext cx="650" cy="6900"/>
            </a:xfrm>
            <a:custGeom>
              <a:avLst/>
              <a:gdLst/>
              <a:ahLst/>
              <a:cxnLst/>
              <a:rect l="l" t="t" r="r" b="b"/>
              <a:pathLst>
                <a:path w="26" h="276" extrusionOk="0">
                  <a:moveTo>
                    <a:pt x="1" y="0"/>
                  </a:moveTo>
                  <a:lnTo>
                    <a:pt x="1" y="251"/>
                  </a:lnTo>
                  <a:cubicBezTo>
                    <a:pt x="26" y="251"/>
                    <a:pt x="26" y="251"/>
                    <a:pt x="26" y="276"/>
                  </a:cubicBezTo>
                  <a:lnTo>
                    <a:pt x="26" y="50"/>
                  </a:lnTo>
                  <a:cubicBezTo>
                    <a:pt x="26" y="25"/>
                    <a:pt x="26"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44"/>
            <p:cNvSpPr/>
            <p:nvPr/>
          </p:nvSpPr>
          <p:spPr>
            <a:xfrm>
              <a:off x="3661175" y="23747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44"/>
            <p:cNvSpPr/>
            <p:nvPr/>
          </p:nvSpPr>
          <p:spPr>
            <a:xfrm>
              <a:off x="3661175" y="2374725"/>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44"/>
            <p:cNvSpPr/>
            <p:nvPr/>
          </p:nvSpPr>
          <p:spPr>
            <a:xfrm>
              <a:off x="3661175" y="23747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44"/>
            <p:cNvSpPr/>
            <p:nvPr/>
          </p:nvSpPr>
          <p:spPr>
            <a:xfrm>
              <a:off x="3661175" y="2374725"/>
              <a:ext cx="25" cy="6275"/>
            </a:xfrm>
            <a:custGeom>
              <a:avLst/>
              <a:gdLst/>
              <a:ahLst/>
              <a:cxnLst/>
              <a:rect l="l" t="t" r="r" b="b"/>
              <a:pathLst>
                <a:path w="1" h="251" extrusionOk="0">
                  <a:moveTo>
                    <a:pt x="1" y="0"/>
                  </a:moveTo>
                  <a:lnTo>
                    <a:pt x="1" y="251"/>
                  </a:lnTo>
                  <a:cubicBezTo>
                    <a:pt x="1" y="251"/>
                    <a:pt x="1" y="251"/>
                    <a:pt x="1" y="251"/>
                  </a:cubicBezTo>
                  <a:lnTo>
                    <a:pt x="1" y="25"/>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44"/>
            <p:cNvSpPr/>
            <p:nvPr/>
          </p:nvSpPr>
          <p:spPr>
            <a:xfrm>
              <a:off x="3661175" y="23753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44"/>
            <p:cNvSpPr/>
            <p:nvPr/>
          </p:nvSpPr>
          <p:spPr>
            <a:xfrm>
              <a:off x="3661175" y="23753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44"/>
            <p:cNvSpPr/>
            <p:nvPr/>
          </p:nvSpPr>
          <p:spPr>
            <a:xfrm>
              <a:off x="3661175" y="23753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44"/>
            <p:cNvSpPr/>
            <p:nvPr/>
          </p:nvSpPr>
          <p:spPr>
            <a:xfrm>
              <a:off x="3661175" y="2375350"/>
              <a:ext cx="25" cy="5650"/>
            </a:xfrm>
            <a:custGeom>
              <a:avLst/>
              <a:gdLst/>
              <a:ahLst/>
              <a:cxnLst/>
              <a:rect l="l" t="t" r="r" b="b"/>
              <a:pathLst>
                <a:path w="1" h="226" extrusionOk="0">
                  <a:moveTo>
                    <a:pt x="1" y="0"/>
                  </a:moveTo>
                  <a:lnTo>
                    <a:pt x="1" y="226"/>
                  </a:lnTo>
                  <a:lnTo>
                    <a:pt x="1" y="2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44"/>
            <p:cNvSpPr/>
            <p:nvPr/>
          </p:nvSpPr>
          <p:spPr>
            <a:xfrm>
              <a:off x="3573450" y="2374100"/>
              <a:ext cx="25" cy="6275"/>
            </a:xfrm>
            <a:custGeom>
              <a:avLst/>
              <a:gdLst/>
              <a:ahLst/>
              <a:cxnLst/>
              <a:rect l="l" t="t" r="r" b="b"/>
              <a:pathLst>
                <a:path w="1" h="251" extrusionOk="0">
                  <a:moveTo>
                    <a:pt x="1" y="0"/>
                  </a:moveTo>
                  <a:lnTo>
                    <a:pt x="1" y="251"/>
                  </a:lnTo>
                  <a:lnTo>
                    <a:pt x="1" y="251"/>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44"/>
            <p:cNvSpPr/>
            <p:nvPr/>
          </p:nvSpPr>
          <p:spPr>
            <a:xfrm>
              <a:off x="3573450" y="23741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44"/>
            <p:cNvSpPr/>
            <p:nvPr/>
          </p:nvSpPr>
          <p:spPr>
            <a:xfrm>
              <a:off x="3573450" y="237410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44"/>
            <p:cNvSpPr/>
            <p:nvPr/>
          </p:nvSpPr>
          <p:spPr>
            <a:xfrm>
              <a:off x="3573450" y="23747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44"/>
            <p:cNvSpPr/>
            <p:nvPr/>
          </p:nvSpPr>
          <p:spPr>
            <a:xfrm>
              <a:off x="3573450" y="2374725"/>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44"/>
            <p:cNvSpPr/>
            <p:nvPr/>
          </p:nvSpPr>
          <p:spPr>
            <a:xfrm>
              <a:off x="3573450" y="23747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44"/>
            <p:cNvSpPr/>
            <p:nvPr/>
          </p:nvSpPr>
          <p:spPr>
            <a:xfrm>
              <a:off x="3572825" y="2374725"/>
              <a:ext cx="650" cy="6275"/>
            </a:xfrm>
            <a:custGeom>
              <a:avLst/>
              <a:gdLst/>
              <a:ahLst/>
              <a:cxnLst/>
              <a:rect l="l" t="t" r="r" b="b"/>
              <a:pathLst>
                <a:path w="26" h="251" extrusionOk="0">
                  <a:moveTo>
                    <a:pt x="26" y="0"/>
                  </a:moveTo>
                  <a:cubicBezTo>
                    <a:pt x="1" y="0"/>
                    <a:pt x="1" y="25"/>
                    <a:pt x="1" y="25"/>
                  </a:cubicBezTo>
                  <a:lnTo>
                    <a:pt x="1" y="251"/>
                  </a:lnTo>
                  <a:lnTo>
                    <a:pt x="26" y="251"/>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44"/>
            <p:cNvSpPr/>
            <p:nvPr/>
          </p:nvSpPr>
          <p:spPr>
            <a:xfrm>
              <a:off x="3572825" y="23753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44"/>
            <p:cNvSpPr/>
            <p:nvPr/>
          </p:nvSpPr>
          <p:spPr>
            <a:xfrm>
              <a:off x="3622325" y="2374725"/>
              <a:ext cx="650" cy="6900"/>
            </a:xfrm>
            <a:custGeom>
              <a:avLst/>
              <a:gdLst/>
              <a:ahLst/>
              <a:cxnLst/>
              <a:rect l="l" t="t" r="r" b="b"/>
              <a:pathLst>
                <a:path w="26" h="276" extrusionOk="0">
                  <a:moveTo>
                    <a:pt x="1" y="0"/>
                  </a:moveTo>
                  <a:lnTo>
                    <a:pt x="1" y="226"/>
                  </a:lnTo>
                  <a:cubicBezTo>
                    <a:pt x="1" y="251"/>
                    <a:pt x="1" y="251"/>
                    <a:pt x="26" y="276"/>
                  </a:cubicBezTo>
                  <a:lnTo>
                    <a:pt x="26" y="25"/>
                  </a:lnTo>
                  <a:cubicBezTo>
                    <a:pt x="1" y="25"/>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44"/>
            <p:cNvSpPr/>
            <p:nvPr/>
          </p:nvSpPr>
          <p:spPr>
            <a:xfrm>
              <a:off x="3650525" y="2374725"/>
              <a:ext cx="650" cy="6900"/>
            </a:xfrm>
            <a:custGeom>
              <a:avLst/>
              <a:gdLst/>
              <a:ahLst/>
              <a:cxnLst/>
              <a:rect l="l" t="t" r="r" b="b"/>
              <a:pathLst>
                <a:path w="26" h="276" extrusionOk="0">
                  <a:moveTo>
                    <a:pt x="1" y="0"/>
                  </a:moveTo>
                  <a:lnTo>
                    <a:pt x="1" y="251"/>
                  </a:lnTo>
                  <a:cubicBezTo>
                    <a:pt x="26" y="251"/>
                    <a:pt x="26" y="276"/>
                    <a:pt x="26" y="276"/>
                  </a:cubicBezTo>
                  <a:lnTo>
                    <a:pt x="26" y="50"/>
                  </a:lnTo>
                  <a:cubicBezTo>
                    <a:pt x="26" y="25"/>
                    <a:pt x="26" y="25"/>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44"/>
            <p:cNvSpPr/>
            <p:nvPr/>
          </p:nvSpPr>
          <p:spPr>
            <a:xfrm>
              <a:off x="3661175" y="2375350"/>
              <a:ext cx="25" cy="6900"/>
            </a:xfrm>
            <a:custGeom>
              <a:avLst/>
              <a:gdLst/>
              <a:ahLst/>
              <a:cxnLst/>
              <a:rect l="l" t="t" r="r" b="b"/>
              <a:pathLst>
                <a:path w="1" h="276" extrusionOk="0">
                  <a:moveTo>
                    <a:pt x="1" y="25"/>
                  </a:moveTo>
                  <a:lnTo>
                    <a:pt x="1" y="276"/>
                  </a:lnTo>
                  <a:cubicBezTo>
                    <a:pt x="1" y="251"/>
                    <a:pt x="1" y="251"/>
                    <a:pt x="1" y="226"/>
                  </a:cubicBezTo>
                  <a:lnTo>
                    <a:pt x="1" y="0"/>
                  </a:lnTo>
                  <a:cubicBezTo>
                    <a:pt x="1" y="0"/>
                    <a:pt x="1" y="25"/>
                    <a:pt x="1" y="25"/>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44"/>
            <p:cNvSpPr/>
            <p:nvPr/>
          </p:nvSpPr>
          <p:spPr>
            <a:xfrm>
              <a:off x="3612300" y="2375350"/>
              <a:ext cx="25" cy="5650"/>
            </a:xfrm>
            <a:custGeom>
              <a:avLst/>
              <a:gdLst/>
              <a:ahLst/>
              <a:cxnLst/>
              <a:rect l="l" t="t" r="r" b="b"/>
              <a:pathLst>
                <a:path w="1" h="226" extrusionOk="0">
                  <a:moveTo>
                    <a:pt x="1" y="0"/>
                  </a:moveTo>
                  <a:lnTo>
                    <a:pt x="1" y="226"/>
                  </a:lnTo>
                  <a:lnTo>
                    <a:pt x="1" y="226"/>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44"/>
            <p:cNvSpPr/>
            <p:nvPr/>
          </p:nvSpPr>
          <p:spPr>
            <a:xfrm>
              <a:off x="3612300" y="23753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44"/>
            <p:cNvSpPr/>
            <p:nvPr/>
          </p:nvSpPr>
          <p:spPr>
            <a:xfrm>
              <a:off x="3612300" y="23753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44"/>
            <p:cNvSpPr/>
            <p:nvPr/>
          </p:nvSpPr>
          <p:spPr>
            <a:xfrm>
              <a:off x="3612300" y="2375350"/>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44"/>
            <p:cNvSpPr/>
            <p:nvPr/>
          </p:nvSpPr>
          <p:spPr>
            <a:xfrm>
              <a:off x="3612300" y="2375350"/>
              <a:ext cx="25" cy="6275"/>
            </a:xfrm>
            <a:custGeom>
              <a:avLst/>
              <a:gdLst/>
              <a:ahLst/>
              <a:cxnLst/>
              <a:rect l="l" t="t" r="r" b="b"/>
              <a:pathLst>
                <a:path w="1" h="251" extrusionOk="0">
                  <a:moveTo>
                    <a:pt x="1" y="0"/>
                  </a:moveTo>
                  <a:lnTo>
                    <a:pt x="1" y="251"/>
                  </a:lnTo>
                  <a:cubicBezTo>
                    <a:pt x="1" y="251"/>
                    <a:pt x="1" y="251"/>
                    <a:pt x="1" y="251"/>
                  </a:cubicBezTo>
                  <a:lnTo>
                    <a:pt x="1" y="0"/>
                  </a:lnTo>
                  <a:lnTo>
                    <a:pt x="1"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4"/>
            <p:cNvSpPr/>
            <p:nvPr/>
          </p:nvSpPr>
          <p:spPr>
            <a:xfrm>
              <a:off x="3612300" y="237535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25"/>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4"/>
            <p:cNvSpPr/>
            <p:nvPr/>
          </p:nvSpPr>
          <p:spPr>
            <a:xfrm>
              <a:off x="3611675" y="2375975"/>
              <a:ext cx="650" cy="5650"/>
            </a:xfrm>
            <a:custGeom>
              <a:avLst/>
              <a:gdLst/>
              <a:ahLst/>
              <a:cxnLst/>
              <a:rect l="l" t="t" r="r" b="b"/>
              <a:pathLst>
                <a:path w="26" h="226" extrusionOk="0">
                  <a:moveTo>
                    <a:pt x="1" y="0"/>
                  </a:moveTo>
                  <a:lnTo>
                    <a:pt x="1" y="226"/>
                  </a:lnTo>
                  <a:lnTo>
                    <a:pt x="26" y="226"/>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4"/>
            <p:cNvSpPr/>
            <p:nvPr/>
          </p:nvSpPr>
          <p:spPr>
            <a:xfrm>
              <a:off x="3611675" y="2375975"/>
              <a:ext cx="25" cy="6275"/>
            </a:xfrm>
            <a:custGeom>
              <a:avLst/>
              <a:gdLst/>
              <a:ahLst/>
              <a:cxnLst/>
              <a:rect l="l" t="t" r="r" b="b"/>
              <a:pathLst>
                <a:path w="1" h="251" extrusionOk="0">
                  <a:moveTo>
                    <a:pt x="1" y="0"/>
                  </a:moveTo>
                  <a:lnTo>
                    <a:pt x="1" y="226"/>
                  </a:lnTo>
                  <a:lnTo>
                    <a:pt x="1" y="251"/>
                  </a:ln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4"/>
            <p:cNvSpPr/>
            <p:nvPr/>
          </p:nvSpPr>
          <p:spPr>
            <a:xfrm>
              <a:off x="3540250" y="2375975"/>
              <a:ext cx="650" cy="6275"/>
            </a:xfrm>
            <a:custGeom>
              <a:avLst/>
              <a:gdLst/>
              <a:ahLst/>
              <a:cxnLst/>
              <a:rect l="l" t="t" r="r" b="b"/>
              <a:pathLst>
                <a:path w="26" h="251" extrusionOk="0">
                  <a:moveTo>
                    <a:pt x="0" y="0"/>
                  </a:moveTo>
                  <a:lnTo>
                    <a:pt x="0" y="251"/>
                  </a:lnTo>
                  <a:lnTo>
                    <a:pt x="26" y="251"/>
                  </a:lnTo>
                  <a:lnTo>
                    <a:pt x="26" y="25"/>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4"/>
            <p:cNvSpPr/>
            <p:nvPr/>
          </p:nvSpPr>
          <p:spPr>
            <a:xfrm>
              <a:off x="3540250" y="23759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4"/>
            <p:cNvSpPr/>
            <p:nvPr/>
          </p:nvSpPr>
          <p:spPr>
            <a:xfrm>
              <a:off x="3539625" y="237597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44"/>
            <p:cNvSpPr/>
            <p:nvPr/>
          </p:nvSpPr>
          <p:spPr>
            <a:xfrm>
              <a:off x="3539625" y="2375975"/>
              <a:ext cx="25" cy="6275"/>
            </a:xfrm>
            <a:custGeom>
              <a:avLst/>
              <a:gdLst/>
              <a:ahLst/>
              <a:cxnLst/>
              <a:rect l="l" t="t" r="r" b="b"/>
              <a:pathLst>
                <a:path w="1" h="251" extrusionOk="0">
                  <a:moveTo>
                    <a:pt x="0" y="0"/>
                  </a:moveTo>
                  <a:lnTo>
                    <a:pt x="0" y="251"/>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44"/>
            <p:cNvSpPr/>
            <p:nvPr/>
          </p:nvSpPr>
          <p:spPr>
            <a:xfrm>
              <a:off x="3539625" y="23759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4"/>
            <p:cNvSpPr/>
            <p:nvPr/>
          </p:nvSpPr>
          <p:spPr>
            <a:xfrm>
              <a:off x="3539000" y="23759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4"/>
            <p:cNvSpPr/>
            <p:nvPr/>
          </p:nvSpPr>
          <p:spPr>
            <a:xfrm>
              <a:off x="3539000" y="2375975"/>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4"/>
            <p:cNvSpPr/>
            <p:nvPr/>
          </p:nvSpPr>
          <p:spPr>
            <a:xfrm>
              <a:off x="3538375" y="23759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4"/>
            <p:cNvSpPr/>
            <p:nvPr/>
          </p:nvSpPr>
          <p:spPr>
            <a:xfrm>
              <a:off x="3538375" y="23759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4"/>
            <p:cNvSpPr/>
            <p:nvPr/>
          </p:nvSpPr>
          <p:spPr>
            <a:xfrm>
              <a:off x="3537750" y="2375975"/>
              <a:ext cx="650" cy="6275"/>
            </a:xfrm>
            <a:custGeom>
              <a:avLst/>
              <a:gdLst/>
              <a:ahLst/>
              <a:cxnLst/>
              <a:rect l="l" t="t" r="r" b="b"/>
              <a:pathLst>
                <a:path w="26" h="251" extrusionOk="0">
                  <a:moveTo>
                    <a:pt x="0" y="0"/>
                  </a:moveTo>
                  <a:lnTo>
                    <a:pt x="0" y="251"/>
                  </a:lnTo>
                  <a:cubicBezTo>
                    <a:pt x="0" y="251"/>
                    <a:pt x="25" y="251"/>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4"/>
            <p:cNvSpPr/>
            <p:nvPr/>
          </p:nvSpPr>
          <p:spPr>
            <a:xfrm>
              <a:off x="3537125" y="2375975"/>
              <a:ext cx="650" cy="6275"/>
            </a:xfrm>
            <a:custGeom>
              <a:avLst/>
              <a:gdLst/>
              <a:ahLst/>
              <a:cxnLst/>
              <a:rect l="l" t="t" r="r" b="b"/>
              <a:pathLst>
                <a:path w="26" h="251" extrusionOk="0">
                  <a:moveTo>
                    <a:pt x="25" y="0"/>
                  </a:moveTo>
                  <a:cubicBezTo>
                    <a:pt x="25" y="0"/>
                    <a:pt x="25" y="0"/>
                    <a:pt x="0" y="25"/>
                  </a:cubicBez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4"/>
            <p:cNvSpPr/>
            <p:nvPr/>
          </p:nvSpPr>
          <p:spPr>
            <a:xfrm>
              <a:off x="3651150" y="2375975"/>
              <a:ext cx="25" cy="5650"/>
            </a:xfrm>
            <a:custGeom>
              <a:avLst/>
              <a:gdLst/>
              <a:ahLst/>
              <a:cxnLst/>
              <a:rect l="l" t="t" r="r" b="b"/>
              <a:pathLst>
                <a:path w="1" h="226" extrusionOk="0">
                  <a:moveTo>
                    <a:pt x="1" y="0"/>
                  </a:moveTo>
                  <a:lnTo>
                    <a:pt x="1" y="226"/>
                  </a:lnTo>
                  <a:lnTo>
                    <a:pt x="1" y="226"/>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4"/>
            <p:cNvSpPr/>
            <p:nvPr/>
          </p:nvSpPr>
          <p:spPr>
            <a:xfrm>
              <a:off x="3651150" y="2375975"/>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4"/>
            <p:cNvSpPr/>
            <p:nvPr/>
          </p:nvSpPr>
          <p:spPr>
            <a:xfrm>
              <a:off x="3651150" y="23759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4"/>
            <p:cNvSpPr/>
            <p:nvPr/>
          </p:nvSpPr>
          <p:spPr>
            <a:xfrm>
              <a:off x="3651150" y="2375975"/>
              <a:ext cx="25" cy="6275"/>
            </a:xfrm>
            <a:custGeom>
              <a:avLst/>
              <a:gdLst/>
              <a:ahLst/>
              <a:cxnLst/>
              <a:rect l="l" t="t" r="r" b="b"/>
              <a:pathLst>
                <a:path w="1" h="251" extrusionOk="0">
                  <a:moveTo>
                    <a:pt x="1" y="0"/>
                  </a:moveTo>
                  <a:lnTo>
                    <a:pt x="1" y="251"/>
                  </a:lnTo>
                  <a:cubicBezTo>
                    <a:pt x="1" y="251"/>
                    <a:pt x="1" y="251"/>
                    <a:pt x="1" y="251"/>
                  </a:cubicBezTo>
                  <a:lnTo>
                    <a:pt x="1" y="25"/>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4"/>
            <p:cNvSpPr/>
            <p:nvPr/>
          </p:nvSpPr>
          <p:spPr>
            <a:xfrm>
              <a:off x="3651150" y="23766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4"/>
            <p:cNvSpPr/>
            <p:nvPr/>
          </p:nvSpPr>
          <p:spPr>
            <a:xfrm>
              <a:off x="3651150" y="23766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44"/>
            <p:cNvSpPr/>
            <p:nvPr/>
          </p:nvSpPr>
          <p:spPr>
            <a:xfrm>
              <a:off x="3650525" y="2376600"/>
              <a:ext cx="650" cy="6275"/>
            </a:xfrm>
            <a:custGeom>
              <a:avLst/>
              <a:gdLst/>
              <a:ahLst/>
              <a:cxnLst/>
              <a:rect l="l" t="t" r="r" b="b"/>
              <a:pathLst>
                <a:path w="26" h="251" extrusionOk="0">
                  <a:moveTo>
                    <a:pt x="1" y="0"/>
                  </a:moveTo>
                  <a:lnTo>
                    <a:pt x="1" y="251"/>
                  </a:lnTo>
                  <a:cubicBezTo>
                    <a:pt x="26" y="251"/>
                    <a:pt x="26" y="251"/>
                    <a:pt x="26" y="226"/>
                  </a:cubicBez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44"/>
            <p:cNvSpPr/>
            <p:nvPr/>
          </p:nvSpPr>
          <p:spPr>
            <a:xfrm>
              <a:off x="3650525" y="2376600"/>
              <a:ext cx="25" cy="6275"/>
            </a:xfrm>
            <a:custGeom>
              <a:avLst/>
              <a:gdLst/>
              <a:ahLst/>
              <a:cxnLst/>
              <a:rect l="l" t="t" r="r" b="b"/>
              <a:pathLst>
                <a:path w="1" h="251" extrusionOk="0">
                  <a:moveTo>
                    <a:pt x="1" y="0"/>
                  </a:moveTo>
                  <a:lnTo>
                    <a:pt x="1" y="251"/>
                  </a:lnTo>
                  <a:lnTo>
                    <a:pt x="1" y="251"/>
                  </a:ln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44"/>
            <p:cNvSpPr/>
            <p:nvPr/>
          </p:nvSpPr>
          <p:spPr>
            <a:xfrm>
              <a:off x="3579100" y="237722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44"/>
            <p:cNvSpPr/>
            <p:nvPr/>
          </p:nvSpPr>
          <p:spPr>
            <a:xfrm>
              <a:off x="3579100" y="2376600"/>
              <a:ext cx="25" cy="6275"/>
            </a:xfrm>
            <a:custGeom>
              <a:avLst/>
              <a:gdLst/>
              <a:ahLst/>
              <a:cxnLst/>
              <a:rect l="l" t="t" r="r" b="b"/>
              <a:pathLst>
                <a:path w="1" h="251" extrusionOk="0">
                  <a:moveTo>
                    <a:pt x="0" y="25"/>
                  </a:moveTo>
                  <a:lnTo>
                    <a:pt x="0" y="251"/>
                  </a:lnTo>
                  <a:cubicBezTo>
                    <a:pt x="0" y="251"/>
                    <a:pt x="0" y="251"/>
                    <a:pt x="0" y="251"/>
                  </a:cubicBezTo>
                  <a:lnTo>
                    <a:pt x="0" y="0"/>
                  </a:lnTo>
                  <a:lnTo>
                    <a:pt x="0" y="2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44"/>
            <p:cNvSpPr/>
            <p:nvPr/>
          </p:nvSpPr>
          <p:spPr>
            <a:xfrm>
              <a:off x="3578475" y="237660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44"/>
            <p:cNvSpPr/>
            <p:nvPr/>
          </p:nvSpPr>
          <p:spPr>
            <a:xfrm>
              <a:off x="3578475" y="23766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44"/>
            <p:cNvSpPr/>
            <p:nvPr/>
          </p:nvSpPr>
          <p:spPr>
            <a:xfrm>
              <a:off x="3578475" y="23766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44"/>
            <p:cNvSpPr/>
            <p:nvPr/>
          </p:nvSpPr>
          <p:spPr>
            <a:xfrm>
              <a:off x="3577850" y="237660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44"/>
            <p:cNvSpPr/>
            <p:nvPr/>
          </p:nvSpPr>
          <p:spPr>
            <a:xfrm>
              <a:off x="3577850" y="2376600"/>
              <a:ext cx="25" cy="6275"/>
            </a:xfrm>
            <a:custGeom>
              <a:avLst/>
              <a:gdLst/>
              <a:ahLst/>
              <a:cxnLst/>
              <a:rect l="l" t="t" r="r" b="b"/>
              <a:pathLst>
                <a:path w="1" h="251" extrusionOk="0">
                  <a:moveTo>
                    <a:pt x="0" y="0"/>
                  </a:moveTo>
                  <a:lnTo>
                    <a:pt x="0" y="251"/>
                  </a:lnTo>
                  <a:lnTo>
                    <a:pt x="0" y="25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44"/>
            <p:cNvSpPr/>
            <p:nvPr/>
          </p:nvSpPr>
          <p:spPr>
            <a:xfrm>
              <a:off x="3577850" y="23766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44"/>
            <p:cNvSpPr/>
            <p:nvPr/>
          </p:nvSpPr>
          <p:spPr>
            <a:xfrm>
              <a:off x="3577225" y="237660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44"/>
            <p:cNvSpPr/>
            <p:nvPr/>
          </p:nvSpPr>
          <p:spPr>
            <a:xfrm>
              <a:off x="3576600" y="2376600"/>
              <a:ext cx="650" cy="6275"/>
            </a:xfrm>
            <a:custGeom>
              <a:avLst/>
              <a:gdLst/>
              <a:ahLst/>
              <a:cxnLst/>
              <a:rect l="l" t="t" r="r" b="b"/>
              <a:pathLst>
                <a:path w="26" h="251" extrusionOk="0">
                  <a:moveTo>
                    <a:pt x="25" y="0"/>
                  </a:moveTo>
                  <a:cubicBezTo>
                    <a:pt x="25" y="0"/>
                    <a:pt x="25" y="0"/>
                    <a:pt x="0" y="25"/>
                  </a:cubicBez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44"/>
            <p:cNvSpPr/>
            <p:nvPr/>
          </p:nvSpPr>
          <p:spPr>
            <a:xfrm>
              <a:off x="3576600" y="23772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44"/>
            <p:cNvSpPr/>
            <p:nvPr/>
          </p:nvSpPr>
          <p:spPr>
            <a:xfrm>
              <a:off x="3617950" y="2377850"/>
              <a:ext cx="650" cy="6300"/>
            </a:xfrm>
            <a:custGeom>
              <a:avLst/>
              <a:gdLst/>
              <a:ahLst/>
              <a:cxnLst/>
              <a:rect l="l" t="t" r="r" b="b"/>
              <a:pathLst>
                <a:path w="26" h="252" extrusionOk="0">
                  <a:moveTo>
                    <a:pt x="0" y="0"/>
                  </a:moveTo>
                  <a:lnTo>
                    <a:pt x="0" y="226"/>
                  </a:lnTo>
                  <a:cubicBezTo>
                    <a:pt x="25" y="251"/>
                    <a:pt x="25" y="251"/>
                    <a:pt x="25" y="251"/>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44"/>
            <p:cNvSpPr/>
            <p:nvPr/>
          </p:nvSpPr>
          <p:spPr>
            <a:xfrm>
              <a:off x="3617950" y="23778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44"/>
            <p:cNvSpPr/>
            <p:nvPr/>
          </p:nvSpPr>
          <p:spPr>
            <a:xfrm>
              <a:off x="3617950" y="23778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44"/>
            <p:cNvSpPr/>
            <p:nvPr/>
          </p:nvSpPr>
          <p:spPr>
            <a:xfrm>
              <a:off x="3617325" y="237785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44"/>
            <p:cNvSpPr/>
            <p:nvPr/>
          </p:nvSpPr>
          <p:spPr>
            <a:xfrm>
              <a:off x="3617325" y="23778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44"/>
            <p:cNvSpPr/>
            <p:nvPr/>
          </p:nvSpPr>
          <p:spPr>
            <a:xfrm>
              <a:off x="3617325" y="23778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44"/>
            <p:cNvSpPr/>
            <p:nvPr/>
          </p:nvSpPr>
          <p:spPr>
            <a:xfrm>
              <a:off x="3616700" y="237785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44"/>
            <p:cNvSpPr/>
            <p:nvPr/>
          </p:nvSpPr>
          <p:spPr>
            <a:xfrm>
              <a:off x="3616700" y="23778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44"/>
            <p:cNvSpPr/>
            <p:nvPr/>
          </p:nvSpPr>
          <p:spPr>
            <a:xfrm>
              <a:off x="3616075" y="237785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44"/>
            <p:cNvSpPr/>
            <p:nvPr/>
          </p:nvSpPr>
          <p:spPr>
            <a:xfrm>
              <a:off x="3616075" y="23778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44"/>
            <p:cNvSpPr/>
            <p:nvPr/>
          </p:nvSpPr>
          <p:spPr>
            <a:xfrm>
              <a:off x="3615450" y="2377850"/>
              <a:ext cx="650" cy="6300"/>
            </a:xfrm>
            <a:custGeom>
              <a:avLst/>
              <a:gdLst/>
              <a:ahLst/>
              <a:cxnLst/>
              <a:rect l="l" t="t" r="r" b="b"/>
              <a:pathLst>
                <a:path w="26" h="252" extrusionOk="0">
                  <a:moveTo>
                    <a:pt x="0" y="0"/>
                  </a:moveTo>
                  <a:lnTo>
                    <a:pt x="0" y="251"/>
                  </a:lnTo>
                  <a:cubicBezTo>
                    <a:pt x="0" y="251"/>
                    <a:pt x="0" y="226"/>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44"/>
            <p:cNvSpPr/>
            <p:nvPr/>
          </p:nvSpPr>
          <p:spPr>
            <a:xfrm>
              <a:off x="3657425" y="2378475"/>
              <a:ext cx="25" cy="6300"/>
            </a:xfrm>
            <a:custGeom>
              <a:avLst/>
              <a:gdLst/>
              <a:ahLst/>
              <a:cxnLst/>
              <a:rect l="l" t="t" r="r" b="b"/>
              <a:pathLst>
                <a:path w="1" h="252" extrusionOk="0">
                  <a:moveTo>
                    <a:pt x="0" y="26"/>
                  </a:moveTo>
                  <a:lnTo>
                    <a:pt x="0" y="251"/>
                  </a:lnTo>
                  <a:cubicBezTo>
                    <a:pt x="0" y="251"/>
                    <a:pt x="0" y="251"/>
                    <a:pt x="0" y="251"/>
                  </a:cubicBezTo>
                  <a:lnTo>
                    <a:pt x="0" y="0"/>
                  </a:lnTo>
                  <a:cubicBezTo>
                    <a:pt x="0" y="0"/>
                    <a:pt x="0" y="0"/>
                    <a:pt x="0" y="2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44"/>
            <p:cNvSpPr/>
            <p:nvPr/>
          </p:nvSpPr>
          <p:spPr>
            <a:xfrm>
              <a:off x="3656800" y="2378475"/>
              <a:ext cx="650" cy="6300"/>
            </a:xfrm>
            <a:custGeom>
              <a:avLst/>
              <a:gdLst/>
              <a:ahLst/>
              <a:cxnLst/>
              <a:rect l="l" t="t" r="r" b="b"/>
              <a:pathLst>
                <a:path w="26" h="252"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44"/>
            <p:cNvSpPr/>
            <p:nvPr/>
          </p:nvSpPr>
          <p:spPr>
            <a:xfrm>
              <a:off x="3656800" y="237847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44"/>
            <p:cNvSpPr/>
            <p:nvPr/>
          </p:nvSpPr>
          <p:spPr>
            <a:xfrm>
              <a:off x="3656175" y="2378475"/>
              <a:ext cx="650" cy="6300"/>
            </a:xfrm>
            <a:custGeom>
              <a:avLst/>
              <a:gdLst/>
              <a:ahLst/>
              <a:cxnLst/>
              <a:rect l="l" t="t" r="r" b="b"/>
              <a:pathLst>
                <a:path w="26" h="252" extrusionOk="0">
                  <a:moveTo>
                    <a:pt x="0" y="0"/>
                  </a:moveTo>
                  <a:lnTo>
                    <a:pt x="0" y="226"/>
                  </a:lnTo>
                  <a:cubicBezTo>
                    <a:pt x="0" y="226"/>
                    <a:pt x="25" y="251"/>
                    <a:pt x="25" y="251"/>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44"/>
            <p:cNvSpPr/>
            <p:nvPr/>
          </p:nvSpPr>
          <p:spPr>
            <a:xfrm>
              <a:off x="3656175" y="2378475"/>
              <a:ext cx="25" cy="5675"/>
            </a:xfrm>
            <a:custGeom>
              <a:avLst/>
              <a:gdLst/>
              <a:ahLst/>
              <a:cxnLst/>
              <a:rect l="l" t="t" r="r" b="b"/>
              <a:pathLst>
                <a:path w="1" h="227" extrusionOk="0">
                  <a:moveTo>
                    <a:pt x="0" y="0"/>
                  </a:moveTo>
                  <a:lnTo>
                    <a:pt x="0" y="226"/>
                  </a:lnTo>
                  <a:lnTo>
                    <a:pt x="0" y="226"/>
                  </a:ln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44"/>
            <p:cNvSpPr/>
            <p:nvPr/>
          </p:nvSpPr>
          <p:spPr>
            <a:xfrm>
              <a:off x="3656175" y="2378475"/>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44"/>
            <p:cNvSpPr/>
            <p:nvPr/>
          </p:nvSpPr>
          <p:spPr>
            <a:xfrm>
              <a:off x="3655550" y="2378475"/>
              <a:ext cx="650" cy="5675"/>
            </a:xfrm>
            <a:custGeom>
              <a:avLst/>
              <a:gdLst/>
              <a:ahLst/>
              <a:cxnLst/>
              <a:rect l="l" t="t" r="r" b="b"/>
              <a:pathLst>
                <a:path w="26" h="227"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4275;p44"/>
            <p:cNvSpPr/>
            <p:nvPr/>
          </p:nvSpPr>
          <p:spPr>
            <a:xfrm>
              <a:off x="3655550" y="2378475"/>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4276;p44"/>
            <p:cNvSpPr/>
            <p:nvPr/>
          </p:nvSpPr>
          <p:spPr>
            <a:xfrm>
              <a:off x="3654900" y="2378475"/>
              <a:ext cx="675" cy="6300"/>
            </a:xfrm>
            <a:custGeom>
              <a:avLst/>
              <a:gdLst/>
              <a:ahLst/>
              <a:cxnLst/>
              <a:rect l="l" t="t" r="r" b="b"/>
              <a:pathLst>
                <a:path w="27" h="252" extrusionOk="0">
                  <a:moveTo>
                    <a:pt x="1" y="0"/>
                  </a:moveTo>
                  <a:lnTo>
                    <a:pt x="1" y="251"/>
                  </a:lnTo>
                  <a:cubicBezTo>
                    <a:pt x="26" y="226"/>
                    <a:pt x="26" y="226"/>
                    <a:pt x="26" y="226"/>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44"/>
            <p:cNvSpPr/>
            <p:nvPr/>
          </p:nvSpPr>
          <p:spPr>
            <a:xfrm>
              <a:off x="3654900" y="2378475"/>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44"/>
            <p:cNvSpPr/>
            <p:nvPr/>
          </p:nvSpPr>
          <p:spPr>
            <a:xfrm>
              <a:off x="3654275" y="2378475"/>
              <a:ext cx="650" cy="6300"/>
            </a:xfrm>
            <a:custGeom>
              <a:avLst/>
              <a:gdLst/>
              <a:ahLst/>
              <a:cxnLst/>
              <a:rect l="l" t="t" r="r" b="b"/>
              <a:pathLst>
                <a:path w="26" h="252" extrusionOk="0">
                  <a:moveTo>
                    <a:pt x="26" y="0"/>
                  </a:moveTo>
                  <a:cubicBezTo>
                    <a:pt x="1" y="0"/>
                    <a:pt x="1" y="0"/>
                    <a:pt x="1" y="26"/>
                  </a:cubicBez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44"/>
            <p:cNvSpPr/>
            <p:nvPr/>
          </p:nvSpPr>
          <p:spPr>
            <a:xfrm>
              <a:off x="3669325" y="2371575"/>
              <a:ext cx="14425" cy="13825"/>
            </a:xfrm>
            <a:custGeom>
              <a:avLst/>
              <a:gdLst/>
              <a:ahLst/>
              <a:cxnLst/>
              <a:rect l="l" t="t" r="r" b="b"/>
              <a:pathLst>
                <a:path w="577" h="553" extrusionOk="0">
                  <a:moveTo>
                    <a:pt x="0" y="1"/>
                  </a:moveTo>
                  <a:lnTo>
                    <a:pt x="0" y="226"/>
                  </a:lnTo>
                  <a:lnTo>
                    <a:pt x="577" y="552"/>
                  </a:lnTo>
                  <a:lnTo>
                    <a:pt x="577" y="32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44"/>
            <p:cNvSpPr/>
            <p:nvPr/>
          </p:nvSpPr>
          <p:spPr>
            <a:xfrm>
              <a:off x="3683725" y="2379725"/>
              <a:ext cx="650" cy="6925"/>
            </a:xfrm>
            <a:custGeom>
              <a:avLst/>
              <a:gdLst/>
              <a:ahLst/>
              <a:cxnLst/>
              <a:rect l="l" t="t" r="r" b="b"/>
              <a:pathLst>
                <a:path w="26" h="277" extrusionOk="0">
                  <a:moveTo>
                    <a:pt x="1" y="1"/>
                  </a:moveTo>
                  <a:lnTo>
                    <a:pt x="1" y="226"/>
                  </a:lnTo>
                  <a:cubicBezTo>
                    <a:pt x="26" y="251"/>
                    <a:pt x="26" y="251"/>
                    <a:pt x="26" y="276"/>
                  </a:cubicBezTo>
                  <a:lnTo>
                    <a:pt x="26" y="26"/>
                  </a:lnTo>
                  <a:cubicBezTo>
                    <a:pt x="26" y="26"/>
                    <a:pt x="26"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44"/>
            <p:cNvSpPr/>
            <p:nvPr/>
          </p:nvSpPr>
          <p:spPr>
            <a:xfrm>
              <a:off x="3684350" y="2380350"/>
              <a:ext cx="25" cy="6300"/>
            </a:xfrm>
            <a:custGeom>
              <a:avLst/>
              <a:gdLst/>
              <a:ahLst/>
              <a:cxnLst/>
              <a:rect l="l" t="t" r="r" b="b"/>
              <a:pathLst>
                <a:path w="1" h="252" extrusionOk="0">
                  <a:moveTo>
                    <a:pt x="1" y="1"/>
                  </a:moveTo>
                  <a:lnTo>
                    <a:pt x="1" y="251"/>
                  </a:lnTo>
                  <a:lnTo>
                    <a:pt x="1" y="251"/>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44"/>
            <p:cNvSpPr/>
            <p:nvPr/>
          </p:nvSpPr>
          <p:spPr>
            <a:xfrm>
              <a:off x="3684350" y="23803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44"/>
            <p:cNvSpPr/>
            <p:nvPr/>
          </p:nvSpPr>
          <p:spPr>
            <a:xfrm>
              <a:off x="3684350" y="2380350"/>
              <a:ext cx="25" cy="6300"/>
            </a:xfrm>
            <a:custGeom>
              <a:avLst/>
              <a:gdLst/>
              <a:ahLst/>
              <a:cxnLst/>
              <a:rect l="l" t="t" r="r" b="b"/>
              <a:pathLst>
                <a:path w="1" h="252" extrusionOk="0">
                  <a:moveTo>
                    <a:pt x="1" y="1"/>
                  </a:moveTo>
                  <a:lnTo>
                    <a:pt x="1" y="251"/>
                  </a:lnTo>
                  <a:lnTo>
                    <a:pt x="1" y="251"/>
                  </a:ln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44"/>
            <p:cNvSpPr/>
            <p:nvPr/>
          </p:nvSpPr>
          <p:spPr>
            <a:xfrm>
              <a:off x="3684350" y="2380350"/>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44"/>
            <p:cNvSpPr/>
            <p:nvPr/>
          </p:nvSpPr>
          <p:spPr>
            <a:xfrm>
              <a:off x="3684350" y="23809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44"/>
            <p:cNvSpPr/>
            <p:nvPr/>
          </p:nvSpPr>
          <p:spPr>
            <a:xfrm>
              <a:off x="3683725" y="2380975"/>
              <a:ext cx="650" cy="5675"/>
            </a:xfrm>
            <a:custGeom>
              <a:avLst/>
              <a:gdLst/>
              <a:ahLst/>
              <a:cxnLst/>
              <a:rect l="l" t="t" r="r" b="b"/>
              <a:pathLst>
                <a:path w="26" h="227" extrusionOk="0">
                  <a:moveTo>
                    <a:pt x="26" y="1"/>
                  </a:moveTo>
                  <a:lnTo>
                    <a:pt x="1" y="226"/>
                  </a:lnTo>
                  <a:lnTo>
                    <a:pt x="26" y="226"/>
                  </a:lnTo>
                  <a:lnTo>
                    <a:pt x="26"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4287;p44"/>
            <p:cNvSpPr/>
            <p:nvPr/>
          </p:nvSpPr>
          <p:spPr>
            <a:xfrm>
              <a:off x="3683725" y="2380975"/>
              <a:ext cx="25" cy="6300"/>
            </a:xfrm>
            <a:custGeom>
              <a:avLst/>
              <a:gdLst/>
              <a:ahLst/>
              <a:cxnLst/>
              <a:rect l="l" t="t" r="r" b="b"/>
              <a:pathLst>
                <a:path w="1" h="252" extrusionOk="0">
                  <a:moveTo>
                    <a:pt x="1" y="1"/>
                  </a:moveTo>
                  <a:lnTo>
                    <a:pt x="1" y="226"/>
                  </a:lnTo>
                  <a:cubicBezTo>
                    <a:pt x="1" y="251"/>
                    <a:pt x="1" y="251"/>
                    <a:pt x="1" y="251"/>
                  </a:cubicBezTo>
                  <a:lnTo>
                    <a:pt x="1" y="1"/>
                  </a:lnTo>
                  <a:cubicBezTo>
                    <a:pt x="1" y="1"/>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44"/>
            <p:cNvSpPr/>
            <p:nvPr/>
          </p:nvSpPr>
          <p:spPr>
            <a:xfrm>
              <a:off x="3683725" y="23809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44"/>
            <p:cNvSpPr/>
            <p:nvPr/>
          </p:nvSpPr>
          <p:spPr>
            <a:xfrm>
              <a:off x="3522700" y="2374100"/>
              <a:ext cx="11300" cy="12550"/>
            </a:xfrm>
            <a:custGeom>
              <a:avLst/>
              <a:gdLst/>
              <a:ahLst/>
              <a:cxnLst/>
              <a:rect l="l" t="t" r="r" b="b"/>
              <a:pathLst>
                <a:path w="452" h="502" extrusionOk="0">
                  <a:moveTo>
                    <a:pt x="452" y="0"/>
                  </a:moveTo>
                  <a:lnTo>
                    <a:pt x="1" y="276"/>
                  </a:lnTo>
                  <a:lnTo>
                    <a:pt x="1" y="501"/>
                  </a:lnTo>
                  <a:lnTo>
                    <a:pt x="452" y="251"/>
                  </a:lnTo>
                  <a:lnTo>
                    <a:pt x="452"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44"/>
            <p:cNvSpPr/>
            <p:nvPr/>
          </p:nvSpPr>
          <p:spPr>
            <a:xfrm>
              <a:off x="3505800" y="2372825"/>
              <a:ext cx="13800" cy="13825"/>
            </a:xfrm>
            <a:custGeom>
              <a:avLst/>
              <a:gdLst/>
              <a:ahLst/>
              <a:cxnLst/>
              <a:rect l="l" t="t" r="r" b="b"/>
              <a:pathLst>
                <a:path w="552" h="553" extrusionOk="0">
                  <a:moveTo>
                    <a:pt x="0" y="1"/>
                  </a:moveTo>
                  <a:lnTo>
                    <a:pt x="0" y="252"/>
                  </a:lnTo>
                  <a:lnTo>
                    <a:pt x="551" y="552"/>
                  </a:lnTo>
                  <a:lnTo>
                    <a:pt x="551" y="327"/>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44"/>
            <p:cNvSpPr/>
            <p:nvPr/>
          </p:nvSpPr>
          <p:spPr>
            <a:xfrm>
              <a:off x="3522075" y="2380975"/>
              <a:ext cx="650" cy="5675"/>
            </a:xfrm>
            <a:custGeom>
              <a:avLst/>
              <a:gdLst/>
              <a:ahLst/>
              <a:cxnLst/>
              <a:rect l="l" t="t" r="r" b="b"/>
              <a:pathLst>
                <a:path w="26" h="227" extrusionOk="0">
                  <a:moveTo>
                    <a:pt x="1" y="1"/>
                  </a:moveTo>
                  <a:lnTo>
                    <a:pt x="1" y="226"/>
                  </a:lnTo>
                  <a:lnTo>
                    <a:pt x="26" y="226"/>
                  </a:ln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4292;p44"/>
            <p:cNvSpPr/>
            <p:nvPr/>
          </p:nvSpPr>
          <p:spPr>
            <a:xfrm>
              <a:off x="3522075" y="2380975"/>
              <a:ext cx="25" cy="6300"/>
            </a:xfrm>
            <a:custGeom>
              <a:avLst/>
              <a:gdLst/>
              <a:ahLst/>
              <a:cxnLst/>
              <a:rect l="l" t="t" r="r" b="b"/>
              <a:pathLst>
                <a:path w="1" h="252" extrusionOk="0">
                  <a:moveTo>
                    <a:pt x="1" y="1"/>
                  </a:moveTo>
                  <a:lnTo>
                    <a:pt x="1" y="226"/>
                  </a:lnTo>
                  <a:cubicBezTo>
                    <a:pt x="1" y="251"/>
                    <a:pt x="1" y="251"/>
                    <a:pt x="1" y="251"/>
                  </a:cubicBezTo>
                  <a:lnTo>
                    <a:pt x="1" y="1"/>
                  </a:lnTo>
                  <a:cubicBezTo>
                    <a:pt x="1" y="1"/>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44"/>
            <p:cNvSpPr/>
            <p:nvPr/>
          </p:nvSpPr>
          <p:spPr>
            <a:xfrm>
              <a:off x="3521450" y="2380975"/>
              <a:ext cx="650" cy="6300"/>
            </a:xfrm>
            <a:custGeom>
              <a:avLst/>
              <a:gdLst/>
              <a:ahLst/>
              <a:cxnLst/>
              <a:rect l="l" t="t" r="r" b="b"/>
              <a:pathLst>
                <a:path w="26" h="252" extrusionOk="0">
                  <a:moveTo>
                    <a:pt x="1" y="1"/>
                  </a:moveTo>
                  <a:lnTo>
                    <a:pt x="1" y="251"/>
                  </a:lnTo>
                  <a:lnTo>
                    <a:pt x="26" y="251"/>
                  </a:lnTo>
                  <a:lnTo>
                    <a:pt x="26"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44"/>
            <p:cNvSpPr/>
            <p:nvPr/>
          </p:nvSpPr>
          <p:spPr>
            <a:xfrm>
              <a:off x="3521450" y="23809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44"/>
            <p:cNvSpPr/>
            <p:nvPr/>
          </p:nvSpPr>
          <p:spPr>
            <a:xfrm>
              <a:off x="3520825" y="2380975"/>
              <a:ext cx="650" cy="6300"/>
            </a:xfrm>
            <a:custGeom>
              <a:avLst/>
              <a:gdLst/>
              <a:ahLst/>
              <a:cxnLst/>
              <a:rect l="l" t="t" r="r" b="b"/>
              <a:pathLst>
                <a:path w="26" h="252" extrusionOk="0">
                  <a:moveTo>
                    <a:pt x="1" y="1"/>
                  </a:moveTo>
                  <a:lnTo>
                    <a:pt x="1" y="251"/>
                  </a:lnTo>
                  <a:lnTo>
                    <a:pt x="26" y="251"/>
                  </a:lnTo>
                  <a:lnTo>
                    <a:pt x="26"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44"/>
            <p:cNvSpPr/>
            <p:nvPr/>
          </p:nvSpPr>
          <p:spPr>
            <a:xfrm>
              <a:off x="3520825" y="23809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44"/>
            <p:cNvSpPr/>
            <p:nvPr/>
          </p:nvSpPr>
          <p:spPr>
            <a:xfrm>
              <a:off x="3520825" y="23809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8" name="Google Shape;4298;p44"/>
            <p:cNvSpPr/>
            <p:nvPr/>
          </p:nvSpPr>
          <p:spPr>
            <a:xfrm>
              <a:off x="3520200" y="2380975"/>
              <a:ext cx="650" cy="6300"/>
            </a:xfrm>
            <a:custGeom>
              <a:avLst/>
              <a:gdLst/>
              <a:ahLst/>
              <a:cxnLst/>
              <a:rect l="l" t="t" r="r" b="b"/>
              <a:pathLst>
                <a:path w="26" h="252" extrusionOk="0">
                  <a:moveTo>
                    <a:pt x="0" y="1"/>
                  </a:moveTo>
                  <a:lnTo>
                    <a:pt x="0" y="251"/>
                  </a:lnTo>
                  <a:lnTo>
                    <a:pt x="26" y="251"/>
                  </a:lnTo>
                  <a:lnTo>
                    <a:pt x="26"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44"/>
            <p:cNvSpPr/>
            <p:nvPr/>
          </p:nvSpPr>
          <p:spPr>
            <a:xfrm>
              <a:off x="3520200" y="23809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44"/>
            <p:cNvSpPr/>
            <p:nvPr/>
          </p:nvSpPr>
          <p:spPr>
            <a:xfrm>
              <a:off x="3520200" y="2380975"/>
              <a:ext cx="25" cy="6300"/>
            </a:xfrm>
            <a:custGeom>
              <a:avLst/>
              <a:gdLst/>
              <a:ahLst/>
              <a:cxnLst/>
              <a:rect l="l" t="t" r="r" b="b"/>
              <a:pathLst>
                <a:path w="1" h="252" extrusionOk="0">
                  <a:moveTo>
                    <a:pt x="0" y="1"/>
                  </a:moveTo>
                  <a:lnTo>
                    <a:pt x="0" y="251"/>
                  </a:lnTo>
                  <a:cubicBezTo>
                    <a:pt x="0" y="226"/>
                    <a:pt x="0" y="226"/>
                    <a:pt x="0" y="226"/>
                  </a:cubicBezTo>
                  <a:lnTo>
                    <a:pt x="0" y="1"/>
                  </a:lnTo>
                  <a:cubicBezTo>
                    <a:pt x="0" y="1"/>
                    <a:pt x="0" y="1"/>
                    <a:pt x="0"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44"/>
            <p:cNvSpPr/>
            <p:nvPr/>
          </p:nvSpPr>
          <p:spPr>
            <a:xfrm>
              <a:off x="3519575" y="2380975"/>
              <a:ext cx="650" cy="5675"/>
            </a:xfrm>
            <a:custGeom>
              <a:avLst/>
              <a:gdLst/>
              <a:ahLst/>
              <a:cxnLst/>
              <a:rect l="l" t="t" r="r" b="b"/>
              <a:pathLst>
                <a:path w="26" h="227" extrusionOk="0">
                  <a:moveTo>
                    <a:pt x="0" y="1"/>
                  </a:moveTo>
                  <a:lnTo>
                    <a:pt x="0" y="226"/>
                  </a:lnTo>
                  <a:lnTo>
                    <a:pt x="25" y="226"/>
                  </a:lnTo>
                  <a:lnTo>
                    <a:pt x="25"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44"/>
            <p:cNvSpPr/>
            <p:nvPr/>
          </p:nvSpPr>
          <p:spPr>
            <a:xfrm>
              <a:off x="3505150" y="2364225"/>
              <a:ext cx="29475" cy="16775"/>
            </a:xfrm>
            <a:custGeom>
              <a:avLst/>
              <a:gdLst/>
              <a:ahLst/>
              <a:cxnLst/>
              <a:rect l="l" t="t" r="r" b="b"/>
              <a:pathLst>
                <a:path w="1179" h="671" extrusionOk="0">
                  <a:moveTo>
                    <a:pt x="549" y="0"/>
                  </a:moveTo>
                  <a:cubicBezTo>
                    <a:pt x="527" y="0"/>
                    <a:pt x="502" y="7"/>
                    <a:pt x="477" y="19"/>
                  </a:cubicBezTo>
                  <a:lnTo>
                    <a:pt x="26" y="270"/>
                  </a:lnTo>
                  <a:cubicBezTo>
                    <a:pt x="1" y="295"/>
                    <a:pt x="1" y="320"/>
                    <a:pt x="26" y="345"/>
                  </a:cubicBezTo>
                  <a:lnTo>
                    <a:pt x="577" y="671"/>
                  </a:lnTo>
                  <a:lnTo>
                    <a:pt x="703" y="671"/>
                  </a:lnTo>
                  <a:lnTo>
                    <a:pt x="1154" y="395"/>
                  </a:lnTo>
                  <a:cubicBezTo>
                    <a:pt x="1179" y="395"/>
                    <a:pt x="1179" y="345"/>
                    <a:pt x="1154" y="320"/>
                  </a:cubicBezTo>
                  <a:lnTo>
                    <a:pt x="602" y="19"/>
                  </a:lnTo>
                  <a:cubicBezTo>
                    <a:pt x="590" y="7"/>
                    <a:pt x="571" y="0"/>
                    <a:pt x="549"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44"/>
            <p:cNvSpPr/>
            <p:nvPr/>
          </p:nvSpPr>
          <p:spPr>
            <a:xfrm>
              <a:off x="3506425" y="2364075"/>
              <a:ext cx="26950" cy="15050"/>
            </a:xfrm>
            <a:custGeom>
              <a:avLst/>
              <a:gdLst/>
              <a:ahLst/>
              <a:cxnLst/>
              <a:rect l="l" t="t" r="r" b="b"/>
              <a:pathLst>
                <a:path w="1078" h="602" extrusionOk="0">
                  <a:moveTo>
                    <a:pt x="501" y="0"/>
                  </a:moveTo>
                  <a:cubicBezTo>
                    <a:pt x="476" y="0"/>
                    <a:pt x="451" y="0"/>
                    <a:pt x="451" y="25"/>
                  </a:cubicBezTo>
                  <a:cubicBezTo>
                    <a:pt x="451" y="25"/>
                    <a:pt x="0" y="276"/>
                    <a:pt x="0" y="276"/>
                  </a:cubicBezTo>
                  <a:lnTo>
                    <a:pt x="551" y="602"/>
                  </a:lnTo>
                  <a:lnTo>
                    <a:pt x="627" y="602"/>
                  </a:lnTo>
                  <a:cubicBezTo>
                    <a:pt x="627" y="602"/>
                    <a:pt x="1078" y="326"/>
                    <a:pt x="1078" y="326"/>
                  </a:cubicBezTo>
                  <a:lnTo>
                    <a:pt x="551" y="25"/>
                  </a:lnTo>
                  <a:cubicBezTo>
                    <a:pt x="526" y="0"/>
                    <a:pt x="501" y="0"/>
                    <a:pt x="501" y="0"/>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44"/>
            <p:cNvSpPr/>
            <p:nvPr/>
          </p:nvSpPr>
          <p:spPr>
            <a:xfrm>
              <a:off x="3561550" y="2375350"/>
              <a:ext cx="11300" cy="11925"/>
            </a:xfrm>
            <a:custGeom>
              <a:avLst/>
              <a:gdLst/>
              <a:ahLst/>
              <a:cxnLst/>
              <a:rect l="l" t="t" r="r" b="b"/>
              <a:pathLst>
                <a:path w="452" h="477" extrusionOk="0">
                  <a:moveTo>
                    <a:pt x="452" y="0"/>
                  </a:moveTo>
                  <a:lnTo>
                    <a:pt x="1" y="251"/>
                  </a:lnTo>
                  <a:lnTo>
                    <a:pt x="1" y="476"/>
                  </a:lnTo>
                  <a:lnTo>
                    <a:pt x="452" y="226"/>
                  </a:lnTo>
                  <a:lnTo>
                    <a:pt x="452"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44"/>
            <p:cNvSpPr/>
            <p:nvPr/>
          </p:nvSpPr>
          <p:spPr>
            <a:xfrm>
              <a:off x="3545250" y="2373450"/>
              <a:ext cx="13200" cy="13825"/>
            </a:xfrm>
            <a:custGeom>
              <a:avLst/>
              <a:gdLst/>
              <a:ahLst/>
              <a:cxnLst/>
              <a:rect l="l" t="t" r="r" b="b"/>
              <a:pathLst>
                <a:path w="528" h="553" extrusionOk="0">
                  <a:moveTo>
                    <a:pt x="1" y="1"/>
                  </a:moveTo>
                  <a:lnTo>
                    <a:pt x="1" y="252"/>
                  </a:lnTo>
                  <a:lnTo>
                    <a:pt x="527" y="552"/>
                  </a:lnTo>
                  <a:lnTo>
                    <a:pt x="527" y="327"/>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44"/>
            <p:cNvSpPr/>
            <p:nvPr/>
          </p:nvSpPr>
          <p:spPr>
            <a:xfrm>
              <a:off x="3561550" y="2381600"/>
              <a:ext cx="25" cy="6300"/>
            </a:xfrm>
            <a:custGeom>
              <a:avLst/>
              <a:gdLst/>
              <a:ahLst/>
              <a:cxnLst/>
              <a:rect l="l" t="t" r="r" b="b"/>
              <a:pathLst>
                <a:path w="1" h="252" extrusionOk="0">
                  <a:moveTo>
                    <a:pt x="1" y="1"/>
                  </a:moveTo>
                  <a:lnTo>
                    <a:pt x="1" y="226"/>
                  </a:lnTo>
                  <a:cubicBezTo>
                    <a:pt x="1" y="251"/>
                    <a:pt x="1" y="251"/>
                    <a:pt x="1" y="251"/>
                  </a:cubicBez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44"/>
            <p:cNvSpPr/>
            <p:nvPr/>
          </p:nvSpPr>
          <p:spPr>
            <a:xfrm>
              <a:off x="3560925" y="2381600"/>
              <a:ext cx="650" cy="6300"/>
            </a:xfrm>
            <a:custGeom>
              <a:avLst/>
              <a:gdLst/>
              <a:ahLst/>
              <a:cxnLst/>
              <a:rect l="l" t="t" r="r" b="b"/>
              <a:pathLst>
                <a:path w="26" h="252" extrusionOk="0">
                  <a:moveTo>
                    <a:pt x="26" y="1"/>
                  </a:moveTo>
                  <a:cubicBezTo>
                    <a:pt x="1" y="1"/>
                    <a:pt x="1" y="1"/>
                    <a:pt x="1" y="26"/>
                  </a:cubicBezTo>
                  <a:lnTo>
                    <a:pt x="1" y="251"/>
                  </a:lnTo>
                  <a:lnTo>
                    <a:pt x="26" y="251"/>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8" name="Google Shape;4308;p44"/>
            <p:cNvSpPr/>
            <p:nvPr/>
          </p:nvSpPr>
          <p:spPr>
            <a:xfrm>
              <a:off x="3560300" y="2382225"/>
              <a:ext cx="650" cy="5675"/>
            </a:xfrm>
            <a:custGeom>
              <a:avLst/>
              <a:gdLst/>
              <a:ahLst/>
              <a:cxnLst/>
              <a:rect l="l" t="t" r="r" b="b"/>
              <a:pathLst>
                <a:path w="26" h="227" extrusionOk="0">
                  <a:moveTo>
                    <a:pt x="0" y="1"/>
                  </a:moveTo>
                  <a:lnTo>
                    <a:pt x="0" y="226"/>
                  </a:lnTo>
                  <a:lnTo>
                    <a:pt x="26" y="226"/>
                  </a:lnTo>
                  <a:lnTo>
                    <a:pt x="26"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9" name="Google Shape;4309;p44"/>
            <p:cNvSpPr/>
            <p:nvPr/>
          </p:nvSpPr>
          <p:spPr>
            <a:xfrm>
              <a:off x="3560300" y="23822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44"/>
            <p:cNvSpPr/>
            <p:nvPr/>
          </p:nvSpPr>
          <p:spPr>
            <a:xfrm>
              <a:off x="3560300" y="2382225"/>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44"/>
            <p:cNvSpPr/>
            <p:nvPr/>
          </p:nvSpPr>
          <p:spPr>
            <a:xfrm>
              <a:off x="3559675" y="2382225"/>
              <a:ext cx="650" cy="5675"/>
            </a:xfrm>
            <a:custGeom>
              <a:avLst/>
              <a:gdLst/>
              <a:ahLst/>
              <a:cxnLst/>
              <a:rect l="l" t="t" r="r" b="b"/>
              <a:pathLst>
                <a:path w="26" h="227" extrusionOk="0">
                  <a:moveTo>
                    <a:pt x="0" y="1"/>
                  </a:moveTo>
                  <a:lnTo>
                    <a:pt x="0" y="226"/>
                  </a:lnTo>
                  <a:lnTo>
                    <a:pt x="25" y="226"/>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44"/>
            <p:cNvSpPr/>
            <p:nvPr/>
          </p:nvSpPr>
          <p:spPr>
            <a:xfrm>
              <a:off x="3559675" y="23822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44"/>
            <p:cNvSpPr/>
            <p:nvPr/>
          </p:nvSpPr>
          <p:spPr>
            <a:xfrm>
              <a:off x="3559675" y="2381600"/>
              <a:ext cx="25" cy="6300"/>
            </a:xfrm>
            <a:custGeom>
              <a:avLst/>
              <a:gdLst/>
              <a:ahLst/>
              <a:cxnLst/>
              <a:rect l="l" t="t" r="r" b="b"/>
              <a:pathLst>
                <a:path w="1" h="252" extrusionOk="0">
                  <a:moveTo>
                    <a:pt x="0" y="26"/>
                  </a:moveTo>
                  <a:lnTo>
                    <a:pt x="0" y="251"/>
                  </a:lnTo>
                  <a:cubicBezTo>
                    <a:pt x="0" y="251"/>
                    <a:pt x="0" y="251"/>
                    <a:pt x="0" y="251"/>
                  </a:cubicBezTo>
                  <a:lnTo>
                    <a:pt x="0" y="1"/>
                  </a:lnTo>
                  <a:cubicBezTo>
                    <a:pt x="0" y="26"/>
                    <a:pt x="0" y="26"/>
                    <a:pt x="0" y="26"/>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44"/>
            <p:cNvSpPr/>
            <p:nvPr/>
          </p:nvSpPr>
          <p:spPr>
            <a:xfrm>
              <a:off x="3559050" y="2381600"/>
              <a:ext cx="650" cy="6300"/>
            </a:xfrm>
            <a:custGeom>
              <a:avLst/>
              <a:gdLst/>
              <a:ahLst/>
              <a:cxnLst/>
              <a:rect l="l" t="t" r="r" b="b"/>
              <a:pathLst>
                <a:path w="26" h="252" extrusionOk="0">
                  <a:moveTo>
                    <a:pt x="0" y="1"/>
                  </a:moveTo>
                  <a:lnTo>
                    <a:pt x="0" y="251"/>
                  </a:lnTo>
                  <a:lnTo>
                    <a:pt x="25" y="251"/>
                  </a:lnTo>
                  <a:lnTo>
                    <a:pt x="25" y="1"/>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44"/>
            <p:cNvSpPr/>
            <p:nvPr/>
          </p:nvSpPr>
          <p:spPr>
            <a:xfrm>
              <a:off x="3559050" y="2381600"/>
              <a:ext cx="25" cy="6300"/>
            </a:xfrm>
            <a:custGeom>
              <a:avLst/>
              <a:gdLst/>
              <a:ahLst/>
              <a:cxnLst/>
              <a:rect l="l" t="t" r="r" b="b"/>
              <a:pathLst>
                <a:path w="1" h="252" extrusionOk="0">
                  <a:moveTo>
                    <a:pt x="0" y="1"/>
                  </a:moveTo>
                  <a:lnTo>
                    <a:pt x="0" y="251"/>
                  </a:lnTo>
                  <a:cubicBezTo>
                    <a:pt x="0" y="251"/>
                    <a:pt x="0" y="251"/>
                    <a:pt x="0" y="251"/>
                  </a:cubicBezTo>
                  <a:lnTo>
                    <a:pt x="0" y="1"/>
                  </a:lnTo>
                  <a:lnTo>
                    <a:pt x="0"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44"/>
            <p:cNvSpPr/>
            <p:nvPr/>
          </p:nvSpPr>
          <p:spPr>
            <a:xfrm>
              <a:off x="3558425" y="2381600"/>
              <a:ext cx="650" cy="6300"/>
            </a:xfrm>
            <a:custGeom>
              <a:avLst/>
              <a:gdLst/>
              <a:ahLst/>
              <a:cxnLst/>
              <a:rect l="l" t="t" r="r" b="b"/>
              <a:pathLst>
                <a:path w="26" h="252" extrusionOk="0">
                  <a:moveTo>
                    <a:pt x="0" y="1"/>
                  </a:moveTo>
                  <a:lnTo>
                    <a:pt x="0" y="226"/>
                  </a:lnTo>
                  <a:cubicBezTo>
                    <a:pt x="0" y="251"/>
                    <a:pt x="25" y="251"/>
                    <a:pt x="25" y="251"/>
                  </a:cubicBezTo>
                  <a:lnTo>
                    <a:pt x="25"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44"/>
            <p:cNvSpPr/>
            <p:nvPr/>
          </p:nvSpPr>
          <p:spPr>
            <a:xfrm>
              <a:off x="3601025" y="2375975"/>
              <a:ext cx="10675" cy="12550"/>
            </a:xfrm>
            <a:custGeom>
              <a:avLst/>
              <a:gdLst/>
              <a:ahLst/>
              <a:cxnLst/>
              <a:rect l="l" t="t" r="r" b="b"/>
              <a:pathLst>
                <a:path w="427" h="502" extrusionOk="0">
                  <a:moveTo>
                    <a:pt x="427" y="0"/>
                  </a:moveTo>
                  <a:lnTo>
                    <a:pt x="1" y="251"/>
                  </a:lnTo>
                  <a:lnTo>
                    <a:pt x="1" y="502"/>
                  </a:lnTo>
                  <a:lnTo>
                    <a:pt x="427" y="251"/>
                  </a:lnTo>
                  <a:lnTo>
                    <a:pt x="427"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44"/>
            <p:cNvSpPr/>
            <p:nvPr/>
          </p:nvSpPr>
          <p:spPr>
            <a:xfrm>
              <a:off x="3584100" y="2374725"/>
              <a:ext cx="13200" cy="13800"/>
            </a:xfrm>
            <a:custGeom>
              <a:avLst/>
              <a:gdLst/>
              <a:ahLst/>
              <a:cxnLst/>
              <a:rect l="l" t="t" r="r" b="b"/>
              <a:pathLst>
                <a:path w="528" h="552" extrusionOk="0">
                  <a:moveTo>
                    <a:pt x="1" y="0"/>
                  </a:moveTo>
                  <a:lnTo>
                    <a:pt x="1" y="226"/>
                  </a:lnTo>
                  <a:lnTo>
                    <a:pt x="527" y="552"/>
                  </a:lnTo>
                  <a:lnTo>
                    <a:pt x="527" y="301"/>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44"/>
            <p:cNvSpPr/>
            <p:nvPr/>
          </p:nvSpPr>
          <p:spPr>
            <a:xfrm>
              <a:off x="3689375" y="2382850"/>
              <a:ext cx="650" cy="6300"/>
            </a:xfrm>
            <a:custGeom>
              <a:avLst/>
              <a:gdLst/>
              <a:ahLst/>
              <a:cxnLst/>
              <a:rect l="l" t="t" r="r" b="b"/>
              <a:pathLst>
                <a:path w="26" h="252" extrusionOk="0">
                  <a:moveTo>
                    <a:pt x="0" y="1"/>
                  </a:moveTo>
                  <a:lnTo>
                    <a:pt x="0" y="252"/>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44"/>
            <p:cNvSpPr/>
            <p:nvPr/>
          </p:nvSpPr>
          <p:spPr>
            <a:xfrm>
              <a:off x="3689375" y="2382850"/>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44"/>
            <p:cNvSpPr/>
            <p:nvPr/>
          </p:nvSpPr>
          <p:spPr>
            <a:xfrm>
              <a:off x="3688750" y="2382850"/>
              <a:ext cx="650" cy="6300"/>
            </a:xfrm>
            <a:custGeom>
              <a:avLst/>
              <a:gdLst/>
              <a:ahLst/>
              <a:cxnLst/>
              <a:rect l="l" t="t" r="r" b="b"/>
              <a:pathLst>
                <a:path w="26" h="252" extrusionOk="0">
                  <a:moveTo>
                    <a:pt x="25" y="1"/>
                  </a:moveTo>
                  <a:lnTo>
                    <a:pt x="0" y="252"/>
                  </a:lnTo>
                  <a:lnTo>
                    <a:pt x="25" y="252"/>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44"/>
            <p:cNvSpPr/>
            <p:nvPr/>
          </p:nvSpPr>
          <p:spPr>
            <a:xfrm>
              <a:off x="3688750" y="2382850"/>
              <a:ext cx="650" cy="6300"/>
            </a:xfrm>
            <a:custGeom>
              <a:avLst/>
              <a:gdLst/>
              <a:ahLst/>
              <a:cxnLst/>
              <a:rect l="l" t="t" r="r" b="b"/>
              <a:pathLst>
                <a:path w="26" h="252" extrusionOk="0">
                  <a:moveTo>
                    <a:pt x="0" y="1"/>
                  </a:moveTo>
                  <a:lnTo>
                    <a:pt x="0" y="227"/>
                  </a:lnTo>
                  <a:cubicBezTo>
                    <a:pt x="0" y="227"/>
                    <a:pt x="0" y="252"/>
                    <a:pt x="0" y="252"/>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44"/>
            <p:cNvSpPr/>
            <p:nvPr/>
          </p:nvSpPr>
          <p:spPr>
            <a:xfrm>
              <a:off x="3688750" y="238285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44"/>
            <p:cNvSpPr/>
            <p:nvPr/>
          </p:nvSpPr>
          <p:spPr>
            <a:xfrm>
              <a:off x="3688750" y="2382850"/>
              <a:ext cx="25" cy="5675"/>
            </a:xfrm>
            <a:custGeom>
              <a:avLst/>
              <a:gdLst/>
              <a:ahLst/>
              <a:cxnLst/>
              <a:rect l="l" t="t" r="r" b="b"/>
              <a:pathLst>
                <a:path w="1" h="227" extrusionOk="0">
                  <a:moveTo>
                    <a:pt x="0" y="1"/>
                  </a:moveTo>
                  <a:lnTo>
                    <a:pt x="0" y="227"/>
                  </a:lnTo>
                  <a:cubicBezTo>
                    <a:pt x="0" y="227"/>
                    <a:pt x="0" y="227"/>
                    <a:pt x="0" y="227"/>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44"/>
            <p:cNvSpPr/>
            <p:nvPr/>
          </p:nvSpPr>
          <p:spPr>
            <a:xfrm>
              <a:off x="3688125" y="2382850"/>
              <a:ext cx="650" cy="5675"/>
            </a:xfrm>
            <a:custGeom>
              <a:avLst/>
              <a:gdLst/>
              <a:ahLst/>
              <a:cxnLst/>
              <a:rect l="l" t="t" r="r" b="b"/>
              <a:pathLst>
                <a:path w="26" h="227" extrusionOk="0">
                  <a:moveTo>
                    <a:pt x="0" y="1"/>
                  </a:moveTo>
                  <a:lnTo>
                    <a:pt x="0" y="227"/>
                  </a:lnTo>
                  <a:lnTo>
                    <a:pt x="25" y="227"/>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44"/>
            <p:cNvSpPr/>
            <p:nvPr/>
          </p:nvSpPr>
          <p:spPr>
            <a:xfrm>
              <a:off x="3688125" y="238285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7" name="Google Shape;4327;p44"/>
            <p:cNvSpPr/>
            <p:nvPr/>
          </p:nvSpPr>
          <p:spPr>
            <a:xfrm>
              <a:off x="3688125" y="2382850"/>
              <a:ext cx="25" cy="5675"/>
            </a:xfrm>
            <a:custGeom>
              <a:avLst/>
              <a:gdLst/>
              <a:ahLst/>
              <a:cxnLst/>
              <a:rect l="l" t="t" r="r" b="b"/>
              <a:pathLst>
                <a:path w="1" h="227" extrusionOk="0">
                  <a:moveTo>
                    <a:pt x="0" y="1"/>
                  </a:moveTo>
                  <a:lnTo>
                    <a:pt x="0" y="227"/>
                  </a:lnTo>
                  <a:cubicBezTo>
                    <a:pt x="0" y="227"/>
                    <a:pt x="0" y="227"/>
                    <a:pt x="0" y="227"/>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44"/>
            <p:cNvSpPr/>
            <p:nvPr/>
          </p:nvSpPr>
          <p:spPr>
            <a:xfrm>
              <a:off x="3687500" y="2382850"/>
              <a:ext cx="650" cy="6300"/>
            </a:xfrm>
            <a:custGeom>
              <a:avLst/>
              <a:gdLst/>
              <a:ahLst/>
              <a:cxnLst/>
              <a:rect l="l" t="t" r="r" b="b"/>
              <a:pathLst>
                <a:path w="26" h="252" extrusionOk="0">
                  <a:moveTo>
                    <a:pt x="0" y="1"/>
                  </a:moveTo>
                  <a:lnTo>
                    <a:pt x="0" y="252"/>
                  </a:lnTo>
                  <a:cubicBezTo>
                    <a:pt x="0" y="252"/>
                    <a:pt x="25" y="252"/>
                    <a:pt x="25" y="227"/>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44"/>
            <p:cNvSpPr/>
            <p:nvPr/>
          </p:nvSpPr>
          <p:spPr>
            <a:xfrm>
              <a:off x="3687500" y="2382850"/>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0" name="Google Shape;4330;p44"/>
            <p:cNvSpPr/>
            <p:nvPr/>
          </p:nvSpPr>
          <p:spPr>
            <a:xfrm>
              <a:off x="3526475" y="2376600"/>
              <a:ext cx="10675" cy="11925"/>
            </a:xfrm>
            <a:custGeom>
              <a:avLst/>
              <a:gdLst/>
              <a:ahLst/>
              <a:cxnLst/>
              <a:rect l="l" t="t" r="r" b="b"/>
              <a:pathLst>
                <a:path w="427" h="477" extrusionOk="0">
                  <a:moveTo>
                    <a:pt x="426" y="0"/>
                  </a:moveTo>
                  <a:lnTo>
                    <a:pt x="0" y="251"/>
                  </a:lnTo>
                  <a:lnTo>
                    <a:pt x="0" y="477"/>
                  </a:lnTo>
                  <a:lnTo>
                    <a:pt x="426" y="226"/>
                  </a:lnTo>
                  <a:lnTo>
                    <a:pt x="4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1" name="Google Shape;4331;p44"/>
            <p:cNvSpPr/>
            <p:nvPr/>
          </p:nvSpPr>
          <p:spPr>
            <a:xfrm>
              <a:off x="3600400" y="2382225"/>
              <a:ext cx="650" cy="6300"/>
            </a:xfrm>
            <a:custGeom>
              <a:avLst/>
              <a:gdLst/>
              <a:ahLst/>
              <a:cxnLst/>
              <a:rect l="l" t="t" r="r" b="b"/>
              <a:pathLst>
                <a:path w="26" h="252" extrusionOk="0">
                  <a:moveTo>
                    <a:pt x="26" y="1"/>
                  </a:moveTo>
                  <a:cubicBezTo>
                    <a:pt x="1" y="1"/>
                    <a:pt x="1" y="26"/>
                    <a:pt x="1" y="26"/>
                  </a:cubicBezTo>
                  <a:lnTo>
                    <a:pt x="1" y="252"/>
                  </a:lnTo>
                  <a:lnTo>
                    <a:pt x="26" y="252"/>
                  </a:ln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44"/>
            <p:cNvSpPr/>
            <p:nvPr/>
          </p:nvSpPr>
          <p:spPr>
            <a:xfrm>
              <a:off x="3599775" y="2382850"/>
              <a:ext cx="650" cy="5675"/>
            </a:xfrm>
            <a:custGeom>
              <a:avLst/>
              <a:gdLst/>
              <a:ahLst/>
              <a:cxnLst/>
              <a:rect l="l" t="t" r="r" b="b"/>
              <a:pathLst>
                <a:path w="26" h="227" extrusionOk="0">
                  <a:moveTo>
                    <a:pt x="0" y="1"/>
                  </a:moveTo>
                  <a:lnTo>
                    <a:pt x="0" y="227"/>
                  </a:lnTo>
                  <a:lnTo>
                    <a:pt x="26" y="227"/>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3" name="Google Shape;4333;p44"/>
            <p:cNvSpPr/>
            <p:nvPr/>
          </p:nvSpPr>
          <p:spPr>
            <a:xfrm>
              <a:off x="3599775" y="238285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4" name="Google Shape;4334;p44"/>
            <p:cNvSpPr/>
            <p:nvPr/>
          </p:nvSpPr>
          <p:spPr>
            <a:xfrm>
              <a:off x="3599150" y="2382850"/>
              <a:ext cx="650" cy="5675"/>
            </a:xfrm>
            <a:custGeom>
              <a:avLst/>
              <a:gdLst/>
              <a:ahLst/>
              <a:cxnLst/>
              <a:rect l="l" t="t" r="r" b="b"/>
              <a:pathLst>
                <a:path w="26" h="227" extrusionOk="0">
                  <a:moveTo>
                    <a:pt x="0" y="1"/>
                  </a:moveTo>
                  <a:lnTo>
                    <a:pt x="0" y="227"/>
                  </a:lnTo>
                  <a:lnTo>
                    <a:pt x="25" y="227"/>
                  </a:lnTo>
                  <a:lnTo>
                    <a:pt x="25"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44"/>
            <p:cNvSpPr/>
            <p:nvPr/>
          </p:nvSpPr>
          <p:spPr>
            <a:xfrm>
              <a:off x="3599150" y="2382850"/>
              <a:ext cx="25" cy="5675"/>
            </a:xfrm>
            <a:custGeom>
              <a:avLst/>
              <a:gdLst/>
              <a:ahLst/>
              <a:cxnLst/>
              <a:rect l="l" t="t" r="r" b="b"/>
              <a:pathLst>
                <a:path w="1" h="227" extrusionOk="0">
                  <a:moveTo>
                    <a:pt x="0" y="1"/>
                  </a:moveTo>
                  <a:lnTo>
                    <a:pt x="0" y="227"/>
                  </a:lnTo>
                  <a:lnTo>
                    <a:pt x="0" y="227"/>
                  </a:ln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44"/>
            <p:cNvSpPr/>
            <p:nvPr/>
          </p:nvSpPr>
          <p:spPr>
            <a:xfrm>
              <a:off x="3598525" y="2382850"/>
              <a:ext cx="650" cy="5675"/>
            </a:xfrm>
            <a:custGeom>
              <a:avLst/>
              <a:gdLst/>
              <a:ahLst/>
              <a:cxnLst/>
              <a:rect l="l" t="t" r="r" b="b"/>
              <a:pathLst>
                <a:path w="26" h="227" extrusionOk="0">
                  <a:moveTo>
                    <a:pt x="0" y="1"/>
                  </a:moveTo>
                  <a:lnTo>
                    <a:pt x="0" y="227"/>
                  </a:lnTo>
                  <a:lnTo>
                    <a:pt x="25" y="227"/>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44"/>
            <p:cNvSpPr/>
            <p:nvPr/>
          </p:nvSpPr>
          <p:spPr>
            <a:xfrm>
              <a:off x="3598525" y="238285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44"/>
            <p:cNvSpPr/>
            <p:nvPr/>
          </p:nvSpPr>
          <p:spPr>
            <a:xfrm>
              <a:off x="3598525" y="238285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44"/>
            <p:cNvSpPr/>
            <p:nvPr/>
          </p:nvSpPr>
          <p:spPr>
            <a:xfrm>
              <a:off x="3597900" y="2382850"/>
              <a:ext cx="650" cy="5675"/>
            </a:xfrm>
            <a:custGeom>
              <a:avLst/>
              <a:gdLst/>
              <a:ahLst/>
              <a:cxnLst/>
              <a:rect l="l" t="t" r="r" b="b"/>
              <a:pathLst>
                <a:path w="26" h="227" extrusionOk="0">
                  <a:moveTo>
                    <a:pt x="0" y="1"/>
                  </a:moveTo>
                  <a:lnTo>
                    <a:pt x="0" y="227"/>
                  </a:lnTo>
                  <a:lnTo>
                    <a:pt x="25" y="227"/>
                  </a:lnTo>
                  <a:lnTo>
                    <a:pt x="25" y="1"/>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44"/>
            <p:cNvSpPr/>
            <p:nvPr/>
          </p:nvSpPr>
          <p:spPr>
            <a:xfrm>
              <a:off x="3597900" y="238285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1" name="Google Shape;4341;p44"/>
            <p:cNvSpPr/>
            <p:nvPr/>
          </p:nvSpPr>
          <p:spPr>
            <a:xfrm>
              <a:off x="3597275" y="2382225"/>
              <a:ext cx="650" cy="6300"/>
            </a:xfrm>
            <a:custGeom>
              <a:avLst/>
              <a:gdLst/>
              <a:ahLst/>
              <a:cxnLst/>
              <a:rect l="l" t="t" r="r" b="b"/>
              <a:pathLst>
                <a:path w="26" h="252" extrusionOk="0">
                  <a:moveTo>
                    <a:pt x="0" y="1"/>
                  </a:moveTo>
                  <a:lnTo>
                    <a:pt x="0" y="252"/>
                  </a:lnTo>
                  <a:lnTo>
                    <a:pt x="25" y="252"/>
                  </a:lnTo>
                  <a:lnTo>
                    <a:pt x="25" y="26"/>
                  </a:lnTo>
                  <a:cubicBezTo>
                    <a:pt x="25" y="26"/>
                    <a:pt x="25"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2" name="Google Shape;4342;p44"/>
            <p:cNvSpPr/>
            <p:nvPr/>
          </p:nvSpPr>
          <p:spPr>
            <a:xfrm>
              <a:off x="3582850" y="2366100"/>
              <a:ext cx="30100" cy="16625"/>
            </a:xfrm>
            <a:custGeom>
              <a:avLst/>
              <a:gdLst/>
              <a:ahLst/>
              <a:cxnLst/>
              <a:rect l="l" t="t" r="r" b="b"/>
              <a:pathLst>
                <a:path w="1204" h="665" extrusionOk="0">
                  <a:moveTo>
                    <a:pt x="552" y="1"/>
                  </a:moveTo>
                  <a:cubicBezTo>
                    <a:pt x="527" y="1"/>
                    <a:pt x="502" y="7"/>
                    <a:pt x="477" y="19"/>
                  </a:cubicBezTo>
                  <a:lnTo>
                    <a:pt x="51" y="270"/>
                  </a:lnTo>
                  <a:cubicBezTo>
                    <a:pt x="1" y="295"/>
                    <a:pt x="1" y="320"/>
                    <a:pt x="51" y="345"/>
                  </a:cubicBezTo>
                  <a:lnTo>
                    <a:pt x="577" y="646"/>
                  </a:lnTo>
                  <a:cubicBezTo>
                    <a:pt x="602" y="658"/>
                    <a:pt x="627" y="665"/>
                    <a:pt x="652" y="665"/>
                  </a:cubicBezTo>
                  <a:cubicBezTo>
                    <a:pt x="677" y="665"/>
                    <a:pt x="703" y="658"/>
                    <a:pt x="728" y="646"/>
                  </a:cubicBezTo>
                  <a:lnTo>
                    <a:pt x="1154" y="395"/>
                  </a:lnTo>
                  <a:cubicBezTo>
                    <a:pt x="1204" y="370"/>
                    <a:pt x="1204" y="345"/>
                    <a:pt x="1154" y="320"/>
                  </a:cubicBezTo>
                  <a:lnTo>
                    <a:pt x="627" y="19"/>
                  </a:lnTo>
                  <a:cubicBezTo>
                    <a:pt x="602" y="7"/>
                    <a:pt x="577" y="1"/>
                    <a:pt x="552"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44"/>
            <p:cNvSpPr/>
            <p:nvPr/>
          </p:nvSpPr>
          <p:spPr>
            <a:xfrm>
              <a:off x="3584100" y="2365950"/>
              <a:ext cx="27600" cy="15050"/>
            </a:xfrm>
            <a:custGeom>
              <a:avLst/>
              <a:gdLst/>
              <a:ahLst/>
              <a:cxnLst/>
              <a:rect l="l" t="t" r="r" b="b"/>
              <a:pathLst>
                <a:path w="1104" h="602" extrusionOk="0">
                  <a:moveTo>
                    <a:pt x="452" y="0"/>
                  </a:moveTo>
                  <a:lnTo>
                    <a:pt x="1" y="276"/>
                  </a:lnTo>
                  <a:lnTo>
                    <a:pt x="26" y="276"/>
                  </a:lnTo>
                  <a:lnTo>
                    <a:pt x="552" y="577"/>
                  </a:lnTo>
                  <a:cubicBezTo>
                    <a:pt x="577" y="602"/>
                    <a:pt x="577" y="602"/>
                    <a:pt x="602" y="602"/>
                  </a:cubicBezTo>
                  <a:cubicBezTo>
                    <a:pt x="627" y="602"/>
                    <a:pt x="627" y="602"/>
                    <a:pt x="653" y="577"/>
                  </a:cubicBezTo>
                  <a:cubicBezTo>
                    <a:pt x="653" y="577"/>
                    <a:pt x="1104" y="326"/>
                    <a:pt x="1104" y="326"/>
                  </a:cubicBezTo>
                  <a:lnTo>
                    <a:pt x="1079" y="326"/>
                  </a:lnTo>
                  <a:lnTo>
                    <a:pt x="552"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44"/>
            <p:cNvSpPr/>
            <p:nvPr/>
          </p:nvSpPr>
          <p:spPr>
            <a:xfrm>
              <a:off x="3639875" y="2376600"/>
              <a:ext cx="10675" cy="12550"/>
            </a:xfrm>
            <a:custGeom>
              <a:avLst/>
              <a:gdLst/>
              <a:ahLst/>
              <a:cxnLst/>
              <a:rect l="l" t="t" r="r" b="b"/>
              <a:pathLst>
                <a:path w="427" h="502" extrusionOk="0">
                  <a:moveTo>
                    <a:pt x="427" y="0"/>
                  </a:moveTo>
                  <a:lnTo>
                    <a:pt x="0" y="276"/>
                  </a:lnTo>
                  <a:lnTo>
                    <a:pt x="0" y="502"/>
                  </a:lnTo>
                  <a:lnTo>
                    <a:pt x="427" y="251"/>
                  </a:lnTo>
                  <a:lnTo>
                    <a:pt x="427"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44"/>
            <p:cNvSpPr/>
            <p:nvPr/>
          </p:nvSpPr>
          <p:spPr>
            <a:xfrm>
              <a:off x="3622950" y="2375350"/>
              <a:ext cx="13825" cy="13800"/>
            </a:xfrm>
            <a:custGeom>
              <a:avLst/>
              <a:gdLst/>
              <a:ahLst/>
              <a:cxnLst/>
              <a:rect l="l" t="t" r="r" b="b"/>
              <a:pathLst>
                <a:path w="553" h="552" extrusionOk="0">
                  <a:moveTo>
                    <a:pt x="1" y="0"/>
                  </a:moveTo>
                  <a:lnTo>
                    <a:pt x="1" y="251"/>
                  </a:lnTo>
                  <a:lnTo>
                    <a:pt x="552" y="552"/>
                  </a:lnTo>
                  <a:lnTo>
                    <a:pt x="552" y="326"/>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44"/>
            <p:cNvSpPr/>
            <p:nvPr/>
          </p:nvSpPr>
          <p:spPr>
            <a:xfrm>
              <a:off x="3265175" y="2349650"/>
              <a:ext cx="3175" cy="10675"/>
            </a:xfrm>
            <a:custGeom>
              <a:avLst/>
              <a:gdLst/>
              <a:ahLst/>
              <a:cxnLst/>
              <a:rect l="l" t="t" r="r" b="b"/>
              <a:pathLst>
                <a:path w="127" h="427" extrusionOk="0">
                  <a:moveTo>
                    <a:pt x="1" y="1"/>
                  </a:moveTo>
                  <a:lnTo>
                    <a:pt x="1" y="251"/>
                  </a:lnTo>
                  <a:cubicBezTo>
                    <a:pt x="1" y="326"/>
                    <a:pt x="26" y="377"/>
                    <a:pt x="126" y="427"/>
                  </a:cubicBezTo>
                  <a:lnTo>
                    <a:pt x="126" y="201"/>
                  </a:lnTo>
                  <a:cubicBezTo>
                    <a:pt x="26" y="151"/>
                    <a:pt x="1" y="76"/>
                    <a:pt x="1" y="1"/>
                  </a:cubicBez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44"/>
            <p:cNvSpPr/>
            <p:nvPr/>
          </p:nvSpPr>
          <p:spPr>
            <a:xfrm>
              <a:off x="3265175" y="2349650"/>
              <a:ext cx="3175" cy="10675"/>
            </a:xfrm>
            <a:custGeom>
              <a:avLst/>
              <a:gdLst/>
              <a:ahLst/>
              <a:cxnLst/>
              <a:rect l="l" t="t" r="r" b="b"/>
              <a:pathLst>
                <a:path w="127" h="427" extrusionOk="0">
                  <a:moveTo>
                    <a:pt x="1" y="1"/>
                  </a:moveTo>
                  <a:lnTo>
                    <a:pt x="1" y="251"/>
                  </a:lnTo>
                  <a:cubicBezTo>
                    <a:pt x="1" y="326"/>
                    <a:pt x="26" y="377"/>
                    <a:pt x="126" y="427"/>
                  </a:cubicBezTo>
                  <a:lnTo>
                    <a:pt x="126" y="201"/>
                  </a:lnTo>
                  <a:cubicBezTo>
                    <a:pt x="26" y="151"/>
                    <a:pt x="1" y="76"/>
                    <a:pt x="1" y="1"/>
                  </a:cubicBez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8" name="Google Shape;4348;p44"/>
            <p:cNvSpPr/>
            <p:nvPr/>
          </p:nvSpPr>
          <p:spPr>
            <a:xfrm>
              <a:off x="3706300" y="2359050"/>
              <a:ext cx="5025" cy="8800"/>
            </a:xfrm>
            <a:custGeom>
              <a:avLst/>
              <a:gdLst/>
              <a:ahLst/>
              <a:cxnLst/>
              <a:rect l="l" t="t" r="r" b="b"/>
              <a:pathLst>
                <a:path w="201" h="352" extrusionOk="0">
                  <a:moveTo>
                    <a:pt x="201" y="1"/>
                  </a:moveTo>
                  <a:lnTo>
                    <a:pt x="0" y="126"/>
                  </a:lnTo>
                  <a:lnTo>
                    <a:pt x="0" y="351"/>
                  </a:lnTo>
                  <a:lnTo>
                    <a:pt x="201" y="226"/>
                  </a:lnTo>
                  <a:lnTo>
                    <a:pt x="2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9" name="Google Shape;4349;p44"/>
            <p:cNvSpPr/>
            <p:nvPr/>
          </p:nvSpPr>
          <p:spPr>
            <a:xfrm>
              <a:off x="3441875" y="2375350"/>
              <a:ext cx="650" cy="6275"/>
            </a:xfrm>
            <a:custGeom>
              <a:avLst/>
              <a:gdLst/>
              <a:ahLst/>
              <a:cxnLst/>
              <a:rect l="l" t="t" r="r" b="b"/>
              <a:pathLst>
                <a:path w="26" h="251" extrusionOk="0">
                  <a:moveTo>
                    <a:pt x="1" y="0"/>
                  </a:moveTo>
                  <a:lnTo>
                    <a:pt x="1" y="251"/>
                  </a:lnTo>
                  <a:lnTo>
                    <a:pt x="26" y="251"/>
                  </a:lnTo>
                  <a:lnTo>
                    <a:pt x="26" y="25"/>
                  </a:lnTo>
                  <a:cubicBezTo>
                    <a:pt x="26" y="25"/>
                    <a:pt x="26" y="25"/>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44"/>
            <p:cNvSpPr/>
            <p:nvPr/>
          </p:nvSpPr>
          <p:spPr>
            <a:xfrm>
              <a:off x="3441875" y="23753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44"/>
            <p:cNvSpPr/>
            <p:nvPr/>
          </p:nvSpPr>
          <p:spPr>
            <a:xfrm>
              <a:off x="3441250" y="2375350"/>
              <a:ext cx="650" cy="6275"/>
            </a:xfrm>
            <a:custGeom>
              <a:avLst/>
              <a:gdLst/>
              <a:ahLst/>
              <a:cxnLst/>
              <a:rect l="l" t="t" r="r" b="b"/>
              <a:pathLst>
                <a:path w="26"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2" name="Google Shape;4352;p44"/>
            <p:cNvSpPr/>
            <p:nvPr/>
          </p:nvSpPr>
          <p:spPr>
            <a:xfrm>
              <a:off x="3440625" y="2375350"/>
              <a:ext cx="650" cy="6275"/>
            </a:xfrm>
            <a:custGeom>
              <a:avLst/>
              <a:gdLst/>
              <a:ahLst/>
              <a:cxnLst/>
              <a:rect l="l" t="t" r="r" b="b"/>
              <a:pathLst>
                <a:path w="26" h="251" extrusionOk="0">
                  <a:moveTo>
                    <a:pt x="0" y="0"/>
                  </a:moveTo>
                  <a:lnTo>
                    <a:pt x="0" y="226"/>
                  </a:lnTo>
                  <a:cubicBezTo>
                    <a:pt x="26" y="226"/>
                    <a:pt x="26" y="226"/>
                    <a:pt x="26" y="251"/>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44"/>
            <p:cNvSpPr/>
            <p:nvPr/>
          </p:nvSpPr>
          <p:spPr>
            <a:xfrm>
              <a:off x="3440625" y="23753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44"/>
            <p:cNvSpPr/>
            <p:nvPr/>
          </p:nvSpPr>
          <p:spPr>
            <a:xfrm>
              <a:off x="3440000" y="237535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44"/>
            <p:cNvSpPr/>
            <p:nvPr/>
          </p:nvSpPr>
          <p:spPr>
            <a:xfrm>
              <a:off x="3439375" y="237535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44"/>
            <p:cNvSpPr/>
            <p:nvPr/>
          </p:nvSpPr>
          <p:spPr>
            <a:xfrm>
              <a:off x="3439375" y="23753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7" name="Google Shape;4357;p44"/>
            <p:cNvSpPr/>
            <p:nvPr/>
          </p:nvSpPr>
          <p:spPr>
            <a:xfrm>
              <a:off x="3438750" y="237535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8" name="Google Shape;4358;p44"/>
            <p:cNvSpPr/>
            <p:nvPr/>
          </p:nvSpPr>
          <p:spPr>
            <a:xfrm>
              <a:off x="3438125" y="2375350"/>
              <a:ext cx="650" cy="6275"/>
            </a:xfrm>
            <a:custGeom>
              <a:avLst/>
              <a:gdLst/>
              <a:ahLst/>
              <a:cxnLst/>
              <a:rect l="l" t="t" r="r" b="b"/>
              <a:pathLst>
                <a:path w="26" h="251" extrusionOk="0">
                  <a:moveTo>
                    <a:pt x="0" y="0"/>
                  </a:moveTo>
                  <a:lnTo>
                    <a:pt x="0" y="251"/>
                  </a:lnTo>
                  <a:cubicBezTo>
                    <a:pt x="0" y="251"/>
                    <a:pt x="0" y="251"/>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9" name="Google Shape;4359;p44"/>
            <p:cNvSpPr/>
            <p:nvPr/>
          </p:nvSpPr>
          <p:spPr>
            <a:xfrm>
              <a:off x="3436875" y="2375350"/>
              <a:ext cx="1275" cy="6275"/>
            </a:xfrm>
            <a:custGeom>
              <a:avLst/>
              <a:gdLst/>
              <a:ahLst/>
              <a:cxnLst/>
              <a:rect l="l" t="t" r="r" b="b"/>
              <a:pathLst>
                <a:path w="51" h="251" extrusionOk="0">
                  <a:moveTo>
                    <a:pt x="50" y="0"/>
                  </a:moveTo>
                  <a:cubicBezTo>
                    <a:pt x="25" y="0"/>
                    <a:pt x="25" y="25"/>
                    <a:pt x="0" y="25"/>
                  </a:cubicBezTo>
                  <a:lnTo>
                    <a:pt x="0" y="251"/>
                  </a:lnTo>
                  <a:lnTo>
                    <a:pt x="50" y="251"/>
                  </a:lnTo>
                  <a:lnTo>
                    <a:pt x="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0" name="Google Shape;4360;p44"/>
            <p:cNvSpPr/>
            <p:nvPr/>
          </p:nvSpPr>
          <p:spPr>
            <a:xfrm>
              <a:off x="3544000" y="2364850"/>
              <a:ext cx="30100" cy="17250"/>
            </a:xfrm>
            <a:custGeom>
              <a:avLst/>
              <a:gdLst/>
              <a:ahLst/>
              <a:cxnLst/>
              <a:rect l="l" t="t" r="r" b="b"/>
              <a:pathLst>
                <a:path w="1204" h="690" extrusionOk="0">
                  <a:moveTo>
                    <a:pt x="549" y="0"/>
                  </a:moveTo>
                  <a:cubicBezTo>
                    <a:pt x="527" y="0"/>
                    <a:pt x="502" y="7"/>
                    <a:pt x="477" y="19"/>
                  </a:cubicBezTo>
                  <a:lnTo>
                    <a:pt x="51" y="270"/>
                  </a:lnTo>
                  <a:cubicBezTo>
                    <a:pt x="1" y="295"/>
                    <a:pt x="1" y="345"/>
                    <a:pt x="51" y="345"/>
                  </a:cubicBezTo>
                  <a:lnTo>
                    <a:pt x="577" y="671"/>
                  </a:lnTo>
                  <a:cubicBezTo>
                    <a:pt x="602" y="683"/>
                    <a:pt x="627" y="690"/>
                    <a:pt x="649" y="690"/>
                  </a:cubicBezTo>
                  <a:cubicBezTo>
                    <a:pt x="671" y="690"/>
                    <a:pt x="690" y="683"/>
                    <a:pt x="703" y="671"/>
                  </a:cubicBezTo>
                  <a:lnTo>
                    <a:pt x="1154" y="420"/>
                  </a:lnTo>
                  <a:cubicBezTo>
                    <a:pt x="1204" y="395"/>
                    <a:pt x="1204" y="370"/>
                    <a:pt x="1154" y="345"/>
                  </a:cubicBezTo>
                  <a:lnTo>
                    <a:pt x="602" y="19"/>
                  </a:lnTo>
                  <a:cubicBezTo>
                    <a:pt x="590" y="7"/>
                    <a:pt x="571" y="0"/>
                    <a:pt x="549"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44"/>
            <p:cNvSpPr/>
            <p:nvPr/>
          </p:nvSpPr>
          <p:spPr>
            <a:xfrm>
              <a:off x="3545250" y="2365325"/>
              <a:ext cx="27600" cy="15050"/>
            </a:xfrm>
            <a:custGeom>
              <a:avLst/>
              <a:gdLst/>
              <a:ahLst/>
              <a:cxnLst/>
              <a:rect l="l" t="t" r="r" b="b"/>
              <a:pathLst>
                <a:path w="1104" h="602" extrusionOk="0">
                  <a:moveTo>
                    <a:pt x="452" y="0"/>
                  </a:moveTo>
                  <a:cubicBezTo>
                    <a:pt x="452" y="0"/>
                    <a:pt x="1" y="251"/>
                    <a:pt x="1" y="251"/>
                  </a:cubicBezTo>
                  <a:cubicBezTo>
                    <a:pt x="1" y="251"/>
                    <a:pt x="1" y="276"/>
                    <a:pt x="1" y="276"/>
                  </a:cubicBezTo>
                  <a:lnTo>
                    <a:pt x="552" y="577"/>
                  </a:lnTo>
                  <a:cubicBezTo>
                    <a:pt x="552" y="577"/>
                    <a:pt x="577" y="602"/>
                    <a:pt x="602" y="602"/>
                  </a:cubicBezTo>
                  <a:cubicBezTo>
                    <a:pt x="602" y="602"/>
                    <a:pt x="628" y="577"/>
                    <a:pt x="653" y="577"/>
                  </a:cubicBezTo>
                  <a:cubicBezTo>
                    <a:pt x="653" y="577"/>
                    <a:pt x="1104" y="326"/>
                    <a:pt x="1104" y="326"/>
                  </a:cubicBezTo>
                  <a:cubicBezTo>
                    <a:pt x="1104" y="326"/>
                    <a:pt x="1079" y="326"/>
                    <a:pt x="1079" y="301"/>
                  </a:cubicBezTo>
                  <a:lnTo>
                    <a:pt x="552"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44"/>
            <p:cNvSpPr/>
            <p:nvPr/>
          </p:nvSpPr>
          <p:spPr>
            <a:xfrm>
              <a:off x="3639250" y="2383500"/>
              <a:ext cx="650" cy="5650"/>
            </a:xfrm>
            <a:custGeom>
              <a:avLst/>
              <a:gdLst/>
              <a:ahLst/>
              <a:cxnLst/>
              <a:rect l="l" t="t" r="r" b="b"/>
              <a:pathLst>
                <a:path w="26" h="226" extrusionOk="0">
                  <a:moveTo>
                    <a:pt x="0" y="0"/>
                  </a:moveTo>
                  <a:lnTo>
                    <a:pt x="0" y="226"/>
                  </a:lnTo>
                  <a:lnTo>
                    <a:pt x="25" y="226"/>
                  </a:lnTo>
                  <a:lnTo>
                    <a:pt x="25"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3" name="Google Shape;4363;p44"/>
            <p:cNvSpPr/>
            <p:nvPr/>
          </p:nvSpPr>
          <p:spPr>
            <a:xfrm>
              <a:off x="3638625" y="2383500"/>
              <a:ext cx="650" cy="6275"/>
            </a:xfrm>
            <a:custGeom>
              <a:avLst/>
              <a:gdLst/>
              <a:ahLst/>
              <a:cxnLst/>
              <a:rect l="l" t="t" r="r" b="b"/>
              <a:pathLst>
                <a:path w="26" h="251" extrusionOk="0">
                  <a:moveTo>
                    <a:pt x="0" y="0"/>
                  </a:moveTo>
                  <a:lnTo>
                    <a:pt x="0" y="251"/>
                  </a:lnTo>
                  <a:cubicBezTo>
                    <a:pt x="0" y="251"/>
                    <a:pt x="25" y="251"/>
                    <a:pt x="25" y="226"/>
                  </a:cubicBez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4" name="Google Shape;4364;p44"/>
            <p:cNvSpPr/>
            <p:nvPr/>
          </p:nvSpPr>
          <p:spPr>
            <a:xfrm>
              <a:off x="3638625" y="23835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5" name="Google Shape;4365;p44"/>
            <p:cNvSpPr/>
            <p:nvPr/>
          </p:nvSpPr>
          <p:spPr>
            <a:xfrm>
              <a:off x="3638000" y="2383500"/>
              <a:ext cx="650" cy="6275"/>
            </a:xfrm>
            <a:custGeom>
              <a:avLst/>
              <a:gdLst/>
              <a:ahLst/>
              <a:cxnLst/>
              <a:rect l="l" t="t" r="r" b="b"/>
              <a:pathLst>
                <a:path w="26" h="251" extrusionOk="0">
                  <a:moveTo>
                    <a:pt x="0" y="0"/>
                  </a:moveTo>
                  <a:lnTo>
                    <a:pt x="0" y="251"/>
                  </a:lnTo>
                  <a:lnTo>
                    <a:pt x="25" y="251"/>
                  </a:lnTo>
                  <a:lnTo>
                    <a:pt x="25"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6" name="Google Shape;4366;p44"/>
            <p:cNvSpPr/>
            <p:nvPr/>
          </p:nvSpPr>
          <p:spPr>
            <a:xfrm>
              <a:off x="3638000" y="2383500"/>
              <a:ext cx="25" cy="6275"/>
            </a:xfrm>
            <a:custGeom>
              <a:avLst/>
              <a:gdLst/>
              <a:ahLst/>
              <a:cxnLst/>
              <a:rect l="l" t="t" r="r" b="b"/>
              <a:pathLst>
                <a:path w="1" h="251" extrusionOk="0">
                  <a:moveTo>
                    <a:pt x="0" y="0"/>
                  </a:moveTo>
                  <a:lnTo>
                    <a:pt x="0" y="251"/>
                  </a:lnTo>
                  <a:lnTo>
                    <a:pt x="0" y="251"/>
                  </a:lnTo>
                  <a:lnTo>
                    <a:pt x="0" y="0"/>
                  </a:lnTo>
                  <a:lnTo>
                    <a:pt x="0"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44"/>
            <p:cNvSpPr/>
            <p:nvPr/>
          </p:nvSpPr>
          <p:spPr>
            <a:xfrm>
              <a:off x="3638000" y="23835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44"/>
            <p:cNvSpPr/>
            <p:nvPr/>
          </p:nvSpPr>
          <p:spPr>
            <a:xfrm>
              <a:off x="3637375" y="2383500"/>
              <a:ext cx="650" cy="6275"/>
            </a:xfrm>
            <a:custGeom>
              <a:avLst/>
              <a:gdLst/>
              <a:ahLst/>
              <a:cxnLst/>
              <a:rect l="l" t="t" r="r" b="b"/>
              <a:pathLst>
                <a:path w="26" h="251" extrusionOk="0">
                  <a:moveTo>
                    <a:pt x="0" y="0"/>
                  </a:moveTo>
                  <a:lnTo>
                    <a:pt x="0" y="251"/>
                  </a:lnTo>
                  <a:lnTo>
                    <a:pt x="25" y="251"/>
                  </a:lnTo>
                  <a:lnTo>
                    <a:pt x="25" y="0"/>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44"/>
            <p:cNvSpPr/>
            <p:nvPr/>
          </p:nvSpPr>
          <p:spPr>
            <a:xfrm>
              <a:off x="3637375" y="23835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44"/>
            <p:cNvSpPr/>
            <p:nvPr/>
          </p:nvSpPr>
          <p:spPr>
            <a:xfrm>
              <a:off x="3636750" y="2383500"/>
              <a:ext cx="650" cy="6275"/>
            </a:xfrm>
            <a:custGeom>
              <a:avLst/>
              <a:gdLst/>
              <a:ahLst/>
              <a:cxnLst/>
              <a:rect l="l" t="t" r="r" b="b"/>
              <a:pathLst>
                <a:path w="26" h="251" extrusionOk="0">
                  <a:moveTo>
                    <a:pt x="25" y="0"/>
                  </a:moveTo>
                  <a:lnTo>
                    <a:pt x="0" y="251"/>
                  </a:lnTo>
                  <a:lnTo>
                    <a:pt x="25" y="251"/>
                  </a:lnTo>
                  <a:lnTo>
                    <a:pt x="25" y="0"/>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1" name="Google Shape;4371;p44"/>
            <p:cNvSpPr/>
            <p:nvPr/>
          </p:nvSpPr>
          <p:spPr>
            <a:xfrm>
              <a:off x="3636750" y="2383500"/>
              <a:ext cx="650" cy="6275"/>
            </a:xfrm>
            <a:custGeom>
              <a:avLst/>
              <a:gdLst/>
              <a:ahLst/>
              <a:cxnLst/>
              <a:rect l="l" t="t" r="r" b="b"/>
              <a:pathLst>
                <a:path w="26" h="251" extrusionOk="0">
                  <a:moveTo>
                    <a:pt x="0" y="0"/>
                  </a:moveTo>
                  <a:lnTo>
                    <a:pt x="0" y="226"/>
                  </a:lnTo>
                  <a:cubicBezTo>
                    <a:pt x="0" y="226"/>
                    <a:pt x="0" y="226"/>
                    <a:pt x="0" y="251"/>
                  </a:cubicBezTo>
                  <a:lnTo>
                    <a:pt x="25"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44"/>
            <p:cNvSpPr/>
            <p:nvPr/>
          </p:nvSpPr>
          <p:spPr>
            <a:xfrm>
              <a:off x="3636750" y="23835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44"/>
            <p:cNvSpPr/>
            <p:nvPr/>
          </p:nvSpPr>
          <p:spPr>
            <a:xfrm>
              <a:off x="3565300" y="2377225"/>
              <a:ext cx="11325" cy="12550"/>
            </a:xfrm>
            <a:custGeom>
              <a:avLst/>
              <a:gdLst/>
              <a:ahLst/>
              <a:cxnLst/>
              <a:rect l="l" t="t" r="r" b="b"/>
              <a:pathLst>
                <a:path w="453" h="502" extrusionOk="0">
                  <a:moveTo>
                    <a:pt x="452" y="0"/>
                  </a:moveTo>
                  <a:lnTo>
                    <a:pt x="1" y="251"/>
                  </a:lnTo>
                  <a:lnTo>
                    <a:pt x="1" y="502"/>
                  </a:lnTo>
                  <a:lnTo>
                    <a:pt x="452" y="226"/>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44"/>
            <p:cNvSpPr/>
            <p:nvPr/>
          </p:nvSpPr>
          <p:spPr>
            <a:xfrm>
              <a:off x="3526475" y="2382850"/>
              <a:ext cx="25" cy="5675"/>
            </a:xfrm>
            <a:custGeom>
              <a:avLst/>
              <a:gdLst/>
              <a:ahLst/>
              <a:cxnLst/>
              <a:rect l="l" t="t" r="r" b="b"/>
              <a:pathLst>
                <a:path w="1" h="227" extrusionOk="0">
                  <a:moveTo>
                    <a:pt x="0" y="1"/>
                  </a:moveTo>
                  <a:lnTo>
                    <a:pt x="0" y="227"/>
                  </a:lnTo>
                  <a:cubicBezTo>
                    <a:pt x="0" y="227"/>
                    <a:pt x="0" y="227"/>
                    <a:pt x="0" y="227"/>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5" name="Google Shape;4375;p44"/>
            <p:cNvSpPr/>
            <p:nvPr/>
          </p:nvSpPr>
          <p:spPr>
            <a:xfrm>
              <a:off x="3525850" y="2382850"/>
              <a:ext cx="650" cy="6300"/>
            </a:xfrm>
            <a:custGeom>
              <a:avLst/>
              <a:gdLst/>
              <a:ahLst/>
              <a:cxnLst/>
              <a:rect l="l" t="t" r="r" b="b"/>
              <a:pathLst>
                <a:path w="26" h="252" extrusionOk="0">
                  <a:moveTo>
                    <a:pt x="0" y="1"/>
                  </a:moveTo>
                  <a:lnTo>
                    <a:pt x="0" y="252"/>
                  </a:lnTo>
                  <a:cubicBezTo>
                    <a:pt x="0" y="252"/>
                    <a:pt x="0" y="227"/>
                    <a:pt x="25" y="227"/>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6" name="Google Shape;4376;p44"/>
            <p:cNvSpPr/>
            <p:nvPr/>
          </p:nvSpPr>
          <p:spPr>
            <a:xfrm>
              <a:off x="3525850" y="2382850"/>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7" name="Google Shape;4377;p44"/>
            <p:cNvSpPr/>
            <p:nvPr/>
          </p:nvSpPr>
          <p:spPr>
            <a:xfrm>
              <a:off x="3525850" y="2382850"/>
              <a:ext cx="25" cy="6300"/>
            </a:xfrm>
            <a:custGeom>
              <a:avLst/>
              <a:gdLst/>
              <a:ahLst/>
              <a:cxnLst/>
              <a:rect l="l" t="t" r="r" b="b"/>
              <a:pathLst>
                <a:path w="1" h="252" extrusionOk="0">
                  <a:moveTo>
                    <a:pt x="0" y="1"/>
                  </a:moveTo>
                  <a:lnTo>
                    <a:pt x="0" y="252"/>
                  </a:lnTo>
                  <a:cubicBezTo>
                    <a:pt x="0" y="252"/>
                    <a:pt x="0" y="252"/>
                    <a:pt x="0" y="252"/>
                  </a:cubicBezTo>
                  <a:lnTo>
                    <a:pt x="0" y="26"/>
                  </a:lnTo>
                  <a:cubicBezTo>
                    <a:pt x="0" y="26"/>
                    <a:pt x="0" y="26"/>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8" name="Google Shape;4378;p44"/>
            <p:cNvSpPr/>
            <p:nvPr/>
          </p:nvSpPr>
          <p:spPr>
            <a:xfrm>
              <a:off x="3525850" y="2383500"/>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44"/>
            <p:cNvSpPr/>
            <p:nvPr/>
          </p:nvSpPr>
          <p:spPr>
            <a:xfrm>
              <a:off x="3525850" y="2383500"/>
              <a:ext cx="25" cy="6275"/>
            </a:xfrm>
            <a:custGeom>
              <a:avLst/>
              <a:gdLst/>
              <a:ahLst/>
              <a:cxnLst/>
              <a:rect l="l" t="t" r="r" b="b"/>
              <a:pathLst>
                <a:path w="1" h="251" extrusionOk="0">
                  <a:moveTo>
                    <a:pt x="0" y="0"/>
                  </a:moveTo>
                  <a:lnTo>
                    <a:pt x="0" y="226"/>
                  </a:lnTo>
                  <a:cubicBezTo>
                    <a:pt x="0" y="226"/>
                    <a:pt x="0" y="226"/>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44"/>
            <p:cNvSpPr/>
            <p:nvPr/>
          </p:nvSpPr>
          <p:spPr>
            <a:xfrm>
              <a:off x="3525850" y="23835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44"/>
            <p:cNvSpPr/>
            <p:nvPr/>
          </p:nvSpPr>
          <p:spPr>
            <a:xfrm>
              <a:off x="3525850" y="2383500"/>
              <a:ext cx="25" cy="6275"/>
            </a:xfrm>
            <a:custGeom>
              <a:avLst/>
              <a:gdLst/>
              <a:ahLst/>
              <a:cxnLst/>
              <a:rect l="l" t="t" r="r" b="b"/>
              <a:pathLst>
                <a:path w="1" h="251" extrusionOk="0">
                  <a:moveTo>
                    <a:pt x="0" y="0"/>
                  </a:moveTo>
                  <a:lnTo>
                    <a:pt x="0" y="251"/>
                  </a:lnTo>
                  <a:lnTo>
                    <a:pt x="0" y="25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44"/>
            <p:cNvSpPr/>
            <p:nvPr/>
          </p:nvSpPr>
          <p:spPr>
            <a:xfrm>
              <a:off x="3661175" y="2375975"/>
              <a:ext cx="14450" cy="14425"/>
            </a:xfrm>
            <a:custGeom>
              <a:avLst/>
              <a:gdLst/>
              <a:ahLst/>
              <a:cxnLst/>
              <a:rect l="l" t="t" r="r" b="b"/>
              <a:pathLst>
                <a:path w="578" h="577" extrusionOk="0">
                  <a:moveTo>
                    <a:pt x="1" y="0"/>
                  </a:moveTo>
                  <a:lnTo>
                    <a:pt x="1" y="251"/>
                  </a:lnTo>
                  <a:lnTo>
                    <a:pt x="577" y="577"/>
                  </a:lnTo>
                  <a:lnTo>
                    <a:pt x="577" y="326"/>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3" name="Google Shape;4383;p44"/>
            <p:cNvSpPr/>
            <p:nvPr/>
          </p:nvSpPr>
          <p:spPr>
            <a:xfrm>
              <a:off x="3678100" y="2380975"/>
              <a:ext cx="5650" cy="9425"/>
            </a:xfrm>
            <a:custGeom>
              <a:avLst/>
              <a:gdLst/>
              <a:ahLst/>
              <a:cxnLst/>
              <a:rect l="l" t="t" r="r" b="b"/>
              <a:pathLst>
                <a:path w="226" h="377" extrusionOk="0">
                  <a:moveTo>
                    <a:pt x="226" y="1"/>
                  </a:moveTo>
                  <a:lnTo>
                    <a:pt x="0" y="126"/>
                  </a:lnTo>
                  <a:lnTo>
                    <a:pt x="0" y="377"/>
                  </a:lnTo>
                  <a:lnTo>
                    <a:pt x="226" y="251"/>
                  </a:lnTo>
                  <a:lnTo>
                    <a:pt x="226"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44"/>
            <p:cNvSpPr/>
            <p:nvPr/>
          </p:nvSpPr>
          <p:spPr>
            <a:xfrm>
              <a:off x="3540875" y="2376600"/>
              <a:ext cx="13175" cy="13175"/>
            </a:xfrm>
            <a:custGeom>
              <a:avLst/>
              <a:gdLst/>
              <a:ahLst/>
              <a:cxnLst/>
              <a:rect l="l" t="t" r="r" b="b"/>
              <a:pathLst>
                <a:path w="527" h="527" extrusionOk="0">
                  <a:moveTo>
                    <a:pt x="1" y="0"/>
                  </a:moveTo>
                  <a:lnTo>
                    <a:pt x="1" y="226"/>
                  </a:lnTo>
                  <a:lnTo>
                    <a:pt x="527" y="527"/>
                  </a:lnTo>
                  <a:lnTo>
                    <a:pt x="527" y="30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5" name="Google Shape;4385;p44"/>
            <p:cNvSpPr/>
            <p:nvPr/>
          </p:nvSpPr>
          <p:spPr>
            <a:xfrm>
              <a:off x="3604150" y="2377850"/>
              <a:ext cx="11300" cy="12550"/>
            </a:xfrm>
            <a:custGeom>
              <a:avLst/>
              <a:gdLst/>
              <a:ahLst/>
              <a:cxnLst/>
              <a:rect l="l" t="t" r="r" b="b"/>
              <a:pathLst>
                <a:path w="452" h="502" extrusionOk="0">
                  <a:moveTo>
                    <a:pt x="452" y="0"/>
                  </a:moveTo>
                  <a:lnTo>
                    <a:pt x="1" y="276"/>
                  </a:lnTo>
                  <a:lnTo>
                    <a:pt x="1" y="502"/>
                  </a:lnTo>
                  <a:lnTo>
                    <a:pt x="452" y="251"/>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6" name="Google Shape;4386;p44"/>
            <p:cNvSpPr/>
            <p:nvPr/>
          </p:nvSpPr>
          <p:spPr>
            <a:xfrm>
              <a:off x="3678100" y="2384125"/>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25"/>
                    <a:pt x="0"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44"/>
            <p:cNvSpPr/>
            <p:nvPr/>
          </p:nvSpPr>
          <p:spPr>
            <a:xfrm>
              <a:off x="3677475" y="2384750"/>
              <a:ext cx="650" cy="5650"/>
            </a:xfrm>
            <a:custGeom>
              <a:avLst/>
              <a:gdLst/>
              <a:ahLst/>
              <a:cxnLst/>
              <a:rect l="l" t="t" r="r" b="b"/>
              <a:pathLst>
                <a:path w="26" h="226" extrusionOk="0">
                  <a:moveTo>
                    <a:pt x="0" y="0"/>
                  </a:moveTo>
                  <a:lnTo>
                    <a:pt x="0" y="226"/>
                  </a:lnTo>
                  <a:lnTo>
                    <a:pt x="25" y="226"/>
                  </a:ln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8" name="Google Shape;4388;p44"/>
            <p:cNvSpPr/>
            <p:nvPr/>
          </p:nvSpPr>
          <p:spPr>
            <a:xfrm>
              <a:off x="3677475" y="2384750"/>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9" name="Google Shape;4389;p44"/>
            <p:cNvSpPr/>
            <p:nvPr/>
          </p:nvSpPr>
          <p:spPr>
            <a:xfrm>
              <a:off x="3676850" y="2384750"/>
              <a:ext cx="650" cy="5650"/>
            </a:xfrm>
            <a:custGeom>
              <a:avLst/>
              <a:gdLst/>
              <a:ahLst/>
              <a:cxnLst/>
              <a:rect l="l" t="t" r="r" b="b"/>
              <a:pathLst>
                <a:path w="26" h="226" extrusionOk="0">
                  <a:moveTo>
                    <a:pt x="0" y="0"/>
                  </a:moveTo>
                  <a:lnTo>
                    <a:pt x="0" y="226"/>
                  </a:lnTo>
                  <a:lnTo>
                    <a:pt x="25" y="226"/>
                  </a:lnTo>
                  <a:lnTo>
                    <a:pt x="25"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0" name="Google Shape;4390;p44"/>
            <p:cNvSpPr/>
            <p:nvPr/>
          </p:nvSpPr>
          <p:spPr>
            <a:xfrm>
              <a:off x="3676850" y="2384750"/>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1" name="Google Shape;4391;p44"/>
            <p:cNvSpPr/>
            <p:nvPr/>
          </p:nvSpPr>
          <p:spPr>
            <a:xfrm>
              <a:off x="3676850" y="23847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2" name="Google Shape;4392;p44"/>
            <p:cNvSpPr/>
            <p:nvPr/>
          </p:nvSpPr>
          <p:spPr>
            <a:xfrm>
              <a:off x="3676850" y="2384750"/>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3" name="Google Shape;4393;p44"/>
            <p:cNvSpPr/>
            <p:nvPr/>
          </p:nvSpPr>
          <p:spPr>
            <a:xfrm>
              <a:off x="3676225" y="2384750"/>
              <a:ext cx="650" cy="5650"/>
            </a:xfrm>
            <a:custGeom>
              <a:avLst/>
              <a:gdLst/>
              <a:ahLst/>
              <a:cxnLst/>
              <a:rect l="l" t="t" r="r" b="b"/>
              <a:pathLst>
                <a:path w="26" h="226" extrusionOk="0">
                  <a:moveTo>
                    <a:pt x="0" y="0"/>
                  </a:moveTo>
                  <a:lnTo>
                    <a:pt x="0" y="226"/>
                  </a:lnTo>
                  <a:lnTo>
                    <a:pt x="25" y="226"/>
                  </a:lnTo>
                  <a:lnTo>
                    <a:pt x="25"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4" name="Google Shape;4394;p44"/>
            <p:cNvSpPr/>
            <p:nvPr/>
          </p:nvSpPr>
          <p:spPr>
            <a:xfrm>
              <a:off x="3676225" y="23847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5" name="Google Shape;4395;p44"/>
            <p:cNvSpPr/>
            <p:nvPr/>
          </p:nvSpPr>
          <p:spPr>
            <a:xfrm>
              <a:off x="3676225" y="23847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44"/>
            <p:cNvSpPr/>
            <p:nvPr/>
          </p:nvSpPr>
          <p:spPr>
            <a:xfrm>
              <a:off x="3675600" y="2384125"/>
              <a:ext cx="650" cy="6275"/>
            </a:xfrm>
            <a:custGeom>
              <a:avLst/>
              <a:gdLst/>
              <a:ahLst/>
              <a:cxnLst/>
              <a:rect l="l" t="t" r="r" b="b"/>
              <a:pathLst>
                <a:path w="26" h="251" extrusionOk="0">
                  <a:moveTo>
                    <a:pt x="0" y="0"/>
                  </a:moveTo>
                  <a:lnTo>
                    <a:pt x="0" y="251"/>
                  </a:lnTo>
                  <a:lnTo>
                    <a:pt x="25" y="251"/>
                  </a:lnTo>
                  <a:lnTo>
                    <a:pt x="25" y="25"/>
                  </a:lnTo>
                  <a:cubicBezTo>
                    <a:pt x="25" y="25"/>
                    <a:pt x="0" y="0"/>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7" name="Google Shape;4397;p44"/>
            <p:cNvSpPr/>
            <p:nvPr/>
          </p:nvSpPr>
          <p:spPr>
            <a:xfrm>
              <a:off x="3660550" y="2371125"/>
              <a:ext cx="23825" cy="13475"/>
            </a:xfrm>
            <a:custGeom>
              <a:avLst/>
              <a:gdLst/>
              <a:ahLst/>
              <a:cxnLst/>
              <a:rect l="l" t="t" r="r" b="b"/>
              <a:pathLst>
                <a:path w="953" h="539" extrusionOk="0">
                  <a:moveTo>
                    <a:pt x="301" y="0"/>
                  </a:moveTo>
                  <a:cubicBezTo>
                    <a:pt x="282" y="0"/>
                    <a:pt x="264" y="6"/>
                    <a:pt x="251" y="19"/>
                  </a:cubicBezTo>
                  <a:lnTo>
                    <a:pt x="26" y="144"/>
                  </a:lnTo>
                  <a:cubicBezTo>
                    <a:pt x="1" y="169"/>
                    <a:pt x="1" y="194"/>
                    <a:pt x="26" y="194"/>
                  </a:cubicBezTo>
                  <a:lnTo>
                    <a:pt x="602" y="520"/>
                  </a:lnTo>
                  <a:cubicBezTo>
                    <a:pt x="615" y="533"/>
                    <a:pt x="633" y="539"/>
                    <a:pt x="652" y="539"/>
                  </a:cubicBezTo>
                  <a:cubicBezTo>
                    <a:pt x="671" y="539"/>
                    <a:pt x="690" y="533"/>
                    <a:pt x="702" y="520"/>
                  </a:cubicBezTo>
                  <a:lnTo>
                    <a:pt x="928" y="395"/>
                  </a:lnTo>
                  <a:cubicBezTo>
                    <a:pt x="953" y="395"/>
                    <a:pt x="953" y="370"/>
                    <a:pt x="928" y="345"/>
                  </a:cubicBezTo>
                  <a:lnTo>
                    <a:pt x="351" y="19"/>
                  </a:lnTo>
                  <a:cubicBezTo>
                    <a:pt x="339" y="6"/>
                    <a:pt x="320" y="0"/>
                    <a:pt x="301"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8" name="Google Shape;4398;p44"/>
            <p:cNvSpPr/>
            <p:nvPr/>
          </p:nvSpPr>
          <p:spPr>
            <a:xfrm>
              <a:off x="3662425" y="2370950"/>
              <a:ext cx="20700" cy="11925"/>
            </a:xfrm>
            <a:custGeom>
              <a:avLst/>
              <a:gdLst/>
              <a:ahLst/>
              <a:cxnLst/>
              <a:rect l="l" t="t" r="r" b="b"/>
              <a:pathLst>
                <a:path w="828" h="477" extrusionOk="0">
                  <a:moveTo>
                    <a:pt x="226" y="1"/>
                  </a:moveTo>
                  <a:cubicBezTo>
                    <a:pt x="226" y="1"/>
                    <a:pt x="201" y="1"/>
                    <a:pt x="201" y="26"/>
                  </a:cubicBezTo>
                  <a:lnTo>
                    <a:pt x="1" y="126"/>
                  </a:lnTo>
                  <a:lnTo>
                    <a:pt x="552" y="452"/>
                  </a:lnTo>
                  <a:cubicBezTo>
                    <a:pt x="552" y="477"/>
                    <a:pt x="577" y="477"/>
                    <a:pt x="577" y="477"/>
                  </a:cubicBezTo>
                  <a:lnTo>
                    <a:pt x="602" y="477"/>
                  </a:lnTo>
                  <a:lnTo>
                    <a:pt x="828" y="352"/>
                  </a:lnTo>
                  <a:lnTo>
                    <a:pt x="251" y="26"/>
                  </a:lnTo>
                  <a:cubicBezTo>
                    <a:pt x="251" y="1"/>
                    <a:pt x="251" y="1"/>
                    <a:pt x="226" y="1"/>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9" name="Google Shape;4399;p44"/>
            <p:cNvSpPr/>
            <p:nvPr/>
          </p:nvSpPr>
          <p:spPr>
            <a:xfrm>
              <a:off x="3565300" y="2383500"/>
              <a:ext cx="25" cy="6275"/>
            </a:xfrm>
            <a:custGeom>
              <a:avLst/>
              <a:gdLst/>
              <a:ahLst/>
              <a:cxnLst/>
              <a:rect l="l" t="t" r="r" b="b"/>
              <a:pathLst>
                <a:path w="1" h="251" extrusionOk="0">
                  <a:moveTo>
                    <a:pt x="1" y="0"/>
                  </a:moveTo>
                  <a:lnTo>
                    <a:pt x="1" y="251"/>
                  </a:lnTo>
                  <a:lnTo>
                    <a:pt x="1" y="251"/>
                  </a:ln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0" name="Google Shape;4400;p44"/>
            <p:cNvSpPr/>
            <p:nvPr/>
          </p:nvSpPr>
          <p:spPr>
            <a:xfrm>
              <a:off x="3564675" y="2383500"/>
              <a:ext cx="650" cy="6275"/>
            </a:xfrm>
            <a:custGeom>
              <a:avLst/>
              <a:gdLst/>
              <a:ahLst/>
              <a:cxnLst/>
              <a:rect l="l" t="t" r="r" b="b"/>
              <a:pathLst>
                <a:path w="26" h="251" extrusionOk="0">
                  <a:moveTo>
                    <a:pt x="26" y="0"/>
                  </a:moveTo>
                  <a:cubicBezTo>
                    <a:pt x="26" y="0"/>
                    <a:pt x="26" y="0"/>
                    <a:pt x="1" y="25"/>
                  </a:cubicBez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1" name="Google Shape;4401;p44"/>
            <p:cNvSpPr/>
            <p:nvPr/>
          </p:nvSpPr>
          <p:spPr>
            <a:xfrm>
              <a:off x="3564675" y="23841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2" name="Google Shape;4402;p44"/>
            <p:cNvSpPr/>
            <p:nvPr/>
          </p:nvSpPr>
          <p:spPr>
            <a:xfrm>
              <a:off x="3564675" y="23841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44"/>
            <p:cNvSpPr/>
            <p:nvPr/>
          </p:nvSpPr>
          <p:spPr>
            <a:xfrm>
              <a:off x="3564675" y="2384125"/>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44"/>
            <p:cNvSpPr/>
            <p:nvPr/>
          </p:nvSpPr>
          <p:spPr>
            <a:xfrm>
              <a:off x="3564675" y="23841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5" name="Google Shape;4405;p44"/>
            <p:cNvSpPr/>
            <p:nvPr/>
          </p:nvSpPr>
          <p:spPr>
            <a:xfrm>
              <a:off x="3564675" y="238412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44"/>
            <p:cNvSpPr/>
            <p:nvPr/>
          </p:nvSpPr>
          <p:spPr>
            <a:xfrm>
              <a:off x="3564675" y="2384750"/>
              <a:ext cx="25" cy="5650"/>
            </a:xfrm>
            <a:custGeom>
              <a:avLst/>
              <a:gdLst/>
              <a:ahLst/>
              <a:cxnLst/>
              <a:rect l="l" t="t" r="r" b="b"/>
              <a:pathLst>
                <a:path w="1" h="226" extrusionOk="0">
                  <a:moveTo>
                    <a:pt x="1" y="0"/>
                  </a:moveTo>
                  <a:lnTo>
                    <a:pt x="1" y="226"/>
                  </a:lnTo>
                  <a:lnTo>
                    <a:pt x="1" y="2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44"/>
            <p:cNvSpPr/>
            <p:nvPr/>
          </p:nvSpPr>
          <p:spPr>
            <a:xfrm>
              <a:off x="3525850" y="2383500"/>
              <a:ext cx="650" cy="6900"/>
            </a:xfrm>
            <a:custGeom>
              <a:avLst/>
              <a:gdLst/>
              <a:ahLst/>
              <a:cxnLst/>
              <a:rect l="l" t="t" r="r" b="b"/>
              <a:pathLst>
                <a:path w="26" h="276" extrusionOk="0">
                  <a:moveTo>
                    <a:pt x="0" y="0"/>
                  </a:moveTo>
                  <a:lnTo>
                    <a:pt x="0" y="251"/>
                  </a:lnTo>
                  <a:cubicBezTo>
                    <a:pt x="0" y="251"/>
                    <a:pt x="0" y="276"/>
                    <a:pt x="25" y="276"/>
                  </a:cubicBezTo>
                  <a:lnTo>
                    <a:pt x="25" y="50"/>
                  </a:lnTo>
                  <a:cubicBezTo>
                    <a:pt x="0" y="25"/>
                    <a:pt x="0" y="25"/>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44"/>
            <p:cNvSpPr/>
            <p:nvPr/>
          </p:nvSpPr>
          <p:spPr>
            <a:xfrm>
              <a:off x="3579725" y="2377225"/>
              <a:ext cx="13175" cy="13800"/>
            </a:xfrm>
            <a:custGeom>
              <a:avLst/>
              <a:gdLst/>
              <a:ahLst/>
              <a:cxnLst/>
              <a:rect l="l" t="t" r="r" b="b"/>
              <a:pathLst>
                <a:path w="527" h="552" extrusionOk="0">
                  <a:moveTo>
                    <a:pt x="0" y="0"/>
                  </a:moveTo>
                  <a:lnTo>
                    <a:pt x="0" y="226"/>
                  </a:lnTo>
                  <a:lnTo>
                    <a:pt x="527" y="552"/>
                  </a:lnTo>
                  <a:lnTo>
                    <a:pt x="527" y="3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44"/>
            <p:cNvSpPr/>
            <p:nvPr/>
          </p:nvSpPr>
          <p:spPr>
            <a:xfrm>
              <a:off x="3643000" y="2379100"/>
              <a:ext cx="11300" cy="11925"/>
            </a:xfrm>
            <a:custGeom>
              <a:avLst/>
              <a:gdLst/>
              <a:ahLst/>
              <a:cxnLst/>
              <a:rect l="l" t="t" r="r" b="b"/>
              <a:pathLst>
                <a:path w="452" h="477" extrusionOk="0">
                  <a:moveTo>
                    <a:pt x="452" y="1"/>
                  </a:moveTo>
                  <a:lnTo>
                    <a:pt x="1" y="251"/>
                  </a:lnTo>
                  <a:lnTo>
                    <a:pt x="1" y="477"/>
                  </a:lnTo>
                  <a:lnTo>
                    <a:pt x="452" y="226"/>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0" name="Google Shape;4410;p44"/>
            <p:cNvSpPr/>
            <p:nvPr/>
          </p:nvSpPr>
          <p:spPr>
            <a:xfrm>
              <a:off x="3554025" y="2384125"/>
              <a:ext cx="650" cy="6900"/>
            </a:xfrm>
            <a:custGeom>
              <a:avLst/>
              <a:gdLst/>
              <a:ahLst/>
              <a:cxnLst/>
              <a:rect l="l" t="t" r="r" b="b"/>
              <a:pathLst>
                <a:path w="26" h="276" extrusionOk="0">
                  <a:moveTo>
                    <a:pt x="1" y="0"/>
                  </a:moveTo>
                  <a:lnTo>
                    <a:pt x="1" y="226"/>
                  </a:lnTo>
                  <a:cubicBezTo>
                    <a:pt x="26" y="251"/>
                    <a:pt x="26" y="251"/>
                    <a:pt x="26" y="276"/>
                  </a:cubicBezTo>
                  <a:lnTo>
                    <a:pt x="26" y="50"/>
                  </a:lnTo>
                  <a:cubicBezTo>
                    <a:pt x="26" y="25"/>
                    <a:pt x="26"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1" name="Google Shape;4411;p44"/>
            <p:cNvSpPr/>
            <p:nvPr/>
          </p:nvSpPr>
          <p:spPr>
            <a:xfrm>
              <a:off x="3604150" y="2384750"/>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2" name="Google Shape;4412;p44"/>
            <p:cNvSpPr/>
            <p:nvPr/>
          </p:nvSpPr>
          <p:spPr>
            <a:xfrm>
              <a:off x="3604150" y="23847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3" name="Google Shape;4413;p44"/>
            <p:cNvSpPr/>
            <p:nvPr/>
          </p:nvSpPr>
          <p:spPr>
            <a:xfrm>
              <a:off x="3603525" y="2384750"/>
              <a:ext cx="650" cy="6275"/>
            </a:xfrm>
            <a:custGeom>
              <a:avLst/>
              <a:gdLst/>
              <a:ahLst/>
              <a:cxnLst/>
              <a:rect l="l" t="t" r="r" b="b"/>
              <a:pathLst>
                <a:path w="26" h="251" extrusionOk="0">
                  <a:moveTo>
                    <a:pt x="1" y="0"/>
                  </a:moveTo>
                  <a:lnTo>
                    <a:pt x="1" y="251"/>
                  </a:lnTo>
                  <a:cubicBezTo>
                    <a:pt x="1" y="251"/>
                    <a:pt x="1" y="226"/>
                    <a:pt x="26" y="226"/>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44"/>
            <p:cNvSpPr/>
            <p:nvPr/>
          </p:nvSpPr>
          <p:spPr>
            <a:xfrm>
              <a:off x="3603525" y="23847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44"/>
            <p:cNvSpPr/>
            <p:nvPr/>
          </p:nvSpPr>
          <p:spPr>
            <a:xfrm>
              <a:off x="3603525" y="2384750"/>
              <a:ext cx="25" cy="6275"/>
            </a:xfrm>
            <a:custGeom>
              <a:avLst/>
              <a:gdLst/>
              <a:ahLst/>
              <a:cxnLst/>
              <a:rect l="l" t="t" r="r" b="b"/>
              <a:pathLst>
                <a:path w="1" h="251" extrusionOk="0">
                  <a:moveTo>
                    <a:pt x="1" y="0"/>
                  </a:moveTo>
                  <a:lnTo>
                    <a:pt x="1" y="251"/>
                  </a:lnTo>
                  <a:cubicBezTo>
                    <a:pt x="1" y="251"/>
                    <a:pt x="1" y="251"/>
                    <a:pt x="1" y="251"/>
                  </a:cubicBezTo>
                  <a:lnTo>
                    <a:pt x="1" y="2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44"/>
            <p:cNvSpPr/>
            <p:nvPr/>
          </p:nvSpPr>
          <p:spPr>
            <a:xfrm>
              <a:off x="3603525" y="23853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44"/>
            <p:cNvSpPr/>
            <p:nvPr/>
          </p:nvSpPr>
          <p:spPr>
            <a:xfrm>
              <a:off x="3603525" y="23853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44"/>
            <p:cNvSpPr/>
            <p:nvPr/>
          </p:nvSpPr>
          <p:spPr>
            <a:xfrm>
              <a:off x="3603525" y="2385375"/>
              <a:ext cx="25" cy="5650"/>
            </a:xfrm>
            <a:custGeom>
              <a:avLst/>
              <a:gdLst/>
              <a:ahLst/>
              <a:cxnLst/>
              <a:rect l="l" t="t" r="r" b="b"/>
              <a:pathLst>
                <a:path w="1" h="226" extrusionOk="0">
                  <a:moveTo>
                    <a:pt x="1" y="0"/>
                  </a:moveTo>
                  <a:lnTo>
                    <a:pt x="1" y="226"/>
                  </a:lnTo>
                  <a:lnTo>
                    <a:pt x="1" y="226"/>
                  </a:ln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44"/>
            <p:cNvSpPr/>
            <p:nvPr/>
          </p:nvSpPr>
          <p:spPr>
            <a:xfrm>
              <a:off x="3564675" y="2384750"/>
              <a:ext cx="650" cy="6900"/>
            </a:xfrm>
            <a:custGeom>
              <a:avLst/>
              <a:gdLst/>
              <a:ahLst/>
              <a:cxnLst/>
              <a:rect l="l" t="t" r="r" b="b"/>
              <a:pathLst>
                <a:path w="26" h="276" extrusionOk="0">
                  <a:moveTo>
                    <a:pt x="1" y="0"/>
                  </a:moveTo>
                  <a:lnTo>
                    <a:pt x="1" y="226"/>
                  </a:lnTo>
                  <a:cubicBezTo>
                    <a:pt x="1" y="251"/>
                    <a:pt x="1" y="251"/>
                    <a:pt x="26" y="276"/>
                  </a:cubicBezTo>
                  <a:lnTo>
                    <a:pt x="26" y="25"/>
                  </a:lnTo>
                  <a:cubicBezTo>
                    <a:pt x="1" y="25"/>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44"/>
            <p:cNvSpPr/>
            <p:nvPr/>
          </p:nvSpPr>
          <p:spPr>
            <a:xfrm>
              <a:off x="3618575" y="2377850"/>
              <a:ext cx="13800" cy="13800"/>
            </a:xfrm>
            <a:custGeom>
              <a:avLst/>
              <a:gdLst/>
              <a:ahLst/>
              <a:cxnLst/>
              <a:rect l="l" t="t" r="r" b="b"/>
              <a:pathLst>
                <a:path w="552" h="552" extrusionOk="0">
                  <a:moveTo>
                    <a:pt x="0" y="0"/>
                  </a:moveTo>
                  <a:lnTo>
                    <a:pt x="0" y="251"/>
                  </a:lnTo>
                  <a:lnTo>
                    <a:pt x="552" y="552"/>
                  </a:lnTo>
                  <a:lnTo>
                    <a:pt x="552" y="3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44"/>
            <p:cNvSpPr/>
            <p:nvPr/>
          </p:nvSpPr>
          <p:spPr>
            <a:xfrm>
              <a:off x="3592875" y="2384750"/>
              <a:ext cx="1275" cy="6900"/>
            </a:xfrm>
            <a:custGeom>
              <a:avLst/>
              <a:gdLst/>
              <a:ahLst/>
              <a:cxnLst/>
              <a:rect l="l" t="t" r="r" b="b"/>
              <a:pathLst>
                <a:path w="51" h="276" extrusionOk="0">
                  <a:moveTo>
                    <a:pt x="1" y="0"/>
                  </a:moveTo>
                  <a:lnTo>
                    <a:pt x="1" y="251"/>
                  </a:lnTo>
                  <a:cubicBezTo>
                    <a:pt x="26" y="251"/>
                    <a:pt x="26" y="276"/>
                    <a:pt x="26" y="276"/>
                  </a:cubicBezTo>
                  <a:lnTo>
                    <a:pt x="51" y="50"/>
                  </a:lnTo>
                  <a:cubicBezTo>
                    <a:pt x="51" y="25"/>
                    <a:pt x="26" y="25"/>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44"/>
            <p:cNvSpPr/>
            <p:nvPr/>
          </p:nvSpPr>
          <p:spPr>
            <a:xfrm>
              <a:off x="3643000" y="23853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4423;p44"/>
            <p:cNvSpPr/>
            <p:nvPr/>
          </p:nvSpPr>
          <p:spPr>
            <a:xfrm>
              <a:off x="3643000" y="2385375"/>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44"/>
            <p:cNvSpPr/>
            <p:nvPr/>
          </p:nvSpPr>
          <p:spPr>
            <a:xfrm>
              <a:off x="3642375" y="2385375"/>
              <a:ext cx="650" cy="6275"/>
            </a:xfrm>
            <a:custGeom>
              <a:avLst/>
              <a:gdLst/>
              <a:ahLst/>
              <a:cxnLst/>
              <a:rect l="l" t="t" r="r" b="b"/>
              <a:pathLst>
                <a:path w="26" h="251" extrusionOk="0">
                  <a:moveTo>
                    <a:pt x="26"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44"/>
            <p:cNvSpPr/>
            <p:nvPr/>
          </p:nvSpPr>
          <p:spPr>
            <a:xfrm>
              <a:off x="3642375" y="2385375"/>
              <a:ext cx="650" cy="6275"/>
            </a:xfrm>
            <a:custGeom>
              <a:avLst/>
              <a:gdLst/>
              <a:ahLst/>
              <a:cxnLst/>
              <a:rect l="l" t="t" r="r" b="b"/>
              <a:pathLst>
                <a:path w="26" h="251" extrusionOk="0">
                  <a:moveTo>
                    <a:pt x="26" y="0"/>
                  </a:moveTo>
                  <a:lnTo>
                    <a:pt x="26" y="0"/>
                  </a:lnTo>
                  <a:cubicBezTo>
                    <a:pt x="1" y="25"/>
                    <a:pt x="1" y="25"/>
                    <a:pt x="1" y="25"/>
                  </a:cubicBezTo>
                  <a:lnTo>
                    <a:pt x="1"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44"/>
            <p:cNvSpPr/>
            <p:nvPr/>
          </p:nvSpPr>
          <p:spPr>
            <a:xfrm>
              <a:off x="3642375" y="23860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44"/>
            <p:cNvSpPr/>
            <p:nvPr/>
          </p:nvSpPr>
          <p:spPr>
            <a:xfrm>
              <a:off x="3642375" y="2386000"/>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44"/>
            <p:cNvSpPr/>
            <p:nvPr/>
          </p:nvSpPr>
          <p:spPr>
            <a:xfrm>
              <a:off x="3642375" y="23860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44"/>
            <p:cNvSpPr/>
            <p:nvPr/>
          </p:nvSpPr>
          <p:spPr>
            <a:xfrm>
              <a:off x="3642375" y="2386000"/>
              <a:ext cx="25" cy="6275"/>
            </a:xfrm>
            <a:custGeom>
              <a:avLst/>
              <a:gdLst/>
              <a:ahLst/>
              <a:cxnLst/>
              <a:rect l="l" t="t" r="r" b="b"/>
              <a:pathLst>
                <a:path w="1" h="251" extrusionOk="0">
                  <a:moveTo>
                    <a:pt x="1" y="0"/>
                  </a:moveTo>
                  <a:lnTo>
                    <a:pt x="1" y="251"/>
                  </a:lnTo>
                  <a:lnTo>
                    <a:pt x="1" y="25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44"/>
            <p:cNvSpPr/>
            <p:nvPr/>
          </p:nvSpPr>
          <p:spPr>
            <a:xfrm>
              <a:off x="3554650" y="2385375"/>
              <a:ext cx="25" cy="5650"/>
            </a:xfrm>
            <a:custGeom>
              <a:avLst/>
              <a:gdLst/>
              <a:ahLst/>
              <a:cxnLst/>
              <a:rect l="l" t="t" r="r" b="b"/>
              <a:pathLst>
                <a:path w="1" h="226" extrusionOk="0">
                  <a:moveTo>
                    <a:pt x="1" y="0"/>
                  </a:moveTo>
                  <a:lnTo>
                    <a:pt x="1" y="226"/>
                  </a:lnTo>
                  <a:lnTo>
                    <a:pt x="1" y="226"/>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44"/>
            <p:cNvSpPr/>
            <p:nvPr/>
          </p:nvSpPr>
          <p:spPr>
            <a:xfrm>
              <a:off x="3554650" y="23853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44"/>
            <p:cNvSpPr/>
            <p:nvPr/>
          </p:nvSpPr>
          <p:spPr>
            <a:xfrm>
              <a:off x="3554650" y="2385375"/>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44"/>
            <p:cNvSpPr/>
            <p:nvPr/>
          </p:nvSpPr>
          <p:spPr>
            <a:xfrm>
              <a:off x="3554650" y="2385375"/>
              <a:ext cx="25" cy="6275"/>
            </a:xfrm>
            <a:custGeom>
              <a:avLst/>
              <a:gdLst/>
              <a:ahLst/>
              <a:cxnLst/>
              <a:rect l="l" t="t" r="r" b="b"/>
              <a:pathLst>
                <a:path w="1" h="251" extrusionOk="0">
                  <a:moveTo>
                    <a:pt x="1" y="0"/>
                  </a:moveTo>
                  <a:lnTo>
                    <a:pt x="1" y="226"/>
                  </a:lnTo>
                  <a:cubicBezTo>
                    <a:pt x="1" y="251"/>
                    <a:pt x="1" y="251"/>
                    <a:pt x="1" y="251"/>
                  </a:cubicBezTo>
                  <a:lnTo>
                    <a:pt x="1" y="0"/>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44"/>
            <p:cNvSpPr/>
            <p:nvPr/>
          </p:nvSpPr>
          <p:spPr>
            <a:xfrm>
              <a:off x="3554650" y="23853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44"/>
            <p:cNvSpPr/>
            <p:nvPr/>
          </p:nvSpPr>
          <p:spPr>
            <a:xfrm>
              <a:off x="3554650" y="238537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44"/>
            <p:cNvSpPr/>
            <p:nvPr/>
          </p:nvSpPr>
          <p:spPr>
            <a:xfrm>
              <a:off x="3554025" y="2386000"/>
              <a:ext cx="650" cy="5650"/>
            </a:xfrm>
            <a:custGeom>
              <a:avLst/>
              <a:gdLst/>
              <a:ahLst/>
              <a:cxnLst/>
              <a:rect l="l" t="t" r="r" b="b"/>
              <a:pathLst>
                <a:path w="26" h="226" extrusionOk="0">
                  <a:moveTo>
                    <a:pt x="1" y="0"/>
                  </a:moveTo>
                  <a:lnTo>
                    <a:pt x="1" y="226"/>
                  </a:lnTo>
                  <a:lnTo>
                    <a:pt x="26" y="226"/>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7" name="Google Shape;4437;p44"/>
            <p:cNvSpPr/>
            <p:nvPr/>
          </p:nvSpPr>
          <p:spPr>
            <a:xfrm>
              <a:off x="3554025" y="2386000"/>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44"/>
            <p:cNvSpPr/>
            <p:nvPr/>
          </p:nvSpPr>
          <p:spPr>
            <a:xfrm>
              <a:off x="3681850" y="2382850"/>
              <a:ext cx="5675" cy="9425"/>
            </a:xfrm>
            <a:custGeom>
              <a:avLst/>
              <a:gdLst/>
              <a:ahLst/>
              <a:cxnLst/>
              <a:rect l="l" t="t" r="r" b="b"/>
              <a:pathLst>
                <a:path w="227" h="377" extrusionOk="0">
                  <a:moveTo>
                    <a:pt x="226" y="1"/>
                  </a:moveTo>
                  <a:lnTo>
                    <a:pt x="1" y="151"/>
                  </a:lnTo>
                  <a:lnTo>
                    <a:pt x="1" y="377"/>
                  </a:lnTo>
                  <a:lnTo>
                    <a:pt x="226" y="252"/>
                  </a:lnTo>
                  <a:lnTo>
                    <a:pt x="22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44"/>
            <p:cNvSpPr/>
            <p:nvPr/>
          </p:nvSpPr>
          <p:spPr>
            <a:xfrm>
              <a:off x="3603525" y="2385375"/>
              <a:ext cx="650" cy="6900"/>
            </a:xfrm>
            <a:custGeom>
              <a:avLst/>
              <a:gdLst/>
              <a:ahLst/>
              <a:cxnLst/>
              <a:rect l="l" t="t" r="r" b="b"/>
              <a:pathLst>
                <a:path w="26" h="276" extrusionOk="0">
                  <a:moveTo>
                    <a:pt x="1" y="0"/>
                  </a:moveTo>
                  <a:lnTo>
                    <a:pt x="1" y="226"/>
                  </a:lnTo>
                  <a:cubicBezTo>
                    <a:pt x="1" y="251"/>
                    <a:pt x="1" y="276"/>
                    <a:pt x="26" y="276"/>
                  </a:cubicBezTo>
                  <a:lnTo>
                    <a:pt x="26" y="50"/>
                  </a:lnTo>
                  <a:cubicBezTo>
                    <a:pt x="1" y="25"/>
                    <a:pt x="1" y="25"/>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44"/>
            <p:cNvSpPr/>
            <p:nvPr/>
          </p:nvSpPr>
          <p:spPr>
            <a:xfrm>
              <a:off x="3657425" y="2379100"/>
              <a:ext cx="13800" cy="13800"/>
            </a:xfrm>
            <a:custGeom>
              <a:avLst/>
              <a:gdLst/>
              <a:ahLst/>
              <a:cxnLst/>
              <a:rect l="l" t="t" r="r" b="b"/>
              <a:pathLst>
                <a:path w="552" h="552" extrusionOk="0">
                  <a:moveTo>
                    <a:pt x="0" y="1"/>
                  </a:moveTo>
                  <a:lnTo>
                    <a:pt x="0" y="226"/>
                  </a:lnTo>
                  <a:lnTo>
                    <a:pt x="552" y="552"/>
                  </a:lnTo>
                  <a:lnTo>
                    <a:pt x="552" y="30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44"/>
            <p:cNvSpPr/>
            <p:nvPr/>
          </p:nvSpPr>
          <p:spPr>
            <a:xfrm>
              <a:off x="3632350" y="2386000"/>
              <a:ext cx="650" cy="6900"/>
            </a:xfrm>
            <a:custGeom>
              <a:avLst/>
              <a:gdLst/>
              <a:ahLst/>
              <a:cxnLst/>
              <a:rect l="l" t="t" r="r" b="b"/>
              <a:pathLst>
                <a:path w="26" h="276" extrusionOk="0">
                  <a:moveTo>
                    <a:pt x="1" y="0"/>
                  </a:moveTo>
                  <a:lnTo>
                    <a:pt x="1" y="226"/>
                  </a:lnTo>
                  <a:cubicBezTo>
                    <a:pt x="1" y="251"/>
                    <a:pt x="26" y="251"/>
                    <a:pt x="26" y="276"/>
                  </a:cubicBezTo>
                  <a:lnTo>
                    <a:pt x="26" y="25"/>
                  </a:lnTo>
                  <a:cubicBezTo>
                    <a:pt x="26"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44"/>
            <p:cNvSpPr/>
            <p:nvPr/>
          </p:nvSpPr>
          <p:spPr>
            <a:xfrm>
              <a:off x="3681850" y="23866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44"/>
            <p:cNvSpPr/>
            <p:nvPr/>
          </p:nvSpPr>
          <p:spPr>
            <a:xfrm>
              <a:off x="3681225" y="238662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44"/>
            <p:cNvSpPr/>
            <p:nvPr/>
          </p:nvSpPr>
          <p:spPr>
            <a:xfrm>
              <a:off x="3681225" y="2386625"/>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44"/>
            <p:cNvSpPr/>
            <p:nvPr/>
          </p:nvSpPr>
          <p:spPr>
            <a:xfrm>
              <a:off x="3681225" y="23866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44"/>
            <p:cNvSpPr/>
            <p:nvPr/>
          </p:nvSpPr>
          <p:spPr>
            <a:xfrm>
              <a:off x="3681225" y="23866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44"/>
            <p:cNvSpPr/>
            <p:nvPr/>
          </p:nvSpPr>
          <p:spPr>
            <a:xfrm>
              <a:off x="3681225" y="2386625"/>
              <a:ext cx="25" cy="6275"/>
            </a:xfrm>
            <a:custGeom>
              <a:avLst/>
              <a:gdLst/>
              <a:ahLst/>
              <a:cxnLst/>
              <a:rect l="l" t="t" r="r" b="b"/>
              <a:pathLst>
                <a:path w="1" h="251" extrusionOk="0">
                  <a:moveTo>
                    <a:pt x="1" y="0"/>
                  </a:moveTo>
                  <a:lnTo>
                    <a:pt x="1" y="251"/>
                  </a:lnTo>
                  <a:cubicBezTo>
                    <a:pt x="1" y="251"/>
                    <a:pt x="1" y="251"/>
                    <a:pt x="1" y="251"/>
                  </a:cubicBezTo>
                  <a:lnTo>
                    <a:pt x="1" y="25"/>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44"/>
            <p:cNvSpPr/>
            <p:nvPr/>
          </p:nvSpPr>
          <p:spPr>
            <a:xfrm>
              <a:off x="3681225" y="23872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44"/>
            <p:cNvSpPr/>
            <p:nvPr/>
          </p:nvSpPr>
          <p:spPr>
            <a:xfrm>
              <a:off x="3681225" y="2387250"/>
              <a:ext cx="25" cy="5650"/>
            </a:xfrm>
            <a:custGeom>
              <a:avLst/>
              <a:gdLst/>
              <a:ahLst/>
              <a:cxnLst/>
              <a:rect l="l" t="t" r="r" b="b"/>
              <a:pathLst>
                <a:path w="1" h="226" extrusionOk="0">
                  <a:moveTo>
                    <a:pt x="1" y="0"/>
                  </a:moveTo>
                  <a:lnTo>
                    <a:pt x="1" y="226"/>
                  </a:lnTo>
                  <a:lnTo>
                    <a:pt x="1" y="2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44"/>
            <p:cNvSpPr/>
            <p:nvPr/>
          </p:nvSpPr>
          <p:spPr>
            <a:xfrm>
              <a:off x="3593500" y="2386000"/>
              <a:ext cx="650" cy="5650"/>
            </a:xfrm>
            <a:custGeom>
              <a:avLst/>
              <a:gdLst/>
              <a:ahLst/>
              <a:cxnLst/>
              <a:rect l="l" t="t" r="r" b="b"/>
              <a:pathLst>
                <a:path w="26" h="226" extrusionOk="0">
                  <a:moveTo>
                    <a:pt x="26" y="0"/>
                  </a:moveTo>
                  <a:lnTo>
                    <a:pt x="1" y="226"/>
                  </a:lnTo>
                  <a:lnTo>
                    <a:pt x="1" y="226"/>
                  </a:lnTo>
                  <a:lnTo>
                    <a:pt x="26"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44"/>
            <p:cNvSpPr/>
            <p:nvPr/>
          </p:nvSpPr>
          <p:spPr>
            <a:xfrm>
              <a:off x="3593500" y="2386000"/>
              <a:ext cx="650" cy="5650"/>
            </a:xfrm>
            <a:custGeom>
              <a:avLst/>
              <a:gdLst/>
              <a:ahLst/>
              <a:cxnLst/>
              <a:rect l="l" t="t" r="r" b="b"/>
              <a:pathLst>
                <a:path w="26" h="226" extrusionOk="0">
                  <a:moveTo>
                    <a:pt x="1" y="0"/>
                  </a:moveTo>
                  <a:lnTo>
                    <a:pt x="1" y="226"/>
                  </a:lnTo>
                  <a:lnTo>
                    <a:pt x="26" y="0"/>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2" name="Google Shape;4452;p44"/>
            <p:cNvSpPr/>
            <p:nvPr/>
          </p:nvSpPr>
          <p:spPr>
            <a:xfrm>
              <a:off x="3593500" y="23860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44"/>
            <p:cNvSpPr/>
            <p:nvPr/>
          </p:nvSpPr>
          <p:spPr>
            <a:xfrm>
              <a:off x="3593500" y="2386000"/>
              <a:ext cx="25" cy="6275"/>
            </a:xfrm>
            <a:custGeom>
              <a:avLst/>
              <a:gdLst/>
              <a:ahLst/>
              <a:cxnLst/>
              <a:rect l="l" t="t" r="r" b="b"/>
              <a:pathLst>
                <a:path w="1" h="251" extrusionOk="0">
                  <a:moveTo>
                    <a:pt x="1" y="0"/>
                  </a:moveTo>
                  <a:lnTo>
                    <a:pt x="1" y="251"/>
                  </a:lnTo>
                  <a:cubicBezTo>
                    <a:pt x="1" y="251"/>
                    <a:pt x="1" y="251"/>
                    <a:pt x="1" y="251"/>
                  </a:cubicBezTo>
                  <a:lnTo>
                    <a:pt x="1" y="25"/>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4" name="Google Shape;4454;p44"/>
            <p:cNvSpPr/>
            <p:nvPr/>
          </p:nvSpPr>
          <p:spPr>
            <a:xfrm>
              <a:off x="3593500" y="23866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44"/>
            <p:cNvSpPr/>
            <p:nvPr/>
          </p:nvSpPr>
          <p:spPr>
            <a:xfrm>
              <a:off x="3593500" y="23866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44"/>
            <p:cNvSpPr/>
            <p:nvPr/>
          </p:nvSpPr>
          <p:spPr>
            <a:xfrm>
              <a:off x="3592875" y="2386625"/>
              <a:ext cx="650" cy="6275"/>
            </a:xfrm>
            <a:custGeom>
              <a:avLst/>
              <a:gdLst/>
              <a:ahLst/>
              <a:cxnLst/>
              <a:rect l="l" t="t" r="r" b="b"/>
              <a:pathLst>
                <a:path w="26" h="251" extrusionOk="0">
                  <a:moveTo>
                    <a:pt x="1" y="0"/>
                  </a:moveTo>
                  <a:lnTo>
                    <a:pt x="1" y="251"/>
                  </a:lnTo>
                  <a:cubicBezTo>
                    <a:pt x="26" y="251"/>
                    <a:pt x="26" y="251"/>
                    <a:pt x="26" y="226"/>
                  </a:cubicBez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7" name="Google Shape;4457;p44"/>
            <p:cNvSpPr/>
            <p:nvPr/>
          </p:nvSpPr>
          <p:spPr>
            <a:xfrm>
              <a:off x="3592875" y="2386625"/>
              <a:ext cx="25" cy="6275"/>
            </a:xfrm>
            <a:custGeom>
              <a:avLst/>
              <a:gdLst/>
              <a:ahLst/>
              <a:cxnLst/>
              <a:rect l="l" t="t" r="r" b="b"/>
              <a:pathLst>
                <a:path w="1" h="251" extrusionOk="0">
                  <a:moveTo>
                    <a:pt x="1" y="0"/>
                  </a:moveTo>
                  <a:lnTo>
                    <a:pt x="1" y="251"/>
                  </a:lnTo>
                  <a:lnTo>
                    <a:pt x="1" y="251"/>
                  </a:lnTo>
                  <a:lnTo>
                    <a:pt x="1" y="0"/>
                  </a:lnTo>
                  <a:lnTo>
                    <a:pt x="1"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8" name="Google Shape;4458;p44"/>
            <p:cNvSpPr/>
            <p:nvPr/>
          </p:nvSpPr>
          <p:spPr>
            <a:xfrm>
              <a:off x="3642375" y="2386000"/>
              <a:ext cx="650" cy="6900"/>
            </a:xfrm>
            <a:custGeom>
              <a:avLst/>
              <a:gdLst/>
              <a:ahLst/>
              <a:cxnLst/>
              <a:rect l="l" t="t" r="r" b="b"/>
              <a:pathLst>
                <a:path w="26" h="276" extrusionOk="0">
                  <a:moveTo>
                    <a:pt x="1" y="0"/>
                  </a:moveTo>
                  <a:lnTo>
                    <a:pt x="1" y="251"/>
                  </a:lnTo>
                  <a:cubicBezTo>
                    <a:pt x="1" y="251"/>
                    <a:pt x="26" y="276"/>
                    <a:pt x="26" y="276"/>
                  </a:cubicBezTo>
                  <a:lnTo>
                    <a:pt x="26" y="50"/>
                  </a:lnTo>
                  <a:cubicBezTo>
                    <a:pt x="26" y="25"/>
                    <a:pt x="1" y="25"/>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44"/>
            <p:cNvSpPr/>
            <p:nvPr/>
          </p:nvSpPr>
          <p:spPr>
            <a:xfrm>
              <a:off x="3671200" y="2386625"/>
              <a:ext cx="650" cy="6900"/>
            </a:xfrm>
            <a:custGeom>
              <a:avLst/>
              <a:gdLst/>
              <a:ahLst/>
              <a:cxnLst/>
              <a:rect l="l" t="t" r="r" b="b"/>
              <a:pathLst>
                <a:path w="26" h="276" extrusionOk="0">
                  <a:moveTo>
                    <a:pt x="1" y="0"/>
                  </a:moveTo>
                  <a:lnTo>
                    <a:pt x="1" y="251"/>
                  </a:lnTo>
                  <a:cubicBezTo>
                    <a:pt x="1" y="251"/>
                    <a:pt x="26" y="276"/>
                    <a:pt x="26" y="276"/>
                  </a:cubicBezTo>
                  <a:lnTo>
                    <a:pt x="26" y="50"/>
                  </a:lnTo>
                  <a:cubicBezTo>
                    <a:pt x="26"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44"/>
            <p:cNvSpPr/>
            <p:nvPr/>
          </p:nvSpPr>
          <p:spPr>
            <a:xfrm>
              <a:off x="3671200" y="2386625"/>
              <a:ext cx="650" cy="6900"/>
            </a:xfrm>
            <a:custGeom>
              <a:avLst/>
              <a:gdLst/>
              <a:ahLst/>
              <a:cxnLst/>
              <a:rect l="l" t="t" r="r" b="b"/>
              <a:pathLst>
                <a:path w="26" h="276" extrusionOk="0">
                  <a:moveTo>
                    <a:pt x="1" y="0"/>
                  </a:moveTo>
                  <a:lnTo>
                    <a:pt x="1" y="251"/>
                  </a:lnTo>
                  <a:cubicBezTo>
                    <a:pt x="1" y="251"/>
                    <a:pt x="26" y="276"/>
                    <a:pt x="26" y="276"/>
                  </a:cubicBezTo>
                  <a:lnTo>
                    <a:pt x="26" y="50"/>
                  </a:lnTo>
                  <a:cubicBezTo>
                    <a:pt x="26"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44"/>
            <p:cNvSpPr/>
            <p:nvPr/>
          </p:nvSpPr>
          <p:spPr>
            <a:xfrm>
              <a:off x="3681225" y="2387250"/>
              <a:ext cx="650" cy="6275"/>
            </a:xfrm>
            <a:custGeom>
              <a:avLst/>
              <a:gdLst/>
              <a:ahLst/>
              <a:cxnLst/>
              <a:rect l="l" t="t" r="r" b="b"/>
              <a:pathLst>
                <a:path w="26" h="251" extrusionOk="0">
                  <a:moveTo>
                    <a:pt x="1" y="0"/>
                  </a:moveTo>
                  <a:lnTo>
                    <a:pt x="1" y="226"/>
                  </a:lnTo>
                  <a:cubicBezTo>
                    <a:pt x="1" y="251"/>
                    <a:pt x="1" y="251"/>
                    <a:pt x="26" y="251"/>
                  </a:cubicBezTo>
                  <a:lnTo>
                    <a:pt x="26" y="25"/>
                  </a:lnTo>
                  <a:cubicBezTo>
                    <a:pt x="1" y="25"/>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44"/>
            <p:cNvSpPr/>
            <p:nvPr/>
          </p:nvSpPr>
          <p:spPr>
            <a:xfrm>
              <a:off x="3632975" y="2386625"/>
              <a:ext cx="25" cy="6275"/>
            </a:xfrm>
            <a:custGeom>
              <a:avLst/>
              <a:gdLst/>
              <a:ahLst/>
              <a:cxnLst/>
              <a:rect l="l" t="t" r="r" b="b"/>
              <a:pathLst>
                <a:path w="1" h="251" extrusionOk="0">
                  <a:moveTo>
                    <a:pt x="1" y="0"/>
                  </a:moveTo>
                  <a:lnTo>
                    <a:pt x="1" y="251"/>
                  </a:lnTo>
                  <a:cubicBezTo>
                    <a:pt x="1" y="251"/>
                    <a:pt x="1" y="251"/>
                    <a:pt x="1" y="251"/>
                  </a:cubicBezTo>
                  <a:lnTo>
                    <a:pt x="1" y="0"/>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44"/>
            <p:cNvSpPr/>
            <p:nvPr/>
          </p:nvSpPr>
          <p:spPr>
            <a:xfrm>
              <a:off x="3632975" y="23866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44"/>
            <p:cNvSpPr/>
            <p:nvPr/>
          </p:nvSpPr>
          <p:spPr>
            <a:xfrm>
              <a:off x="3632975" y="2386625"/>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25"/>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44"/>
            <p:cNvSpPr/>
            <p:nvPr/>
          </p:nvSpPr>
          <p:spPr>
            <a:xfrm>
              <a:off x="3632350" y="2387250"/>
              <a:ext cx="650" cy="5650"/>
            </a:xfrm>
            <a:custGeom>
              <a:avLst/>
              <a:gdLst/>
              <a:ahLst/>
              <a:cxnLst/>
              <a:rect l="l" t="t" r="r" b="b"/>
              <a:pathLst>
                <a:path w="26" h="226" extrusionOk="0">
                  <a:moveTo>
                    <a:pt x="1" y="0"/>
                  </a:moveTo>
                  <a:lnTo>
                    <a:pt x="1" y="226"/>
                  </a:lnTo>
                  <a:lnTo>
                    <a:pt x="26"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44"/>
            <p:cNvSpPr/>
            <p:nvPr/>
          </p:nvSpPr>
          <p:spPr>
            <a:xfrm>
              <a:off x="3632350" y="2387250"/>
              <a:ext cx="25" cy="6275"/>
            </a:xfrm>
            <a:custGeom>
              <a:avLst/>
              <a:gdLst/>
              <a:ahLst/>
              <a:cxnLst/>
              <a:rect l="l" t="t" r="r" b="b"/>
              <a:pathLst>
                <a:path w="1" h="251" extrusionOk="0">
                  <a:moveTo>
                    <a:pt x="1" y="0"/>
                  </a:moveTo>
                  <a:lnTo>
                    <a:pt x="1" y="226"/>
                  </a:lnTo>
                  <a:cubicBezTo>
                    <a:pt x="1" y="226"/>
                    <a:pt x="1" y="226"/>
                    <a:pt x="1" y="251"/>
                  </a:cubicBezTo>
                  <a:lnTo>
                    <a:pt x="1" y="0"/>
                  </a:lnTo>
                  <a:lnTo>
                    <a:pt x="1"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44"/>
            <p:cNvSpPr/>
            <p:nvPr/>
          </p:nvSpPr>
          <p:spPr>
            <a:xfrm>
              <a:off x="3632350" y="23872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44"/>
            <p:cNvSpPr/>
            <p:nvPr/>
          </p:nvSpPr>
          <p:spPr>
            <a:xfrm>
              <a:off x="3632350" y="238725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44"/>
            <p:cNvSpPr/>
            <p:nvPr/>
          </p:nvSpPr>
          <p:spPr>
            <a:xfrm>
              <a:off x="3632350" y="2387875"/>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44"/>
            <p:cNvSpPr/>
            <p:nvPr/>
          </p:nvSpPr>
          <p:spPr>
            <a:xfrm>
              <a:off x="3560300" y="2387875"/>
              <a:ext cx="650" cy="6300"/>
            </a:xfrm>
            <a:custGeom>
              <a:avLst/>
              <a:gdLst/>
              <a:ahLst/>
              <a:cxnLst/>
              <a:rect l="l" t="t" r="r" b="b"/>
              <a:pathLst>
                <a:path w="26" h="252" extrusionOk="0">
                  <a:moveTo>
                    <a:pt x="0" y="0"/>
                  </a:moveTo>
                  <a:lnTo>
                    <a:pt x="0" y="226"/>
                  </a:lnTo>
                  <a:cubicBezTo>
                    <a:pt x="26" y="251"/>
                    <a:pt x="26" y="251"/>
                    <a:pt x="26" y="251"/>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44"/>
            <p:cNvSpPr/>
            <p:nvPr/>
          </p:nvSpPr>
          <p:spPr>
            <a:xfrm>
              <a:off x="3560300" y="23878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44"/>
            <p:cNvSpPr/>
            <p:nvPr/>
          </p:nvSpPr>
          <p:spPr>
            <a:xfrm>
              <a:off x="3560300" y="23878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44"/>
            <p:cNvSpPr/>
            <p:nvPr/>
          </p:nvSpPr>
          <p:spPr>
            <a:xfrm>
              <a:off x="3559675" y="23878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44"/>
            <p:cNvSpPr/>
            <p:nvPr/>
          </p:nvSpPr>
          <p:spPr>
            <a:xfrm>
              <a:off x="3559675" y="23878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44"/>
            <p:cNvSpPr/>
            <p:nvPr/>
          </p:nvSpPr>
          <p:spPr>
            <a:xfrm>
              <a:off x="3559675" y="23878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6" name="Google Shape;4476;p44"/>
            <p:cNvSpPr/>
            <p:nvPr/>
          </p:nvSpPr>
          <p:spPr>
            <a:xfrm>
              <a:off x="3559050" y="23878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44"/>
            <p:cNvSpPr/>
            <p:nvPr/>
          </p:nvSpPr>
          <p:spPr>
            <a:xfrm>
              <a:off x="3559050" y="23878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44"/>
            <p:cNvSpPr/>
            <p:nvPr/>
          </p:nvSpPr>
          <p:spPr>
            <a:xfrm>
              <a:off x="3558425" y="23878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9" name="Google Shape;4479;p44"/>
            <p:cNvSpPr/>
            <p:nvPr/>
          </p:nvSpPr>
          <p:spPr>
            <a:xfrm>
              <a:off x="3558425" y="23878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0" name="Google Shape;4480;p44"/>
            <p:cNvSpPr/>
            <p:nvPr/>
          </p:nvSpPr>
          <p:spPr>
            <a:xfrm>
              <a:off x="3557800" y="2387875"/>
              <a:ext cx="650" cy="6300"/>
            </a:xfrm>
            <a:custGeom>
              <a:avLst/>
              <a:gdLst/>
              <a:ahLst/>
              <a:cxnLst/>
              <a:rect l="l" t="t" r="r" b="b"/>
              <a:pathLst>
                <a:path w="26" h="252" extrusionOk="0">
                  <a:moveTo>
                    <a:pt x="0" y="0"/>
                  </a:moveTo>
                  <a:lnTo>
                    <a:pt x="0" y="251"/>
                  </a:lnTo>
                  <a:cubicBezTo>
                    <a:pt x="0" y="251"/>
                    <a:pt x="0" y="226"/>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44"/>
            <p:cNvSpPr/>
            <p:nvPr/>
          </p:nvSpPr>
          <p:spPr>
            <a:xfrm>
              <a:off x="3671825" y="2387875"/>
              <a:ext cx="25" cy="5650"/>
            </a:xfrm>
            <a:custGeom>
              <a:avLst/>
              <a:gdLst/>
              <a:ahLst/>
              <a:cxnLst/>
              <a:rect l="l" t="t" r="r" b="b"/>
              <a:pathLst>
                <a:path w="1" h="226" extrusionOk="0">
                  <a:moveTo>
                    <a:pt x="1" y="0"/>
                  </a:moveTo>
                  <a:lnTo>
                    <a:pt x="1" y="226"/>
                  </a:lnTo>
                  <a:lnTo>
                    <a:pt x="1" y="226"/>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2" name="Google Shape;4482;p44"/>
            <p:cNvSpPr/>
            <p:nvPr/>
          </p:nvSpPr>
          <p:spPr>
            <a:xfrm>
              <a:off x="3671825" y="23878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44"/>
            <p:cNvSpPr/>
            <p:nvPr/>
          </p:nvSpPr>
          <p:spPr>
            <a:xfrm>
              <a:off x="3671825" y="23878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44"/>
            <p:cNvSpPr/>
            <p:nvPr/>
          </p:nvSpPr>
          <p:spPr>
            <a:xfrm>
              <a:off x="3671825" y="2387875"/>
              <a:ext cx="25" cy="6300"/>
            </a:xfrm>
            <a:custGeom>
              <a:avLst/>
              <a:gdLst/>
              <a:ahLst/>
              <a:cxnLst/>
              <a:rect l="l" t="t" r="r" b="b"/>
              <a:pathLst>
                <a:path w="1" h="252" extrusionOk="0">
                  <a:moveTo>
                    <a:pt x="1" y="0"/>
                  </a:moveTo>
                  <a:lnTo>
                    <a:pt x="1" y="226"/>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485;p44"/>
            <p:cNvSpPr/>
            <p:nvPr/>
          </p:nvSpPr>
          <p:spPr>
            <a:xfrm>
              <a:off x="3671200" y="2387875"/>
              <a:ext cx="650" cy="6300"/>
            </a:xfrm>
            <a:custGeom>
              <a:avLst/>
              <a:gdLst/>
              <a:ahLst/>
              <a:cxnLst/>
              <a:rect l="l" t="t" r="r" b="b"/>
              <a:pathLst>
                <a:path w="26" h="252" extrusionOk="0">
                  <a:moveTo>
                    <a:pt x="26" y="0"/>
                  </a:moveTo>
                  <a:lnTo>
                    <a:pt x="1" y="251"/>
                  </a:lnTo>
                  <a:lnTo>
                    <a:pt x="26" y="251"/>
                  </a:lnTo>
                  <a:lnTo>
                    <a:pt x="26"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486;p44"/>
            <p:cNvSpPr/>
            <p:nvPr/>
          </p:nvSpPr>
          <p:spPr>
            <a:xfrm>
              <a:off x="3671200" y="2387875"/>
              <a:ext cx="650" cy="6300"/>
            </a:xfrm>
            <a:custGeom>
              <a:avLst/>
              <a:gdLst/>
              <a:ahLst/>
              <a:cxnLst/>
              <a:rect l="l" t="t" r="r" b="b"/>
              <a:pathLst>
                <a:path w="26" h="252" extrusionOk="0">
                  <a:moveTo>
                    <a:pt x="26" y="0"/>
                  </a:moveTo>
                  <a:cubicBezTo>
                    <a:pt x="1" y="26"/>
                    <a:pt x="1" y="26"/>
                    <a:pt x="1" y="26"/>
                  </a:cubicBezTo>
                  <a:lnTo>
                    <a:pt x="1" y="251"/>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487;p44"/>
            <p:cNvSpPr/>
            <p:nvPr/>
          </p:nvSpPr>
          <p:spPr>
            <a:xfrm>
              <a:off x="3671200" y="23885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8" name="Google Shape;4488;p44"/>
            <p:cNvSpPr/>
            <p:nvPr/>
          </p:nvSpPr>
          <p:spPr>
            <a:xfrm>
              <a:off x="3671200" y="2388500"/>
              <a:ext cx="25" cy="6300"/>
            </a:xfrm>
            <a:custGeom>
              <a:avLst/>
              <a:gdLst/>
              <a:ahLst/>
              <a:cxnLst/>
              <a:rect l="l" t="t" r="r" b="b"/>
              <a:pathLst>
                <a:path w="1" h="252" extrusionOk="0">
                  <a:moveTo>
                    <a:pt x="1" y="1"/>
                  </a:moveTo>
                  <a:lnTo>
                    <a:pt x="1" y="226"/>
                  </a:lnTo>
                  <a:lnTo>
                    <a:pt x="1" y="251"/>
                  </a:ln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489;p44"/>
            <p:cNvSpPr/>
            <p:nvPr/>
          </p:nvSpPr>
          <p:spPr>
            <a:xfrm>
              <a:off x="3599775" y="2388500"/>
              <a:ext cx="25" cy="6300"/>
            </a:xfrm>
            <a:custGeom>
              <a:avLst/>
              <a:gdLst/>
              <a:ahLst/>
              <a:cxnLst/>
              <a:rect l="l" t="t" r="r" b="b"/>
              <a:pathLst>
                <a:path w="1" h="252" extrusionOk="0">
                  <a:moveTo>
                    <a:pt x="0" y="26"/>
                  </a:moveTo>
                  <a:lnTo>
                    <a:pt x="0" y="251"/>
                  </a:lnTo>
                  <a:cubicBezTo>
                    <a:pt x="0" y="251"/>
                    <a:pt x="0" y="251"/>
                    <a:pt x="0" y="251"/>
                  </a:cubicBezTo>
                  <a:lnTo>
                    <a:pt x="0" y="1"/>
                  </a:lnTo>
                  <a:cubicBezTo>
                    <a:pt x="0" y="1"/>
                    <a:pt x="0" y="1"/>
                    <a:pt x="0" y="2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44"/>
            <p:cNvSpPr/>
            <p:nvPr/>
          </p:nvSpPr>
          <p:spPr>
            <a:xfrm>
              <a:off x="3599150" y="2388500"/>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1" name="Google Shape;4491;p44"/>
            <p:cNvSpPr/>
            <p:nvPr/>
          </p:nvSpPr>
          <p:spPr>
            <a:xfrm>
              <a:off x="3599150" y="238850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2" name="Google Shape;4492;p44"/>
            <p:cNvSpPr/>
            <p:nvPr/>
          </p:nvSpPr>
          <p:spPr>
            <a:xfrm>
              <a:off x="3598525" y="2388500"/>
              <a:ext cx="650" cy="6300"/>
            </a:xfrm>
            <a:custGeom>
              <a:avLst/>
              <a:gdLst/>
              <a:ahLst/>
              <a:cxnLst/>
              <a:rect l="l" t="t" r="r" b="b"/>
              <a:pathLst>
                <a:path w="26" h="252" extrusionOk="0">
                  <a:moveTo>
                    <a:pt x="0" y="1"/>
                  </a:moveTo>
                  <a:lnTo>
                    <a:pt x="0" y="226"/>
                  </a:lnTo>
                  <a:cubicBezTo>
                    <a:pt x="25" y="226"/>
                    <a:pt x="25" y="251"/>
                    <a:pt x="25" y="251"/>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3" name="Google Shape;4493;p44"/>
            <p:cNvSpPr/>
            <p:nvPr/>
          </p:nvSpPr>
          <p:spPr>
            <a:xfrm>
              <a:off x="3598525" y="23885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44"/>
            <p:cNvSpPr/>
            <p:nvPr/>
          </p:nvSpPr>
          <p:spPr>
            <a:xfrm>
              <a:off x="3598525" y="23885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44"/>
            <p:cNvSpPr/>
            <p:nvPr/>
          </p:nvSpPr>
          <p:spPr>
            <a:xfrm>
              <a:off x="3597900" y="238850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44"/>
            <p:cNvSpPr/>
            <p:nvPr/>
          </p:nvSpPr>
          <p:spPr>
            <a:xfrm>
              <a:off x="3597900" y="23885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497;p44"/>
            <p:cNvSpPr/>
            <p:nvPr/>
          </p:nvSpPr>
          <p:spPr>
            <a:xfrm>
              <a:off x="3597275" y="2388500"/>
              <a:ext cx="650" cy="6300"/>
            </a:xfrm>
            <a:custGeom>
              <a:avLst/>
              <a:gdLst/>
              <a:ahLst/>
              <a:cxnLst/>
              <a:rect l="l" t="t" r="r" b="b"/>
              <a:pathLst>
                <a:path w="26" h="252" extrusionOk="0">
                  <a:moveTo>
                    <a:pt x="0" y="1"/>
                  </a:moveTo>
                  <a:lnTo>
                    <a:pt x="0" y="251"/>
                  </a:lnTo>
                  <a:cubicBezTo>
                    <a:pt x="25" y="226"/>
                    <a:pt x="25" y="226"/>
                    <a:pt x="25" y="226"/>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498;p44"/>
            <p:cNvSpPr/>
            <p:nvPr/>
          </p:nvSpPr>
          <p:spPr>
            <a:xfrm>
              <a:off x="3597275" y="2388500"/>
              <a:ext cx="25" cy="6300"/>
            </a:xfrm>
            <a:custGeom>
              <a:avLst/>
              <a:gdLst/>
              <a:ahLst/>
              <a:cxnLst/>
              <a:rect l="l" t="t" r="r" b="b"/>
              <a:pathLst>
                <a:path w="1" h="252" extrusionOk="0">
                  <a:moveTo>
                    <a:pt x="0" y="1"/>
                  </a:moveTo>
                  <a:lnTo>
                    <a:pt x="0" y="226"/>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9" name="Google Shape;4499;p44"/>
            <p:cNvSpPr/>
            <p:nvPr/>
          </p:nvSpPr>
          <p:spPr>
            <a:xfrm>
              <a:off x="3596650" y="2388500"/>
              <a:ext cx="650" cy="6300"/>
            </a:xfrm>
            <a:custGeom>
              <a:avLst/>
              <a:gdLst/>
              <a:ahLst/>
              <a:cxnLst/>
              <a:rect l="l" t="t" r="r" b="b"/>
              <a:pathLst>
                <a:path w="26" h="252" extrusionOk="0">
                  <a:moveTo>
                    <a:pt x="25" y="1"/>
                  </a:moveTo>
                  <a:cubicBezTo>
                    <a:pt x="0" y="1"/>
                    <a:pt x="0" y="1"/>
                    <a:pt x="0" y="26"/>
                  </a:cubicBez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0" name="Google Shape;4500;p44"/>
            <p:cNvSpPr/>
            <p:nvPr/>
          </p:nvSpPr>
          <p:spPr>
            <a:xfrm>
              <a:off x="3638625" y="23897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1" name="Google Shape;4501;p44"/>
            <p:cNvSpPr/>
            <p:nvPr/>
          </p:nvSpPr>
          <p:spPr>
            <a:xfrm>
              <a:off x="3638000" y="2389125"/>
              <a:ext cx="650" cy="6300"/>
            </a:xfrm>
            <a:custGeom>
              <a:avLst/>
              <a:gdLst/>
              <a:ahLst/>
              <a:cxnLst/>
              <a:rect l="l" t="t" r="r" b="b"/>
              <a:pathLst>
                <a:path w="26" h="252" extrusionOk="0">
                  <a:moveTo>
                    <a:pt x="0" y="1"/>
                  </a:moveTo>
                  <a:lnTo>
                    <a:pt x="0" y="251"/>
                  </a:lnTo>
                  <a:lnTo>
                    <a:pt x="25" y="251"/>
                  </a:lnTo>
                  <a:lnTo>
                    <a:pt x="25" y="2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2" name="Google Shape;4502;p44"/>
            <p:cNvSpPr/>
            <p:nvPr/>
          </p:nvSpPr>
          <p:spPr>
            <a:xfrm>
              <a:off x="3638000" y="23891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3" name="Google Shape;4503;p44"/>
            <p:cNvSpPr/>
            <p:nvPr/>
          </p:nvSpPr>
          <p:spPr>
            <a:xfrm>
              <a:off x="3638000" y="23891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4" name="Google Shape;4504;p44"/>
            <p:cNvSpPr/>
            <p:nvPr/>
          </p:nvSpPr>
          <p:spPr>
            <a:xfrm>
              <a:off x="3637375" y="2389125"/>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5" name="Google Shape;4505;p44"/>
            <p:cNvSpPr/>
            <p:nvPr/>
          </p:nvSpPr>
          <p:spPr>
            <a:xfrm>
              <a:off x="3637375" y="23891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6" name="Google Shape;4506;p44"/>
            <p:cNvSpPr/>
            <p:nvPr/>
          </p:nvSpPr>
          <p:spPr>
            <a:xfrm>
              <a:off x="3636750" y="2389125"/>
              <a:ext cx="650" cy="6300"/>
            </a:xfrm>
            <a:custGeom>
              <a:avLst/>
              <a:gdLst/>
              <a:ahLst/>
              <a:cxnLst/>
              <a:rect l="l" t="t" r="r" b="b"/>
              <a:pathLst>
                <a:path w="26" h="252" extrusionOk="0">
                  <a:moveTo>
                    <a:pt x="25"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7" name="Google Shape;4507;p44"/>
            <p:cNvSpPr/>
            <p:nvPr/>
          </p:nvSpPr>
          <p:spPr>
            <a:xfrm>
              <a:off x="3636750" y="23891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8" name="Google Shape;4508;p44"/>
            <p:cNvSpPr/>
            <p:nvPr/>
          </p:nvSpPr>
          <p:spPr>
            <a:xfrm>
              <a:off x="3636750" y="23891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9" name="Google Shape;4509;p44"/>
            <p:cNvSpPr/>
            <p:nvPr/>
          </p:nvSpPr>
          <p:spPr>
            <a:xfrm>
              <a:off x="3636125" y="2389125"/>
              <a:ext cx="650" cy="6300"/>
            </a:xfrm>
            <a:custGeom>
              <a:avLst/>
              <a:gdLst/>
              <a:ahLst/>
              <a:cxnLst/>
              <a:rect l="l" t="t" r="r" b="b"/>
              <a:pathLst>
                <a:path w="26" h="252" extrusionOk="0">
                  <a:moveTo>
                    <a:pt x="25" y="1"/>
                  </a:moveTo>
                  <a:cubicBezTo>
                    <a:pt x="0" y="1"/>
                    <a:pt x="0" y="1"/>
                    <a:pt x="0" y="26"/>
                  </a:cubicBez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0" name="Google Shape;4510;p44"/>
            <p:cNvSpPr/>
            <p:nvPr/>
          </p:nvSpPr>
          <p:spPr>
            <a:xfrm>
              <a:off x="3635500" y="238975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1" name="Google Shape;4511;p44"/>
            <p:cNvSpPr/>
            <p:nvPr/>
          </p:nvSpPr>
          <p:spPr>
            <a:xfrm>
              <a:off x="3677475" y="2390375"/>
              <a:ext cx="25" cy="6300"/>
            </a:xfrm>
            <a:custGeom>
              <a:avLst/>
              <a:gdLst/>
              <a:ahLst/>
              <a:cxnLst/>
              <a:rect l="l" t="t" r="r" b="b"/>
              <a:pathLst>
                <a:path w="1" h="252" extrusionOk="0">
                  <a:moveTo>
                    <a:pt x="0" y="1"/>
                  </a:moveTo>
                  <a:lnTo>
                    <a:pt x="0" y="251"/>
                  </a:lnTo>
                  <a:cubicBezTo>
                    <a:pt x="0" y="251"/>
                    <a:pt x="0" y="251"/>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2" name="Google Shape;4512;p44"/>
            <p:cNvSpPr/>
            <p:nvPr/>
          </p:nvSpPr>
          <p:spPr>
            <a:xfrm>
              <a:off x="3676850" y="2390375"/>
              <a:ext cx="650" cy="5675"/>
            </a:xfrm>
            <a:custGeom>
              <a:avLst/>
              <a:gdLst/>
              <a:ahLst/>
              <a:cxnLst/>
              <a:rect l="l" t="t" r="r" b="b"/>
              <a:pathLst>
                <a:path w="26" h="227" extrusionOk="0">
                  <a:moveTo>
                    <a:pt x="25"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3" name="Google Shape;4513;p44"/>
            <p:cNvSpPr/>
            <p:nvPr/>
          </p:nvSpPr>
          <p:spPr>
            <a:xfrm>
              <a:off x="3676850" y="2390375"/>
              <a:ext cx="650" cy="5675"/>
            </a:xfrm>
            <a:custGeom>
              <a:avLst/>
              <a:gdLst/>
              <a:ahLst/>
              <a:cxnLst/>
              <a:rect l="l" t="t" r="r" b="b"/>
              <a:pathLst>
                <a:path w="26" h="227" extrusionOk="0">
                  <a:moveTo>
                    <a:pt x="0" y="1"/>
                  </a:moveTo>
                  <a:lnTo>
                    <a:pt x="0"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4" name="Google Shape;4514;p44"/>
            <p:cNvSpPr/>
            <p:nvPr/>
          </p:nvSpPr>
          <p:spPr>
            <a:xfrm>
              <a:off x="3676850" y="23903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5" name="Google Shape;4515;p44"/>
            <p:cNvSpPr/>
            <p:nvPr/>
          </p:nvSpPr>
          <p:spPr>
            <a:xfrm>
              <a:off x="3676225" y="239037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6" name="Google Shape;4516;p44"/>
            <p:cNvSpPr/>
            <p:nvPr/>
          </p:nvSpPr>
          <p:spPr>
            <a:xfrm>
              <a:off x="3676225" y="23903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7" name="Google Shape;4517;p44"/>
            <p:cNvSpPr/>
            <p:nvPr/>
          </p:nvSpPr>
          <p:spPr>
            <a:xfrm>
              <a:off x="3676225" y="2390375"/>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8" name="Google Shape;4518;p44"/>
            <p:cNvSpPr/>
            <p:nvPr/>
          </p:nvSpPr>
          <p:spPr>
            <a:xfrm>
              <a:off x="3675600" y="239037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9" name="Google Shape;4519;p44"/>
            <p:cNvSpPr/>
            <p:nvPr/>
          </p:nvSpPr>
          <p:spPr>
            <a:xfrm>
              <a:off x="3675600" y="23903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0" name="Google Shape;4520;p44"/>
            <p:cNvSpPr/>
            <p:nvPr/>
          </p:nvSpPr>
          <p:spPr>
            <a:xfrm>
              <a:off x="3674950" y="2390375"/>
              <a:ext cx="675" cy="5675"/>
            </a:xfrm>
            <a:custGeom>
              <a:avLst/>
              <a:gdLst/>
              <a:ahLst/>
              <a:cxnLst/>
              <a:rect l="l" t="t" r="r" b="b"/>
              <a:pathLst>
                <a:path w="27"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1" name="Google Shape;4521;p44"/>
            <p:cNvSpPr/>
            <p:nvPr/>
          </p:nvSpPr>
          <p:spPr>
            <a:xfrm>
              <a:off x="3674325" y="2390375"/>
              <a:ext cx="650" cy="6300"/>
            </a:xfrm>
            <a:custGeom>
              <a:avLst/>
              <a:gdLst/>
              <a:ahLst/>
              <a:cxnLst/>
              <a:rect l="l" t="t" r="r" b="b"/>
              <a:pathLst>
                <a:path w="26" h="252" extrusionOk="0">
                  <a:moveTo>
                    <a:pt x="1" y="1"/>
                  </a:moveTo>
                  <a:lnTo>
                    <a:pt x="1" y="251"/>
                  </a:lnTo>
                  <a:cubicBezTo>
                    <a:pt x="26" y="251"/>
                    <a:pt x="26" y="226"/>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2" name="Google Shape;4522;p44"/>
            <p:cNvSpPr/>
            <p:nvPr/>
          </p:nvSpPr>
          <p:spPr>
            <a:xfrm>
              <a:off x="3689375" y="2382850"/>
              <a:ext cx="14425" cy="14450"/>
            </a:xfrm>
            <a:custGeom>
              <a:avLst/>
              <a:gdLst/>
              <a:ahLst/>
              <a:cxnLst/>
              <a:rect l="l" t="t" r="r" b="b"/>
              <a:pathLst>
                <a:path w="577" h="578" extrusionOk="0">
                  <a:moveTo>
                    <a:pt x="25" y="1"/>
                  </a:moveTo>
                  <a:lnTo>
                    <a:pt x="0" y="252"/>
                  </a:lnTo>
                  <a:lnTo>
                    <a:pt x="577" y="577"/>
                  </a:lnTo>
                  <a:lnTo>
                    <a:pt x="577" y="352"/>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3" name="Google Shape;4523;p44"/>
            <p:cNvSpPr/>
            <p:nvPr/>
          </p:nvSpPr>
          <p:spPr>
            <a:xfrm>
              <a:off x="3703775" y="2391625"/>
              <a:ext cx="650" cy="6300"/>
            </a:xfrm>
            <a:custGeom>
              <a:avLst/>
              <a:gdLst/>
              <a:ahLst/>
              <a:cxnLst/>
              <a:rect l="l" t="t" r="r" b="b"/>
              <a:pathLst>
                <a:path w="26" h="252" extrusionOk="0">
                  <a:moveTo>
                    <a:pt x="1" y="1"/>
                  </a:moveTo>
                  <a:lnTo>
                    <a:pt x="1" y="226"/>
                  </a:lnTo>
                  <a:cubicBezTo>
                    <a:pt x="26" y="226"/>
                    <a:pt x="26" y="251"/>
                    <a:pt x="26" y="251"/>
                  </a:cubicBezTo>
                  <a:lnTo>
                    <a:pt x="26" y="26"/>
                  </a:lnTo>
                  <a:cubicBezTo>
                    <a:pt x="26" y="1"/>
                    <a:pt x="26"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44"/>
            <p:cNvSpPr/>
            <p:nvPr/>
          </p:nvSpPr>
          <p:spPr>
            <a:xfrm>
              <a:off x="3704400" y="2392250"/>
              <a:ext cx="25" cy="5675"/>
            </a:xfrm>
            <a:custGeom>
              <a:avLst/>
              <a:gdLst/>
              <a:ahLst/>
              <a:cxnLst/>
              <a:rect l="l" t="t" r="r" b="b"/>
              <a:pathLst>
                <a:path w="1" h="227" extrusionOk="0">
                  <a:moveTo>
                    <a:pt x="1" y="1"/>
                  </a:moveTo>
                  <a:lnTo>
                    <a:pt x="1" y="226"/>
                  </a:lnTo>
                  <a:lnTo>
                    <a:pt x="1" y="226"/>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5" name="Google Shape;4525;p44"/>
            <p:cNvSpPr/>
            <p:nvPr/>
          </p:nvSpPr>
          <p:spPr>
            <a:xfrm>
              <a:off x="3704400" y="23922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6" name="Google Shape;4526;p44"/>
            <p:cNvSpPr/>
            <p:nvPr/>
          </p:nvSpPr>
          <p:spPr>
            <a:xfrm>
              <a:off x="3704400" y="2392250"/>
              <a:ext cx="25" cy="6300"/>
            </a:xfrm>
            <a:custGeom>
              <a:avLst/>
              <a:gdLst/>
              <a:ahLst/>
              <a:cxnLst/>
              <a:rect l="l" t="t" r="r" b="b"/>
              <a:pathLst>
                <a:path w="1" h="252" extrusionOk="0">
                  <a:moveTo>
                    <a:pt x="1" y="1"/>
                  </a:moveTo>
                  <a:lnTo>
                    <a:pt x="1" y="226"/>
                  </a:lnTo>
                  <a:cubicBezTo>
                    <a:pt x="1" y="226"/>
                    <a:pt x="1" y="252"/>
                    <a:pt x="1" y="252"/>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4527;p44"/>
            <p:cNvSpPr/>
            <p:nvPr/>
          </p:nvSpPr>
          <p:spPr>
            <a:xfrm>
              <a:off x="3704400" y="2392250"/>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8" name="Google Shape;4528;p44"/>
            <p:cNvSpPr/>
            <p:nvPr/>
          </p:nvSpPr>
          <p:spPr>
            <a:xfrm>
              <a:off x="3704400" y="2392250"/>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9" name="Google Shape;4529;p44"/>
            <p:cNvSpPr/>
            <p:nvPr/>
          </p:nvSpPr>
          <p:spPr>
            <a:xfrm>
              <a:off x="3704400" y="2392250"/>
              <a:ext cx="25" cy="6300"/>
            </a:xfrm>
            <a:custGeom>
              <a:avLst/>
              <a:gdLst/>
              <a:ahLst/>
              <a:cxnLst/>
              <a:rect l="l" t="t" r="r" b="b"/>
              <a:pathLst>
                <a:path w="1" h="252" extrusionOk="0">
                  <a:moveTo>
                    <a:pt x="1" y="1"/>
                  </a:moveTo>
                  <a:lnTo>
                    <a:pt x="1" y="252"/>
                  </a:lnTo>
                  <a:cubicBezTo>
                    <a:pt x="1" y="252"/>
                    <a:pt x="1" y="252"/>
                    <a:pt x="1" y="252"/>
                  </a:cubicBezTo>
                  <a:lnTo>
                    <a:pt x="1" y="26"/>
                  </a:lnTo>
                  <a:cubicBezTo>
                    <a:pt x="1" y="26"/>
                    <a:pt x="1" y="26"/>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44"/>
            <p:cNvSpPr/>
            <p:nvPr/>
          </p:nvSpPr>
          <p:spPr>
            <a:xfrm>
              <a:off x="3703775" y="2392875"/>
              <a:ext cx="650" cy="5675"/>
            </a:xfrm>
            <a:custGeom>
              <a:avLst/>
              <a:gdLst/>
              <a:ahLst/>
              <a:cxnLst/>
              <a:rect l="l" t="t" r="r" b="b"/>
              <a:pathLst>
                <a:path w="26" h="227" extrusionOk="0">
                  <a:moveTo>
                    <a:pt x="1" y="1"/>
                  </a:moveTo>
                  <a:lnTo>
                    <a:pt x="1" y="227"/>
                  </a:lnTo>
                  <a:lnTo>
                    <a:pt x="26" y="227"/>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1" name="Google Shape;4531;p44"/>
            <p:cNvSpPr/>
            <p:nvPr/>
          </p:nvSpPr>
          <p:spPr>
            <a:xfrm>
              <a:off x="3703775" y="2392875"/>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2" name="Google Shape;4532;p44"/>
            <p:cNvSpPr/>
            <p:nvPr/>
          </p:nvSpPr>
          <p:spPr>
            <a:xfrm>
              <a:off x="3543375" y="2386000"/>
              <a:ext cx="10675" cy="12550"/>
            </a:xfrm>
            <a:custGeom>
              <a:avLst/>
              <a:gdLst/>
              <a:ahLst/>
              <a:cxnLst/>
              <a:rect l="l" t="t" r="r" b="b"/>
              <a:pathLst>
                <a:path w="427" h="502" extrusionOk="0">
                  <a:moveTo>
                    <a:pt x="427" y="0"/>
                  </a:moveTo>
                  <a:lnTo>
                    <a:pt x="1" y="251"/>
                  </a:lnTo>
                  <a:lnTo>
                    <a:pt x="1" y="502"/>
                  </a:lnTo>
                  <a:lnTo>
                    <a:pt x="427" y="226"/>
                  </a:lnTo>
                  <a:lnTo>
                    <a:pt x="427"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4533;p44"/>
            <p:cNvSpPr/>
            <p:nvPr/>
          </p:nvSpPr>
          <p:spPr>
            <a:xfrm>
              <a:off x="3526475" y="2384750"/>
              <a:ext cx="13175" cy="13800"/>
            </a:xfrm>
            <a:custGeom>
              <a:avLst/>
              <a:gdLst/>
              <a:ahLst/>
              <a:cxnLst/>
              <a:rect l="l" t="t" r="r" b="b"/>
              <a:pathLst>
                <a:path w="527" h="552" extrusionOk="0">
                  <a:moveTo>
                    <a:pt x="0" y="0"/>
                  </a:moveTo>
                  <a:lnTo>
                    <a:pt x="0" y="226"/>
                  </a:lnTo>
                  <a:lnTo>
                    <a:pt x="526" y="552"/>
                  </a:lnTo>
                  <a:lnTo>
                    <a:pt x="526" y="301"/>
                  </a:lnTo>
                  <a:lnTo>
                    <a:pt x="0"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4" name="Google Shape;4534;p44"/>
            <p:cNvSpPr/>
            <p:nvPr/>
          </p:nvSpPr>
          <p:spPr>
            <a:xfrm>
              <a:off x="3525200" y="2376125"/>
              <a:ext cx="30100" cy="16625"/>
            </a:xfrm>
            <a:custGeom>
              <a:avLst/>
              <a:gdLst/>
              <a:ahLst/>
              <a:cxnLst/>
              <a:rect l="l" t="t" r="r" b="b"/>
              <a:pathLst>
                <a:path w="1204" h="665" extrusionOk="0">
                  <a:moveTo>
                    <a:pt x="552" y="1"/>
                  </a:moveTo>
                  <a:cubicBezTo>
                    <a:pt x="527" y="1"/>
                    <a:pt x="502" y="7"/>
                    <a:pt x="477" y="19"/>
                  </a:cubicBezTo>
                  <a:lnTo>
                    <a:pt x="51" y="270"/>
                  </a:lnTo>
                  <a:cubicBezTo>
                    <a:pt x="1" y="295"/>
                    <a:pt x="1" y="320"/>
                    <a:pt x="51" y="345"/>
                  </a:cubicBezTo>
                  <a:lnTo>
                    <a:pt x="577" y="646"/>
                  </a:lnTo>
                  <a:cubicBezTo>
                    <a:pt x="602" y="658"/>
                    <a:pt x="628" y="665"/>
                    <a:pt x="653" y="665"/>
                  </a:cubicBezTo>
                  <a:cubicBezTo>
                    <a:pt x="678" y="665"/>
                    <a:pt x="703" y="658"/>
                    <a:pt x="728" y="646"/>
                  </a:cubicBezTo>
                  <a:lnTo>
                    <a:pt x="1154" y="395"/>
                  </a:lnTo>
                  <a:cubicBezTo>
                    <a:pt x="1204" y="370"/>
                    <a:pt x="1204" y="345"/>
                    <a:pt x="1154" y="320"/>
                  </a:cubicBezTo>
                  <a:lnTo>
                    <a:pt x="628" y="19"/>
                  </a:lnTo>
                  <a:cubicBezTo>
                    <a:pt x="602" y="7"/>
                    <a:pt x="577" y="1"/>
                    <a:pt x="552"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5" name="Google Shape;4535;p44"/>
            <p:cNvSpPr/>
            <p:nvPr/>
          </p:nvSpPr>
          <p:spPr>
            <a:xfrm>
              <a:off x="3526475" y="2375975"/>
              <a:ext cx="26950" cy="15050"/>
            </a:xfrm>
            <a:custGeom>
              <a:avLst/>
              <a:gdLst/>
              <a:ahLst/>
              <a:cxnLst/>
              <a:rect l="l" t="t" r="r" b="b"/>
              <a:pathLst>
                <a:path w="1078" h="602" extrusionOk="0">
                  <a:moveTo>
                    <a:pt x="451" y="0"/>
                  </a:moveTo>
                  <a:cubicBezTo>
                    <a:pt x="451" y="0"/>
                    <a:pt x="0" y="276"/>
                    <a:pt x="0" y="276"/>
                  </a:cubicBezTo>
                  <a:lnTo>
                    <a:pt x="25" y="276"/>
                  </a:lnTo>
                  <a:lnTo>
                    <a:pt x="551" y="577"/>
                  </a:lnTo>
                  <a:cubicBezTo>
                    <a:pt x="577" y="602"/>
                    <a:pt x="577" y="602"/>
                    <a:pt x="602" y="602"/>
                  </a:cubicBezTo>
                  <a:cubicBezTo>
                    <a:pt x="627" y="602"/>
                    <a:pt x="627" y="602"/>
                    <a:pt x="652" y="577"/>
                  </a:cubicBezTo>
                  <a:lnTo>
                    <a:pt x="1078" y="326"/>
                  </a:lnTo>
                  <a:lnTo>
                    <a:pt x="551"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44"/>
            <p:cNvSpPr/>
            <p:nvPr/>
          </p:nvSpPr>
          <p:spPr>
            <a:xfrm>
              <a:off x="3542750" y="2392250"/>
              <a:ext cx="650" cy="6300"/>
            </a:xfrm>
            <a:custGeom>
              <a:avLst/>
              <a:gdLst/>
              <a:ahLst/>
              <a:cxnLst/>
              <a:rect l="l" t="t" r="r" b="b"/>
              <a:pathLst>
                <a:path w="26" h="252" extrusionOk="0">
                  <a:moveTo>
                    <a:pt x="26" y="1"/>
                  </a:moveTo>
                  <a:cubicBezTo>
                    <a:pt x="1" y="1"/>
                    <a:pt x="1" y="26"/>
                    <a:pt x="1" y="26"/>
                  </a:cubicBezTo>
                  <a:lnTo>
                    <a:pt x="1" y="252"/>
                  </a:lnTo>
                  <a:lnTo>
                    <a:pt x="26" y="252"/>
                  </a:ln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7" name="Google Shape;4537;p44"/>
            <p:cNvSpPr/>
            <p:nvPr/>
          </p:nvSpPr>
          <p:spPr>
            <a:xfrm>
              <a:off x="3542125" y="2392875"/>
              <a:ext cx="650" cy="5675"/>
            </a:xfrm>
            <a:custGeom>
              <a:avLst/>
              <a:gdLst/>
              <a:ahLst/>
              <a:cxnLst/>
              <a:rect l="l" t="t" r="r" b="b"/>
              <a:pathLst>
                <a:path w="26" h="227" extrusionOk="0">
                  <a:moveTo>
                    <a:pt x="1" y="1"/>
                  </a:moveTo>
                  <a:lnTo>
                    <a:pt x="1" y="227"/>
                  </a:lnTo>
                  <a:lnTo>
                    <a:pt x="26" y="227"/>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8" name="Google Shape;4538;p44"/>
            <p:cNvSpPr/>
            <p:nvPr/>
          </p:nvSpPr>
          <p:spPr>
            <a:xfrm>
              <a:off x="3542125" y="2392875"/>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9" name="Google Shape;4539;p44"/>
            <p:cNvSpPr/>
            <p:nvPr/>
          </p:nvSpPr>
          <p:spPr>
            <a:xfrm>
              <a:off x="3541500" y="2392875"/>
              <a:ext cx="650" cy="5675"/>
            </a:xfrm>
            <a:custGeom>
              <a:avLst/>
              <a:gdLst/>
              <a:ahLst/>
              <a:cxnLst/>
              <a:rect l="l" t="t" r="r" b="b"/>
              <a:pathLst>
                <a:path w="26" h="227" extrusionOk="0">
                  <a:moveTo>
                    <a:pt x="1" y="1"/>
                  </a:moveTo>
                  <a:lnTo>
                    <a:pt x="1" y="227"/>
                  </a:lnTo>
                  <a:lnTo>
                    <a:pt x="26" y="227"/>
                  </a:lnTo>
                  <a:lnTo>
                    <a:pt x="26"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44"/>
            <p:cNvSpPr/>
            <p:nvPr/>
          </p:nvSpPr>
          <p:spPr>
            <a:xfrm>
              <a:off x="3541500" y="2392875"/>
              <a:ext cx="25" cy="5675"/>
            </a:xfrm>
            <a:custGeom>
              <a:avLst/>
              <a:gdLst/>
              <a:ahLst/>
              <a:cxnLst/>
              <a:rect l="l" t="t" r="r" b="b"/>
              <a:pathLst>
                <a:path w="1" h="227" extrusionOk="0">
                  <a:moveTo>
                    <a:pt x="1" y="1"/>
                  </a:moveTo>
                  <a:lnTo>
                    <a:pt x="1" y="227"/>
                  </a:lnTo>
                  <a:lnTo>
                    <a:pt x="1" y="227"/>
                  </a:ln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1" name="Google Shape;4541;p44"/>
            <p:cNvSpPr/>
            <p:nvPr/>
          </p:nvSpPr>
          <p:spPr>
            <a:xfrm>
              <a:off x="3540875" y="2392875"/>
              <a:ext cx="650" cy="5675"/>
            </a:xfrm>
            <a:custGeom>
              <a:avLst/>
              <a:gdLst/>
              <a:ahLst/>
              <a:cxnLst/>
              <a:rect l="l" t="t" r="r" b="b"/>
              <a:pathLst>
                <a:path w="26" h="227" extrusionOk="0">
                  <a:moveTo>
                    <a:pt x="1" y="1"/>
                  </a:moveTo>
                  <a:lnTo>
                    <a:pt x="1" y="227"/>
                  </a:lnTo>
                  <a:lnTo>
                    <a:pt x="26" y="227"/>
                  </a:lnTo>
                  <a:lnTo>
                    <a:pt x="26"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2" name="Google Shape;4542;p44"/>
            <p:cNvSpPr/>
            <p:nvPr/>
          </p:nvSpPr>
          <p:spPr>
            <a:xfrm>
              <a:off x="3540875" y="2392875"/>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3" name="Google Shape;4543;p44"/>
            <p:cNvSpPr/>
            <p:nvPr/>
          </p:nvSpPr>
          <p:spPr>
            <a:xfrm>
              <a:off x="3540875" y="2392875"/>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4544;p44"/>
            <p:cNvSpPr/>
            <p:nvPr/>
          </p:nvSpPr>
          <p:spPr>
            <a:xfrm>
              <a:off x="3540250" y="2392875"/>
              <a:ext cx="650" cy="5675"/>
            </a:xfrm>
            <a:custGeom>
              <a:avLst/>
              <a:gdLst/>
              <a:ahLst/>
              <a:cxnLst/>
              <a:rect l="l" t="t" r="r" b="b"/>
              <a:pathLst>
                <a:path w="26" h="227" extrusionOk="0">
                  <a:moveTo>
                    <a:pt x="0" y="1"/>
                  </a:moveTo>
                  <a:lnTo>
                    <a:pt x="0" y="227"/>
                  </a:lnTo>
                  <a:lnTo>
                    <a:pt x="26" y="227"/>
                  </a:lnTo>
                  <a:lnTo>
                    <a:pt x="26" y="1"/>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4545;p44"/>
            <p:cNvSpPr/>
            <p:nvPr/>
          </p:nvSpPr>
          <p:spPr>
            <a:xfrm>
              <a:off x="3540250" y="2392875"/>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6" name="Google Shape;4546;p44"/>
            <p:cNvSpPr/>
            <p:nvPr/>
          </p:nvSpPr>
          <p:spPr>
            <a:xfrm>
              <a:off x="3539625" y="2392250"/>
              <a:ext cx="650" cy="6300"/>
            </a:xfrm>
            <a:custGeom>
              <a:avLst/>
              <a:gdLst/>
              <a:ahLst/>
              <a:cxnLst/>
              <a:rect l="l" t="t" r="r" b="b"/>
              <a:pathLst>
                <a:path w="26" h="252" extrusionOk="0">
                  <a:moveTo>
                    <a:pt x="0" y="1"/>
                  </a:moveTo>
                  <a:lnTo>
                    <a:pt x="0" y="252"/>
                  </a:lnTo>
                  <a:lnTo>
                    <a:pt x="25" y="252"/>
                  </a:lnTo>
                  <a:lnTo>
                    <a:pt x="25" y="26"/>
                  </a:lnTo>
                  <a:cubicBezTo>
                    <a:pt x="25" y="1"/>
                    <a:pt x="25"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7" name="Google Shape;4547;p44"/>
            <p:cNvSpPr/>
            <p:nvPr/>
          </p:nvSpPr>
          <p:spPr>
            <a:xfrm>
              <a:off x="3582225" y="2386625"/>
              <a:ext cx="10675" cy="12550"/>
            </a:xfrm>
            <a:custGeom>
              <a:avLst/>
              <a:gdLst/>
              <a:ahLst/>
              <a:cxnLst/>
              <a:rect l="l" t="t" r="r" b="b"/>
              <a:pathLst>
                <a:path w="427" h="502" extrusionOk="0">
                  <a:moveTo>
                    <a:pt x="427" y="0"/>
                  </a:moveTo>
                  <a:lnTo>
                    <a:pt x="1" y="276"/>
                  </a:lnTo>
                  <a:lnTo>
                    <a:pt x="1" y="502"/>
                  </a:lnTo>
                  <a:lnTo>
                    <a:pt x="427" y="251"/>
                  </a:lnTo>
                  <a:lnTo>
                    <a:pt x="427"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8" name="Google Shape;4548;p44"/>
            <p:cNvSpPr/>
            <p:nvPr/>
          </p:nvSpPr>
          <p:spPr>
            <a:xfrm>
              <a:off x="3565300" y="2385375"/>
              <a:ext cx="13825" cy="13800"/>
            </a:xfrm>
            <a:custGeom>
              <a:avLst/>
              <a:gdLst/>
              <a:ahLst/>
              <a:cxnLst/>
              <a:rect l="l" t="t" r="r" b="b"/>
              <a:pathLst>
                <a:path w="553" h="552" extrusionOk="0">
                  <a:moveTo>
                    <a:pt x="1" y="0"/>
                  </a:moveTo>
                  <a:lnTo>
                    <a:pt x="1" y="251"/>
                  </a:lnTo>
                  <a:lnTo>
                    <a:pt x="552" y="552"/>
                  </a:lnTo>
                  <a:lnTo>
                    <a:pt x="552" y="326"/>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9" name="Google Shape;4549;p44"/>
            <p:cNvSpPr/>
            <p:nvPr/>
          </p:nvSpPr>
          <p:spPr>
            <a:xfrm>
              <a:off x="3581600" y="2393525"/>
              <a:ext cx="650" cy="5650"/>
            </a:xfrm>
            <a:custGeom>
              <a:avLst/>
              <a:gdLst/>
              <a:ahLst/>
              <a:cxnLst/>
              <a:rect l="l" t="t" r="r" b="b"/>
              <a:pathLst>
                <a:path w="26" h="226" extrusionOk="0">
                  <a:moveTo>
                    <a:pt x="1" y="0"/>
                  </a:moveTo>
                  <a:lnTo>
                    <a:pt x="1" y="226"/>
                  </a:lnTo>
                  <a:lnTo>
                    <a:pt x="26" y="226"/>
                  </a:ln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0" name="Google Shape;4550;p44"/>
            <p:cNvSpPr/>
            <p:nvPr/>
          </p:nvSpPr>
          <p:spPr>
            <a:xfrm>
              <a:off x="3580975" y="2393525"/>
              <a:ext cx="650" cy="6275"/>
            </a:xfrm>
            <a:custGeom>
              <a:avLst/>
              <a:gdLst/>
              <a:ahLst/>
              <a:cxnLst/>
              <a:rect l="l" t="t" r="r" b="b"/>
              <a:pathLst>
                <a:path w="26" h="251" extrusionOk="0">
                  <a:moveTo>
                    <a:pt x="1" y="0"/>
                  </a:moveTo>
                  <a:lnTo>
                    <a:pt x="1" y="251"/>
                  </a:lnTo>
                  <a:cubicBezTo>
                    <a:pt x="1" y="251"/>
                    <a:pt x="26" y="251"/>
                    <a:pt x="26" y="226"/>
                  </a:cubicBez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1" name="Google Shape;4551;p44"/>
            <p:cNvSpPr/>
            <p:nvPr/>
          </p:nvSpPr>
          <p:spPr>
            <a:xfrm>
              <a:off x="3580975" y="23935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2" name="Google Shape;4552;p44"/>
            <p:cNvSpPr/>
            <p:nvPr/>
          </p:nvSpPr>
          <p:spPr>
            <a:xfrm>
              <a:off x="3580350" y="2393525"/>
              <a:ext cx="650" cy="6275"/>
            </a:xfrm>
            <a:custGeom>
              <a:avLst/>
              <a:gdLst/>
              <a:ahLst/>
              <a:cxnLst/>
              <a:rect l="l" t="t" r="r" b="b"/>
              <a:pathLst>
                <a:path w="26" h="251" extrusionOk="0">
                  <a:moveTo>
                    <a:pt x="0" y="0"/>
                  </a:moveTo>
                  <a:lnTo>
                    <a:pt x="0" y="251"/>
                  </a:lnTo>
                  <a:lnTo>
                    <a:pt x="26" y="251"/>
                  </a:lnTo>
                  <a:lnTo>
                    <a:pt x="26"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3" name="Google Shape;4553;p44"/>
            <p:cNvSpPr/>
            <p:nvPr/>
          </p:nvSpPr>
          <p:spPr>
            <a:xfrm>
              <a:off x="3580350" y="2393525"/>
              <a:ext cx="25" cy="6275"/>
            </a:xfrm>
            <a:custGeom>
              <a:avLst/>
              <a:gdLst/>
              <a:ahLst/>
              <a:cxnLst/>
              <a:rect l="l" t="t" r="r" b="b"/>
              <a:pathLst>
                <a:path w="1" h="251" extrusionOk="0">
                  <a:moveTo>
                    <a:pt x="0" y="0"/>
                  </a:moveTo>
                  <a:lnTo>
                    <a:pt x="0" y="251"/>
                  </a:lnTo>
                  <a:lnTo>
                    <a:pt x="0" y="251"/>
                  </a:lnTo>
                  <a:lnTo>
                    <a:pt x="0" y="0"/>
                  </a:lnTo>
                  <a:lnTo>
                    <a:pt x="0"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4554;p44"/>
            <p:cNvSpPr/>
            <p:nvPr/>
          </p:nvSpPr>
          <p:spPr>
            <a:xfrm>
              <a:off x="3580350" y="239352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5" name="Google Shape;4555;p44"/>
            <p:cNvSpPr/>
            <p:nvPr/>
          </p:nvSpPr>
          <p:spPr>
            <a:xfrm>
              <a:off x="3579725" y="2393525"/>
              <a:ext cx="650" cy="6275"/>
            </a:xfrm>
            <a:custGeom>
              <a:avLst/>
              <a:gdLst/>
              <a:ahLst/>
              <a:cxnLst/>
              <a:rect l="l" t="t" r="r" b="b"/>
              <a:pathLst>
                <a:path w="26" h="251" extrusionOk="0">
                  <a:moveTo>
                    <a:pt x="0" y="0"/>
                  </a:moveTo>
                  <a:lnTo>
                    <a:pt x="0" y="251"/>
                  </a:lnTo>
                  <a:lnTo>
                    <a:pt x="25" y="251"/>
                  </a:lnTo>
                  <a:lnTo>
                    <a:pt x="25" y="0"/>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6" name="Google Shape;4556;p44"/>
            <p:cNvSpPr/>
            <p:nvPr/>
          </p:nvSpPr>
          <p:spPr>
            <a:xfrm>
              <a:off x="3579725" y="239352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4557;p44"/>
            <p:cNvSpPr/>
            <p:nvPr/>
          </p:nvSpPr>
          <p:spPr>
            <a:xfrm>
              <a:off x="3579100" y="2393525"/>
              <a:ext cx="650" cy="6275"/>
            </a:xfrm>
            <a:custGeom>
              <a:avLst/>
              <a:gdLst/>
              <a:ahLst/>
              <a:cxnLst/>
              <a:rect l="l" t="t" r="r" b="b"/>
              <a:pathLst>
                <a:path w="26" h="251" extrusionOk="0">
                  <a:moveTo>
                    <a:pt x="25" y="0"/>
                  </a:moveTo>
                  <a:lnTo>
                    <a:pt x="0" y="251"/>
                  </a:lnTo>
                  <a:lnTo>
                    <a:pt x="25" y="251"/>
                  </a:lnTo>
                  <a:lnTo>
                    <a:pt x="25" y="0"/>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8" name="Google Shape;4558;p44"/>
            <p:cNvSpPr/>
            <p:nvPr/>
          </p:nvSpPr>
          <p:spPr>
            <a:xfrm>
              <a:off x="3579100" y="2393525"/>
              <a:ext cx="650" cy="6275"/>
            </a:xfrm>
            <a:custGeom>
              <a:avLst/>
              <a:gdLst/>
              <a:ahLst/>
              <a:cxnLst/>
              <a:rect l="l" t="t" r="r" b="b"/>
              <a:pathLst>
                <a:path w="26" h="251" extrusionOk="0">
                  <a:moveTo>
                    <a:pt x="0" y="0"/>
                  </a:moveTo>
                  <a:lnTo>
                    <a:pt x="0" y="226"/>
                  </a:lnTo>
                  <a:cubicBezTo>
                    <a:pt x="0" y="226"/>
                    <a:pt x="0" y="226"/>
                    <a:pt x="0" y="251"/>
                  </a:cubicBezTo>
                  <a:lnTo>
                    <a:pt x="25"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9" name="Google Shape;4559;p44"/>
            <p:cNvSpPr/>
            <p:nvPr/>
          </p:nvSpPr>
          <p:spPr>
            <a:xfrm>
              <a:off x="3579100" y="23935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4560;p44"/>
            <p:cNvSpPr/>
            <p:nvPr/>
          </p:nvSpPr>
          <p:spPr>
            <a:xfrm>
              <a:off x="3564050" y="2376750"/>
              <a:ext cx="30100" cy="16775"/>
            </a:xfrm>
            <a:custGeom>
              <a:avLst/>
              <a:gdLst/>
              <a:ahLst/>
              <a:cxnLst/>
              <a:rect l="l" t="t" r="r" b="b"/>
              <a:pathLst>
                <a:path w="1204" h="671" extrusionOk="0">
                  <a:moveTo>
                    <a:pt x="555" y="1"/>
                  </a:moveTo>
                  <a:cubicBezTo>
                    <a:pt x="533" y="1"/>
                    <a:pt x="515" y="7"/>
                    <a:pt x="502" y="19"/>
                  </a:cubicBezTo>
                  <a:lnTo>
                    <a:pt x="51" y="270"/>
                  </a:lnTo>
                  <a:cubicBezTo>
                    <a:pt x="1" y="295"/>
                    <a:pt x="1" y="320"/>
                    <a:pt x="51" y="345"/>
                  </a:cubicBezTo>
                  <a:lnTo>
                    <a:pt x="602" y="671"/>
                  </a:lnTo>
                  <a:lnTo>
                    <a:pt x="728" y="671"/>
                  </a:lnTo>
                  <a:lnTo>
                    <a:pt x="1154" y="395"/>
                  </a:lnTo>
                  <a:cubicBezTo>
                    <a:pt x="1204" y="395"/>
                    <a:pt x="1204" y="345"/>
                    <a:pt x="1154" y="320"/>
                  </a:cubicBezTo>
                  <a:lnTo>
                    <a:pt x="627" y="19"/>
                  </a:lnTo>
                  <a:cubicBezTo>
                    <a:pt x="602" y="7"/>
                    <a:pt x="577" y="1"/>
                    <a:pt x="555"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1" name="Google Shape;4561;p44"/>
            <p:cNvSpPr/>
            <p:nvPr/>
          </p:nvSpPr>
          <p:spPr>
            <a:xfrm>
              <a:off x="3565300" y="2376600"/>
              <a:ext cx="27600" cy="15050"/>
            </a:xfrm>
            <a:custGeom>
              <a:avLst/>
              <a:gdLst/>
              <a:ahLst/>
              <a:cxnLst/>
              <a:rect l="l" t="t" r="r" b="b"/>
              <a:pathLst>
                <a:path w="1104" h="602" extrusionOk="0">
                  <a:moveTo>
                    <a:pt x="502" y="0"/>
                  </a:moveTo>
                  <a:cubicBezTo>
                    <a:pt x="502" y="0"/>
                    <a:pt x="477" y="0"/>
                    <a:pt x="452" y="25"/>
                  </a:cubicBezTo>
                  <a:cubicBezTo>
                    <a:pt x="452" y="25"/>
                    <a:pt x="1" y="276"/>
                    <a:pt x="1" y="276"/>
                  </a:cubicBezTo>
                  <a:lnTo>
                    <a:pt x="26" y="276"/>
                  </a:lnTo>
                  <a:lnTo>
                    <a:pt x="552" y="602"/>
                  </a:lnTo>
                  <a:lnTo>
                    <a:pt x="653" y="602"/>
                  </a:lnTo>
                  <a:cubicBezTo>
                    <a:pt x="653" y="602"/>
                    <a:pt x="1104" y="326"/>
                    <a:pt x="1104" y="326"/>
                  </a:cubicBezTo>
                  <a:lnTo>
                    <a:pt x="552" y="25"/>
                  </a:lnTo>
                  <a:cubicBezTo>
                    <a:pt x="552" y="0"/>
                    <a:pt x="527" y="0"/>
                    <a:pt x="502" y="0"/>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2" name="Google Shape;4562;p44"/>
            <p:cNvSpPr/>
            <p:nvPr/>
          </p:nvSpPr>
          <p:spPr>
            <a:xfrm>
              <a:off x="3621075" y="2387875"/>
              <a:ext cx="11300" cy="11925"/>
            </a:xfrm>
            <a:custGeom>
              <a:avLst/>
              <a:gdLst/>
              <a:ahLst/>
              <a:cxnLst/>
              <a:rect l="l" t="t" r="r" b="b"/>
              <a:pathLst>
                <a:path w="452" h="477" extrusionOk="0">
                  <a:moveTo>
                    <a:pt x="452" y="0"/>
                  </a:moveTo>
                  <a:lnTo>
                    <a:pt x="1" y="251"/>
                  </a:lnTo>
                  <a:lnTo>
                    <a:pt x="1" y="477"/>
                  </a:lnTo>
                  <a:lnTo>
                    <a:pt x="452" y="226"/>
                  </a:lnTo>
                  <a:lnTo>
                    <a:pt x="452"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3" name="Google Shape;4563;p44"/>
            <p:cNvSpPr/>
            <p:nvPr/>
          </p:nvSpPr>
          <p:spPr>
            <a:xfrm>
              <a:off x="3604150" y="2386000"/>
              <a:ext cx="13825" cy="13800"/>
            </a:xfrm>
            <a:custGeom>
              <a:avLst/>
              <a:gdLst/>
              <a:ahLst/>
              <a:cxnLst/>
              <a:rect l="l" t="t" r="r" b="b"/>
              <a:pathLst>
                <a:path w="553" h="552" extrusionOk="0">
                  <a:moveTo>
                    <a:pt x="1" y="0"/>
                  </a:moveTo>
                  <a:lnTo>
                    <a:pt x="1" y="251"/>
                  </a:lnTo>
                  <a:lnTo>
                    <a:pt x="552" y="552"/>
                  </a:lnTo>
                  <a:lnTo>
                    <a:pt x="552" y="326"/>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4" name="Google Shape;4564;p44"/>
            <p:cNvSpPr/>
            <p:nvPr/>
          </p:nvSpPr>
          <p:spPr>
            <a:xfrm>
              <a:off x="3709425" y="2394775"/>
              <a:ext cx="650" cy="6275"/>
            </a:xfrm>
            <a:custGeom>
              <a:avLst/>
              <a:gdLst/>
              <a:ahLst/>
              <a:cxnLst/>
              <a:rect l="l" t="t" r="r" b="b"/>
              <a:pathLst>
                <a:path w="26" h="251" extrusionOk="0">
                  <a:moveTo>
                    <a:pt x="0" y="0"/>
                  </a:moveTo>
                  <a:lnTo>
                    <a:pt x="0" y="226"/>
                  </a:lnTo>
                  <a:cubicBezTo>
                    <a:pt x="25" y="226"/>
                    <a:pt x="25" y="226"/>
                    <a:pt x="25" y="251"/>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4565;p44"/>
            <p:cNvSpPr/>
            <p:nvPr/>
          </p:nvSpPr>
          <p:spPr>
            <a:xfrm>
              <a:off x="3709425" y="23947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6" name="Google Shape;4566;p44"/>
            <p:cNvSpPr/>
            <p:nvPr/>
          </p:nvSpPr>
          <p:spPr>
            <a:xfrm>
              <a:off x="3709425" y="23947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7" name="Google Shape;4567;p44"/>
            <p:cNvSpPr/>
            <p:nvPr/>
          </p:nvSpPr>
          <p:spPr>
            <a:xfrm>
              <a:off x="3709425" y="2394775"/>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8" name="Google Shape;4568;p44"/>
            <p:cNvSpPr/>
            <p:nvPr/>
          </p:nvSpPr>
          <p:spPr>
            <a:xfrm>
              <a:off x="3708800" y="23947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9" name="Google Shape;4569;p44"/>
            <p:cNvSpPr/>
            <p:nvPr/>
          </p:nvSpPr>
          <p:spPr>
            <a:xfrm>
              <a:off x="3708800" y="2394775"/>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0" name="Google Shape;4570;p44"/>
            <p:cNvSpPr/>
            <p:nvPr/>
          </p:nvSpPr>
          <p:spPr>
            <a:xfrm>
              <a:off x="3708800" y="2394775"/>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1" name="Google Shape;4571;p44"/>
            <p:cNvSpPr/>
            <p:nvPr/>
          </p:nvSpPr>
          <p:spPr>
            <a:xfrm>
              <a:off x="3708175" y="23947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2" name="Google Shape;4572;p44"/>
            <p:cNvSpPr/>
            <p:nvPr/>
          </p:nvSpPr>
          <p:spPr>
            <a:xfrm>
              <a:off x="3708175" y="2394775"/>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3" name="Google Shape;4573;p44"/>
            <p:cNvSpPr/>
            <p:nvPr/>
          </p:nvSpPr>
          <p:spPr>
            <a:xfrm>
              <a:off x="3708175" y="23947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4" name="Google Shape;4574;p44"/>
            <p:cNvSpPr/>
            <p:nvPr/>
          </p:nvSpPr>
          <p:spPr>
            <a:xfrm>
              <a:off x="3707550" y="2394775"/>
              <a:ext cx="650" cy="6275"/>
            </a:xfrm>
            <a:custGeom>
              <a:avLst/>
              <a:gdLst/>
              <a:ahLst/>
              <a:cxnLst/>
              <a:rect l="l" t="t" r="r" b="b"/>
              <a:pathLst>
                <a:path w="26" h="251" extrusionOk="0">
                  <a:moveTo>
                    <a:pt x="0" y="0"/>
                  </a:moveTo>
                  <a:lnTo>
                    <a:pt x="0" y="251"/>
                  </a:lnTo>
                  <a:cubicBezTo>
                    <a:pt x="0" y="226"/>
                    <a:pt x="0" y="226"/>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5" name="Google Shape;4575;p44"/>
            <p:cNvSpPr/>
            <p:nvPr/>
          </p:nvSpPr>
          <p:spPr>
            <a:xfrm>
              <a:off x="3620450" y="2394150"/>
              <a:ext cx="650" cy="6275"/>
            </a:xfrm>
            <a:custGeom>
              <a:avLst/>
              <a:gdLst/>
              <a:ahLst/>
              <a:cxnLst/>
              <a:rect l="l" t="t" r="r" b="b"/>
              <a:pathLst>
                <a:path w="26" h="251" extrusionOk="0">
                  <a:moveTo>
                    <a:pt x="1" y="0"/>
                  </a:moveTo>
                  <a:lnTo>
                    <a:pt x="1" y="251"/>
                  </a:lnTo>
                  <a:cubicBezTo>
                    <a:pt x="1" y="251"/>
                    <a:pt x="26" y="251"/>
                    <a:pt x="26" y="226"/>
                  </a:cubicBez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6" name="Google Shape;4576;p44"/>
            <p:cNvSpPr/>
            <p:nvPr/>
          </p:nvSpPr>
          <p:spPr>
            <a:xfrm>
              <a:off x="3619825" y="2394150"/>
              <a:ext cx="650" cy="6275"/>
            </a:xfrm>
            <a:custGeom>
              <a:avLst/>
              <a:gdLst/>
              <a:ahLst/>
              <a:cxnLst/>
              <a:rect l="l" t="t" r="r" b="b"/>
              <a:pathLst>
                <a:path w="26" h="251" extrusionOk="0">
                  <a:moveTo>
                    <a:pt x="26" y="0"/>
                  </a:moveTo>
                  <a:cubicBezTo>
                    <a:pt x="26" y="0"/>
                    <a:pt x="26" y="0"/>
                    <a:pt x="0" y="25"/>
                  </a:cubicBezTo>
                  <a:lnTo>
                    <a:pt x="0" y="251"/>
                  </a:lnTo>
                  <a:lnTo>
                    <a:pt x="26" y="251"/>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7" name="Google Shape;4577;p44"/>
            <p:cNvSpPr/>
            <p:nvPr/>
          </p:nvSpPr>
          <p:spPr>
            <a:xfrm>
              <a:off x="3619825" y="23947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8" name="Google Shape;4578;p44"/>
            <p:cNvSpPr/>
            <p:nvPr/>
          </p:nvSpPr>
          <p:spPr>
            <a:xfrm>
              <a:off x="3619825" y="23947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9" name="Google Shape;4579;p44"/>
            <p:cNvSpPr/>
            <p:nvPr/>
          </p:nvSpPr>
          <p:spPr>
            <a:xfrm>
              <a:off x="3619200" y="2394775"/>
              <a:ext cx="650" cy="5650"/>
            </a:xfrm>
            <a:custGeom>
              <a:avLst/>
              <a:gdLst/>
              <a:ahLst/>
              <a:cxnLst/>
              <a:rect l="l" t="t" r="r" b="b"/>
              <a:pathLst>
                <a:path w="26" h="226" extrusionOk="0">
                  <a:moveTo>
                    <a:pt x="0" y="0"/>
                  </a:moveTo>
                  <a:lnTo>
                    <a:pt x="0" y="226"/>
                  </a:lnTo>
                  <a:lnTo>
                    <a:pt x="25" y="226"/>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0" name="Google Shape;4580;p44"/>
            <p:cNvSpPr/>
            <p:nvPr/>
          </p:nvSpPr>
          <p:spPr>
            <a:xfrm>
              <a:off x="3619200" y="23947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1" name="Google Shape;4581;p44"/>
            <p:cNvSpPr/>
            <p:nvPr/>
          </p:nvSpPr>
          <p:spPr>
            <a:xfrm>
              <a:off x="3618575" y="2394775"/>
              <a:ext cx="650" cy="5650"/>
            </a:xfrm>
            <a:custGeom>
              <a:avLst/>
              <a:gdLst/>
              <a:ahLst/>
              <a:cxnLst/>
              <a:rect l="l" t="t" r="r" b="b"/>
              <a:pathLst>
                <a:path w="26" h="226" extrusionOk="0">
                  <a:moveTo>
                    <a:pt x="0" y="0"/>
                  </a:moveTo>
                  <a:lnTo>
                    <a:pt x="0" y="226"/>
                  </a:lnTo>
                  <a:lnTo>
                    <a:pt x="25" y="226"/>
                  </a:lnTo>
                  <a:lnTo>
                    <a:pt x="25" y="0"/>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2" name="Google Shape;4582;p44"/>
            <p:cNvSpPr/>
            <p:nvPr/>
          </p:nvSpPr>
          <p:spPr>
            <a:xfrm>
              <a:off x="3618575" y="2394150"/>
              <a:ext cx="25" cy="6275"/>
            </a:xfrm>
            <a:custGeom>
              <a:avLst/>
              <a:gdLst/>
              <a:ahLst/>
              <a:cxnLst/>
              <a:rect l="l" t="t" r="r" b="b"/>
              <a:pathLst>
                <a:path w="1" h="251" extrusionOk="0">
                  <a:moveTo>
                    <a:pt x="0" y="25"/>
                  </a:moveTo>
                  <a:lnTo>
                    <a:pt x="0" y="251"/>
                  </a:lnTo>
                  <a:cubicBezTo>
                    <a:pt x="0" y="251"/>
                    <a:pt x="0" y="251"/>
                    <a:pt x="0" y="251"/>
                  </a:cubicBezTo>
                  <a:lnTo>
                    <a:pt x="0" y="0"/>
                  </a:lnTo>
                  <a:cubicBezTo>
                    <a:pt x="0" y="25"/>
                    <a:pt x="0" y="25"/>
                    <a:pt x="0" y="25"/>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3" name="Google Shape;4583;p44"/>
            <p:cNvSpPr/>
            <p:nvPr/>
          </p:nvSpPr>
          <p:spPr>
            <a:xfrm>
              <a:off x="3618575" y="23941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4" name="Google Shape;4584;p44"/>
            <p:cNvSpPr/>
            <p:nvPr/>
          </p:nvSpPr>
          <p:spPr>
            <a:xfrm>
              <a:off x="3617950" y="2394150"/>
              <a:ext cx="650" cy="6275"/>
            </a:xfrm>
            <a:custGeom>
              <a:avLst/>
              <a:gdLst/>
              <a:ahLst/>
              <a:cxnLst/>
              <a:rect l="l" t="t" r="r" b="b"/>
              <a:pathLst>
                <a:path w="26" h="251" extrusionOk="0">
                  <a:moveTo>
                    <a:pt x="0" y="0"/>
                  </a:moveTo>
                  <a:lnTo>
                    <a:pt x="0" y="251"/>
                  </a:lnTo>
                  <a:lnTo>
                    <a:pt x="25" y="251"/>
                  </a:lnTo>
                  <a:lnTo>
                    <a:pt x="25"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5" name="Google Shape;4585;p44"/>
            <p:cNvSpPr/>
            <p:nvPr/>
          </p:nvSpPr>
          <p:spPr>
            <a:xfrm>
              <a:off x="3617950" y="2394150"/>
              <a:ext cx="25" cy="6275"/>
            </a:xfrm>
            <a:custGeom>
              <a:avLst/>
              <a:gdLst/>
              <a:ahLst/>
              <a:cxnLst/>
              <a:rect l="l" t="t" r="r" b="b"/>
              <a:pathLst>
                <a:path w="1" h="251" extrusionOk="0">
                  <a:moveTo>
                    <a:pt x="0" y="0"/>
                  </a:moveTo>
                  <a:lnTo>
                    <a:pt x="0" y="251"/>
                  </a:lnTo>
                  <a:cubicBezTo>
                    <a:pt x="0" y="251"/>
                    <a:pt x="0" y="251"/>
                    <a:pt x="0" y="226"/>
                  </a:cubicBezTo>
                  <a:lnTo>
                    <a:pt x="0" y="0"/>
                  </a:lnTo>
                  <a:cubicBezTo>
                    <a:pt x="0" y="0"/>
                    <a:pt x="0" y="0"/>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6" name="Google Shape;4586;p44"/>
            <p:cNvSpPr/>
            <p:nvPr/>
          </p:nvSpPr>
          <p:spPr>
            <a:xfrm>
              <a:off x="3603525" y="2377375"/>
              <a:ext cx="29475" cy="17250"/>
            </a:xfrm>
            <a:custGeom>
              <a:avLst/>
              <a:gdLst/>
              <a:ahLst/>
              <a:cxnLst/>
              <a:rect l="l" t="t" r="r" b="b"/>
              <a:pathLst>
                <a:path w="1179" h="690" extrusionOk="0">
                  <a:moveTo>
                    <a:pt x="540" y="1"/>
                  </a:moveTo>
                  <a:cubicBezTo>
                    <a:pt x="515" y="1"/>
                    <a:pt x="490" y="7"/>
                    <a:pt x="477" y="19"/>
                  </a:cubicBezTo>
                  <a:lnTo>
                    <a:pt x="26" y="295"/>
                  </a:lnTo>
                  <a:cubicBezTo>
                    <a:pt x="1" y="295"/>
                    <a:pt x="1" y="345"/>
                    <a:pt x="26" y="370"/>
                  </a:cubicBezTo>
                  <a:lnTo>
                    <a:pt x="577" y="671"/>
                  </a:lnTo>
                  <a:cubicBezTo>
                    <a:pt x="590" y="684"/>
                    <a:pt x="609" y="690"/>
                    <a:pt x="631" y="690"/>
                  </a:cubicBezTo>
                  <a:cubicBezTo>
                    <a:pt x="652" y="690"/>
                    <a:pt x="678" y="684"/>
                    <a:pt x="703" y="671"/>
                  </a:cubicBezTo>
                  <a:lnTo>
                    <a:pt x="1154" y="420"/>
                  </a:lnTo>
                  <a:cubicBezTo>
                    <a:pt x="1179" y="395"/>
                    <a:pt x="1179" y="370"/>
                    <a:pt x="1154" y="345"/>
                  </a:cubicBezTo>
                  <a:lnTo>
                    <a:pt x="602" y="19"/>
                  </a:lnTo>
                  <a:cubicBezTo>
                    <a:pt x="590" y="7"/>
                    <a:pt x="565" y="1"/>
                    <a:pt x="540"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7" name="Google Shape;4587;p44"/>
            <p:cNvSpPr/>
            <p:nvPr/>
          </p:nvSpPr>
          <p:spPr>
            <a:xfrm>
              <a:off x="3604775" y="2377850"/>
              <a:ext cx="26975" cy="15050"/>
            </a:xfrm>
            <a:custGeom>
              <a:avLst/>
              <a:gdLst/>
              <a:ahLst/>
              <a:cxnLst/>
              <a:rect l="l" t="t" r="r" b="b"/>
              <a:pathLst>
                <a:path w="1079" h="602" extrusionOk="0">
                  <a:moveTo>
                    <a:pt x="452" y="0"/>
                  </a:moveTo>
                  <a:lnTo>
                    <a:pt x="1" y="251"/>
                  </a:lnTo>
                  <a:cubicBezTo>
                    <a:pt x="1" y="251"/>
                    <a:pt x="1" y="251"/>
                    <a:pt x="1" y="276"/>
                  </a:cubicBezTo>
                  <a:lnTo>
                    <a:pt x="552" y="577"/>
                  </a:lnTo>
                  <a:cubicBezTo>
                    <a:pt x="552" y="577"/>
                    <a:pt x="577" y="602"/>
                    <a:pt x="577" y="602"/>
                  </a:cubicBezTo>
                  <a:cubicBezTo>
                    <a:pt x="602" y="602"/>
                    <a:pt x="628" y="577"/>
                    <a:pt x="628" y="577"/>
                  </a:cubicBezTo>
                  <a:lnTo>
                    <a:pt x="1079" y="326"/>
                  </a:lnTo>
                  <a:cubicBezTo>
                    <a:pt x="1079" y="326"/>
                    <a:pt x="1079" y="326"/>
                    <a:pt x="1079" y="301"/>
                  </a:cubicBezTo>
                  <a:lnTo>
                    <a:pt x="527"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8" name="Google Shape;4588;p44"/>
            <p:cNvSpPr/>
            <p:nvPr/>
          </p:nvSpPr>
          <p:spPr>
            <a:xfrm>
              <a:off x="3546525" y="2387875"/>
              <a:ext cx="11300" cy="12550"/>
            </a:xfrm>
            <a:custGeom>
              <a:avLst/>
              <a:gdLst/>
              <a:ahLst/>
              <a:cxnLst/>
              <a:rect l="l" t="t" r="r" b="b"/>
              <a:pathLst>
                <a:path w="452" h="502" extrusionOk="0">
                  <a:moveTo>
                    <a:pt x="451" y="0"/>
                  </a:moveTo>
                  <a:lnTo>
                    <a:pt x="0" y="276"/>
                  </a:lnTo>
                  <a:lnTo>
                    <a:pt x="0" y="502"/>
                  </a:lnTo>
                  <a:lnTo>
                    <a:pt x="451" y="251"/>
                  </a:lnTo>
                  <a:lnTo>
                    <a:pt x="4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9" name="Google Shape;4589;p44"/>
            <p:cNvSpPr/>
            <p:nvPr/>
          </p:nvSpPr>
          <p:spPr>
            <a:xfrm>
              <a:off x="3659925" y="2388500"/>
              <a:ext cx="11300" cy="12550"/>
            </a:xfrm>
            <a:custGeom>
              <a:avLst/>
              <a:gdLst/>
              <a:ahLst/>
              <a:cxnLst/>
              <a:rect l="l" t="t" r="r" b="b"/>
              <a:pathLst>
                <a:path w="452" h="502" extrusionOk="0">
                  <a:moveTo>
                    <a:pt x="452" y="1"/>
                  </a:moveTo>
                  <a:lnTo>
                    <a:pt x="0" y="251"/>
                  </a:lnTo>
                  <a:lnTo>
                    <a:pt x="0" y="502"/>
                  </a:lnTo>
                  <a:lnTo>
                    <a:pt x="452" y="251"/>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0" name="Google Shape;4590;p44"/>
            <p:cNvSpPr/>
            <p:nvPr/>
          </p:nvSpPr>
          <p:spPr>
            <a:xfrm>
              <a:off x="3643000" y="2387250"/>
              <a:ext cx="13825" cy="13800"/>
            </a:xfrm>
            <a:custGeom>
              <a:avLst/>
              <a:gdLst/>
              <a:ahLst/>
              <a:cxnLst/>
              <a:rect l="l" t="t" r="r" b="b"/>
              <a:pathLst>
                <a:path w="553" h="552" extrusionOk="0">
                  <a:moveTo>
                    <a:pt x="1" y="0"/>
                  </a:moveTo>
                  <a:lnTo>
                    <a:pt x="1" y="226"/>
                  </a:lnTo>
                  <a:lnTo>
                    <a:pt x="552" y="552"/>
                  </a:lnTo>
                  <a:lnTo>
                    <a:pt x="552" y="301"/>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1" name="Google Shape;4591;p44"/>
            <p:cNvSpPr/>
            <p:nvPr/>
          </p:nvSpPr>
          <p:spPr>
            <a:xfrm>
              <a:off x="3659300" y="2394775"/>
              <a:ext cx="650" cy="6275"/>
            </a:xfrm>
            <a:custGeom>
              <a:avLst/>
              <a:gdLst/>
              <a:ahLst/>
              <a:cxnLst/>
              <a:rect l="l" t="t" r="r" b="b"/>
              <a:pathLst>
                <a:path w="26" h="251" extrusionOk="0">
                  <a:moveTo>
                    <a:pt x="25" y="0"/>
                  </a:moveTo>
                  <a:cubicBezTo>
                    <a:pt x="25" y="0"/>
                    <a:pt x="25" y="25"/>
                    <a:pt x="0" y="25"/>
                  </a:cubicBezTo>
                  <a:lnTo>
                    <a:pt x="0" y="251"/>
                  </a:lnTo>
                  <a:lnTo>
                    <a:pt x="25" y="251"/>
                  </a:lnTo>
                  <a:lnTo>
                    <a:pt x="25"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2" name="Google Shape;4592;p44"/>
            <p:cNvSpPr/>
            <p:nvPr/>
          </p:nvSpPr>
          <p:spPr>
            <a:xfrm>
              <a:off x="3659300" y="23954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3" name="Google Shape;4593;p44"/>
            <p:cNvSpPr/>
            <p:nvPr/>
          </p:nvSpPr>
          <p:spPr>
            <a:xfrm>
              <a:off x="3658675" y="2395400"/>
              <a:ext cx="650" cy="5650"/>
            </a:xfrm>
            <a:custGeom>
              <a:avLst/>
              <a:gdLst/>
              <a:ahLst/>
              <a:cxnLst/>
              <a:rect l="l" t="t" r="r" b="b"/>
              <a:pathLst>
                <a:path w="26" h="226" extrusionOk="0">
                  <a:moveTo>
                    <a:pt x="0" y="0"/>
                  </a:moveTo>
                  <a:lnTo>
                    <a:pt x="0" y="226"/>
                  </a:lnTo>
                  <a:lnTo>
                    <a:pt x="25" y="226"/>
                  </a:lnTo>
                  <a:lnTo>
                    <a:pt x="25"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4" name="Google Shape;4594;p44"/>
            <p:cNvSpPr/>
            <p:nvPr/>
          </p:nvSpPr>
          <p:spPr>
            <a:xfrm>
              <a:off x="3658675" y="23954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5" name="Google Shape;4595;p44"/>
            <p:cNvSpPr/>
            <p:nvPr/>
          </p:nvSpPr>
          <p:spPr>
            <a:xfrm>
              <a:off x="3658050" y="2395400"/>
              <a:ext cx="650" cy="5650"/>
            </a:xfrm>
            <a:custGeom>
              <a:avLst/>
              <a:gdLst/>
              <a:ahLst/>
              <a:cxnLst/>
              <a:rect l="l" t="t" r="r" b="b"/>
              <a:pathLst>
                <a:path w="26" h="226" extrusionOk="0">
                  <a:moveTo>
                    <a:pt x="0" y="0"/>
                  </a:moveTo>
                  <a:lnTo>
                    <a:pt x="0" y="226"/>
                  </a:lnTo>
                  <a:lnTo>
                    <a:pt x="25" y="226"/>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6" name="Google Shape;4596;p44"/>
            <p:cNvSpPr/>
            <p:nvPr/>
          </p:nvSpPr>
          <p:spPr>
            <a:xfrm>
              <a:off x="3658050" y="23954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7" name="Google Shape;4597;p44"/>
            <p:cNvSpPr/>
            <p:nvPr/>
          </p:nvSpPr>
          <p:spPr>
            <a:xfrm>
              <a:off x="3658050" y="23954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8" name="Google Shape;4598;p44"/>
            <p:cNvSpPr/>
            <p:nvPr/>
          </p:nvSpPr>
          <p:spPr>
            <a:xfrm>
              <a:off x="3657425" y="2395400"/>
              <a:ext cx="650" cy="5650"/>
            </a:xfrm>
            <a:custGeom>
              <a:avLst/>
              <a:gdLst/>
              <a:ahLst/>
              <a:cxnLst/>
              <a:rect l="l" t="t" r="r" b="b"/>
              <a:pathLst>
                <a:path w="26" h="226" extrusionOk="0">
                  <a:moveTo>
                    <a:pt x="0" y="0"/>
                  </a:moveTo>
                  <a:lnTo>
                    <a:pt x="0" y="226"/>
                  </a:lnTo>
                  <a:lnTo>
                    <a:pt x="25" y="226"/>
                  </a:lnTo>
                  <a:lnTo>
                    <a:pt x="25"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9" name="Google Shape;4599;p44"/>
            <p:cNvSpPr/>
            <p:nvPr/>
          </p:nvSpPr>
          <p:spPr>
            <a:xfrm>
              <a:off x="3657425" y="23954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0" name="Google Shape;4600;p44"/>
            <p:cNvSpPr/>
            <p:nvPr/>
          </p:nvSpPr>
          <p:spPr>
            <a:xfrm>
              <a:off x="3656800" y="2395400"/>
              <a:ext cx="650" cy="5650"/>
            </a:xfrm>
            <a:custGeom>
              <a:avLst/>
              <a:gdLst/>
              <a:ahLst/>
              <a:cxnLst/>
              <a:rect l="l" t="t" r="r" b="b"/>
              <a:pathLst>
                <a:path w="26" h="226" extrusionOk="0">
                  <a:moveTo>
                    <a:pt x="0" y="0"/>
                  </a:moveTo>
                  <a:lnTo>
                    <a:pt x="0" y="226"/>
                  </a:lnTo>
                  <a:lnTo>
                    <a:pt x="25" y="226"/>
                  </a:lnTo>
                  <a:lnTo>
                    <a:pt x="25"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1" name="Google Shape;4601;p44"/>
            <p:cNvSpPr/>
            <p:nvPr/>
          </p:nvSpPr>
          <p:spPr>
            <a:xfrm>
              <a:off x="3656800" y="2394775"/>
              <a:ext cx="25" cy="6275"/>
            </a:xfrm>
            <a:custGeom>
              <a:avLst/>
              <a:gdLst/>
              <a:ahLst/>
              <a:cxnLst/>
              <a:rect l="l" t="t" r="r" b="b"/>
              <a:pathLst>
                <a:path w="1" h="251" extrusionOk="0">
                  <a:moveTo>
                    <a:pt x="0" y="25"/>
                  </a:moveTo>
                  <a:lnTo>
                    <a:pt x="0" y="251"/>
                  </a:lnTo>
                  <a:cubicBezTo>
                    <a:pt x="0" y="251"/>
                    <a:pt x="0" y="251"/>
                    <a:pt x="0" y="251"/>
                  </a:cubicBezTo>
                  <a:lnTo>
                    <a:pt x="0" y="0"/>
                  </a:lnTo>
                  <a:cubicBezTo>
                    <a:pt x="0" y="0"/>
                    <a:pt x="0" y="25"/>
                    <a:pt x="0" y="25"/>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2" name="Google Shape;4602;p44"/>
            <p:cNvSpPr/>
            <p:nvPr/>
          </p:nvSpPr>
          <p:spPr>
            <a:xfrm>
              <a:off x="3642375" y="2378625"/>
              <a:ext cx="29475" cy="16625"/>
            </a:xfrm>
            <a:custGeom>
              <a:avLst/>
              <a:gdLst/>
              <a:ahLst/>
              <a:cxnLst/>
              <a:rect l="l" t="t" r="r" b="b"/>
              <a:pathLst>
                <a:path w="1179" h="665" extrusionOk="0">
                  <a:moveTo>
                    <a:pt x="540" y="1"/>
                  </a:moveTo>
                  <a:cubicBezTo>
                    <a:pt x="514" y="1"/>
                    <a:pt x="489" y="7"/>
                    <a:pt x="477" y="20"/>
                  </a:cubicBezTo>
                  <a:lnTo>
                    <a:pt x="26" y="270"/>
                  </a:lnTo>
                  <a:cubicBezTo>
                    <a:pt x="1" y="295"/>
                    <a:pt x="1" y="320"/>
                    <a:pt x="26" y="345"/>
                  </a:cubicBezTo>
                  <a:lnTo>
                    <a:pt x="577" y="646"/>
                  </a:lnTo>
                  <a:cubicBezTo>
                    <a:pt x="590" y="659"/>
                    <a:pt x="615" y="665"/>
                    <a:pt x="640" y="665"/>
                  </a:cubicBezTo>
                  <a:cubicBezTo>
                    <a:pt x="665" y="665"/>
                    <a:pt x="690" y="659"/>
                    <a:pt x="702" y="646"/>
                  </a:cubicBezTo>
                  <a:lnTo>
                    <a:pt x="1154" y="396"/>
                  </a:lnTo>
                  <a:cubicBezTo>
                    <a:pt x="1179" y="370"/>
                    <a:pt x="1179" y="345"/>
                    <a:pt x="1154" y="320"/>
                  </a:cubicBezTo>
                  <a:lnTo>
                    <a:pt x="602" y="20"/>
                  </a:lnTo>
                  <a:cubicBezTo>
                    <a:pt x="590" y="7"/>
                    <a:pt x="565" y="1"/>
                    <a:pt x="540"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3" name="Google Shape;4603;p44"/>
            <p:cNvSpPr/>
            <p:nvPr/>
          </p:nvSpPr>
          <p:spPr>
            <a:xfrm>
              <a:off x="3643625" y="2378475"/>
              <a:ext cx="26975" cy="15050"/>
            </a:xfrm>
            <a:custGeom>
              <a:avLst/>
              <a:gdLst/>
              <a:ahLst/>
              <a:cxnLst/>
              <a:rect l="l" t="t" r="r" b="b"/>
              <a:pathLst>
                <a:path w="1079" h="602" extrusionOk="0">
                  <a:moveTo>
                    <a:pt x="452" y="0"/>
                  </a:moveTo>
                  <a:cubicBezTo>
                    <a:pt x="452" y="0"/>
                    <a:pt x="1" y="276"/>
                    <a:pt x="1" y="276"/>
                  </a:cubicBezTo>
                  <a:lnTo>
                    <a:pt x="552" y="577"/>
                  </a:lnTo>
                  <a:cubicBezTo>
                    <a:pt x="552" y="602"/>
                    <a:pt x="577" y="602"/>
                    <a:pt x="577" y="602"/>
                  </a:cubicBezTo>
                  <a:cubicBezTo>
                    <a:pt x="602" y="602"/>
                    <a:pt x="627" y="602"/>
                    <a:pt x="627" y="577"/>
                  </a:cubicBezTo>
                  <a:cubicBezTo>
                    <a:pt x="627" y="577"/>
                    <a:pt x="1079" y="326"/>
                    <a:pt x="1079" y="326"/>
                  </a:cubicBezTo>
                  <a:lnTo>
                    <a:pt x="527"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4" name="Google Shape;4604;p44"/>
            <p:cNvSpPr/>
            <p:nvPr/>
          </p:nvSpPr>
          <p:spPr>
            <a:xfrm>
              <a:off x="3585350" y="2389125"/>
              <a:ext cx="11325" cy="11925"/>
            </a:xfrm>
            <a:custGeom>
              <a:avLst/>
              <a:gdLst/>
              <a:ahLst/>
              <a:cxnLst/>
              <a:rect l="l" t="t" r="r" b="b"/>
              <a:pathLst>
                <a:path w="453" h="477" extrusionOk="0">
                  <a:moveTo>
                    <a:pt x="452" y="1"/>
                  </a:moveTo>
                  <a:lnTo>
                    <a:pt x="1" y="251"/>
                  </a:lnTo>
                  <a:lnTo>
                    <a:pt x="1" y="477"/>
                  </a:lnTo>
                  <a:lnTo>
                    <a:pt x="452" y="226"/>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5" name="Google Shape;4605;p44"/>
            <p:cNvSpPr/>
            <p:nvPr/>
          </p:nvSpPr>
          <p:spPr>
            <a:xfrm>
              <a:off x="3546525" y="2394775"/>
              <a:ext cx="25" cy="5650"/>
            </a:xfrm>
            <a:custGeom>
              <a:avLst/>
              <a:gdLst/>
              <a:ahLst/>
              <a:cxnLst/>
              <a:rect l="l" t="t" r="r" b="b"/>
              <a:pathLst>
                <a:path w="1" h="226" extrusionOk="0">
                  <a:moveTo>
                    <a:pt x="0" y="0"/>
                  </a:moveTo>
                  <a:lnTo>
                    <a:pt x="0" y="226"/>
                  </a:lnTo>
                  <a:lnTo>
                    <a:pt x="0" y="2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6" name="Google Shape;4606;p44"/>
            <p:cNvSpPr/>
            <p:nvPr/>
          </p:nvSpPr>
          <p:spPr>
            <a:xfrm>
              <a:off x="3546525" y="23947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7" name="Google Shape;4607;p44"/>
            <p:cNvSpPr/>
            <p:nvPr/>
          </p:nvSpPr>
          <p:spPr>
            <a:xfrm>
              <a:off x="3545900" y="2394775"/>
              <a:ext cx="650" cy="6275"/>
            </a:xfrm>
            <a:custGeom>
              <a:avLst/>
              <a:gdLst/>
              <a:ahLst/>
              <a:cxnLst/>
              <a:rect l="l" t="t" r="r" b="b"/>
              <a:pathLst>
                <a:path w="26" h="251" extrusionOk="0">
                  <a:moveTo>
                    <a:pt x="0" y="0"/>
                  </a:moveTo>
                  <a:lnTo>
                    <a:pt x="0" y="251"/>
                  </a:lnTo>
                  <a:cubicBezTo>
                    <a:pt x="0" y="251"/>
                    <a:pt x="0" y="226"/>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8" name="Google Shape;4608;p44"/>
            <p:cNvSpPr/>
            <p:nvPr/>
          </p:nvSpPr>
          <p:spPr>
            <a:xfrm>
              <a:off x="3545900" y="23947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4609;p44"/>
            <p:cNvSpPr/>
            <p:nvPr/>
          </p:nvSpPr>
          <p:spPr>
            <a:xfrm>
              <a:off x="3545900" y="2394775"/>
              <a:ext cx="25" cy="6275"/>
            </a:xfrm>
            <a:custGeom>
              <a:avLst/>
              <a:gdLst/>
              <a:ahLst/>
              <a:cxnLst/>
              <a:rect l="l" t="t" r="r" b="b"/>
              <a:pathLst>
                <a:path w="1" h="251" extrusionOk="0">
                  <a:moveTo>
                    <a:pt x="0" y="0"/>
                  </a:moveTo>
                  <a:lnTo>
                    <a:pt x="0" y="251"/>
                  </a:lnTo>
                  <a:cubicBezTo>
                    <a:pt x="0" y="251"/>
                    <a:pt x="0" y="251"/>
                    <a:pt x="0" y="251"/>
                  </a:cubicBezTo>
                  <a:lnTo>
                    <a:pt x="0" y="25"/>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4610;p44"/>
            <p:cNvSpPr/>
            <p:nvPr/>
          </p:nvSpPr>
          <p:spPr>
            <a:xfrm>
              <a:off x="3545900" y="2395400"/>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4611;p44"/>
            <p:cNvSpPr/>
            <p:nvPr/>
          </p:nvSpPr>
          <p:spPr>
            <a:xfrm>
              <a:off x="3545900" y="23954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4612;p44"/>
            <p:cNvSpPr/>
            <p:nvPr/>
          </p:nvSpPr>
          <p:spPr>
            <a:xfrm>
              <a:off x="3545900" y="2395400"/>
              <a:ext cx="25" cy="5650"/>
            </a:xfrm>
            <a:custGeom>
              <a:avLst/>
              <a:gdLst/>
              <a:ahLst/>
              <a:cxnLst/>
              <a:rect l="l" t="t" r="r" b="b"/>
              <a:pathLst>
                <a:path w="1" h="226" extrusionOk="0">
                  <a:moveTo>
                    <a:pt x="0" y="0"/>
                  </a:moveTo>
                  <a:lnTo>
                    <a:pt x="0" y="226"/>
                  </a:lnTo>
                  <a:lnTo>
                    <a:pt x="0" y="2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4613;p44"/>
            <p:cNvSpPr/>
            <p:nvPr/>
          </p:nvSpPr>
          <p:spPr>
            <a:xfrm>
              <a:off x="3698775" y="2392875"/>
              <a:ext cx="5025" cy="9425"/>
            </a:xfrm>
            <a:custGeom>
              <a:avLst/>
              <a:gdLst/>
              <a:ahLst/>
              <a:cxnLst/>
              <a:rect l="l" t="t" r="r" b="b"/>
              <a:pathLst>
                <a:path w="201" h="377" extrusionOk="0">
                  <a:moveTo>
                    <a:pt x="201" y="1"/>
                  </a:moveTo>
                  <a:lnTo>
                    <a:pt x="0" y="126"/>
                  </a:lnTo>
                  <a:lnTo>
                    <a:pt x="0" y="377"/>
                  </a:lnTo>
                  <a:lnTo>
                    <a:pt x="201" y="227"/>
                  </a:lnTo>
                  <a:lnTo>
                    <a:pt x="201"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44"/>
            <p:cNvSpPr/>
            <p:nvPr/>
          </p:nvSpPr>
          <p:spPr>
            <a:xfrm>
              <a:off x="3681850" y="2387875"/>
              <a:ext cx="14450" cy="14425"/>
            </a:xfrm>
            <a:custGeom>
              <a:avLst/>
              <a:gdLst/>
              <a:ahLst/>
              <a:cxnLst/>
              <a:rect l="l" t="t" r="r" b="b"/>
              <a:pathLst>
                <a:path w="578" h="577" extrusionOk="0">
                  <a:moveTo>
                    <a:pt x="1" y="0"/>
                  </a:moveTo>
                  <a:lnTo>
                    <a:pt x="1" y="226"/>
                  </a:lnTo>
                  <a:lnTo>
                    <a:pt x="577" y="577"/>
                  </a:lnTo>
                  <a:lnTo>
                    <a:pt x="577" y="326"/>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44"/>
            <p:cNvSpPr/>
            <p:nvPr/>
          </p:nvSpPr>
          <p:spPr>
            <a:xfrm>
              <a:off x="3560925" y="2387875"/>
              <a:ext cx="13800" cy="13800"/>
            </a:xfrm>
            <a:custGeom>
              <a:avLst/>
              <a:gdLst/>
              <a:ahLst/>
              <a:cxnLst/>
              <a:rect l="l" t="t" r="r" b="b"/>
              <a:pathLst>
                <a:path w="552" h="552" extrusionOk="0">
                  <a:moveTo>
                    <a:pt x="1" y="0"/>
                  </a:moveTo>
                  <a:lnTo>
                    <a:pt x="1" y="251"/>
                  </a:lnTo>
                  <a:lnTo>
                    <a:pt x="552" y="552"/>
                  </a:lnTo>
                  <a:lnTo>
                    <a:pt x="552" y="3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4616;p44"/>
            <p:cNvSpPr/>
            <p:nvPr/>
          </p:nvSpPr>
          <p:spPr>
            <a:xfrm>
              <a:off x="3624200" y="2389750"/>
              <a:ext cx="11325" cy="12550"/>
            </a:xfrm>
            <a:custGeom>
              <a:avLst/>
              <a:gdLst/>
              <a:ahLst/>
              <a:cxnLst/>
              <a:rect l="l" t="t" r="r" b="b"/>
              <a:pathLst>
                <a:path w="453" h="502" extrusionOk="0">
                  <a:moveTo>
                    <a:pt x="452" y="1"/>
                  </a:moveTo>
                  <a:lnTo>
                    <a:pt x="1" y="251"/>
                  </a:lnTo>
                  <a:lnTo>
                    <a:pt x="1" y="502"/>
                  </a:lnTo>
                  <a:lnTo>
                    <a:pt x="452" y="226"/>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44"/>
            <p:cNvSpPr/>
            <p:nvPr/>
          </p:nvSpPr>
          <p:spPr>
            <a:xfrm>
              <a:off x="3681225" y="2382850"/>
              <a:ext cx="23825" cy="13675"/>
            </a:xfrm>
            <a:custGeom>
              <a:avLst/>
              <a:gdLst/>
              <a:ahLst/>
              <a:cxnLst/>
              <a:rect l="l" t="t" r="r" b="b"/>
              <a:pathLst>
                <a:path w="953" h="547" extrusionOk="0">
                  <a:moveTo>
                    <a:pt x="251" y="1"/>
                  </a:moveTo>
                  <a:lnTo>
                    <a:pt x="26" y="151"/>
                  </a:lnTo>
                  <a:cubicBezTo>
                    <a:pt x="1" y="151"/>
                    <a:pt x="1" y="176"/>
                    <a:pt x="26" y="201"/>
                  </a:cubicBezTo>
                  <a:lnTo>
                    <a:pt x="602" y="527"/>
                  </a:lnTo>
                  <a:cubicBezTo>
                    <a:pt x="615" y="540"/>
                    <a:pt x="627" y="546"/>
                    <a:pt x="643" y="546"/>
                  </a:cubicBezTo>
                  <a:cubicBezTo>
                    <a:pt x="659" y="546"/>
                    <a:pt x="677" y="540"/>
                    <a:pt x="702" y="527"/>
                  </a:cubicBezTo>
                  <a:lnTo>
                    <a:pt x="903" y="402"/>
                  </a:lnTo>
                  <a:cubicBezTo>
                    <a:pt x="953" y="377"/>
                    <a:pt x="928" y="352"/>
                    <a:pt x="903" y="352"/>
                  </a:cubicBezTo>
                  <a:lnTo>
                    <a:pt x="351" y="1"/>
                  </a:ln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44"/>
            <p:cNvSpPr/>
            <p:nvPr/>
          </p:nvSpPr>
          <p:spPr>
            <a:xfrm>
              <a:off x="3682475" y="2382850"/>
              <a:ext cx="20700" cy="11325"/>
            </a:xfrm>
            <a:custGeom>
              <a:avLst/>
              <a:gdLst/>
              <a:ahLst/>
              <a:cxnLst/>
              <a:rect l="l" t="t" r="r" b="b"/>
              <a:pathLst>
                <a:path w="828" h="453" extrusionOk="0">
                  <a:moveTo>
                    <a:pt x="201" y="1"/>
                  </a:moveTo>
                  <a:lnTo>
                    <a:pt x="1" y="126"/>
                  </a:lnTo>
                  <a:lnTo>
                    <a:pt x="552" y="452"/>
                  </a:lnTo>
                  <a:lnTo>
                    <a:pt x="627" y="452"/>
                  </a:lnTo>
                  <a:lnTo>
                    <a:pt x="828" y="327"/>
                  </a:lnTo>
                  <a:lnTo>
                    <a:pt x="276"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44"/>
            <p:cNvSpPr/>
            <p:nvPr/>
          </p:nvSpPr>
          <p:spPr>
            <a:xfrm>
              <a:off x="3698150" y="2396025"/>
              <a:ext cx="650" cy="6275"/>
            </a:xfrm>
            <a:custGeom>
              <a:avLst/>
              <a:gdLst/>
              <a:ahLst/>
              <a:cxnLst/>
              <a:rect l="l" t="t" r="r" b="b"/>
              <a:pathLst>
                <a:path w="26" h="251" extrusionOk="0">
                  <a:moveTo>
                    <a:pt x="0" y="0"/>
                  </a:moveTo>
                  <a:lnTo>
                    <a:pt x="0" y="251"/>
                  </a:lnTo>
                  <a:lnTo>
                    <a:pt x="25" y="251"/>
                  </a:lnTo>
                  <a:lnTo>
                    <a:pt x="25"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44"/>
            <p:cNvSpPr/>
            <p:nvPr/>
          </p:nvSpPr>
          <p:spPr>
            <a:xfrm>
              <a:off x="3697525" y="2396025"/>
              <a:ext cx="650" cy="6275"/>
            </a:xfrm>
            <a:custGeom>
              <a:avLst/>
              <a:gdLst/>
              <a:ahLst/>
              <a:cxnLst/>
              <a:rect l="l" t="t" r="r" b="b"/>
              <a:pathLst>
                <a:path w="26" h="251" extrusionOk="0">
                  <a:moveTo>
                    <a:pt x="0" y="0"/>
                  </a:moveTo>
                  <a:lnTo>
                    <a:pt x="0" y="251"/>
                  </a:lnTo>
                  <a:lnTo>
                    <a:pt x="25" y="251"/>
                  </a:ln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1" name="Google Shape;4621;p44"/>
            <p:cNvSpPr/>
            <p:nvPr/>
          </p:nvSpPr>
          <p:spPr>
            <a:xfrm>
              <a:off x="3697525" y="2396025"/>
              <a:ext cx="25" cy="6275"/>
            </a:xfrm>
            <a:custGeom>
              <a:avLst/>
              <a:gdLst/>
              <a:ahLst/>
              <a:cxnLst/>
              <a:rect l="l" t="t" r="r" b="b"/>
              <a:pathLst>
                <a:path w="1" h="251" extrusionOk="0">
                  <a:moveTo>
                    <a:pt x="0" y="0"/>
                  </a:moveTo>
                  <a:lnTo>
                    <a:pt x="0" y="251"/>
                  </a:lnTo>
                  <a:lnTo>
                    <a:pt x="0" y="251"/>
                  </a:lnTo>
                  <a:lnTo>
                    <a:pt x="0" y="25"/>
                  </a:lnTo>
                  <a:lnTo>
                    <a:pt x="0"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4622;p44"/>
            <p:cNvSpPr/>
            <p:nvPr/>
          </p:nvSpPr>
          <p:spPr>
            <a:xfrm>
              <a:off x="3697525" y="23966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4623;p44"/>
            <p:cNvSpPr/>
            <p:nvPr/>
          </p:nvSpPr>
          <p:spPr>
            <a:xfrm>
              <a:off x="3696900" y="2396650"/>
              <a:ext cx="650" cy="5650"/>
            </a:xfrm>
            <a:custGeom>
              <a:avLst/>
              <a:gdLst/>
              <a:ahLst/>
              <a:cxnLst/>
              <a:rect l="l" t="t" r="r" b="b"/>
              <a:pathLst>
                <a:path w="26" h="226" extrusionOk="0">
                  <a:moveTo>
                    <a:pt x="25" y="0"/>
                  </a:moveTo>
                  <a:lnTo>
                    <a:pt x="0" y="226"/>
                  </a:lnTo>
                  <a:lnTo>
                    <a:pt x="25" y="226"/>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4624;p44"/>
            <p:cNvSpPr/>
            <p:nvPr/>
          </p:nvSpPr>
          <p:spPr>
            <a:xfrm>
              <a:off x="3696900" y="2396650"/>
              <a:ext cx="650" cy="5650"/>
            </a:xfrm>
            <a:custGeom>
              <a:avLst/>
              <a:gdLst/>
              <a:ahLst/>
              <a:cxnLst/>
              <a:rect l="l" t="t" r="r" b="b"/>
              <a:pathLst>
                <a:path w="26" h="226" extrusionOk="0">
                  <a:moveTo>
                    <a:pt x="0" y="0"/>
                  </a:moveTo>
                  <a:lnTo>
                    <a:pt x="0" y="226"/>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44"/>
            <p:cNvSpPr/>
            <p:nvPr/>
          </p:nvSpPr>
          <p:spPr>
            <a:xfrm>
              <a:off x="3696900" y="2396025"/>
              <a:ext cx="25" cy="6275"/>
            </a:xfrm>
            <a:custGeom>
              <a:avLst/>
              <a:gdLst/>
              <a:ahLst/>
              <a:cxnLst/>
              <a:rect l="l" t="t" r="r" b="b"/>
              <a:pathLst>
                <a:path w="1" h="251" extrusionOk="0">
                  <a:moveTo>
                    <a:pt x="0" y="25"/>
                  </a:moveTo>
                  <a:lnTo>
                    <a:pt x="0" y="251"/>
                  </a:lnTo>
                  <a:cubicBezTo>
                    <a:pt x="0" y="251"/>
                    <a:pt x="0" y="251"/>
                    <a:pt x="0" y="251"/>
                  </a:cubicBezTo>
                  <a:lnTo>
                    <a:pt x="0" y="0"/>
                  </a:lnTo>
                  <a:cubicBezTo>
                    <a:pt x="0" y="0"/>
                    <a:pt x="0" y="25"/>
                    <a:pt x="0" y="25"/>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6" name="Google Shape;4626;p44"/>
            <p:cNvSpPr/>
            <p:nvPr/>
          </p:nvSpPr>
          <p:spPr>
            <a:xfrm>
              <a:off x="3696900" y="2396025"/>
              <a:ext cx="25" cy="6275"/>
            </a:xfrm>
            <a:custGeom>
              <a:avLst/>
              <a:gdLst/>
              <a:ahLst/>
              <a:cxnLst/>
              <a:rect l="l" t="t" r="r" b="b"/>
              <a:pathLst>
                <a:path w="1" h="251" extrusionOk="0">
                  <a:moveTo>
                    <a:pt x="0" y="0"/>
                  </a:moveTo>
                  <a:lnTo>
                    <a:pt x="0" y="251"/>
                  </a:lnTo>
                  <a:cubicBezTo>
                    <a:pt x="0" y="251"/>
                    <a:pt x="0" y="251"/>
                    <a:pt x="0" y="251"/>
                  </a:cubicBezTo>
                  <a:lnTo>
                    <a:pt x="0" y="0"/>
                  </a:lnTo>
                  <a:lnTo>
                    <a:pt x="0"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4627;p44"/>
            <p:cNvSpPr/>
            <p:nvPr/>
          </p:nvSpPr>
          <p:spPr>
            <a:xfrm>
              <a:off x="3696275" y="2396025"/>
              <a:ext cx="650" cy="6275"/>
            </a:xfrm>
            <a:custGeom>
              <a:avLst/>
              <a:gdLst/>
              <a:ahLst/>
              <a:cxnLst/>
              <a:rect l="l" t="t" r="r" b="b"/>
              <a:pathLst>
                <a:path w="26" h="251" extrusionOk="0">
                  <a:moveTo>
                    <a:pt x="0" y="0"/>
                  </a:moveTo>
                  <a:lnTo>
                    <a:pt x="0" y="251"/>
                  </a:lnTo>
                  <a:lnTo>
                    <a:pt x="25" y="251"/>
                  </a:lnTo>
                  <a:lnTo>
                    <a:pt x="25" y="0"/>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44"/>
            <p:cNvSpPr/>
            <p:nvPr/>
          </p:nvSpPr>
          <p:spPr>
            <a:xfrm>
              <a:off x="3696275" y="239602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9" name="Google Shape;4629;p44"/>
            <p:cNvSpPr/>
            <p:nvPr/>
          </p:nvSpPr>
          <p:spPr>
            <a:xfrm>
              <a:off x="3696275" y="239602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44"/>
            <p:cNvSpPr/>
            <p:nvPr/>
          </p:nvSpPr>
          <p:spPr>
            <a:xfrm>
              <a:off x="3585350" y="2395400"/>
              <a:ext cx="25" cy="5650"/>
            </a:xfrm>
            <a:custGeom>
              <a:avLst/>
              <a:gdLst/>
              <a:ahLst/>
              <a:cxnLst/>
              <a:rect l="l" t="t" r="r" b="b"/>
              <a:pathLst>
                <a:path w="1" h="226" extrusionOk="0">
                  <a:moveTo>
                    <a:pt x="1" y="0"/>
                  </a:moveTo>
                  <a:lnTo>
                    <a:pt x="1" y="226"/>
                  </a:lnTo>
                  <a:lnTo>
                    <a:pt x="1" y="226"/>
                  </a:ln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44"/>
            <p:cNvSpPr/>
            <p:nvPr/>
          </p:nvSpPr>
          <p:spPr>
            <a:xfrm>
              <a:off x="3585350" y="2395400"/>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2" name="Google Shape;4632;p44"/>
            <p:cNvSpPr/>
            <p:nvPr/>
          </p:nvSpPr>
          <p:spPr>
            <a:xfrm>
              <a:off x="3584725" y="2395400"/>
              <a:ext cx="650" cy="6275"/>
            </a:xfrm>
            <a:custGeom>
              <a:avLst/>
              <a:gdLst/>
              <a:ahLst/>
              <a:cxnLst/>
              <a:rect l="l" t="t" r="r" b="b"/>
              <a:pathLst>
                <a:path w="26" h="251" extrusionOk="0">
                  <a:moveTo>
                    <a:pt x="26"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3" name="Google Shape;4633;p44"/>
            <p:cNvSpPr/>
            <p:nvPr/>
          </p:nvSpPr>
          <p:spPr>
            <a:xfrm>
              <a:off x="3584725" y="2395400"/>
              <a:ext cx="650" cy="6275"/>
            </a:xfrm>
            <a:custGeom>
              <a:avLst/>
              <a:gdLst/>
              <a:ahLst/>
              <a:cxnLst/>
              <a:rect l="l" t="t" r="r" b="b"/>
              <a:pathLst>
                <a:path w="26" h="251" extrusionOk="0">
                  <a:moveTo>
                    <a:pt x="26" y="0"/>
                  </a:moveTo>
                  <a:cubicBezTo>
                    <a:pt x="1" y="25"/>
                    <a:pt x="1" y="25"/>
                    <a:pt x="1" y="25"/>
                  </a:cubicBezTo>
                  <a:lnTo>
                    <a:pt x="1"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44"/>
            <p:cNvSpPr/>
            <p:nvPr/>
          </p:nvSpPr>
          <p:spPr>
            <a:xfrm>
              <a:off x="3584725" y="23960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5" name="Google Shape;4635;p44"/>
            <p:cNvSpPr/>
            <p:nvPr/>
          </p:nvSpPr>
          <p:spPr>
            <a:xfrm>
              <a:off x="3584725" y="2396025"/>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6" name="Google Shape;4636;p44"/>
            <p:cNvSpPr/>
            <p:nvPr/>
          </p:nvSpPr>
          <p:spPr>
            <a:xfrm>
              <a:off x="3584725" y="23960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44"/>
            <p:cNvSpPr/>
            <p:nvPr/>
          </p:nvSpPr>
          <p:spPr>
            <a:xfrm>
              <a:off x="3584725" y="2396025"/>
              <a:ext cx="25" cy="6275"/>
            </a:xfrm>
            <a:custGeom>
              <a:avLst/>
              <a:gdLst/>
              <a:ahLst/>
              <a:cxnLst/>
              <a:rect l="l" t="t" r="r" b="b"/>
              <a:pathLst>
                <a:path w="1" h="251" extrusionOk="0">
                  <a:moveTo>
                    <a:pt x="1" y="0"/>
                  </a:moveTo>
                  <a:lnTo>
                    <a:pt x="1" y="251"/>
                  </a:lnTo>
                  <a:lnTo>
                    <a:pt x="1" y="25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44"/>
            <p:cNvSpPr/>
            <p:nvPr/>
          </p:nvSpPr>
          <p:spPr>
            <a:xfrm>
              <a:off x="3545900" y="2395400"/>
              <a:ext cx="650" cy="6900"/>
            </a:xfrm>
            <a:custGeom>
              <a:avLst/>
              <a:gdLst/>
              <a:ahLst/>
              <a:cxnLst/>
              <a:rect l="l" t="t" r="r" b="b"/>
              <a:pathLst>
                <a:path w="26" h="276" extrusionOk="0">
                  <a:moveTo>
                    <a:pt x="0" y="0"/>
                  </a:moveTo>
                  <a:lnTo>
                    <a:pt x="0" y="226"/>
                  </a:lnTo>
                  <a:cubicBezTo>
                    <a:pt x="0" y="251"/>
                    <a:pt x="0" y="276"/>
                    <a:pt x="25" y="276"/>
                  </a:cubicBezTo>
                  <a:lnTo>
                    <a:pt x="25" y="25"/>
                  </a:lnTo>
                  <a:cubicBezTo>
                    <a:pt x="0" y="25"/>
                    <a:pt x="0" y="25"/>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9" name="Google Shape;4639;p44"/>
            <p:cNvSpPr/>
            <p:nvPr/>
          </p:nvSpPr>
          <p:spPr>
            <a:xfrm>
              <a:off x="3599775" y="2389125"/>
              <a:ext cx="13800" cy="13175"/>
            </a:xfrm>
            <a:custGeom>
              <a:avLst/>
              <a:gdLst/>
              <a:ahLst/>
              <a:cxnLst/>
              <a:rect l="l" t="t" r="r" b="b"/>
              <a:pathLst>
                <a:path w="552" h="527" extrusionOk="0">
                  <a:moveTo>
                    <a:pt x="0" y="1"/>
                  </a:moveTo>
                  <a:lnTo>
                    <a:pt x="0" y="226"/>
                  </a:lnTo>
                  <a:lnTo>
                    <a:pt x="552" y="527"/>
                  </a:lnTo>
                  <a:lnTo>
                    <a:pt x="552" y="30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44"/>
            <p:cNvSpPr/>
            <p:nvPr/>
          </p:nvSpPr>
          <p:spPr>
            <a:xfrm>
              <a:off x="3663675" y="2390375"/>
              <a:ext cx="10675" cy="12550"/>
            </a:xfrm>
            <a:custGeom>
              <a:avLst/>
              <a:gdLst/>
              <a:ahLst/>
              <a:cxnLst/>
              <a:rect l="l" t="t" r="r" b="b"/>
              <a:pathLst>
                <a:path w="427" h="502" extrusionOk="0">
                  <a:moveTo>
                    <a:pt x="427" y="1"/>
                  </a:moveTo>
                  <a:lnTo>
                    <a:pt x="1" y="276"/>
                  </a:lnTo>
                  <a:lnTo>
                    <a:pt x="1" y="502"/>
                  </a:lnTo>
                  <a:lnTo>
                    <a:pt x="427" y="251"/>
                  </a:lnTo>
                  <a:lnTo>
                    <a:pt x="4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4641;p44"/>
            <p:cNvSpPr/>
            <p:nvPr/>
          </p:nvSpPr>
          <p:spPr>
            <a:xfrm>
              <a:off x="3574700" y="2396025"/>
              <a:ext cx="650" cy="6900"/>
            </a:xfrm>
            <a:custGeom>
              <a:avLst/>
              <a:gdLst/>
              <a:ahLst/>
              <a:cxnLst/>
              <a:rect l="l" t="t" r="r" b="b"/>
              <a:pathLst>
                <a:path w="26" h="276" extrusionOk="0">
                  <a:moveTo>
                    <a:pt x="1" y="0"/>
                  </a:moveTo>
                  <a:lnTo>
                    <a:pt x="1" y="226"/>
                  </a:lnTo>
                  <a:cubicBezTo>
                    <a:pt x="1" y="251"/>
                    <a:pt x="26" y="251"/>
                    <a:pt x="26" y="276"/>
                  </a:cubicBezTo>
                  <a:lnTo>
                    <a:pt x="26" y="25"/>
                  </a:lnTo>
                  <a:cubicBezTo>
                    <a:pt x="26"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4642;p44"/>
            <p:cNvSpPr/>
            <p:nvPr/>
          </p:nvSpPr>
          <p:spPr>
            <a:xfrm>
              <a:off x="3624200" y="23960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44"/>
            <p:cNvSpPr/>
            <p:nvPr/>
          </p:nvSpPr>
          <p:spPr>
            <a:xfrm>
              <a:off x="3624200" y="2396025"/>
              <a:ext cx="25" cy="6275"/>
            </a:xfrm>
            <a:custGeom>
              <a:avLst/>
              <a:gdLst/>
              <a:ahLst/>
              <a:cxnLst/>
              <a:rect l="l" t="t" r="r" b="b"/>
              <a:pathLst>
                <a:path w="1" h="251" extrusionOk="0">
                  <a:moveTo>
                    <a:pt x="1" y="0"/>
                  </a:moveTo>
                  <a:lnTo>
                    <a:pt x="1" y="251"/>
                  </a:lnTo>
                  <a:cubicBezTo>
                    <a:pt x="1" y="251"/>
                    <a:pt x="1" y="251"/>
                    <a:pt x="1" y="251"/>
                  </a:cubicBezTo>
                  <a:lnTo>
                    <a:pt x="1" y="25"/>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4644;p44"/>
            <p:cNvSpPr/>
            <p:nvPr/>
          </p:nvSpPr>
          <p:spPr>
            <a:xfrm>
              <a:off x="3624200" y="23966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44"/>
            <p:cNvSpPr/>
            <p:nvPr/>
          </p:nvSpPr>
          <p:spPr>
            <a:xfrm>
              <a:off x="3624200" y="23966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44"/>
            <p:cNvSpPr/>
            <p:nvPr/>
          </p:nvSpPr>
          <p:spPr>
            <a:xfrm>
              <a:off x="3623575" y="2396650"/>
              <a:ext cx="650" cy="6275"/>
            </a:xfrm>
            <a:custGeom>
              <a:avLst/>
              <a:gdLst/>
              <a:ahLst/>
              <a:cxnLst/>
              <a:rect l="l" t="t" r="r" b="b"/>
              <a:pathLst>
                <a:path w="26" h="251" extrusionOk="0">
                  <a:moveTo>
                    <a:pt x="1" y="0"/>
                  </a:moveTo>
                  <a:lnTo>
                    <a:pt x="1" y="251"/>
                  </a:lnTo>
                  <a:cubicBezTo>
                    <a:pt x="1" y="251"/>
                    <a:pt x="1" y="251"/>
                    <a:pt x="26" y="226"/>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7" name="Google Shape;4647;p44"/>
            <p:cNvSpPr/>
            <p:nvPr/>
          </p:nvSpPr>
          <p:spPr>
            <a:xfrm>
              <a:off x="3623575" y="23966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8" name="Google Shape;4648;p44"/>
            <p:cNvSpPr/>
            <p:nvPr/>
          </p:nvSpPr>
          <p:spPr>
            <a:xfrm>
              <a:off x="3623575" y="239665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44"/>
            <p:cNvSpPr/>
            <p:nvPr/>
          </p:nvSpPr>
          <p:spPr>
            <a:xfrm>
              <a:off x="3623575" y="2397275"/>
              <a:ext cx="25" cy="5650"/>
            </a:xfrm>
            <a:custGeom>
              <a:avLst/>
              <a:gdLst/>
              <a:ahLst/>
              <a:cxnLst/>
              <a:rect l="l" t="t" r="r" b="b"/>
              <a:pathLst>
                <a:path w="1" h="226" extrusionOk="0">
                  <a:moveTo>
                    <a:pt x="1" y="0"/>
                  </a:moveTo>
                  <a:lnTo>
                    <a:pt x="1" y="226"/>
                  </a:lnTo>
                  <a:lnTo>
                    <a:pt x="1" y="2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0" name="Google Shape;4650;p44"/>
            <p:cNvSpPr/>
            <p:nvPr/>
          </p:nvSpPr>
          <p:spPr>
            <a:xfrm>
              <a:off x="3584725" y="2396025"/>
              <a:ext cx="650" cy="6900"/>
            </a:xfrm>
            <a:custGeom>
              <a:avLst/>
              <a:gdLst/>
              <a:ahLst/>
              <a:cxnLst/>
              <a:rect l="l" t="t" r="r" b="b"/>
              <a:pathLst>
                <a:path w="26" h="276" extrusionOk="0">
                  <a:moveTo>
                    <a:pt x="1" y="0"/>
                  </a:moveTo>
                  <a:lnTo>
                    <a:pt x="1" y="251"/>
                  </a:lnTo>
                  <a:cubicBezTo>
                    <a:pt x="1" y="251"/>
                    <a:pt x="26" y="276"/>
                    <a:pt x="26" y="276"/>
                  </a:cubicBezTo>
                  <a:lnTo>
                    <a:pt x="26" y="50"/>
                  </a:lnTo>
                  <a:cubicBezTo>
                    <a:pt x="26" y="25"/>
                    <a:pt x="1" y="25"/>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1" name="Google Shape;4651;p44"/>
            <p:cNvSpPr/>
            <p:nvPr/>
          </p:nvSpPr>
          <p:spPr>
            <a:xfrm>
              <a:off x="3638625" y="2389750"/>
              <a:ext cx="13800" cy="13825"/>
            </a:xfrm>
            <a:custGeom>
              <a:avLst/>
              <a:gdLst/>
              <a:ahLst/>
              <a:cxnLst/>
              <a:rect l="l" t="t" r="r" b="b"/>
              <a:pathLst>
                <a:path w="552" h="553" extrusionOk="0">
                  <a:moveTo>
                    <a:pt x="0" y="1"/>
                  </a:moveTo>
                  <a:lnTo>
                    <a:pt x="0" y="226"/>
                  </a:lnTo>
                  <a:lnTo>
                    <a:pt x="552" y="552"/>
                  </a:lnTo>
                  <a:lnTo>
                    <a:pt x="552" y="30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4652;p44"/>
            <p:cNvSpPr/>
            <p:nvPr/>
          </p:nvSpPr>
          <p:spPr>
            <a:xfrm>
              <a:off x="3613550" y="2396650"/>
              <a:ext cx="650" cy="6925"/>
            </a:xfrm>
            <a:custGeom>
              <a:avLst/>
              <a:gdLst/>
              <a:ahLst/>
              <a:cxnLst/>
              <a:rect l="l" t="t" r="r" b="b"/>
              <a:pathLst>
                <a:path w="26" h="277" extrusionOk="0">
                  <a:moveTo>
                    <a:pt x="1" y="0"/>
                  </a:moveTo>
                  <a:lnTo>
                    <a:pt x="1" y="251"/>
                  </a:lnTo>
                  <a:cubicBezTo>
                    <a:pt x="1" y="251"/>
                    <a:pt x="26" y="251"/>
                    <a:pt x="26" y="276"/>
                  </a:cubicBezTo>
                  <a:lnTo>
                    <a:pt x="26" y="50"/>
                  </a:lnTo>
                  <a:cubicBezTo>
                    <a:pt x="26"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3" name="Google Shape;4653;p44"/>
            <p:cNvSpPr/>
            <p:nvPr/>
          </p:nvSpPr>
          <p:spPr>
            <a:xfrm>
              <a:off x="3663675" y="2397275"/>
              <a:ext cx="25" cy="5650"/>
            </a:xfrm>
            <a:custGeom>
              <a:avLst/>
              <a:gdLst/>
              <a:ahLst/>
              <a:cxnLst/>
              <a:rect l="l" t="t" r="r" b="b"/>
              <a:pathLst>
                <a:path w="1" h="226" extrusionOk="0">
                  <a:moveTo>
                    <a:pt x="1" y="0"/>
                  </a:moveTo>
                  <a:lnTo>
                    <a:pt x="1" y="226"/>
                  </a:lnTo>
                  <a:lnTo>
                    <a:pt x="1" y="226"/>
                  </a:ln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4" name="Google Shape;4654;p44"/>
            <p:cNvSpPr/>
            <p:nvPr/>
          </p:nvSpPr>
          <p:spPr>
            <a:xfrm>
              <a:off x="3663050" y="239727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44"/>
            <p:cNvSpPr/>
            <p:nvPr/>
          </p:nvSpPr>
          <p:spPr>
            <a:xfrm>
              <a:off x="3663050" y="2397275"/>
              <a:ext cx="25" cy="6300"/>
            </a:xfrm>
            <a:custGeom>
              <a:avLst/>
              <a:gdLst/>
              <a:ahLst/>
              <a:cxnLst/>
              <a:rect l="l" t="t" r="r" b="b"/>
              <a:pathLst>
                <a:path w="1" h="252" extrusionOk="0">
                  <a:moveTo>
                    <a:pt x="1" y="0"/>
                  </a:moveTo>
                  <a:lnTo>
                    <a:pt x="1" y="226"/>
                  </a:lnTo>
                  <a:cubicBezTo>
                    <a:pt x="1" y="226"/>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6" name="Google Shape;4656;p44"/>
            <p:cNvSpPr/>
            <p:nvPr/>
          </p:nvSpPr>
          <p:spPr>
            <a:xfrm>
              <a:off x="3663050" y="2397275"/>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7" name="Google Shape;4657;p44"/>
            <p:cNvSpPr/>
            <p:nvPr/>
          </p:nvSpPr>
          <p:spPr>
            <a:xfrm>
              <a:off x="3663050" y="2397275"/>
              <a:ext cx="25" cy="6300"/>
            </a:xfrm>
            <a:custGeom>
              <a:avLst/>
              <a:gdLst/>
              <a:ahLst/>
              <a:cxnLst/>
              <a:rect l="l" t="t" r="r" b="b"/>
              <a:pathLst>
                <a:path w="1" h="252" extrusionOk="0">
                  <a:moveTo>
                    <a:pt x="1" y="0"/>
                  </a:moveTo>
                  <a:lnTo>
                    <a:pt x="1" y="251"/>
                  </a:lnTo>
                  <a:cubicBezTo>
                    <a:pt x="1" y="251"/>
                    <a:pt x="1" y="251"/>
                    <a:pt x="1" y="251"/>
                  </a:cubicBezTo>
                  <a:lnTo>
                    <a:pt x="1" y="25"/>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44"/>
            <p:cNvSpPr/>
            <p:nvPr/>
          </p:nvSpPr>
          <p:spPr>
            <a:xfrm>
              <a:off x="3663050" y="2397900"/>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4659;p44"/>
            <p:cNvSpPr/>
            <p:nvPr/>
          </p:nvSpPr>
          <p:spPr>
            <a:xfrm>
              <a:off x="3663050" y="2397900"/>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0" name="Google Shape;4660;p44"/>
            <p:cNvSpPr/>
            <p:nvPr/>
          </p:nvSpPr>
          <p:spPr>
            <a:xfrm>
              <a:off x="3663050" y="2397900"/>
              <a:ext cx="25" cy="5675"/>
            </a:xfrm>
            <a:custGeom>
              <a:avLst/>
              <a:gdLst/>
              <a:ahLst/>
              <a:cxnLst/>
              <a:rect l="l" t="t" r="r" b="b"/>
              <a:pathLst>
                <a:path w="1" h="227" extrusionOk="0">
                  <a:moveTo>
                    <a:pt x="1" y="0"/>
                  </a:moveTo>
                  <a:lnTo>
                    <a:pt x="1" y="226"/>
                  </a:lnTo>
                  <a:lnTo>
                    <a:pt x="1" y="2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1" name="Google Shape;4661;p44"/>
            <p:cNvSpPr/>
            <p:nvPr/>
          </p:nvSpPr>
          <p:spPr>
            <a:xfrm>
              <a:off x="3701900" y="2394775"/>
              <a:ext cx="5675" cy="9425"/>
            </a:xfrm>
            <a:custGeom>
              <a:avLst/>
              <a:gdLst/>
              <a:ahLst/>
              <a:cxnLst/>
              <a:rect l="l" t="t" r="r" b="b"/>
              <a:pathLst>
                <a:path w="227" h="377" extrusionOk="0">
                  <a:moveTo>
                    <a:pt x="226" y="0"/>
                  </a:moveTo>
                  <a:lnTo>
                    <a:pt x="1" y="125"/>
                  </a:lnTo>
                  <a:lnTo>
                    <a:pt x="1" y="376"/>
                  </a:lnTo>
                  <a:lnTo>
                    <a:pt x="226" y="251"/>
                  </a:lnTo>
                  <a:lnTo>
                    <a:pt x="2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2" name="Google Shape;4662;p44"/>
            <p:cNvSpPr/>
            <p:nvPr/>
          </p:nvSpPr>
          <p:spPr>
            <a:xfrm>
              <a:off x="3575325" y="2396650"/>
              <a:ext cx="25" cy="6275"/>
            </a:xfrm>
            <a:custGeom>
              <a:avLst/>
              <a:gdLst/>
              <a:ahLst/>
              <a:cxnLst/>
              <a:rect l="l" t="t" r="r" b="b"/>
              <a:pathLst>
                <a:path w="1" h="251" extrusionOk="0">
                  <a:moveTo>
                    <a:pt x="1" y="0"/>
                  </a:moveTo>
                  <a:lnTo>
                    <a:pt x="1" y="251"/>
                  </a:lnTo>
                  <a:lnTo>
                    <a:pt x="1" y="251"/>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3" name="Google Shape;4663;p44"/>
            <p:cNvSpPr/>
            <p:nvPr/>
          </p:nvSpPr>
          <p:spPr>
            <a:xfrm>
              <a:off x="3575325" y="23966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4" name="Google Shape;4664;p44"/>
            <p:cNvSpPr/>
            <p:nvPr/>
          </p:nvSpPr>
          <p:spPr>
            <a:xfrm>
              <a:off x="3575325" y="239665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25"/>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5" name="Google Shape;4665;p44"/>
            <p:cNvSpPr/>
            <p:nvPr/>
          </p:nvSpPr>
          <p:spPr>
            <a:xfrm>
              <a:off x="3574700" y="2397275"/>
              <a:ext cx="650" cy="5650"/>
            </a:xfrm>
            <a:custGeom>
              <a:avLst/>
              <a:gdLst/>
              <a:ahLst/>
              <a:cxnLst/>
              <a:rect l="l" t="t" r="r" b="b"/>
              <a:pathLst>
                <a:path w="26" h="226" extrusionOk="0">
                  <a:moveTo>
                    <a:pt x="1" y="0"/>
                  </a:moveTo>
                  <a:lnTo>
                    <a:pt x="1" y="226"/>
                  </a:lnTo>
                  <a:lnTo>
                    <a:pt x="26"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6" name="Google Shape;4666;p44"/>
            <p:cNvSpPr/>
            <p:nvPr/>
          </p:nvSpPr>
          <p:spPr>
            <a:xfrm>
              <a:off x="3574700" y="2397275"/>
              <a:ext cx="650" cy="5650"/>
            </a:xfrm>
            <a:custGeom>
              <a:avLst/>
              <a:gdLst/>
              <a:ahLst/>
              <a:cxnLst/>
              <a:rect l="l" t="t" r="r" b="b"/>
              <a:pathLst>
                <a:path w="26" h="226" extrusionOk="0">
                  <a:moveTo>
                    <a:pt x="1" y="0"/>
                  </a:moveTo>
                  <a:lnTo>
                    <a:pt x="1" y="226"/>
                  </a:lnTo>
                  <a:lnTo>
                    <a:pt x="26"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7" name="Google Shape;4667;p44"/>
            <p:cNvSpPr/>
            <p:nvPr/>
          </p:nvSpPr>
          <p:spPr>
            <a:xfrm>
              <a:off x="3574700" y="2397275"/>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8" name="Google Shape;4668;p44"/>
            <p:cNvSpPr/>
            <p:nvPr/>
          </p:nvSpPr>
          <p:spPr>
            <a:xfrm>
              <a:off x="3574700" y="2397275"/>
              <a:ext cx="25" cy="6300"/>
            </a:xfrm>
            <a:custGeom>
              <a:avLst/>
              <a:gdLst/>
              <a:ahLst/>
              <a:cxnLst/>
              <a:rect l="l" t="t" r="r" b="b"/>
              <a:pathLst>
                <a:path w="1" h="252" extrusionOk="0">
                  <a:moveTo>
                    <a:pt x="1" y="0"/>
                  </a:moveTo>
                  <a:lnTo>
                    <a:pt x="1" y="251"/>
                  </a:lnTo>
                  <a:cubicBezTo>
                    <a:pt x="1" y="251"/>
                    <a:pt x="1" y="251"/>
                    <a:pt x="1" y="251"/>
                  </a:cubicBezTo>
                  <a:lnTo>
                    <a:pt x="1" y="25"/>
                  </a:lnTo>
                  <a:cubicBezTo>
                    <a:pt x="1" y="25"/>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9" name="Google Shape;4669;p44"/>
            <p:cNvSpPr/>
            <p:nvPr/>
          </p:nvSpPr>
          <p:spPr>
            <a:xfrm>
              <a:off x="3574700" y="2397900"/>
              <a:ext cx="25" cy="5675"/>
            </a:xfrm>
            <a:custGeom>
              <a:avLst/>
              <a:gdLst/>
              <a:ahLst/>
              <a:cxnLst/>
              <a:rect l="l" t="t" r="r" b="b"/>
              <a:pathLst>
                <a:path w="1" h="227" extrusionOk="0">
                  <a:moveTo>
                    <a:pt x="1" y="0"/>
                  </a:moveTo>
                  <a:lnTo>
                    <a:pt x="1" y="226"/>
                  </a:lnTo>
                  <a:lnTo>
                    <a:pt x="1" y="226"/>
                  </a:lnTo>
                  <a:lnTo>
                    <a:pt x="1"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0" name="Google Shape;4670;p44"/>
            <p:cNvSpPr/>
            <p:nvPr/>
          </p:nvSpPr>
          <p:spPr>
            <a:xfrm>
              <a:off x="3623575" y="2397275"/>
              <a:ext cx="650" cy="6925"/>
            </a:xfrm>
            <a:custGeom>
              <a:avLst/>
              <a:gdLst/>
              <a:ahLst/>
              <a:cxnLst/>
              <a:rect l="l" t="t" r="r" b="b"/>
              <a:pathLst>
                <a:path w="26" h="277" extrusionOk="0">
                  <a:moveTo>
                    <a:pt x="1" y="0"/>
                  </a:moveTo>
                  <a:lnTo>
                    <a:pt x="1" y="226"/>
                  </a:lnTo>
                  <a:cubicBezTo>
                    <a:pt x="1" y="251"/>
                    <a:pt x="26" y="251"/>
                    <a:pt x="26" y="276"/>
                  </a:cubicBezTo>
                  <a:lnTo>
                    <a:pt x="26" y="25"/>
                  </a:lnTo>
                  <a:cubicBezTo>
                    <a:pt x="26" y="25"/>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1" name="Google Shape;4671;p44"/>
            <p:cNvSpPr/>
            <p:nvPr/>
          </p:nvSpPr>
          <p:spPr>
            <a:xfrm>
              <a:off x="3677475" y="2390375"/>
              <a:ext cx="13800" cy="13825"/>
            </a:xfrm>
            <a:custGeom>
              <a:avLst/>
              <a:gdLst/>
              <a:ahLst/>
              <a:cxnLst/>
              <a:rect l="l" t="t" r="r" b="b"/>
              <a:pathLst>
                <a:path w="552" h="553" extrusionOk="0">
                  <a:moveTo>
                    <a:pt x="0" y="1"/>
                  </a:moveTo>
                  <a:lnTo>
                    <a:pt x="0" y="251"/>
                  </a:lnTo>
                  <a:lnTo>
                    <a:pt x="552" y="552"/>
                  </a:lnTo>
                  <a:lnTo>
                    <a:pt x="552" y="32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2" name="Google Shape;4672;p44"/>
            <p:cNvSpPr/>
            <p:nvPr/>
          </p:nvSpPr>
          <p:spPr>
            <a:xfrm>
              <a:off x="3652400" y="2397275"/>
              <a:ext cx="650" cy="6925"/>
            </a:xfrm>
            <a:custGeom>
              <a:avLst/>
              <a:gdLst/>
              <a:ahLst/>
              <a:cxnLst/>
              <a:rect l="l" t="t" r="r" b="b"/>
              <a:pathLst>
                <a:path w="26" h="277" extrusionOk="0">
                  <a:moveTo>
                    <a:pt x="1" y="0"/>
                  </a:moveTo>
                  <a:lnTo>
                    <a:pt x="1" y="251"/>
                  </a:lnTo>
                  <a:cubicBezTo>
                    <a:pt x="26" y="251"/>
                    <a:pt x="26" y="276"/>
                    <a:pt x="26" y="276"/>
                  </a:cubicBezTo>
                  <a:lnTo>
                    <a:pt x="26" y="51"/>
                  </a:lnTo>
                  <a:cubicBezTo>
                    <a:pt x="26" y="25"/>
                    <a:pt x="26" y="25"/>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3" name="Google Shape;4673;p44"/>
            <p:cNvSpPr/>
            <p:nvPr/>
          </p:nvSpPr>
          <p:spPr>
            <a:xfrm>
              <a:off x="3701900" y="2397900"/>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4" name="Google Shape;4674;p44"/>
            <p:cNvSpPr/>
            <p:nvPr/>
          </p:nvSpPr>
          <p:spPr>
            <a:xfrm>
              <a:off x="3701900" y="2397900"/>
              <a:ext cx="25" cy="6300"/>
            </a:xfrm>
            <a:custGeom>
              <a:avLst/>
              <a:gdLst/>
              <a:ahLst/>
              <a:cxnLst/>
              <a:rect l="l" t="t" r="r" b="b"/>
              <a:pathLst>
                <a:path w="1" h="252" extrusionOk="0">
                  <a:moveTo>
                    <a:pt x="1" y="0"/>
                  </a:moveTo>
                  <a:lnTo>
                    <a:pt x="1" y="251"/>
                  </a:lnTo>
                  <a:cubicBezTo>
                    <a:pt x="1" y="251"/>
                    <a:pt x="1" y="251"/>
                    <a:pt x="1" y="251"/>
                  </a:cubicBezTo>
                  <a:lnTo>
                    <a:pt x="1" y="26"/>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5" name="Google Shape;4675;p44"/>
            <p:cNvSpPr/>
            <p:nvPr/>
          </p:nvSpPr>
          <p:spPr>
            <a:xfrm>
              <a:off x="3701900" y="23985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6" name="Google Shape;4676;p44"/>
            <p:cNvSpPr/>
            <p:nvPr/>
          </p:nvSpPr>
          <p:spPr>
            <a:xfrm>
              <a:off x="3701275" y="2398525"/>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7" name="Google Shape;4677;p44"/>
            <p:cNvSpPr/>
            <p:nvPr/>
          </p:nvSpPr>
          <p:spPr>
            <a:xfrm>
              <a:off x="3701275" y="2398525"/>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8" name="Google Shape;4678;p44"/>
            <p:cNvSpPr/>
            <p:nvPr/>
          </p:nvSpPr>
          <p:spPr>
            <a:xfrm>
              <a:off x="3701275" y="2398525"/>
              <a:ext cx="25" cy="6300"/>
            </a:xfrm>
            <a:custGeom>
              <a:avLst/>
              <a:gdLst/>
              <a:ahLst/>
              <a:cxnLst/>
              <a:rect l="l" t="t" r="r" b="b"/>
              <a:pathLst>
                <a:path w="1" h="252" extrusionOk="0">
                  <a:moveTo>
                    <a:pt x="1" y="1"/>
                  </a:moveTo>
                  <a:lnTo>
                    <a:pt x="1" y="251"/>
                  </a:lnTo>
                  <a:lnTo>
                    <a:pt x="1" y="251"/>
                  </a:ln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9" name="Google Shape;4679;p44"/>
            <p:cNvSpPr/>
            <p:nvPr/>
          </p:nvSpPr>
          <p:spPr>
            <a:xfrm>
              <a:off x="3701275" y="23985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0" name="Google Shape;4680;p44"/>
            <p:cNvSpPr/>
            <p:nvPr/>
          </p:nvSpPr>
          <p:spPr>
            <a:xfrm>
              <a:off x="3701275" y="2398525"/>
              <a:ext cx="25" cy="6300"/>
            </a:xfrm>
            <a:custGeom>
              <a:avLst/>
              <a:gdLst/>
              <a:ahLst/>
              <a:cxnLst/>
              <a:rect l="l" t="t" r="r" b="b"/>
              <a:pathLst>
                <a:path w="1" h="252" extrusionOk="0">
                  <a:moveTo>
                    <a:pt x="1" y="1"/>
                  </a:moveTo>
                  <a:lnTo>
                    <a:pt x="1" y="251"/>
                  </a:lnTo>
                  <a:cubicBezTo>
                    <a:pt x="1" y="251"/>
                    <a:pt x="1" y="251"/>
                    <a:pt x="1" y="251"/>
                  </a:cubicBez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1" name="Google Shape;4681;p44"/>
            <p:cNvSpPr/>
            <p:nvPr/>
          </p:nvSpPr>
          <p:spPr>
            <a:xfrm>
              <a:off x="3614175" y="2397900"/>
              <a:ext cx="25" cy="5675"/>
            </a:xfrm>
            <a:custGeom>
              <a:avLst/>
              <a:gdLst/>
              <a:ahLst/>
              <a:cxnLst/>
              <a:rect l="l" t="t" r="r" b="b"/>
              <a:pathLst>
                <a:path w="1" h="227" extrusionOk="0">
                  <a:moveTo>
                    <a:pt x="1" y="0"/>
                  </a:moveTo>
                  <a:lnTo>
                    <a:pt x="1" y="226"/>
                  </a:lnTo>
                  <a:lnTo>
                    <a:pt x="1" y="226"/>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2" name="Google Shape;4682;p44"/>
            <p:cNvSpPr/>
            <p:nvPr/>
          </p:nvSpPr>
          <p:spPr>
            <a:xfrm>
              <a:off x="3614175" y="2397900"/>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3" name="Google Shape;4683;p44"/>
            <p:cNvSpPr/>
            <p:nvPr/>
          </p:nvSpPr>
          <p:spPr>
            <a:xfrm>
              <a:off x="3614175" y="2397900"/>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4" name="Google Shape;4684;p44"/>
            <p:cNvSpPr/>
            <p:nvPr/>
          </p:nvSpPr>
          <p:spPr>
            <a:xfrm>
              <a:off x="3614175" y="2397900"/>
              <a:ext cx="25" cy="6300"/>
            </a:xfrm>
            <a:custGeom>
              <a:avLst/>
              <a:gdLst/>
              <a:ahLst/>
              <a:cxnLst/>
              <a:rect l="l" t="t" r="r" b="b"/>
              <a:pathLst>
                <a:path w="1" h="252" extrusionOk="0">
                  <a:moveTo>
                    <a:pt x="1" y="0"/>
                  </a:moveTo>
                  <a:lnTo>
                    <a:pt x="1" y="226"/>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5" name="Google Shape;4685;p44"/>
            <p:cNvSpPr/>
            <p:nvPr/>
          </p:nvSpPr>
          <p:spPr>
            <a:xfrm>
              <a:off x="3614175" y="2397900"/>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6" name="Google Shape;4686;p44"/>
            <p:cNvSpPr/>
            <p:nvPr/>
          </p:nvSpPr>
          <p:spPr>
            <a:xfrm>
              <a:off x="3613550" y="2397900"/>
              <a:ext cx="650" cy="6300"/>
            </a:xfrm>
            <a:custGeom>
              <a:avLst/>
              <a:gdLst/>
              <a:ahLst/>
              <a:cxnLst/>
              <a:rect l="l" t="t" r="r" b="b"/>
              <a:pathLst>
                <a:path w="26" h="252" extrusionOk="0">
                  <a:moveTo>
                    <a:pt x="26" y="0"/>
                  </a:moveTo>
                  <a:cubicBezTo>
                    <a:pt x="1" y="0"/>
                    <a:pt x="1" y="26"/>
                    <a:pt x="1" y="26"/>
                  </a:cubicBezTo>
                  <a:lnTo>
                    <a:pt x="1" y="251"/>
                  </a:lnTo>
                  <a:lnTo>
                    <a:pt x="26" y="251"/>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7" name="Google Shape;4687;p44"/>
            <p:cNvSpPr/>
            <p:nvPr/>
          </p:nvSpPr>
          <p:spPr>
            <a:xfrm>
              <a:off x="3613550" y="23985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8" name="Google Shape;4688;p44"/>
            <p:cNvSpPr/>
            <p:nvPr/>
          </p:nvSpPr>
          <p:spPr>
            <a:xfrm>
              <a:off x="3613550" y="2398525"/>
              <a:ext cx="25" cy="5675"/>
            </a:xfrm>
            <a:custGeom>
              <a:avLst/>
              <a:gdLst/>
              <a:ahLst/>
              <a:cxnLst/>
              <a:rect l="l" t="t" r="r" b="b"/>
              <a:pathLst>
                <a:path w="1" h="227" extrusionOk="0">
                  <a:moveTo>
                    <a:pt x="1" y="1"/>
                  </a:moveTo>
                  <a:lnTo>
                    <a:pt x="1" y="226"/>
                  </a:lnTo>
                  <a:lnTo>
                    <a:pt x="1" y="226"/>
                  </a:ln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9" name="Google Shape;4689;p44"/>
            <p:cNvSpPr/>
            <p:nvPr/>
          </p:nvSpPr>
          <p:spPr>
            <a:xfrm>
              <a:off x="3663050" y="2397900"/>
              <a:ext cx="650" cy="6925"/>
            </a:xfrm>
            <a:custGeom>
              <a:avLst/>
              <a:gdLst/>
              <a:ahLst/>
              <a:cxnLst/>
              <a:rect l="l" t="t" r="r" b="b"/>
              <a:pathLst>
                <a:path w="26" h="277" extrusionOk="0">
                  <a:moveTo>
                    <a:pt x="1" y="0"/>
                  </a:moveTo>
                  <a:lnTo>
                    <a:pt x="1" y="251"/>
                  </a:lnTo>
                  <a:cubicBezTo>
                    <a:pt x="1" y="251"/>
                    <a:pt x="1" y="276"/>
                    <a:pt x="26" y="276"/>
                  </a:cubicBezTo>
                  <a:lnTo>
                    <a:pt x="26" y="51"/>
                  </a:lnTo>
                  <a:cubicBezTo>
                    <a:pt x="1" y="26"/>
                    <a:pt x="1" y="26"/>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0" name="Google Shape;4690;p44"/>
            <p:cNvSpPr/>
            <p:nvPr/>
          </p:nvSpPr>
          <p:spPr>
            <a:xfrm>
              <a:off x="3691250" y="2398525"/>
              <a:ext cx="650" cy="6925"/>
            </a:xfrm>
            <a:custGeom>
              <a:avLst/>
              <a:gdLst/>
              <a:ahLst/>
              <a:cxnLst/>
              <a:rect l="l" t="t" r="r" b="b"/>
              <a:pathLst>
                <a:path w="26" h="277" extrusionOk="0">
                  <a:moveTo>
                    <a:pt x="1" y="1"/>
                  </a:moveTo>
                  <a:lnTo>
                    <a:pt x="1" y="226"/>
                  </a:lnTo>
                  <a:cubicBezTo>
                    <a:pt x="26" y="251"/>
                    <a:pt x="26" y="251"/>
                    <a:pt x="26" y="276"/>
                  </a:cubicBezTo>
                  <a:lnTo>
                    <a:pt x="26" y="26"/>
                  </a:lnTo>
                  <a:cubicBezTo>
                    <a:pt x="26" y="26"/>
                    <a:pt x="26"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1" name="Google Shape;4691;p44"/>
            <p:cNvSpPr/>
            <p:nvPr/>
          </p:nvSpPr>
          <p:spPr>
            <a:xfrm>
              <a:off x="3701275" y="2398525"/>
              <a:ext cx="650" cy="6925"/>
            </a:xfrm>
            <a:custGeom>
              <a:avLst/>
              <a:gdLst/>
              <a:ahLst/>
              <a:cxnLst/>
              <a:rect l="l" t="t" r="r" b="b"/>
              <a:pathLst>
                <a:path w="26" h="277" extrusionOk="0">
                  <a:moveTo>
                    <a:pt x="1" y="1"/>
                  </a:moveTo>
                  <a:lnTo>
                    <a:pt x="1" y="251"/>
                  </a:lnTo>
                  <a:cubicBezTo>
                    <a:pt x="1" y="251"/>
                    <a:pt x="26" y="276"/>
                    <a:pt x="26" y="276"/>
                  </a:cubicBezTo>
                  <a:lnTo>
                    <a:pt x="26" y="51"/>
                  </a:lnTo>
                  <a:cubicBezTo>
                    <a:pt x="26" y="26"/>
                    <a:pt x="1" y="26"/>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2" name="Google Shape;4692;p44"/>
            <p:cNvSpPr/>
            <p:nvPr/>
          </p:nvSpPr>
          <p:spPr>
            <a:xfrm>
              <a:off x="3653025" y="2398525"/>
              <a:ext cx="25" cy="5675"/>
            </a:xfrm>
            <a:custGeom>
              <a:avLst/>
              <a:gdLst/>
              <a:ahLst/>
              <a:cxnLst/>
              <a:rect l="l" t="t" r="r" b="b"/>
              <a:pathLst>
                <a:path w="1" h="227" extrusionOk="0">
                  <a:moveTo>
                    <a:pt x="1" y="1"/>
                  </a:moveTo>
                  <a:lnTo>
                    <a:pt x="1" y="226"/>
                  </a:lnTo>
                  <a:cubicBezTo>
                    <a:pt x="1" y="226"/>
                    <a:pt x="1" y="226"/>
                    <a:pt x="1" y="226"/>
                  </a:cubicBezTo>
                  <a:lnTo>
                    <a:pt x="1" y="1"/>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3" name="Google Shape;4693;p44"/>
            <p:cNvSpPr/>
            <p:nvPr/>
          </p:nvSpPr>
          <p:spPr>
            <a:xfrm>
              <a:off x="3653025" y="2398525"/>
              <a:ext cx="25" cy="6300"/>
            </a:xfrm>
            <a:custGeom>
              <a:avLst/>
              <a:gdLst/>
              <a:ahLst/>
              <a:cxnLst/>
              <a:rect l="l" t="t" r="r" b="b"/>
              <a:pathLst>
                <a:path w="1" h="252" extrusionOk="0">
                  <a:moveTo>
                    <a:pt x="1" y="1"/>
                  </a:moveTo>
                  <a:lnTo>
                    <a:pt x="1" y="226"/>
                  </a:lnTo>
                  <a:cubicBezTo>
                    <a:pt x="1" y="226"/>
                    <a:pt x="1" y="251"/>
                    <a:pt x="1" y="251"/>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4" name="Google Shape;4694;p44"/>
            <p:cNvSpPr/>
            <p:nvPr/>
          </p:nvSpPr>
          <p:spPr>
            <a:xfrm>
              <a:off x="3653025" y="2398525"/>
              <a:ext cx="25" cy="6300"/>
            </a:xfrm>
            <a:custGeom>
              <a:avLst/>
              <a:gdLst/>
              <a:ahLst/>
              <a:cxnLst/>
              <a:rect l="l" t="t" r="r" b="b"/>
              <a:pathLst>
                <a:path w="1" h="252" extrusionOk="0">
                  <a:moveTo>
                    <a:pt x="1" y="1"/>
                  </a:moveTo>
                  <a:lnTo>
                    <a:pt x="1" y="251"/>
                  </a:lnTo>
                  <a:cubicBezTo>
                    <a:pt x="1" y="251"/>
                    <a:pt x="1" y="251"/>
                    <a:pt x="1" y="251"/>
                  </a:cubicBez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5" name="Google Shape;4695;p44"/>
            <p:cNvSpPr/>
            <p:nvPr/>
          </p:nvSpPr>
          <p:spPr>
            <a:xfrm>
              <a:off x="3653025" y="2398525"/>
              <a:ext cx="25" cy="6300"/>
            </a:xfrm>
            <a:custGeom>
              <a:avLst/>
              <a:gdLst/>
              <a:ahLst/>
              <a:cxnLst/>
              <a:rect l="l" t="t" r="r" b="b"/>
              <a:pathLst>
                <a:path w="1" h="252" extrusionOk="0">
                  <a:moveTo>
                    <a:pt x="1" y="1"/>
                  </a:moveTo>
                  <a:lnTo>
                    <a:pt x="1" y="251"/>
                  </a:lnTo>
                  <a:cubicBezTo>
                    <a:pt x="1" y="251"/>
                    <a:pt x="1" y="251"/>
                    <a:pt x="1" y="251"/>
                  </a:cubicBezTo>
                  <a:lnTo>
                    <a:pt x="1" y="26"/>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6" name="Google Shape;4696;p44"/>
            <p:cNvSpPr/>
            <p:nvPr/>
          </p:nvSpPr>
          <p:spPr>
            <a:xfrm>
              <a:off x="3653025" y="23991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7" name="Google Shape;4697;p44"/>
            <p:cNvSpPr/>
            <p:nvPr/>
          </p:nvSpPr>
          <p:spPr>
            <a:xfrm>
              <a:off x="3652400" y="2399150"/>
              <a:ext cx="650" cy="5675"/>
            </a:xfrm>
            <a:custGeom>
              <a:avLst/>
              <a:gdLst/>
              <a:ahLst/>
              <a:cxnLst/>
              <a:rect l="l" t="t" r="r" b="b"/>
              <a:pathLst>
                <a:path w="26" h="227" extrusionOk="0">
                  <a:moveTo>
                    <a:pt x="1" y="1"/>
                  </a:moveTo>
                  <a:lnTo>
                    <a:pt x="1" y="226"/>
                  </a:lnTo>
                  <a:lnTo>
                    <a:pt x="26" y="226"/>
                  </a:lnTo>
                  <a:lnTo>
                    <a:pt x="26"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8" name="Google Shape;4698;p44"/>
            <p:cNvSpPr/>
            <p:nvPr/>
          </p:nvSpPr>
          <p:spPr>
            <a:xfrm>
              <a:off x="3652400" y="2399150"/>
              <a:ext cx="25" cy="6300"/>
            </a:xfrm>
            <a:custGeom>
              <a:avLst/>
              <a:gdLst/>
              <a:ahLst/>
              <a:cxnLst/>
              <a:rect l="l" t="t" r="r" b="b"/>
              <a:pathLst>
                <a:path w="1" h="252" extrusionOk="0">
                  <a:moveTo>
                    <a:pt x="1" y="1"/>
                  </a:moveTo>
                  <a:lnTo>
                    <a:pt x="1" y="226"/>
                  </a:lnTo>
                  <a:cubicBezTo>
                    <a:pt x="1" y="251"/>
                    <a:pt x="1" y="251"/>
                    <a:pt x="1" y="251"/>
                  </a:cubicBezTo>
                  <a:lnTo>
                    <a:pt x="1" y="1"/>
                  </a:lnTo>
                  <a:cubicBezTo>
                    <a:pt x="1" y="1"/>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9" name="Google Shape;4699;p44"/>
            <p:cNvSpPr/>
            <p:nvPr/>
          </p:nvSpPr>
          <p:spPr>
            <a:xfrm>
              <a:off x="3652400" y="2399150"/>
              <a:ext cx="25" cy="6300"/>
            </a:xfrm>
            <a:custGeom>
              <a:avLst/>
              <a:gdLst/>
              <a:ahLst/>
              <a:cxnLst/>
              <a:rect l="l" t="t" r="r" b="b"/>
              <a:pathLst>
                <a:path w="1" h="252" extrusionOk="0">
                  <a:moveTo>
                    <a:pt x="1" y="1"/>
                  </a:moveTo>
                  <a:lnTo>
                    <a:pt x="1" y="251"/>
                  </a:lnTo>
                  <a:cubicBezTo>
                    <a:pt x="1" y="251"/>
                    <a:pt x="1" y="251"/>
                    <a:pt x="1" y="251"/>
                  </a:cubicBezTo>
                  <a:lnTo>
                    <a:pt x="1" y="1"/>
                  </a:lnTo>
                  <a:lnTo>
                    <a:pt x="1"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0" name="Google Shape;4700;p44"/>
            <p:cNvSpPr/>
            <p:nvPr/>
          </p:nvSpPr>
          <p:spPr>
            <a:xfrm>
              <a:off x="3580975" y="23997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1" name="Google Shape;4701;p44"/>
            <p:cNvSpPr/>
            <p:nvPr/>
          </p:nvSpPr>
          <p:spPr>
            <a:xfrm>
              <a:off x="3580350" y="2399150"/>
              <a:ext cx="650" cy="6300"/>
            </a:xfrm>
            <a:custGeom>
              <a:avLst/>
              <a:gdLst/>
              <a:ahLst/>
              <a:cxnLst/>
              <a:rect l="l" t="t" r="r" b="b"/>
              <a:pathLst>
                <a:path w="26" h="252" extrusionOk="0">
                  <a:moveTo>
                    <a:pt x="0" y="1"/>
                  </a:moveTo>
                  <a:lnTo>
                    <a:pt x="0" y="251"/>
                  </a:lnTo>
                  <a:lnTo>
                    <a:pt x="26" y="251"/>
                  </a:lnTo>
                  <a:lnTo>
                    <a:pt x="26" y="26"/>
                  </a:lnTo>
                  <a:cubicBezTo>
                    <a:pt x="26" y="26"/>
                    <a:pt x="26" y="26"/>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2" name="Google Shape;4702;p44"/>
            <p:cNvSpPr/>
            <p:nvPr/>
          </p:nvSpPr>
          <p:spPr>
            <a:xfrm>
              <a:off x="3580350" y="23991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3" name="Google Shape;4703;p44"/>
            <p:cNvSpPr/>
            <p:nvPr/>
          </p:nvSpPr>
          <p:spPr>
            <a:xfrm>
              <a:off x="3580350" y="23991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4" name="Google Shape;4704;p44"/>
            <p:cNvSpPr/>
            <p:nvPr/>
          </p:nvSpPr>
          <p:spPr>
            <a:xfrm>
              <a:off x="3579725" y="2399150"/>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5" name="Google Shape;4705;p44"/>
            <p:cNvSpPr/>
            <p:nvPr/>
          </p:nvSpPr>
          <p:spPr>
            <a:xfrm>
              <a:off x="3579725" y="23991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6" name="Google Shape;4706;p44"/>
            <p:cNvSpPr/>
            <p:nvPr/>
          </p:nvSpPr>
          <p:spPr>
            <a:xfrm>
              <a:off x="3579725" y="2399150"/>
              <a:ext cx="25" cy="6300"/>
            </a:xfrm>
            <a:custGeom>
              <a:avLst/>
              <a:gdLst/>
              <a:ahLst/>
              <a:cxnLst/>
              <a:rect l="l" t="t" r="r" b="b"/>
              <a:pathLst>
                <a:path w="1" h="252" extrusionOk="0">
                  <a:moveTo>
                    <a:pt x="0" y="1"/>
                  </a:moveTo>
                  <a:lnTo>
                    <a:pt x="0" y="251"/>
                  </a:lnTo>
                  <a:lnTo>
                    <a:pt x="0" y="251"/>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7" name="Google Shape;4707;p44"/>
            <p:cNvSpPr/>
            <p:nvPr/>
          </p:nvSpPr>
          <p:spPr>
            <a:xfrm>
              <a:off x="3579100" y="2399150"/>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8" name="Google Shape;4708;p44"/>
            <p:cNvSpPr/>
            <p:nvPr/>
          </p:nvSpPr>
          <p:spPr>
            <a:xfrm>
              <a:off x="3579100" y="23991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9" name="Google Shape;4709;p44"/>
            <p:cNvSpPr/>
            <p:nvPr/>
          </p:nvSpPr>
          <p:spPr>
            <a:xfrm>
              <a:off x="3578475" y="2399150"/>
              <a:ext cx="650" cy="6300"/>
            </a:xfrm>
            <a:custGeom>
              <a:avLst/>
              <a:gdLst/>
              <a:ahLst/>
              <a:cxnLst/>
              <a:rect l="l" t="t" r="r" b="b"/>
              <a:pathLst>
                <a:path w="26" h="252" extrusionOk="0">
                  <a:moveTo>
                    <a:pt x="25" y="1"/>
                  </a:moveTo>
                  <a:cubicBezTo>
                    <a:pt x="0" y="1"/>
                    <a:pt x="0" y="1"/>
                    <a:pt x="0" y="26"/>
                  </a:cubicBez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0" name="Google Shape;4710;p44"/>
            <p:cNvSpPr/>
            <p:nvPr/>
          </p:nvSpPr>
          <p:spPr>
            <a:xfrm>
              <a:off x="3577850" y="239977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1" name="Google Shape;4711;p44"/>
            <p:cNvSpPr/>
            <p:nvPr/>
          </p:nvSpPr>
          <p:spPr>
            <a:xfrm>
              <a:off x="3691875" y="2399150"/>
              <a:ext cx="25" cy="6300"/>
            </a:xfrm>
            <a:custGeom>
              <a:avLst/>
              <a:gdLst/>
              <a:ahLst/>
              <a:cxnLst/>
              <a:rect l="l" t="t" r="r" b="b"/>
              <a:pathLst>
                <a:path w="1" h="252" extrusionOk="0">
                  <a:moveTo>
                    <a:pt x="1" y="1"/>
                  </a:moveTo>
                  <a:lnTo>
                    <a:pt x="1" y="251"/>
                  </a:lnTo>
                  <a:lnTo>
                    <a:pt x="1" y="251"/>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2" name="Google Shape;4712;p44"/>
            <p:cNvSpPr/>
            <p:nvPr/>
          </p:nvSpPr>
          <p:spPr>
            <a:xfrm>
              <a:off x="3691875" y="23991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3" name="Google Shape;4713;p44"/>
            <p:cNvSpPr/>
            <p:nvPr/>
          </p:nvSpPr>
          <p:spPr>
            <a:xfrm>
              <a:off x="3691875" y="2399150"/>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4" name="Google Shape;4714;p44"/>
            <p:cNvSpPr/>
            <p:nvPr/>
          </p:nvSpPr>
          <p:spPr>
            <a:xfrm>
              <a:off x="3691875" y="23997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5" name="Google Shape;4715;p44"/>
            <p:cNvSpPr/>
            <p:nvPr/>
          </p:nvSpPr>
          <p:spPr>
            <a:xfrm>
              <a:off x="3691875" y="2399775"/>
              <a:ext cx="25" cy="6300"/>
            </a:xfrm>
            <a:custGeom>
              <a:avLst/>
              <a:gdLst/>
              <a:ahLst/>
              <a:cxnLst/>
              <a:rect l="l" t="t" r="r" b="b"/>
              <a:pathLst>
                <a:path w="1" h="252" extrusionOk="0">
                  <a:moveTo>
                    <a:pt x="1" y="1"/>
                  </a:moveTo>
                  <a:lnTo>
                    <a:pt x="1" y="226"/>
                  </a:lnTo>
                  <a:cubicBezTo>
                    <a:pt x="1" y="226"/>
                    <a:pt x="1" y="251"/>
                    <a:pt x="1" y="251"/>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6" name="Google Shape;4716;p44"/>
            <p:cNvSpPr/>
            <p:nvPr/>
          </p:nvSpPr>
          <p:spPr>
            <a:xfrm>
              <a:off x="3691875" y="23997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7" name="Google Shape;4717;p44"/>
            <p:cNvSpPr/>
            <p:nvPr/>
          </p:nvSpPr>
          <p:spPr>
            <a:xfrm>
              <a:off x="3691250" y="2399775"/>
              <a:ext cx="650" cy="6300"/>
            </a:xfrm>
            <a:custGeom>
              <a:avLst/>
              <a:gdLst/>
              <a:ahLst/>
              <a:cxnLst/>
              <a:rect l="l" t="t" r="r" b="b"/>
              <a:pathLst>
                <a:path w="26" h="252" extrusionOk="0">
                  <a:moveTo>
                    <a:pt x="26" y="1"/>
                  </a:moveTo>
                  <a:cubicBezTo>
                    <a:pt x="1" y="1"/>
                    <a:pt x="1" y="26"/>
                    <a:pt x="1" y="26"/>
                  </a:cubicBezTo>
                  <a:lnTo>
                    <a:pt x="1" y="251"/>
                  </a:lnTo>
                  <a:lnTo>
                    <a:pt x="26" y="251"/>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8" name="Google Shape;4718;p44"/>
            <p:cNvSpPr/>
            <p:nvPr/>
          </p:nvSpPr>
          <p:spPr>
            <a:xfrm>
              <a:off x="3691250" y="2400400"/>
              <a:ext cx="25" cy="5675"/>
            </a:xfrm>
            <a:custGeom>
              <a:avLst/>
              <a:gdLst/>
              <a:ahLst/>
              <a:cxnLst/>
              <a:rect l="l" t="t" r="r" b="b"/>
              <a:pathLst>
                <a:path w="1" h="227" extrusionOk="0">
                  <a:moveTo>
                    <a:pt x="1" y="1"/>
                  </a:moveTo>
                  <a:lnTo>
                    <a:pt x="1" y="226"/>
                  </a:lnTo>
                  <a:lnTo>
                    <a:pt x="1" y="226"/>
                  </a:ln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9" name="Google Shape;4719;p44"/>
            <p:cNvSpPr/>
            <p:nvPr/>
          </p:nvSpPr>
          <p:spPr>
            <a:xfrm>
              <a:off x="3619825" y="2400400"/>
              <a:ext cx="25" cy="6300"/>
            </a:xfrm>
            <a:custGeom>
              <a:avLst/>
              <a:gdLst/>
              <a:ahLst/>
              <a:cxnLst/>
              <a:rect l="l" t="t" r="r" b="b"/>
              <a:pathLst>
                <a:path w="1" h="252" extrusionOk="0">
                  <a:moveTo>
                    <a:pt x="0" y="1"/>
                  </a:moveTo>
                  <a:lnTo>
                    <a:pt x="0" y="251"/>
                  </a:lnTo>
                  <a:cubicBezTo>
                    <a:pt x="0" y="251"/>
                    <a:pt x="0" y="251"/>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0" name="Google Shape;4720;p44"/>
            <p:cNvSpPr/>
            <p:nvPr/>
          </p:nvSpPr>
          <p:spPr>
            <a:xfrm>
              <a:off x="3619825" y="2400400"/>
              <a:ext cx="25" cy="5675"/>
            </a:xfrm>
            <a:custGeom>
              <a:avLst/>
              <a:gdLst/>
              <a:ahLst/>
              <a:cxnLst/>
              <a:rect l="l" t="t" r="r" b="b"/>
              <a:pathLst>
                <a:path w="1" h="227" extrusionOk="0">
                  <a:moveTo>
                    <a:pt x="0" y="1"/>
                  </a:moveTo>
                  <a:lnTo>
                    <a:pt x="0" y="226"/>
                  </a:lnTo>
                  <a:cubicBezTo>
                    <a:pt x="0" y="226"/>
                    <a:pt x="0" y="226"/>
                    <a:pt x="0" y="226"/>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1" name="Google Shape;4721;p44"/>
            <p:cNvSpPr/>
            <p:nvPr/>
          </p:nvSpPr>
          <p:spPr>
            <a:xfrm>
              <a:off x="3619200" y="240040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2" name="Google Shape;4722;p44"/>
            <p:cNvSpPr/>
            <p:nvPr/>
          </p:nvSpPr>
          <p:spPr>
            <a:xfrm>
              <a:off x="3619200" y="2400400"/>
              <a:ext cx="25" cy="5675"/>
            </a:xfrm>
            <a:custGeom>
              <a:avLst/>
              <a:gdLst/>
              <a:ahLst/>
              <a:cxnLst/>
              <a:rect l="l" t="t" r="r" b="b"/>
              <a:pathLst>
                <a:path w="1" h="227" extrusionOk="0">
                  <a:moveTo>
                    <a:pt x="0" y="1"/>
                  </a:moveTo>
                  <a:lnTo>
                    <a:pt x="0" y="226"/>
                  </a:lnTo>
                  <a:cubicBezTo>
                    <a:pt x="0" y="226"/>
                    <a:pt x="0" y="226"/>
                    <a:pt x="0" y="226"/>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3" name="Google Shape;4723;p44"/>
            <p:cNvSpPr/>
            <p:nvPr/>
          </p:nvSpPr>
          <p:spPr>
            <a:xfrm>
              <a:off x="3618575" y="240040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4" name="Google Shape;4724;p44"/>
            <p:cNvSpPr/>
            <p:nvPr/>
          </p:nvSpPr>
          <p:spPr>
            <a:xfrm>
              <a:off x="3618575" y="24004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5" name="Google Shape;4725;p44"/>
            <p:cNvSpPr/>
            <p:nvPr/>
          </p:nvSpPr>
          <p:spPr>
            <a:xfrm>
              <a:off x="3618575" y="2400400"/>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6" name="Google Shape;4726;p44"/>
            <p:cNvSpPr/>
            <p:nvPr/>
          </p:nvSpPr>
          <p:spPr>
            <a:xfrm>
              <a:off x="3617950" y="240040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7" name="Google Shape;4727;p44"/>
            <p:cNvSpPr/>
            <p:nvPr/>
          </p:nvSpPr>
          <p:spPr>
            <a:xfrm>
              <a:off x="3617950" y="24004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8" name="Google Shape;4728;p44"/>
            <p:cNvSpPr/>
            <p:nvPr/>
          </p:nvSpPr>
          <p:spPr>
            <a:xfrm>
              <a:off x="3617325" y="240040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9" name="Google Shape;4729;p44"/>
            <p:cNvSpPr/>
            <p:nvPr/>
          </p:nvSpPr>
          <p:spPr>
            <a:xfrm>
              <a:off x="3616700" y="2400400"/>
              <a:ext cx="650" cy="6300"/>
            </a:xfrm>
            <a:custGeom>
              <a:avLst/>
              <a:gdLst/>
              <a:ahLst/>
              <a:cxnLst/>
              <a:rect l="l" t="t" r="r" b="b"/>
              <a:pathLst>
                <a:path w="26" h="252" extrusionOk="0">
                  <a:moveTo>
                    <a:pt x="0" y="1"/>
                  </a:moveTo>
                  <a:lnTo>
                    <a:pt x="0" y="251"/>
                  </a:lnTo>
                  <a:cubicBezTo>
                    <a:pt x="25" y="251"/>
                    <a:pt x="25" y="226"/>
                    <a:pt x="25" y="226"/>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0" name="Google Shape;4730;p44"/>
            <p:cNvSpPr/>
            <p:nvPr/>
          </p:nvSpPr>
          <p:spPr>
            <a:xfrm>
              <a:off x="3658675" y="2401025"/>
              <a:ext cx="650" cy="6300"/>
            </a:xfrm>
            <a:custGeom>
              <a:avLst/>
              <a:gdLst/>
              <a:ahLst/>
              <a:cxnLst/>
              <a:rect l="l" t="t" r="r" b="b"/>
              <a:pathLst>
                <a:path w="26" h="252" extrusionOk="0">
                  <a:moveTo>
                    <a:pt x="0" y="1"/>
                  </a:moveTo>
                  <a:lnTo>
                    <a:pt x="0" y="251"/>
                  </a:lnTo>
                  <a:lnTo>
                    <a:pt x="25" y="251"/>
                  </a:lnTo>
                  <a:lnTo>
                    <a:pt x="25" y="26"/>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1" name="Google Shape;4731;p44"/>
            <p:cNvSpPr/>
            <p:nvPr/>
          </p:nvSpPr>
          <p:spPr>
            <a:xfrm>
              <a:off x="3658675" y="2401025"/>
              <a:ext cx="25" cy="6300"/>
            </a:xfrm>
            <a:custGeom>
              <a:avLst/>
              <a:gdLst/>
              <a:ahLst/>
              <a:cxnLst/>
              <a:rect l="l" t="t" r="r" b="b"/>
              <a:pathLst>
                <a:path w="1" h="252" extrusionOk="0">
                  <a:moveTo>
                    <a:pt x="0" y="1"/>
                  </a:moveTo>
                  <a:lnTo>
                    <a:pt x="0" y="251"/>
                  </a:lnTo>
                  <a:cubicBezTo>
                    <a:pt x="0" y="251"/>
                    <a:pt x="0" y="251"/>
                    <a:pt x="0" y="251"/>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2" name="Google Shape;4732;p44"/>
            <p:cNvSpPr/>
            <p:nvPr/>
          </p:nvSpPr>
          <p:spPr>
            <a:xfrm>
              <a:off x="3658050" y="2401025"/>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3" name="Google Shape;4733;p44"/>
            <p:cNvSpPr/>
            <p:nvPr/>
          </p:nvSpPr>
          <p:spPr>
            <a:xfrm>
              <a:off x="3658050" y="2401025"/>
              <a:ext cx="25" cy="6300"/>
            </a:xfrm>
            <a:custGeom>
              <a:avLst/>
              <a:gdLst/>
              <a:ahLst/>
              <a:cxnLst/>
              <a:rect l="l" t="t" r="r" b="b"/>
              <a:pathLst>
                <a:path w="1" h="252" extrusionOk="0">
                  <a:moveTo>
                    <a:pt x="0" y="1"/>
                  </a:moveTo>
                  <a:lnTo>
                    <a:pt x="0" y="251"/>
                  </a:lnTo>
                  <a:cubicBezTo>
                    <a:pt x="0" y="251"/>
                    <a:pt x="0" y="251"/>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4" name="Google Shape;4734;p44"/>
            <p:cNvSpPr/>
            <p:nvPr/>
          </p:nvSpPr>
          <p:spPr>
            <a:xfrm>
              <a:off x="3658050" y="24010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5" name="Google Shape;4735;p44"/>
            <p:cNvSpPr/>
            <p:nvPr/>
          </p:nvSpPr>
          <p:spPr>
            <a:xfrm>
              <a:off x="3657425" y="240102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6" name="Google Shape;4736;p44"/>
            <p:cNvSpPr/>
            <p:nvPr/>
          </p:nvSpPr>
          <p:spPr>
            <a:xfrm>
              <a:off x="3657425" y="2401025"/>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7" name="Google Shape;4737;p44"/>
            <p:cNvSpPr/>
            <p:nvPr/>
          </p:nvSpPr>
          <p:spPr>
            <a:xfrm>
              <a:off x="3656800" y="240102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8" name="Google Shape;4738;p44"/>
            <p:cNvSpPr/>
            <p:nvPr/>
          </p:nvSpPr>
          <p:spPr>
            <a:xfrm>
              <a:off x="3656800" y="2401025"/>
              <a:ext cx="25" cy="6300"/>
            </a:xfrm>
            <a:custGeom>
              <a:avLst/>
              <a:gdLst/>
              <a:ahLst/>
              <a:cxnLst/>
              <a:rect l="l" t="t" r="r" b="b"/>
              <a:pathLst>
                <a:path w="1" h="252" extrusionOk="0">
                  <a:moveTo>
                    <a:pt x="0" y="1"/>
                  </a:moveTo>
                  <a:lnTo>
                    <a:pt x="0" y="226"/>
                  </a:lnTo>
                  <a:cubicBezTo>
                    <a:pt x="0" y="226"/>
                    <a:pt x="0" y="226"/>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9" name="Google Shape;4739;p44"/>
            <p:cNvSpPr/>
            <p:nvPr/>
          </p:nvSpPr>
          <p:spPr>
            <a:xfrm>
              <a:off x="3656175" y="2401025"/>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0" name="Google Shape;4740;p44"/>
            <p:cNvSpPr/>
            <p:nvPr/>
          </p:nvSpPr>
          <p:spPr>
            <a:xfrm>
              <a:off x="3655550" y="2401025"/>
              <a:ext cx="650" cy="6300"/>
            </a:xfrm>
            <a:custGeom>
              <a:avLst/>
              <a:gdLst/>
              <a:ahLst/>
              <a:cxnLst/>
              <a:rect l="l" t="t" r="r" b="b"/>
              <a:pathLst>
                <a:path w="26" h="252" extrusionOk="0">
                  <a:moveTo>
                    <a:pt x="25" y="1"/>
                  </a:moveTo>
                  <a:cubicBezTo>
                    <a:pt x="25" y="1"/>
                    <a:pt x="25" y="1"/>
                    <a:pt x="0" y="26"/>
                  </a:cubicBez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1" name="Google Shape;4741;p44"/>
            <p:cNvSpPr/>
            <p:nvPr/>
          </p:nvSpPr>
          <p:spPr>
            <a:xfrm>
              <a:off x="3697525" y="240227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2" name="Google Shape;4742;p44"/>
            <p:cNvSpPr/>
            <p:nvPr/>
          </p:nvSpPr>
          <p:spPr>
            <a:xfrm>
              <a:off x="3697525" y="24022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3" name="Google Shape;4743;p44"/>
            <p:cNvSpPr/>
            <p:nvPr/>
          </p:nvSpPr>
          <p:spPr>
            <a:xfrm>
              <a:off x="3696900" y="2401650"/>
              <a:ext cx="650" cy="6300"/>
            </a:xfrm>
            <a:custGeom>
              <a:avLst/>
              <a:gdLst/>
              <a:ahLst/>
              <a:cxnLst/>
              <a:rect l="l" t="t" r="r" b="b"/>
              <a:pathLst>
                <a:path w="26" h="252" extrusionOk="0">
                  <a:moveTo>
                    <a:pt x="0" y="1"/>
                  </a:moveTo>
                  <a:lnTo>
                    <a:pt x="0" y="251"/>
                  </a:lnTo>
                  <a:lnTo>
                    <a:pt x="25" y="251"/>
                  </a:lnTo>
                  <a:lnTo>
                    <a:pt x="25" y="26"/>
                  </a:lnTo>
                  <a:cubicBezTo>
                    <a:pt x="25" y="1"/>
                    <a:pt x="25"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4" name="Google Shape;4744;p44"/>
            <p:cNvSpPr/>
            <p:nvPr/>
          </p:nvSpPr>
          <p:spPr>
            <a:xfrm>
              <a:off x="3696900" y="2401650"/>
              <a:ext cx="25" cy="6300"/>
            </a:xfrm>
            <a:custGeom>
              <a:avLst/>
              <a:gdLst/>
              <a:ahLst/>
              <a:cxnLst/>
              <a:rect l="l" t="t" r="r" b="b"/>
              <a:pathLst>
                <a:path w="1" h="252" extrusionOk="0">
                  <a:moveTo>
                    <a:pt x="0" y="1"/>
                  </a:moveTo>
                  <a:lnTo>
                    <a:pt x="0" y="251"/>
                  </a:lnTo>
                  <a:cubicBezTo>
                    <a:pt x="0" y="251"/>
                    <a:pt x="0" y="251"/>
                    <a:pt x="0" y="251"/>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5" name="Google Shape;4745;p44"/>
            <p:cNvSpPr/>
            <p:nvPr/>
          </p:nvSpPr>
          <p:spPr>
            <a:xfrm>
              <a:off x="3696900" y="24016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6" name="Google Shape;4746;p44"/>
            <p:cNvSpPr/>
            <p:nvPr/>
          </p:nvSpPr>
          <p:spPr>
            <a:xfrm>
              <a:off x="3696275" y="2401650"/>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7" name="Google Shape;4747;p44"/>
            <p:cNvSpPr/>
            <p:nvPr/>
          </p:nvSpPr>
          <p:spPr>
            <a:xfrm>
              <a:off x="3696275" y="2401650"/>
              <a:ext cx="25" cy="6300"/>
            </a:xfrm>
            <a:custGeom>
              <a:avLst/>
              <a:gdLst/>
              <a:ahLst/>
              <a:cxnLst/>
              <a:rect l="l" t="t" r="r" b="b"/>
              <a:pathLst>
                <a:path w="1" h="252" extrusionOk="0">
                  <a:moveTo>
                    <a:pt x="0" y="1"/>
                  </a:moveTo>
                  <a:lnTo>
                    <a:pt x="0" y="251"/>
                  </a:lnTo>
                  <a:lnTo>
                    <a:pt x="0" y="251"/>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8" name="Google Shape;4748;p44"/>
            <p:cNvSpPr/>
            <p:nvPr/>
          </p:nvSpPr>
          <p:spPr>
            <a:xfrm>
              <a:off x="3696275" y="24016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9" name="Google Shape;4749;p44"/>
            <p:cNvSpPr/>
            <p:nvPr/>
          </p:nvSpPr>
          <p:spPr>
            <a:xfrm>
              <a:off x="3695650" y="2401650"/>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0" name="Google Shape;4750;p44"/>
            <p:cNvSpPr/>
            <p:nvPr/>
          </p:nvSpPr>
          <p:spPr>
            <a:xfrm>
              <a:off x="3695000" y="2401650"/>
              <a:ext cx="675" cy="6300"/>
            </a:xfrm>
            <a:custGeom>
              <a:avLst/>
              <a:gdLst/>
              <a:ahLst/>
              <a:cxnLst/>
              <a:rect l="l" t="t" r="r" b="b"/>
              <a:pathLst>
                <a:path w="27" h="252" extrusionOk="0">
                  <a:moveTo>
                    <a:pt x="26" y="1"/>
                  </a:moveTo>
                  <a:cubicBezTo>
                    <a:pt x="26" y="1"/>
                    <a:pt x="26" y="1"/>
                    <a:pt x="1" y="26"/>
                  </a:cubicBez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1" name="Google Shape;4751;p44"/>
            <p:cNvSpPr/>
            <p:nvPr/>
          </p:nvSpPr>
          <p:spPr>
            <a:xfrm>
              <a:off x="3695000" y="24022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2" name="Google Shape;4752;p44"/>
            <p:cNvSpPr/>
            <p:nvPr/>
          </p:nvSpPr>
          <p:spPr>
            <a:xfrm>
              <a:off x="3710050" y="2394775"/>
              <a:ext cx="14425" cy="14425"/>
            </a:xfrm>
            <a:custGeom>
              <a:avLst/>
              <a:gdLst/>
              <a:ahLst/>
              <a:cxnLst/>
              <a:rect l="l" t="t" r="r" b="b"/>
              <a:pathLst>
                <a:path w="577" h="577" extrusionOk="0">
                  <a:moveTo>
                    <a:pt x="0" y="0"/>
                  </a:moveTo>
                  <a:lnTo>
                    <a:pt x="0" y="251"/>
                  </a:lnTo>
                  <a:lnTo>
                    <a:pt x="577" y="577"/>
                  </a:lnTo>
                  <a:lnTo>
                    <a:pt x="577" y="3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3" name="Google Shape;4753;p44"/>
            <p:cNvSpPr/>
            <p:nvPr/>
          </p:nvSpPr>
          <p:spPr>
            <a:xfrm>
              <a:off x="3724450" y="2402900"/>
              <a:ext cx="650" cy="6925"/>
            </a:xfrm>
            <a:custGeom>
              <a:avLst/>
              <a:gdLst/>
              <a:ahLst/>
              <a:cxnLst/>
              <a:rect l="l" t="t" r="r" b="b"/>
              <a:pathLst>
                <a:path w="26" h="277" extrusionOk="0">
                  <a:moveTo>
                    <a:pt x="1" y="1"/>
                  </a:moveTo>
                  <a:lnTo>
                    <a:pt x="1" y="252"/>
                  </a:lnTo>
                  <a:cubicBezTo>
                    <a:pt x="1" y="252"/>
                    <a:pt x="26" y="277"/>
                    <a:pt x="26" y="277"/>
                  </a:cubicBezTo>
                  <a:lnTo>
                    <a:pt x="26" y="26"/>
                  </a:lnTo>
                  <a:cubicBezTo>
                    <a:pt x="26" y="26"/>
                    <a:pt x="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4" name="Google Shape;4754;p44"/>
            <p:cNvSpPr/>
            <p:nvPr/>
          </p:nvSpPr>
          <p:spPr>
            <a:xfrm>
              <a:off x="3725075" y="2403550"/>
              <a:ext cx="25" cy="6275"/>
            </a:xfrm>
            <a:custGeom>
              <a:avLst/>
              <a:gdLst/>
              <a:ahLst/>
              <a:cxnLst/>
              <a:rect l="l" t="t" r="r" b="b"/>
              <a:pathLst>
                <a:path w="1" h="251" extrusionOk="0">
                  <a:moveTo>
                    <a:pt x="1" y="0"/>
                  </a:moveTo>
                  <a:lnTo>
                    <a:pt x="1" y="251"/>
                  </a:lnTo>
                  <a:lnTo>
                    <a:pt x="1" y="251"/>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5" name="Google Shape;4755;p44"/>
            <p:cNvSpPr/>
            <p:nvPr/>
          </p:nvSpPr>
          <p:spPr>
            <a:xfrm>
              <a:off x="3725075" y="240355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25"/>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6" name="Google Shape;4756;p44"/>
            <p:cNvSpPr/>
            <p:nvPr/>
          </p:nvSpPr>
          <p:spPr>
            <a:xfrm>
              <a:off x="3725075" y="2404175"/>
              <a:ext cx="25" cy="5650"/>
            </a:xfrm>
            <a:custGeom>
              <a:avLst/>
              <a:gdLst/>
              <a:ahLst/>
              <a:cxnLst/>
              <a:rect l="l" t="t" r="r" b="b"/>
              <a:pathLst>
                <a:path w="1" h="226" extrusionOk="0">
                  <a:moveTo>
                    <a:pt x="1" y="0"/>
                  </a:moveTo>
                  <a:lnTo>
                    <a:pt x="1" y="226"/>
                  </a:lnTo>
                  <a:lnTo>
                    <a:pt x="1" y="226"/>
                  </a:ln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7" name="Google Shape;4757;p44"/>
            <p:cNvSpPr/>
            <p:nvPr/>
          </p:nvSpPr>
          <p:spPr>
            <a:xfrm>
              <a:off x="3724450" y="2404175"/>
              <a:ext cx="650" cy="5650"/>
            </a:xfrm>
            <a:custGeom>
              <a:avLst/>
              <a:gdLst/>
              <a:ahLst/>
              <a:cxnLst/>
              <a:rect l="l" t="t" r="r" b="b"/>
              <a:pathLst>
                <a:path w="26" h="226" extrusionOk="0">
                  <a:moveTo>
                    <a:pt x="1" y="0"/>
                  </a:moveTo>
                  <a:lnTo>
                    <a:pt x="1" y="226"/>
                  </a:lnTo>
                  <a:lnTo>
                    <a:pt x="26"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8" name="Google Shape;4758;p44"/>
            <p:cNvSpPr/>
            <p:nvPr/>
          </p:nvSpPr>
          <p:spPr>
            <a:xfrm>
              <a:off x="3724450" y="2404175"/>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9" name="Google Shape;4759;p44"/>
            <p:cNvSpPr/>
            <p:nvPr/>
          </p:nvSpPr>
          <p:spPr>
            <a:xfrm>
              <a:off x="3724450" y="24041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0" name="Google Shape;4760;p44"/>
            <p:cNvSpPr/>
            <p:nvPr/>
          </p:nvSpPr>
          <p:spPr>
            <a:xfrm>
              <a:off x="3724450" y="2404175"/>
              <a:ext cx="25" cy="6275"/>
            </a:xfrm>
            <a:custGeom>
              <a:avLst/>
              <a:gdLst/>
              <a:ahLst/>
              <a:cxnLst/>
              <a:rect l="l" t="t" r="r" b="b"/>
              <a:pathLst>
                <a:path w="1" h="251" extrusionOk="0">
                  <a:moveTo>
                    <a:pt x="1" y="0"/>
                  </a:moveTo>
                  <a:lnTo>
                    <a:pt x="1" y="251"/>
                  </a:lnTo>
                  <a:cubicBezTo>
                    <a:pt x="1" y="251"/>
                    <a:pt x="1" y="251"/>
                    <a:pt x="1" y="251"/>
                  </a:cubicBezTo>
                  <a:lnTo>
                    <a:pt x="1" y="25"/>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1" name="Google Shape;4761;p44"/>
            <p:cNvSpPr/>
            <p:nvPr/>
          </p:nvSpPr>
          <p:spPr>
            <a:xfrm>
              <a:off x="3724450" y="24048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2" name="Google Shape;4762;p44"/>
            <p:cNvSpPr/>
            <p:nvPr/>
          </p:nvSpPr>
          <p:spPr>
            <a:xfrm>
              <a:off x="3563425" y="2397900"/>
              <a:ext cx="11300" cy="11925"/>
            </a:xfrm>
            <a:custGeom>
              <a:avLst/>
              <a:gdLst/>
              <a:ahLst/>
              <a:cxnLst/>
              <a:rect l="l" t="t" r="r" b="b"/>
              <a:pathLst>
                <a:path w="452" h="477" extrusionOk="0">
                  <a:moveTo>
                    <a:pt x="452" y="0"/>
                  </a:moveTo>
                  <a:lnTo>
                    <a:pt x="1" y="251"/>
                  </a:lnTo>
                  <a:lnTo>
                    <a:pt x="1" y="477"/>
                  </a:lnTo>
                  <a:lnTo>
                    <a:pt x="452" y="226"/>
                  </a:lnTo>
                  <a:lnTo>
                    <a:pt x="452"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3" name="Google Shape;4763;p44"/>
            <p:cNvSpPr/>
            <p:nvPr/>
          </p:nvSpPr>
          <p:spPr>
            <a:xfrm>
              <a:off x="3546525" y="2396025"/>
              <a:ext cx="13800" cy="13800"/>
            </a:xfrm>
            <a:custGeom>
              <a:avLst/>
              <a:gdLst/>
              <a:ahLst/>
              <a:cxnLst/>
              <a:rect l="l" t="t" r="r" b="b"/>
              <a:pathLst>
                <a:path w="552" h="552" extrusionOk="0">
                  <a:moveTo>
                    <a:pt x="0" y="0"/>
                  </a:moveTo>
                  <a:lnTo>
                    <a:pt x="0" y="251"/>
                  </a:lnTo>
                  <a:lnTo>
                    <a:pt x="551" y="552"/>
                  </a:lnTo>
                  <a:lnTo>
                    <a:pt x="551" y="326"/>
                  </a:lnTo>
                  <a:lnTo>
                    <a:pt x="0"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4" name="Google Shape;4764;p44"/>
            <p:cNvSpPr/>
            <p:nvPr/>
          </p:nvSpPr>
          <p:spPr>
            <a:xfrm>
              <a:off x="3562800" y="2404175"/>
              <a:ext cx="650" cy="6275"/>
            </a:xfrm>
            <a:custGeom>
              <a:avLst/>
              <a:gdLst/>
              <a:ahLst/>
              <a:cxnLst/>
              <a:rect l="l" t="t" r="r" b="b"/>
              <a:pathLst>
                <a:path w="26" h="251" extrusionOk="0">
                  <a:moveTo>
                    <a:pt x="1" y="0"/>
                  </a:moveTo>
                  <a:lnTo>
                    <a:pt x="1" y="251"/>
                  </a:lnTo>
                  <a:cubicBezTo>
                    <a:pt x="1" y="251"/>
                    <a:pt x="26" y="251"/>
                    <a:pt x="26" y="226"/>
                  </a:cubicBez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5" name="Google Shape;4765;p44"/>
            <p:cNvSpPr/>
            <p:nvPr/>
          </p:nvSpPr>
          <p:spPr>
            <a:xfrm>
              <a:off x="3562175" y="2404175"/>
              <a:ext cx="650" cy="6275"/>
            </a:xfrm>
            <a:custGeom>
              <a:avLst/>
              <a:gdLst/>
              <a:ahLst/>
              <a:cxnLst/>
              <a:rect l="l" t="t" r="r" b="b"/>
              <a:pathLst>
                <a:path w="26" h="251" extrusionOk="0">
                  <a:moveTo>
                    <a:pt x="26" y="0"/>
                  </a:moveTo>
                  <a:cubicBezTo>
                    <a:pt x="26" y="0"/>
                    <a:pt x="26" y="0"/>
                    <a:pt x="1" y="25"/>
                  </a:cubicBezTo>
                  <a:lnTo>
                    <a:pt x="1" y="251"/>
                  </a:lnTo>
                  <a:lnTo>
                    <a:pt x="26" y="251"/>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6" name="Google Shape;4766;p44"/>
            <p:cNvSpPr/>
            <p:nvPr/>
          </p:nvSpPr>
          <p:spPr>
            <a:xfrm>
              <a:off x="3562175" y="24048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7" name="Google Shape;4767;p44"/>
            <p:cNvSpPr/>
            <p:nvPr/>
          </p:nvSpPr>
          <p:spPr>
            <a:xfrm>
              <a:off x="3562175" y="24048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8" name="Google Shape;4768;p44"/>
            <p:cNvSpPr/>
            <p:nvPr/>
          </p:nvSpPr>
          <p:spPr>
            <a:xfrm>
              <a:off x="3561550" y="2404800"/>
              <a:ext cx="650" cy="5650"/>
            </a:xfrm>
            <a:custGeom>
              <a:avLst/>
              <a:gdLst/>
              <a:ahLst/>
              <a:cxnLst/>
              <a:rect l="l" t="t" r="r" b="b"/>
              <a:pathLst>
                <a:path w="26" h="226" extrusionOk="0">
                  <a:moveTo>
                    <a:pt x="1" y="0"/>
                  </a:moveTo>
                  <a:lnTo>
                    <a:pt x="1" y="226"/>
                  </a:lnTo>
                  <a:lnTo>
                    <a:pt x="26"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9" name="Google Shape;4769;p44"/>
            <p:cNvSpPr/>
            <p:nvPr/>
          </p:nvSpPr>
          <p:spPr>
            <a:xfrm>
              <a:off x="3561550" y="24048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0" name="Google Shape;4770;p44"/>
            <p:cNvSpPr/>
            <p:nvPr/>
          </p:nvSpPr>
          <p:spPr>
            <a:xfrm>
              <a:off x="3560925" y="2404800"/>
              <a:ext cx="650" cy="5650"/>
            </a:xfrm>
            <a:custGeom>
              <a:avLst/>
              <a:gdLst/>
              <a:ahLst/>
              <a:cxnLst/>
              <a:rect l="l" t="t" r="r" b="b"/>
              <a:pathLst>
                <a:path w="26" h="226" extrusionOk="0">
                  <a:moveTo>
                    <a:pt x="1" y="0"/>
                  </a:moveTo>
                  <a:lnTo>
                    <a:pt x="1" y="226"/>
                  </a:lnTo>
                  <a:lnTo>
                    <a:pt x="26" y="226"/>
                  </a:lnTo>
                  <a:lnTo>
                    <a:pt x="26" y="0"/>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1" name="Google Shape;4771;p44"/>
            <p:cNvSpPr/>
            <p:nvPr/>
          </p:nvSpPr>
          <p:spPr>
            <a:xfrm>
              <a:off x="3560925" y="2404175"/>
              <a:ext cx="25" cy="6275"/>
            </a:xfrm>
            <a:custGeom>
              <a:avLst/>
              <a:gdLst/>
              <a:ahLst/>
              <a:cxnLst/>
              <a:rect l="l" t="t" r="r" b="b"/>
              <a:pathLst>
                <a:path w="1" h="251" extrusionOk="0">
                  <a:moveTo>
                    <a:pt x="1" y="25"/>
                  </a:moveTo>
                  <a:lnTo>
                    <a:pt x="1" y="251"/>
                  </a:lnTo>
                  <a:cubicBezTo>
                    <a:pt x="1" y="251"/>
                    <a:pt x="1" y="251"/>
                    <a:pt x="1" y="251"/>
                  </a:cubicBezTo>
                  <a:lnTo>
                    <a:pt x="1" y="0"/>
                  </a:lnTo>
                  <a:cubicBezTo>
                    <a:pt x="1" y="25"/>
                    <a:pt x="1" y="25"/>
                    <a:pt x="1" y="25"/>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2" name="Google Shape;4772;p44"/>
            <p:cNvSpPr/>
            <p:nvPr/>
          </p:nvSpPr>
          <p:spPr>
            <a:xfrm>
              <a:off x="3560925" y="24041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3" name="Google Shape;4773;p44"/>
            <p:cNvSpPr/>
            <p:nvPr/>
          </p:nvSpPr>
          <p:spPr>
            <a:xfrm>
              <a:off x="3560300" y="2404175"/>
              <a:ext cx="650" cy="6275"/>
            </a:xfrm>
            <a:custGeom>
              <a:avLst/>
              <a:gdLst/>
              <a:ahLst/>
              <a:cxnLst/>
              <a:rect l="l" t="t" r="r" b="b"/>
              <a:pathLst>
                <a:path w="26" h="251" extrusionOk="0">
                  <a:moveTo>
                    <a:pt x="0" y="0"/>
                  </a:moveTo>
                  <a:lnTo>
                    <a:pt x="0" y="251"/>
                  </a:lnTo>
                  <a:lnTo>
                    <a:pt x="26" y="251"/>
                  </a:lnTo>
                  <a:lnTo>
                    <a:pt x="26"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4" name="Google Shape;4774;p44"/>
            <p:cNvSpPr/>
            <p:nvPr/>
          </p:nvSpPr>
          <p:spPr>
            <a:xfrm>
              <a:off x="3560300" y="2404175"/>
              <a:ext cx="25" cy="6275"/>
            </a:xfrm>
            <a:custGeom>
              <a:avLst/>
              <a:gdLst/>
              <a:ahLst/>
              <a:cxnLst/>
              <a:rect l="l" t="t" r="r" b="b"/>
              <a:pathLst>
                <a:path w="1" h="251" extrusionOk="0">
                  <a:moveTo>
                    <a:pt x="0" y="0"/>
                  </a:moveTo>
                  <a:lnTo>
                    <a:pt x="0" y="251"/>
                  </a:lnTo>
                  <a:cubicBezTo>
                    <a:pt x="0" y="251"/>
                    <a:pt x="0" y="251"/>
                    <a:pt x="0" y="226"/>
                  </a:cubicBezTo>
                  <a:lnTo>
                    <a:pt x="0" y="0"/>
                  </a:lnTo>
                  <a:cubicBezTo>
                    <a:pt x="0" y="0"/>
                    <a:pt x="0" y="0"/>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5" name="Google Shape;4775;p44"/>
            <p:cNvSpPr/>
            <p:nvPr/>
          </p:nvSpPr>
          <p:spPr>
            <a:xfrm>
              <a:off x="3545900" y="2387400"/>
              <a:ext cx="29450" cy="17250"/>
            </a:xfrm>
            <a:custGeom>
              <a:avLst/>
              <a:gdLst/>
              <a:ahLst/>
              <a:cxnLst/>
              <a:rect l="l" t="t" r="r" b="b"/>
              <a:pathLst>
                <a:path w="1178" h="690" extrusionOk="0">
                  <a:moveTo>
                    <a:pt x="539" y="1"/>
                  </a:moveTo>
                  <a:cubicBezTo>
                    <a:pt x="514" y="1"/>
                    <a:pt x="489" y="7"/>
                    <a:pt x="476" y="19"/>
                  </a:cubicBezTo>
                  <a:lnTo>
                    <a:pt x="25" y="295"/>
                  </a:lnTo>
                  <a:cubicBezTo>
                    <a:pt x="0" y="295"/>
                    <a:pt x="0" y="345"/>
                    <a:pt x="25" y="370"/>
                  </a:cubicBezTo>
                  <a:lnTo>
                    <a:pt x="576" y="671"/>
                  </a:lnTo>
                  <a:cubicBezTo>
                    <a:pt x="589" y="684"/>
                    <a:pt x="608" y="690"/>
                    <a:pt x="630" y="690"/>
                  </a:cubicBezTo>
                  <a:cubicBezTo>
                    <a:pt x="652" y="690"/>
                    <a:pt x="677" y="684"/>
                    <a:pt x="702" y="671"/>
                  </a:cubicBezTo>
                  <a:lnTo>
                    <a:pt x="1153" y="420"/>
                  </a:lnTo>
                  <a:cubicBezTo>
                    <a:pt x="1178" y="395"/>
                    <a:pt x="1178" y="370"/>
                    <a:pt x="1153" y="345"/>
                  </a:cubicBezTo>
                  <a:lnTo>
                    <a:pt x="602" y="19"/>
                  </a:lnTo>
                  <a:cubicBezTo>
                    <a:pt x="589" y="7"/>
                    <a:pt x="564" y="1"/>
                    <a:pt x="539"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6" name="Google Shape;4776;p44"/>
            <p:cNvSpPr/>
            <p:nvPr/>
          </p:nvSpPr>
          <p:spPr>
            <a:xfrm>
              <a:off x="3547150" y="2387875"/>
              <a:ext cx="26950" cy="15050"/>
            </a:xfrm>
            <a:custGeom>
              <a:avLst/>
              <a:gdLst/>
              <a:ahLst/>
              <a:cxnLst/>
              <a:rect l="l" t="t" r="r" b="b"/>
              <a:pathLst>
                <a:path w="1078" h="602" extrusionOk="0">
                  <a:moveTo>
                    <a:pt x="451" y="0"/>
                  </a:moveTo>
                  <a:cubicBezTo>
                    <a:pt x="451" y="0"/>
                    <a:pt x="0" y="251"/>
                    <a:pt x="0" y="251"/>
                  </a:cubicBezTo>
                  <a:cubicBezTo>
                    <a:pt x="0" y="251"/>
                    <a:pt x="0" y="276"/>
                    <a:pt x="0" y="276"/>
                  </a:cubicBezTo>
                  <a:lnTo>
                    <a:pt x="552" y="577"/>
                  </a:lnTo>
                  <a:cubicBezTo>
                    <a:pt x="552" y="577"/>
                    <a:pt x="577" y="602"/>
                    <a:pt x="577" y="602"/>
                  </a:cubicBezTo>
                  <a:cubicBezTo>
                    <a:pt x="602" y="602"/>
                    <a:pt x="627" y="577"/>
                    <a:pt x="627" y="577"/>
                  </a:cubicBezTo>
                  <a:cubicBezTo>
                    <a:pt x="627" y="577"/>
                    <a:pt x="1078" y="326"/>
                    <a:pt x="1078" y="326"/>
                  </a:cubicBezTo>
                  <a:cubicBezTo>
                    <a:pt x="1078" y="326"/>
                    <a:pt x="1078" y="326"/>
                    <a:pt x="1078" y="301"/>
                  </a:cubicBezTo>
                  <a:lnTo>
                    <a:pt x="526"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7" name="Google Shape;4777;p44"/>
            <p:cNvSpPr/>
            <p:nvPr/>
          </p:nvSpPr>
          <p:spPr>
            <a:xfrm>
              <a:off x="3602275" y="2398525"/>
              <a:ext cx="11300" cy="12550"/>
            </a:xfrm>
            <a:custGeom>
              <a:avLst/>
              <a:gdLst/>
              <a:ahLst/>
              <a:cxnLst/>
              <a:rect l="l" t="t" r="r" b="b"/>
              <a:pathLst>
                <a:path w="452" h="502" extrusionOk="0">
                  <a:moveTo>
                    <a:pt x="452" y="1"/>
                  </a:moveTo>
                  <a:lnTo>
                    <a:pt x="1" y="251"/>
                  </a:lnTo>
                  <a:lnTo>
                    <a:pt x="1" y="502"/>
                  </a:lnTo>
                  <a:lnTo>
                    <a:pt x="452" y="226"/>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8" name="Google Shape;4778;p44"/>
            <p:cNvSpPr/>
            <p:nvPr/>
          </p:nvSpPr>
          <p:spPr>
            <a:xfrm>
              <a:off x="3585350" y="2397275"/>
              <a:ext cx="13825" cy="13800"/>
            </a:xfrm>
            <a:custGeom>
              <a:avLst/>
              <a:gdLst/>
              <a:ahLst/>
              <a:cxnLst/>
              <a:rect l="l" t="t" r="r" b="b"/>
              <a:pathLst>
                <a:path w="553" h="552" extrusionOk="0">
                  <a:moveTo>
                    <a:pt x="1" y="0"/>
                  </a:moveTo>
                  <a:lnTo>
                    <a:pt x="1" y="226"/>
                  </a:lnTo>
                  <a:lnTo>
                    <a:pt x="552" y="552"/>
                  </a:lnTo>
                  <a:lnTo>
                    <a:pt x="552" y="301"/>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9" name="Google Shape;4779;p44"/>
            <p:cNvSpPr/>
            <p:nvPr/>
          </p:nvSpPr>
          <p:spPr>
            <a:xfrm>
              <a:off x="3601650" y="2404800"/>
              <a:ext cx="650" cy="6275"/>
            </a:xfrm>
            <a:custGeom>
              <a:avLst/>
              <a:gdLst/>
              <a:ahLst/>
              <a:cxnLst/>
              <a:rect l="l" t="t" r="r" b="b"/>
              <a:pathLst>
                <a:path w="26" h="251" extrusionOk="0">
                  <a:moveTo>
                    <a:pt x="26" y="0"/>
                  </a:moveTo>
                  <a:cubicBezTo>
                    <a:pt x="26" y="0"/>
                    <a:pt x="26" y="25"/>
                    <a:pt x="1" y="25"/>
                  </a:cubicBezTo>
                  <a:lnTo>
                    <a:pt x="1" y="251"/>
                  </a:lnTo>
                  <a:lnTo>
                    <a:pt x="26" y="251"/>
                  </a:ln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0" name="Google Shape;4780;p44"/>
            <p:cNvSpPr/>
            <p:nvPr/>
          </p:nvSpPr>
          <p:spPr>
            <a:xfrm>
              <a:off x="3601650" y="24054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1" name="Google Shape;4781;p44"/>
            <p:cNvSpPr/>
            <p:nvPr/>
          </p:nvSpPr>
          <p:spPr>
            <a:xfrm>
              <a:off x="3601025" y="2405425"/>
              <a:ext cx="650" cy="5650"/>
            </a:xfrm>
            <a:custGeom>
              <a:avLst/>
              <a:gdLst/>
              <a:ahLst/>
              <a:cxnLst/>
              <a:rect l="l" t="t" r="r" b="b"/>
              <a:pathLst>
                <a:path w="26" h="226" extrusionOk="0">
                  <a:moveTo>
                    <a:pt x="1" y="0"/>
                  </a:moveTo>
                  <a:lnTo>
                    <a:pt x="1" y="226"/>
                  </a:lnTo>
                  <a:lnTo>
                    <a:pt x="26" y="226"/>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2" name="Google Shape;4782;p44"/>
            <p:cNvSpPr/>
            <p:nvPr/>
          </p:nvSpPr>
          <p:spPr>
            <a:xfrm>
              <a:off x="3601025" y="24054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3" name="Google Shape;4783;p44"/>
            <p:cNvSpPr/>
            <p:nvPr/>
          </p:nvSpPr>
          <p:spPr>
            <a:xfrm>
              <a:off x="3600400" y="2405425"/>
              <a:ext cx="650" cy="5650"/>
            </a:xfrm>
            <a:custGeom>
              <a:avLst/>
              <a:gdLst/>
              <a:ahLst/>
              <a:cxnLst/>
              <a:rect l="l" t="t" r="r" b="b"/>
              <a:pathLst>
                <a:path w="26" h="226" extrusionOk="0">
                  <a:moveTo>
                    <a:pt x="1" y="0"/>
                  </a:moveTo>
                  <a:lnTo>
                    <a:pt x="1" y="226"/>
                  </a:lnTo>
                  <a:lnTo>
                    <a:pt x="26"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4" name="Google Shape;4784;p44"/>
            <p:cNvSpPr/>
            <p:nvPr/>
          </p:nvSpPr>
          <p:spPr>
            <a:xfrm>
              <a:off x="3600400" y="24054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5" name="Google Shape;4785;p44"/>
            <p:cNvSpPr/>
            <p:nvPr/>
          </p:nvSpPr>
          <p:spPr>
            <a:xfrm>
              <a:off x="3600400" y="24054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6" name="Google Shape;4786;p44"/>
            <p:cNvSpPr/>
            <p:nvPr/>
          </p:nvSpPr>
          <p:spPr>
            <a:xfrm>
              <a:off x="3599775" y="2405425"/>
              <a:ext cx="650" cy="5650"/>
            </a:xfrm>
            <a:custGeom>
              <a:avLst/>
              <a:gdLst/>
              <a:ahLst/>
              <a:cxnLst/>
              <a:rect l="l" t="t" r="r" b="b"/>
              <a:pathLst>
                <a:path w="26" h="226" extrusionOk="0">
                  <a:moveTo>
                    <a:pt x="0" y="0"/>
                  </a:moveTo>
                  <a:lnTo>
                    <a:pt x="0" y="226"/>
                  </a:lnTo>
                  <a:lnTo>
                    <a:pt x="26" y="226"/>
                  </a:lnTo>
                  <a:lnTo>
                    <a:pt x="26"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7" name="Google Shape;4787;p44"/>
            <p:cNvSpPr/>
            <p:nvPr/>
          </p:nvSpPr>
          <p:spPr>
            <a:xfrm>
              <a:off x="3599775" y="24054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8" name="Google Shape;4788;p44"/>
            <p:cNvSpPr/>
            <p:nvPr/>
          </p:nvSpPr>
          <p:spPr>
            <a:xfrm>
              <a:off x="3599150" y="2405425"/>
              <a:ext cx="650" cy="5650"/>
            </a:xfrm>
            <a:custGeom>
              <a:avLst/>
              <a:gdLst/>
              <a:ahLst/>
              <a:cxnLst/>
              <a:rect l="l" t="t" r="r" b="b"/>
              <a:pathLst>
                <a:path w="26" h="226" extrusionOk="0">
                  <a:moveTo>
                    <a:pt x="0" y="0"/>
                  </a:moveTo>
                  <a:lnTo>
                    <a:pt x="0" y="226"/>
                  </a:lnTo>
                  <a:lnTo>
                    <a:pt x="25" y="226"/>
                  </a:lnTo>
                  <a:lnTo>
                    <a:pt x="25"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9" name="Google Shape;4789;p44"/>
            <p:cNvSpPr/>
            <p:nvPr/>
          </p:nvSpPr>
          <p:spPr>
            <a:xfrm>
              <a:off x="3599150" y="2404800"/>
              <a:ext cx="25" cy="6275"/>
            </a:xfrm>
            <a:custGeom>
              <a:avLst/>
              <a:gdLst/>
              <a:ahLst/>
              <a:cxnLst/>
              <a:rect l="l" t="t" r="r" b="b"/>
              <a:pathLst>
                <a:path w="1" h="251" extrusionOk="0">
                  <a:moveTo>
                    <a:pt x="0" y="25"/>
                  </a:moveTo>
                  <a:lnTo>
                    <a:pt x="0" y="251"/>
                  </a:lnTo>
                  <a:cubicBezTo>
                    <a:pt x="0" y="251"/>
                    <a:pt x="0" y="251"/>
                    <a:pt x="0" y="251"/>
                  </a:cubicBezTo>
                  <a:lnTo>
                    <a:pt x="0" y="0"/>
                  </a:lnTo>
                  <a:cubicBezTo>
                    <a:pt x="0" y="0"/>
                    <a:pt x="0" y="25"/>
                    <a:pt x="0" y="25"/>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0" name="Google Shape;4790;p44"/>
            <p:cNvSpPr/>
            <p:nvPr/>
          </p:nvSpPr>
          <p:spPr>
            <a:xfrm>
              <a:off x="3641125" y="2399150"/>
              <a:ext cx="11300" cy="12550"/>
            </a:xfrm>
            <a:custGeom>
              <a:avLst/>
              <a:gdLst/>
              <a:ahLst/>
              <a:cxnLst/>
              <a:rect l="l" t="t" r="r" b="b"/>
              <a:pathLst>
                <a:path w="452" h="502" extrusionOk="0">
                  <a:moveTo>
                    <a:pt x="452" y="1"/>
                  </a:moveTo>
                  <a:lnTo>
                    <a:pt x="1" y="276"/>
                  </a:lnTo>
                  <a:lnTo>
                    <a:pt x="1" y="502"/>
                  </a:lnTo>
                  <a:lnTo>
                    <a:pt x="452" y="251"/>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1" name="Google Shape;4791;p44"/>
            <p:cNvSpPr/>
            <p:nvPr/>
          </p:nvSpPr>
          <p:spPr>
            <a:xfrm>
              <a:off x="3624200" y="2397900"/>
              <a:ext cx="13825" cy="13800"/>
            </a:xfrm>
            <a:custGeom>
              <a:avLst/>
              <a:gdLst/>
              <a:ahLst/>
              <a:cxnLst/>
              <a:rect l="l" t="t" r="r" b="b"/>
              <a:pathLst>
                <a:path w="553" h="552" extrusionOk="0">
                  <a:moveTo>
                    <a:pt x="1" y="0"/>
                  </a:moveTo>
                  <a:lnTo>
                    <a:pt x="1" y="251"/>
                  </a:lnTo>
                  <a:lnTo>
                    <a:pt x="552" y="552"/>
                  </a:lnTo>
                  <a:lnTo>
                    <a:pt x="552" y="326"/>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2" name="Google Shape;4792;p44"/>
            <p:cNvSpPr/>
            <p:nvPr/>
          </p:nvSpPr>
          <p:spPr>
            <a:xfrm>
              <a:off x="3730100" y="24066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3" name="Google Shape;4793;p44"/>
            <p:cNvSpPr/>
            <p:nvPr/>
          </p:nvSpPr>
          <p:spPr>
            <a:xfrm>
              <a:off x="3729475" y="2406050"/>
              <a:ext cx="650" cy="6275"/>
            </a:xfrm>
            <a:custGeom>
              <a:avLst/>
              <a:gdLst/>
              <a:ahLst/>
              <a:cxnLst/>
              <a:rect l="l" t="t" r="r" b="b"/>
              <a:pathLst>
                <a:path w="26" h="251" extrusionOk="0">
                  <a:moveTo>
                    <a:pt x="0" y="0"/>
                  </a:moveTo>
                  <a:lnTo>
                    <a:pt x="0" y="251"/>
                  </a:lnTo>
                  <a:lnTo>
                    <a:pt x="26" y="251"/>
                  </a:lnTo>
                  <a:lnTo>
                    <a:pt x="26" y="25"/>
                  </a:lnTo>
                  <a:cubicBezTo>
                    <a:pt x="26" y="25"/>
                    <a:pt x="26"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4" name="Google Shape;4794;p44"/>
            <p:cNvSpPr/>
            <p:nvPr/>
          </p:nvSpPr>
          <p:spPr>
            <a:xfrm>
              <a:off x="3729475" y="24060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5" name="Google Shape;4795;p44"/>
            <p:cNvSpPr/>
            <p:nvPr/>
          </p:nvSpPr>
          <p:spPr>
            <a:xfrm>
              <a:off x="3729475" y="2406050"/>
              <a:ext cx="25" cy="6275"/>
            </a:xfrm>
            <a:custGeom>
              <a:avLst/>
              <a:gdLst/>
              <a:ahLst/>
              <a:cxnLst/>
              <a:rect l="l" t="t" r="r" b="b"/>
              <a:pathLst>
                <a:path w="1" h="251" extrusionOk="0">
                  <a:moveTo>
                    <a:pt x="0" y="0"/>
                  </a:moveTo>
                  <a:lnTo>
                    <a:pt x="0" y="251"/>
                  </a:lnTo>
                  <a:cubicBezTo>
                    <a:pt x="0" y="251"/>
                    <a:pt x="0" y="251"/>
                    <a:pt x="0" y="251"/>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6" name="Google Shape;4796;p44"/>
            <p:cNvSpPr/>
            <p:nvPr/>
          </p:nvSpPr>
          <p:spPr>
            <a:xfrm>
              <a:off x="3729475" y="2406050"/>
              <a:ext cx="25" cy="6275"/>
            </a:xfrm>
            <a:custGeom>
              <a:avLst/>
              <a:gdLst/>
              <a:ahLst/>
              <a:cxnLst/>
              <a:rect l="l" t="t" r="r" b="b"/>
              <a:pathLst>
                <a:path w="1" h="251" extrusionOk="0">
                  <a:moveTo>
                    <a:pt x="0" y="0"/>
                  </a:moveTo>
                  <a:lnTo>
                    <a:pt x="0" y="251"/>
                  </a:lnTo>
                  <a:cubicBezTo>
                    <a:pt x="0" y="251"/>
                    <a:pt x="0" y="251"/>
                    <a:pt x="0" y="251"/>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7" name="Google Shape;4797;p44"/>
            <p:cNvSpPr/>
            <p:nvPr/>
          </p:nvSpPr>
          <p:spPr>
            <a:xfrm>
              <a:off x="3728850" y="240605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8" name="Google Shape;4798;p44"/>
            <p:cNvSpPr/>
            <p:nvPr/>
          </p:nvSpPr>
          <p:spPr>
            <a:xfrm>
              <a:off x="3728850" y="2406050"/>
              <a:ext cx="25" cy="6275"/>
            </a:xfrm>
            <a:custGeom>
              <a:avLst/>
              <a:gdLst/>
              <a:ahLst/>
              <a:cxnLst/>
              <a:rect l="l" t="t" r="r" b="b"/>
              <a:pathLst>
                <a:path w="1" h="251" extrusionOk="0">
                  <a:moveTo>
                    <a:pt x="0" y="0"/>
                  </a:moveTo>
                  <a:lnTo>
                    <a:pt x="0" y="251"/>
                  </a:lnTo>
                  <a:lnTo>
                    <a:pt x="0" y="251"/>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9" name="Google Shape;4799;p44"/>
            <p:cNvSpPr/>
            <p:nvPr/>
          </p:nvSpPr>
          <p:spPr>
            <a:xfrm>
              <a:off x="3728850" y="24060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0" name="Google Shape;4800;p44"/>
            <p:cNvSpPr/>
            <p:nvPr/>
          </p:nvSpPr>
          <p:spPr>
            <a:xfrm>
              <a:off x="3728225" y="2406050"/>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1" name="Google Shape;4801;p44"/>
            <p:cNvSpPr/>
            <p:nvPr/>
          </p:nvSpPr>
          <p:spPr>
            <a:xfrm>
              <a:off x="3728225" y="2406050"/>
              <a:ext cx="25" cy="6275"/>
            </a:xfrm>
            <a:custGeom>
              <a:avLst/>
              <a:gdLst/>
              <a:ahLst/>
              <a:cxnLst/>
              <a:rect l="l" t="t" r="r" b="b"/>
              <a:pathLst>
                <a:path w="1" h="251" extrusionOk="0">
                  <a:moveTo>
                    <a:pt x="0" y="0"/>
                  </a:moveTo>
                  <a:lnTo>
                    <a:pt x="0" y="251"/>
                  </a:lnTo>
                  <a:cubicBezTo>
                    <a:pt x="0" y="251"/>
                    <a:pt x="0" y="251"/>
                    <a:pt x="0" y="251"/>
                  </a:cubicBezTo>
                  <a:lnTo>
                    <a:pt x="0" y="25"/>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2" name="Google Shape;4802;p44"/>
            <p:cNvSpPr/>
            <p:nvPr/>
          </p:nvSpPr>
          <p:spPr>
            <a:xfrm>
              <a:off x="3727600" y="24066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3" name="Google Shape;4803;p44"/>
            <p:cNvSpPr/>
            <p:nvPr/>
          </p:nvSpPr>
          <p:spPr>
            <a:xfrm>
              <a:off x="3623575" y="2389275"/>
              <a:ext cx="29475" cy="17275"/>
            </a:xfrm>
            <a:custGeom>
              <a:avLst/>
              <a:gdLst/>
              <a:ahLst/>
              <a:cxnLst/>
              <a:rect l="l" t="t" r="r" b="b"/>
              <a:pathLst>
                <a:path w="1179" h="691" extrusionOk="0">
                  <a:moveTo>
                    <a:pt x="549" y="1"/>
                  </a:moveTo>
                  <a:cubicBezTo>
                    <a:pt x="527" y="1"/>
                    <a:pt x="502" y="7"/>
                    <a:pt x="477" y="20"/>
                  </a:cubicBezTo>
                  <a:lnTo>
                    <a:pt x="26" y="270"/>
                  </a:lnTo>
                  <a:cubicBezTo>
                    <a:pt x="1" y="295"/>
                    <a:pt x="1" y="320"/>
                    <a:pt x="26" y="345"/>
                  </a:cubicBezTo>
                  <a:lnTo>
                    <a:pt x="577" y="671"/>
                  </a:lnTo>
                  <a:cubicBezTo>
                    <a:pt x="602" y="684"/>
                    <a:pt x="627" y="690"/>
                    <a:pt x="649" y="690"/>
                  </a:cubicBezTo>
                  <a:cubicBezTo>
                    <a:pt x="671" y="690"/>
                    <a:pt x="690" y="684"/>
                    <a:pt x="703" y="671"/>
                  </a:cubicBezTo>
                  <a:lnTo>
                    <a:pt x="1154" y="396"/>
                  </a:lnTo>
                  <a:cubicBezTo>
                    <a:pt x="1179" y="396"/>
                    <a:pt x="1179" y="345"/>
                    <a:pt x="1154" y="320"/>
                  </a:cubicBezTo>
                  <a:lnTo>
                    <a:pt x="602" y="20"/>
                  </a:lnTo>
                  <a:cubicBezTo>
                    <a:pt x="590" y="7"/>
                    <a:pt x="571" y="1"/>
                    <a:pt x="549"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4" name="Google Shape;4804;p44"/>
            <p:cNvSpPr/>
            <p:nvPr/>
          </p:nvSpPr>
          <p:spPr>
            <a:xfrm>
              <a:off x="3624825" y="2389125"/>
              <a:ext cx="26975" cy="15075"/>
            </a:xfrm>
            <a:custGeom>
              <a:avLst/>
              <a:gdLst/>
              <a:ahLst/>
              <a:cxnLst/>
              <a:rect l="l" t="t" r="r" b="b"/>
              <a:pathLst>
                <a:path w="1079" h="603" extrusionOk="0">
                  <a:moveTo>
                    <a:pt x="502" y="1"/>
                  </a:moveTo>
                  <a:cubicBezTo>
                    <a:pt x="477" y="1"/>
                    <a:pt x="452" y="1"/>
                    <a:pt x="452" y="26"/>
                  </a:cubicBezTo>
                  <a:lnTo>
                    <a:pt x="1" y="276"/>
                  </a:lnTo>
                  <a:lnTo>
                    <a:pt x="552" y="602"/>
                  </a:lnTo>
                  <a:lnTo>
                    <a:pt x="628" y="602"/>
                  </a:lnTo>
                  <a:cubicBezTo>
                    <a:pt x="628" y="602"/>
                    <a:pt x="1079" y="326"/>
                    <a:pt x="1079" y="326"/>
                  </a:cubicBezTo>
                  <a:lnTo>
                    <a:pt x="552" y="26"/>
                  </a:lnTo>
                  <a:cubicBezTo>
                    <a:pt x="527" y="1"/>
                    <a:pt x="502" y="1"/>
                    <a:pt x="502" y="1"/>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5" name="Google Shape;4805;p44"/>
            <p:cNvSpPr/>
            <p:nvPr/>
          </p:nvSpPr>
          <p:spPr>
            <a:xfrm>
              <a:off x="3640500" y="2406050"/>
              <a:ext cx="650" cy="6275"/>
            </a:xfrm>
            <a:custGeom>
              <a:avLst/>
              <a:gdLst/>
              <a:ahLst/>
              <a:cxnLst/>
              <a:rect l="l" t="t" r="r" b="b"/>
              <a:pathLst>
                <a:path w="26" h="251" extrusionOk="0">
                  <a:moveTo>
                    <a:pt x="1" y="0"/>
                  </a:moveTo>
                  <a:lnTo>
                    <a:pt x="1" y="251"/>
                  </a:lnTo>
                  <a:cubicBezTo>
                    <a:pt x="26" y="226"/>
                    <a:pt x="26" y="226"/>
                    <a:pt x="26" y="226"/>
                  </a:cubicBez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6" name="Google Shape;4806;p44"/>
            <p:cNvSpPr/>
            <p:nvPr/>
          </p:nvSpPr>
          <p:spPr>
            <a:xfrm>
              <a:off x="3640500" y="2406050"/>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7" name="Google Shape;4807;p44"/>
            <p:cNvSpPr/>
            <p:nvPr/>
          </p:nvSpPr>
          <p:spPr>
            <a:xfrm>
              <a:off x="3639875" y="2406050"/>
              <a:ext cx="650" cy="6275"/>
            </a:xfrm>
            <a:custGeom>
              <a:avLst/>
              <a:gdLst/>
              <a:ahLst/>
              <a:cxnLst/>
              <a:rect l="l" t="t" r="r" b="b"/>
              <a:pathLst>
                <a:path w="26" h="251" extrusionOk="0">
                  <a:moveTo>
                    <a:pt x="0" y="0"/>
                  </a:moveTo>
                  <a:lnTo>
                    <a:pt x="0" y="251"/>
                  </a:lnTo>
                  <a:lnTo>
                    <a:pt x="26" y="251"/>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8" name="Google Shape;4808;p44"/>
            <p:cNvSpPr/>
            <p:nvPr/>
          </p:nvSpPr>
          <p:spPr>
            <a:xfrm>
              <a:off x="3639875" y="24060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9" name="Google Shape;4809;p44"/>
            <p:cNvSpPr/>
            <p:nvPr/>
          </p:nvSpPr>
          <p:spPr>
            <a:xfrm>
              <a:off x="3639250" y="2406050"/>
              <a:ext cx="650" cy="6275"/>
            </a:xfrm>
            <a:custGeom>
              <a:avLst/>
              <a:gdLst/>
              <a:ahLst/>
              <a:cxnLst/>
              <a:rect l="l" t="t" r="r" b="b"/>
              <a:pathLst>
                <a:path w="26" h="251" extrusionOk="0">
                  <a:moveTo>
                    <a:pt x="25" y="0"/>
                  </a:moveTo>
                  <a:lnTo>
                    <a:pt x="0" y="251"/>
                  </a:lnTo>
                  <a:lnTo>
                    <a:pt x="25" y="251"/>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0" name="Google Shape;4810;p44"/>
            <p:cNvSpPr/>
            <p:nvPr/>
          </p:nvSpPr>
          <p:spPr>
            <a:xfrm>
              <a:off x="3639250" y="2406050"/>
              <a:ext cx="650" cy="6275"/>
            </a:xfrm>
            <a:custGeom>
              <a:avLst/>
              <a:gdLst/>
              <a:ahLst/>
              <a:cxnLst/>
              <a:rect l="l" t="t" r="r" b="b"/>
              <a:pathLst>
                <a:path w="26" h="251" extrusionOk="0">
                  <a:moveTo>
                    <a:pt x="0" y="0"/>
                  </a:moveTo>
                  <a:lnTo>
                    <a:pt x="0" y="251"/>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1" name="Google Shape;4811;p44"/>
            <p:cNvSpPr/>
            <p:nvPr/>
          </p:nvSpPr>
          <p:spPr>
            <a:xfrm>
              <a:off x="3639250" y="24060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2" name="Google Shape;4812;p44"/>
            <p:cNvSpPr/>
            <p:nvPr/>
          </p:nvSpPr>
          <p:spPr>
            <a:xfrm>
              <a:off x="3638625" y="2406050"/>
              <a:ext cx="650" cy="6275"/>
            </a:xfrm>
            <a:custGeom>
              <a:avLst/>
              <a:gdLst/>
              <a:ahLst/>
              <a:cxnLst/>
              <a:rect l="l" t="t" r="r" b="b"/>
              <a:pathLst>
                <a:path w="26" h="251" extrusionOk="0">
                  <a:moveTo>
                    <a:pt x="0" y="0"/>
                  </a:moveTo>
                  <a:lnTo>
                    <a:pt x="0" y="251"/>
                  </a:lnTo>
                  <a:lnTo>
                    <a:pt x="25" y="251"/>
                  </a:lnTo>
                  <a:lnTo>
                    <a:pt x="25"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3" name="Google Shape;4813;p44"/>
            <p:cNvSpPr/>
            <p:nvPr/>
          </p:nvSpPr>
          <p:spPr>
            <a:xfrm>
              <a:off x="3638625" y="24060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4" name="Google Shape;4814;p44"/>
            <p:cNvSpPr/>
            <p:nvPr/>
          </p:nvSpPr>
          <p:spPr>
            <a:xfrm>
              <a:off x="3638625" y="2406050"/>
              <a:ext cx="25" cy="6275"/>
            </a:xfrm>
            <a:custGeom>
              <a:avLst/>
              <a:gdLst/>
              <a:ahLst/>
              <a:cxnLst/>
              <a:rect l="l" t="t" r="r" b="b"/>
              <a:pathLst>
                <a:path w="1" h="251" extrusionOk="0">
                  <a:moveTo>
                    <a:pt x="0" y="0"/>
                  </a:moveTo>
                  <a:lnTo>
                    <a:pt x="0" y="251"/>
                  </a:lnTo>
                  <a:cubicBezTo>
                    <a:pt x="0" y="226"/>
                    <a:pt x="0" y="226"/>
                    <a:pt x="0" y="226"/>
                  </a:cubicBezTo>
                  <a:lnTo>
                    <a:pt x="0" y="0"/>
                  </a:lnTo>
                  <a:cubicBezTo>
                    <a:pt x="0" y="0"/>
                    <a:pt x="0" y="0"/>
                    <a:pt x="0"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5" name="Google Shape;4815;p44"/>
            <p:cNvSpPr/>
            <p:nvPr/>
          </p:nvSpPr>
          <p:spPr>
            <a:xfrm>
              <a:off x="3638000" y="2406050"/>
              <a:ext cx="650" cy="5650"/>
            </a:xfrm>
            <a:custGeom>
              <a:avLst/>
              <a:gdLst/>
              <a:ahLst/>
              <a:cxnLst/>
              <a:rect l="l" t="t" r="r" b="b"/>
              <a:pathLst>
                <a:path w="26" h="226" extrusionOk="0">
                  <a:moveTo>
                    <a:pt x="0" y="0"/>
                  </a:moveTo>
                  <a:lnTo>
                    <a:pt x="0" y="226"/>
                  </a:lnTo>
                  <a:lnTo>
                    <a:pt x="25" y="226"/>
                  </a:lnTo>
                  <a:lnTo>
                    <a:pt x="25"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6" name="Google Shape;4816;p44"/>
            <p:cNvSpPr/>
            <p:nvPr/>
          </p:nvSpPr>
          <p:spPr>
            <a:xfrm>
              <a:off x="3566575" y="2399775"/>
              <a:ext cx="11300" cy="12550"/>
            </a:xfrm>
            <a:custGeom>
              <a:avLst/>
              <a:gdLst/>
              <a:ahLst/>
              <a:cxnLst/>
              <a:rect l="l" t="t" r="r" b="b"/>
              <a:pathLst>
                <a:path w="452" h="502" extrusionOk="0">
                  <a:moveTo>
                    <a:pt x="451" y="1"/>
                  </a:moveTo>
                  <a:lnTo>
                    <a:pt x="0" y="251"/>
                  </a:lnTo>
                  <a:lnTo>
                    <a:pt x="0" y="502"/>
                  </a:lnTo>
                  <a:lnTo>
                    <a:pt x="451" y="226"/>
                  </a:lnTo>
                  <a:lnTo>
                    <a:pt x="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7" name="Google Shape;4817;p44"/>
            <p:cNvSpPr/>
            <p:nvPr/>
          </p:nvSpPr>
          <p:spPr>
            <a:xfrm>
              <a:off x="3385475" y="2375975"/>
              <a:ext cx="51425" cy="35725"/>
            </a:xfrm>
            <a:custGeom>
              <a:avLst/>
              <a:gdLst/>
              <a:ahLst/>
              <a:cxnLst/>
              <a:rect l="l" t="t" r="r" b="b"/>
              <a:pathLst>
                <a:path w="2057" h="1429" extrusionOk="0">
                  <a:moveTo>
                    <a:pt x="2056" y="0"/>
                  </a:moveTo>
                  <a:lnTo>
                    <a:pt x="1" y="1203"/>
                  </a:lnTo>
                  <a:lnTo>
                    <a:pt x="1" y="1429"/>
                  </a:lnTo>
                  <a:lnTo>
                    <a:pt x="2056" y="226"/>
                  </a:lnTo>
                  <a:lnTo>
                    <a:pt x="20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8" name="Google Shape;4818;p44"/>
            <p:cNvSpPr/>
            <p:nvPr/>
          </p:nvSpPr>
          <p:spPr>
            <a:xfrm>
              <a:off x="3385475" y="2397900"/>
              <a:ext cx="14450" cy="13800"/>
            </a:xfrm>
            <a:custGeom>
              <a:avLst/>
              <a:gdLst/>
              <a:ahLst/>
              <a:cxnLst/>
              <a:rect l="l" t="t" r="r" b="b"/>
              <a:pathLst>
                <a:path w="578" h="552" extrusionOk="0">
                  <a:moveTo>
                    <a:pt x="577" y="0"/>
                  </a:moveTo>
                  <a:lnTo>
                    <a:pt x="1" y="326"/>
                  </a:lnTo>
                  <a:lnTo>
                    <a:pt x="1" y="552"/>
                  </a:lnTo>
                  <a:lnTo>
                    <a:pt x="577" y="226"/>
                  </a:lnTo>
                  <a:lnTo>
                    <a:pt x="5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9" name="Google Shape;4819;p44"/>
            <p:cNvSpPr/>
            <p:nvPr/>
          </p:nvSpPr>
          <p:spPr>
            <a:xfrm>
              <a:off x="3679975" y="2400400"/>
              <a:ext cx="11300" cy="11925"/>
            </a:xfrm>
            <a:custGeom>
              <a:avLst/>
              <a:gdLst/>
              <a:ahLst/>
              <a:cxnLst/>
              <a:rect l="l" t="t" r="r" b="b"/>
              <a:pathLst>
                <a:path w="452" h="477" extrusionOk="0">
                  <a:moveTo>
                    <a:pt x="452" y="1"/>
                  </a:moveTo>
                  <a:lnTo>
                    <a:pt x="0" y="251"/>
                  </a:lnTo>
                  <a:lnTo>
                    <a:pt x="0" y="477"/>
                  </a:lnTo>
                  <a:lnTo>
                    <a:pt x="452" y="226"/>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0" name="Google Shape;4820;p44"/>
            <p:cNvSpPr/>
            <p:nvPr/>
          </p:nvSpPr>
          <p:spPr>
            <a:xfrm>
              <a:off x="3663675" y="2399150"/>
              <a:ext cx="13200" cy="13175"/>
            </a:xfrm>
            <a:custGeom>
              <a:avLst/>
              <a:gdLst/>
              <a:ahLst/>
              <a:cxnLst/>
              <a:rect l="l" t="t" r="r" b="b"/>
              <a:pathLst>
                <a:path w="528" h="527" extrusionOk="0">
                  <a:moveTo>
                    <a:pt x="1" y="1"/>
                  </a:moveTo>
                  <a:lnTo>
                    <a:pt x="1" y="226"/>
                  </a:lnTo>
                  <a:lnTo>
                    <a:pt x="527" y="527"/>
                  </a:lnTo>
                  <a:lnTo>
                    <a:pt x="527" y="301"/>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1" name="Google Shape;4821;p44"/>
            <p:cNvSpPr/>
            <p:nvPr/>
          </p:nvSpPr>
          <p:spPr>
            <a:xfrm>
              <a:off x="3461300" y="2352150"/>
              <a:ext cx="94650" cy="60175"/>
            </a:xfrm>
            <a:custGeom>
              <a:avLst/>
              <a:gdLst/>
              <a:ahLst/>
              <a:cxnLst/>
              <a:rect l="l" t="t" r="r" b="b"/>
              <a:pathLst>
                <a:path w="3786" h="2407" extrusionOk="0">
                  <a:moveTo>
                    <a:pt x="1" y="1"/>
                  </a:moveTo>
                  <a:lnTo>
                    <a:pt x="1" y="226"/>
                  </a:lnTo>
                  <a:lnTo>
                    <a:pt x="3785" y="2407"/>
                  </a:lnTo>
                  <a:lnTo>
                    <a:pt x="3785" y="218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2" name="Google Shape;4822;p44"/>
            <p:cNvSpPr/>
            <p:nvPr/>
          </p:nvSpPr>
          <p:spPr>
            <a:xfrm>
              <a:off x="3662425" y="2389900"/>
              <a:ext cx="30100" cy="17275"/>
            </a:xfrm>
            <a:custGeom>
              <a:avLst/>
              <a:gdLst/>
              <a:ahLst/>
              <a:cxnLst/>
              <a:rect l="l" t="t" r="r" b="b"/>
              <a:pathLst>
                <a:path w="1204" h="691" extrusionOk="0">
                  <a:moveTo>
                    <a:pt x="549" y="1"/>
                  </a:moveTo>
                  <a:cubicBezTo>
                    <a:pt x="527" y="1"/>
                    <a:pt x="502" y="7"/>
                    <a:pt x="477" y="20"/>
                  </a:cubicBezTo>
                  <a:lnTo>
                    <a:pt x="51" y="295"/>
                  </a:lnTo>
                  <a:cubicBezTo>
                    <a:pt x="1" y="295"/>
                    <a:pt x="1" y="346"/>
                    <a:pt x="51" y="371"/>
                  </a:cubicBezTo>
                  <a:lnTo>
                    <a:pt x="577" y="671"/>
                  </a:lnTo>
                  <a:cubicBezTo>
                    <a:pt x="602" y="684"/>
                    <a:pt x="627" y="690"/>
                    <a:pt x="649" y="690"/>
                  </a:cubicBezTo>
                  <a:cubicBezTo>
                    <a:pt x="671" y="690"/>
                    <a:pt x="690" y="684"/>
                    <a:pt x="702" y="671"/>
                  </a:cubicBezTo>
                  <a:lnTo>
                    <a:pt x="1154" y="421"/>
                  </a:lnTo>
                  <a:cubicBezTo>
                    <a:pt x="1204" y="396"/>
                    <a:pt x="1204" y="371"/>
                    <a:pt x="1154" y="346"/>
                  </a:cubicBezTo>
                  <a:lnTo>
                    <a:pt x="602" y="20"/>
                  </a:lnTo>
                  <a:cubicBezTo>
                    <a:pt x="590" y="7"/>
                    <a:pt x="571" y="1"/>
                    <a:pt x="549"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3" name="Google Shape;4823;p44"/>
            <p:cNvSpPr/>
            <p:nvPr/>
          </p:nvSpPr>
          <p:spPr>
            <a:xfrm>
              <a:off x="3663675" y="2390375"/>
              <a:ext cx="26975" cy="15075"/>
            </a:xfrm>
            <a:custGeom>
              <a:avLst/>
              <a:gdLst/>
              <a:ahLst/>
              <a:cxnLst/>
              <a:rect l="l" t="t" r="r" b="b"/>
              <a:pathLst>
                <a:path w="1079" h="603" extrusionOk="0">
                  <a:moveTo>
                    <a:pt x="452" y="1"/>
                  </a:moveTo>
                  <a:cubicBezTo>
                    <a:pt x="452" y="1"/>
                    <a:pt x="1" y="251"/>
                    <a:pt x="1" y="251"/>
                  </a:cubicBezTo>
                  <a:cubicBezTo>
                    <a:pt x="1" y="276"/>
                    <a:pt x="1" y="276"/>
                    <a:pt x="1" y="276"/>
                  </a:cubicBezTo>
                  <a:lnTo>
                    <a:pt x="552" y="577"/>
                  </a:lnTo>
                  <a:cubicBezTo>
                    <a:pt x="552" y="577"/>
                    <a:pt x="577" y="602"/>
                    <a:pt x="602" y="602"/>
                  </a:cubicBezTo>
                  <a:cubicBezTo>
                    <a:pt x="627" y="602"/>
                    <a:pt x="627" y="577"/>
                    <a:pt x="652" y="577"/>
                  </a:cubicBezTo>
                  <a:lnTo>
                    <a:pt x="1079" y="327"/>
                  </a:lnTo>
                  <a:lnTo>
                    <a:pt x="552"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4" name="Google Shape;4824;p44"/>
            <p:cNvSpPr/>
            <p:nvPr/>
          </p:nvSpPr>
          <p:spPr>
            <a:xfrm>
              <a:off x="3679975" y="2406675"/>
              <a:ext cx="25" cy="6275"/>
            </a:xfrm>
            <a:custGeom>
              <a:avLst/>
              <a:gdLst/>
              <a:ahLst/>
              <a:cxnLst/>
              <a:rect l="l" t="t" r="r" b="b"/>
              <a:pathLst>
                <a:path w="1" h="251" extrusionOk="0">
                  <a:moveTo>
                    <a:pt x="0" y="0"/>
                  </a:moveTo>
                  <a:lnTo>
                    <a:pt x="0" y="226"/>
                  </a:lnTo>
                  <a:cubicBezTo>
                    <a:pt x="0" y="251"/>
                    <a:pt x="0" y="251"/>
                    <a:pt x="0" y="251"/>
                  </a:cubicBezTo>
                  <a:lnTo>
                    <a:pt x="0" y="0"/>
                  </a:lnTo>
                  <a:cubicBezTo>
                    <a:pt x="0" y="0"/>
                    <a:pt x="0" y="0"/>
                    <a:pt x="0"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5" name="Google Shape;4825;p44"/>
            <p:cNvSpPr/>
            <p:nvPr/>
          </p:nvSpPr>
          <p:spPr>
            <a:xfrm>
              <a:off x="3679350" y="2406675"/>
              <a:ext cx="650" cy="6275"/>
            </a:xfrm>
            <a:custGeom>
              <a:avLst/>
              <a:gdLst/>
              <a:ahLst/>
              <a:cxnLst/>
              <a:rect l="l" t="t" r="r" b="b"/>
              <a:pathLst>
                <a:path w="26" h="251" extrusionOk="0">
                  <a:moveTo>
                    <a:pt x="25" y="0"/>
                  </a:moveTo>
                  <a:cubicBezTo>
                    <a:pt x="0" y="0"/>
                    <a:pt x="0" y="25"/>
                    <a:pt x="0" y="25"/>
                  </a:cubicBezTo>
                  <a:lnTo>
                    <a:pt x="0" y="251"/>
                  </a:lnTo>
                  <a:lnTo>
                    <a:pt x="25" y="251"/>
                  </a:ln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6" name="Google Shape;4826;p44"/>
            <p:cNvSpPr/>
            <p:nvPr/>
          </p:nvSpPr>
          <p:spPr>
            <a:xfrm>
              <a:off x="3678725" y="2407300"/>
              <a:ext cx="650" cy="5650"/>
            </a:xfrm>
            <a:custGeom>
              <a:avLst/>
              <a:gdLst/>
              <a:ahLst/>
              <a:cxnLst/>
              <a:rect l="l" t="t" r="r" b="b"/>
              <a:pathLst>
                <a:path w="26" h="226" extrusionOk="0">
                  <a:moveTo>
                    <a:pt x="0" y="0"/>
                  </a:moveTo>
                  <a:lnTo>
                    <a:pt x="0" y="226"/>
                  </a:lnTo>
                  <a:lnTo>
                    <a:pt x="25" y="226"/>
                  </a:lnTo>
                  <a:lnTo>
                    <a:pt x="25"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7" name="Google Shape;4827;p44"/>
            <p:cNvSpPr/>
            <p:nvPr/>
          </p:nvSpPr>
          <p:spPr>
            <a:xfrm>
              <a:off x="3678725" y="24073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8" name="Google Shape;4828;p44"/>
            <p:cNvSpPr/>
            <p:nvPr/>
          </p:nvSpPr>
          <p:spPr>
            <a:xfrm>
              <a:off x="3678725" y="2407300"/>
              <a:ext cx="25" cy="5650"/>
            </a:xfrm>
            <a:custGeom>
              <a:avLst/>
              <a:gdLst/>
              <a:ahLst/>
              <a:cxnLst/>
              <a:rect l="l" t="t" r="r" b="b"/>
              <a:pathLst>
                <a:path w="1" h="226" extrusionOk="0">
                  <a:moveTo>
                    <a:pt x="0" y="0"/>
                  </a:moveTo>
                  <a:lnTo>
                    <a:pt x="0" y="226"/>
                  </a:lnTo>
                  <a:lnTo>
                    <a:pt x="0" y="226"/>
                  </a:lnTo>
                  <a:lnTo>
                    <a:pt x="0" y="0"/>
                  </a:lnTo>
                  <a:lnTo>
                    <a:pt x="0"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9" name="Google Shape;4829;p44"/>
            <p:cNvSpPr/>
            <p:nvPr/>
          </p:nvSpPr>
          <p:spPr>
            <a:xfrm>
              <a:off x="3678100" y="2407300"/>
              <a:ext cx="650" cy="5650"/>
            </a:xfrm>
            <a:custGeom>
              <a:avLst/>
              <a:gdLst/>
              <a:ahLst/>
              <a:cxnLst/>
              <a:rect l="l" t="t" r="r" b="b"/>
              <a:pathLst>
                <a:path w="26" h="226" extrusionOk="0">
                  <a:moveTo>
                    <a:pt x="0" y="0"/>
                  </a:moveTo>
                  <a:lnTo>
                    <a:pt x="0" y="226"/>
                  </a:lnTo>
                  <a:lnTo>
                    <a:pt x="25" y="226"/>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0" name="Google Shape;4830;p44"/>
            <p:cNvSpPr/>
            <p:nvPr/>
          </p:nvSpPr>
          <p:spPr>
            <a:xfrm>
              <a:off x="3678100" y="2407300"/>
              <a:ext cx="25" cy="5650"/>
            </a:xfrm>
            <a:custGeom>
              <a:avLst/>
              <a:gdLst/>
              <a:ahLst/>
              <a:cxnLst/>
              <a:rect l="l" t="t" r="r" b="b"/>
              <a:pathLst>
                <a:path w="1" h="226" extrusionOk="0">
                  <a:moveTo>
                    <a:pt x="0" y="0"/>
                  </a:moveTo>
                  <a:lnTo>
                    <a:pt x="0" y="226"/>
                  </a:lnTo>
                  <a:lnTo>
                    <a:pt x="0" y="226"/>
                  </a:ln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1" name="Google Shape;4831;p44"/>
            <p:cNvSpPr/>
            <p:nvPr/>
          </p:nvSpPr>
          <p:spPr>
            <a:xfrm>
              <a:off x="3678100" y="240730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2" name="Google Shape;4832;p44"/>
            <p:cNvSpPr/>
            <p:nvPr/>
          </p:nvSpPr>
          <p:spPr>
            <a:xfrm>
              <a:off x="3677475" y="2406675"/>
              <a:ext cx="650" cy="6275"/>
            </a:xfrm>
            <a:custGeom>
              <a:avLst/>
              <a:gdLst/>
              <a:ahLst/>
              <a:cxnLst/>
              <a:rect l="l" t="t" r="r" b="b"/>
              <a:pathLst>
                <a:path w="26" h="251" extrusionOk="0">
                  <a:moveTo>
                    <a:pt x="0" y="0"/>
                  </a:moveTo>
                  <a:lnTo>
                    <a:pt x="0" y="251"/>
                  </a:lnTo>
                  <a:lnTo>
                    <a:pt x="25" y="251"/>
                  </a:lnTo>
                  <a:lnTo>
                    <a:pt x="25" y="25"/>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3" name="Google Shape;4833;p44"/>
            <p:cNvSpPr/>
            <p:nvPr/>
          </p:nvSpPr>
          <p:spPr>
            <a:xfrm>
              <a:off x="3677475" y="2406675"/>
              <a:ext cx="25" cy="6275"/>
            </a:xfrm>
            <a:custGeom>
              <a:avLst/>
              <a:gdLst/>
              <a:ahLst/>
              <a:cxnLst/>
              <a:rect l="l" t="t" r="r" b="b"/>
              <a:pathLst>
                <a:path w="1" h="251" extrusionOk="0">
                  <a:moveTo>
                    <a:pt x="0" y="0"/>
                  </a:moveTo>
                  <a:lnTo>
                    <a:pt x="0" y="251"/>
                  </a:lnTo>
                  <a:cubicBezTo>
                    <a:pt x="0" y="251"/>
                    <a:pt x="0" y="251"/>
                    <a:pt x="0" y="251"/>
                  </a:cubicBezTo>
                  <a:lnTo>
                    <a:pt x="0" y="0"/>
                  </a:lnTo>
                  <a:lnTo>
                    <a:pt x="0"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4" name="Google Shape;4834;p44"/>
            <p:cNvSpPr/>
            <p:nvPr/>
          </p:nvSpPr>
          <p:spPr>
            <a:xfrm>
              <a:off x="3676850" y="2406675"/>
              <a:ext cx="650" cy="6275"/>
            </a:xfrm>
            <a:custGeom>
              <a:avLst/>
              <a:gdLst/>
              <a:ahLst/>
              <a:cxnLst/>
              <a:rect l="l" t="t" r="r" b="b"/>
              <a:pathLst>
                <a:path w="26" h="251" extrusionOk="0">
                  <a:moveTo>
                    <a:pt x="0" y="0"/>
                  </a:moveTo>
                  <a:lnTo>
                    <a:pt x="0" y="226"/>
                  </a:lnTo>
                  <a:cubicBezTo>
                    <a:pt x="0" y="251"/>
                    <a:pt x="25" y="251"/>
                    <a:pt x="25" y="251"/>
                  </a:cubicBezTo>
                  <a:lnTo>
                    <a:pt x="25"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5" name="Google Shape;4835;p44"/>
            <p:cNvSpPr/>
            <p:nvPr/>
          </p:nvSpPr>
          <p:spPr>
            <a:xfrm>
              <a:off x="3606050" y="2400400"/>
              <a:ext cx="10675" cy="12550"/>
            </a:xfrm>
            <a:custGeom>
              <a:avLst/>
              <a:gdLst/>
              <a:ahLst/>
              <a:cxnLst/>
              <a:rect l="l" t="t" r="r" b="b"/>
              <a:pathLst>
                <a:path w="427" h="502" extrusionOk="0">
                  <a:moveTo>
                    <a:pt x="426" y="1"/>
                  </a:moveTo>
                  <a:lnTo>
                    <a:pt x="0" y="276"/>
                  </a:lnTo>
                  <a:lnTo>
                    <a:pt x="0" y="502"/>
                  </a:lnTo>
                  <a:lnTo>
                    <a:pt x="426" y="251"/>
                  </a:lnTo>
                  <a:lnTo>
                    <a:pt x="42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6" name="Google Shape;4836;p44"/>
            <p:cNvSpPr/>
            <p:nvPr/>
          </p:nvSpPr>
          <p:spPr>
            <a:xfrm>
              <a:off x="3566575" y="2406050"/>
              <a:ext cx="25" cy="6275"/>
            </a:xfrm>
            <a:custGeom>
              <a:avLst/>
              <a:gdLst/>
              <a:ahLst/>
              <a:cxnLst/>
              <a:rect l="l" t="t" r="r" b="b"/>
              <a:pathLst>
                <a:path w="1" h="251" extrusionOk="0">
                  <a:moveTo>
                    <a:pt x="0" y="0"/>
                  </a:moveTo>
                  <a:lnTo>
                    <a:pt x="0" y="251"/>
                  </a:lnTo>
                  <a:lnTo>
                    <a:pt x="0" y="25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7" name="Google Shape;4837;p44"/>
            <p:cNvSpPr/>
            <p:nvPr/>
          </p:nvSpPr>
          <p:spPr>
            <a:xfrm>
              <a:off x="3566575" y="2406050"/>
              <a:ext cx="25" cy="6275"/>
            </a:xfrm>
            <a:custGeom>
              <a:avLst/>
              <a:gdLst/>
              <a:ahLst/>
              <a:cxnLst/>
              <a:rect l="l" t="t" r="r" b="b"/>
              <a:pathLst>
                <a:path w="1" h="251" extrusionOk="0">
                  <a:moveTo>
                    <a:pt x="0" y="0"/>
                  </a:moveTo>
                  <a:lnTo>
                    <a:pt x="0" y="251"/>
                  </a:lnTo>
                  <a:cubicBezTo>
                    <a:pt x="0" y="251"/>
                    <a:pt x="0" y="251"/>
                    <a:pt x="0" y="251"/>
                  </a:cubicBezTo>
                  <a:lnTo>
                    <a:pt x="0" y="25"/>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8" name="Google Shape;4838;p44"/>
            <p:cNvSpPr/>
            <p:nvPr/>
          </p:nvSpPr>
          <p:spPr>
            <a:xfrm>
              <a:off x="3566575" y="24066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9" name="Google Shape;4839;p44"/>
            <p:cNvSpPr/>
            <p:nvPr/>
          </p:nvSpPr>
          <p:spPr>
            <a:xfrm>
              <a:off x="3566575" y="24066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0" name="Google Shape;4840;p44"/>
            <p:cNvSpPr/>
            <p:nvPr/>
          </p:nvSpPr>
          <p:spPr>
            <a:xfrm>
              <a:off x="3565950" y="2406675"/>
              <a:ext cx="650" cy="6275"/>
            </a:xfrm>
            <a:custGeom>
              <a:avLst/>
              <a:gdLst/>
              <a:ahLst/>
              <a:cxnLst/>
              <a:rect l="l" t="t" r="r" b="b"/>
              <a:pathLst>
                <a:path w="26" h="251" extrusionOk="0">
                  <a:moveTo>
                    <a:pt x="0" y="0"/>
                  </a:moveTo>
                  <a:lnTo>
                    <a:pt x="0" y="251"/>
                  </a:lnTo>
                  <a:cubicBezTo>
                    <a:pt x="0" y="251"/>
                    <a:pt x="0" y="251"/>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1" name="Google Shape;4841;p44"/>
            <p:cNvSpPr/>
            <p:nvPr/>
          </p:nvSpPr>
          <p:spPr>
            <a:xfrm>
              <a:off x="3565950" y="24066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2" name="Google Shape;4842;p44"/>
            <p:cNvSpPr/>
            <p:nvPr/>
          </p:nvSpPr>
          <p:spPr>
            <a:xfrm>
              <a:off x="3565950" y="2406675"/>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3" name="Google Shape;4843;p44"/>
            <p:cNvSpPr/>
            <p:nvPr/>
          </p:nvSpPr>
          <p:spPr>
            <a:xfrm>
              <a:off x="3565950" y="2407300"/>
              <a:ext cx="25" cy="5650"/>
            </a:xfrm>
            <a:custGeom>
              <a:avLst/>
              <a:gdLst/>
              <a:ahLst/>
              <a:cxnLst/>
              <a:rect l="l" t="t" r="r" b="b"/>
              <a:pathLst>
                <a:path w="1" h="226" extrusionOk="0">
                  <a:moveTo>
                    <a:pt x="0" y="0"/>
                  </a:moveTo>
                  <a:lnTo>
                    <a:pt x="0" y="226"/>
                  </a:lnTo>
                  <a:lnTo>
                    <a:pt x="0" y="2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4" name="Google Shape;4844;p44"/>
            <p:cNvSpPr/>
            <p:nvPr/>
          </p:nvSpPr>
          <p:spPr>
            <a:xfrm>
              <a:off x="3718825" y="2404800"/>
              <a:ext cx="5650" cy="8800"/>
            </a:xfrm>
            <a:custGeom>
              <a:avLst/>
              <a:gdLst/>
              <a:ahLst/>
              <a:cxnLst/>
              <a:rect l="l" t="t" r="r" b="b"/>
              <a:pathLst>
                <a:path w="226" h="352" extrusionOk="0">
                  <a:moveTo>
                    <a:pt x="226" y="0"/>
                  </a:moveTo>
                  <a:lnTo>
                    <a:pt x="0" y="125"/>
                  </a:lnTo>
                  <a:lnTo>
                    <a:pt x="0" y="351"/>
                  </a:lnTo>
                  <a:lnTo>
                    <a:pt x="226" y="226"/>
                  </a:lnTo>
                  <a:lnTo>
                    <a:pt x="226"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5" name="Google Shape;4845;p44"/>
            <p:cNvSpPr/>
            <p:nvPr/>
          </p:nvSpPr>
          <p:spPr>
            <a:xfrm>
              <a:off x="3701900" y="2399775"/>
              <a:ext cx="14450" cy="13825"/>
            </a:xfrm>
            <a:custGeom>
              <a:avLst/>
              <a:gdLst/>
              <a:ahLst/>
              <a:cxnLst/>
              <a:rect l="l" t="t" r="r" b="b"/>
              <a:pathLst>
                <a:path w="578" h="553" extrusionOk="0">
                  <a:moveTo>
                    <a:pt x="1" y="1"/>
                  </a:moveTo>
                  <a:lnTo>
                    <a:pt x="1" y="226"/>
                  </a:lnTo>
                  <a:lnTo>
                    <a:pt x="577" y="552"/>
                  </a:lnTo>
                  <a:lnTo>
                    <a:pt x="577" y="326"/>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6" name="Google Shape;4846;p44"/>
            <p:cNvSpPr/>
            <p:nvPr/>
          </p:nvSpPr>
          <p:spPr>
            <a:xfrm>
              <a:off x="3580975" y="2399775"/>
              <a:ext cx="13800" cy="13825"/>
            </a:xfrm>
            <a:custGeom>
              <a:avLst/>
              <a:gdLst/>
              <a:ahLst/>
              <a:cxnLst/>
              <a:rect l="l" t="t" r="r" b="b"/>
              <a:pathLst>
                <a:path w="552" h="553" extrusionOk="0">
                  <a:moveTo>
                    <a:pt x="1" y="1"/>
                  </a:moveTo>
                  <a:lnTo>
                    <a:pt x="1" y="226"/>
                  </a:lnTo>
                  <a:lnTo>
                    <a:pt x="552" y="552"/>
                  </a:lnTo>
                  <a:lnTo>
                    <a:pt x="552" y="30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7" name="Google Shape;4847;p44"/>
            <p:cNvSpPr/>
            <p:nvPr/>
          </p:nvSpPr>
          <p:spPr>
            <a:xfrm>
              <a:off x="3644875" y="2401650"/>
              <a:ext cx="10700" cy="11950"/>
            </a:xfrm>
            <a:custGeom>
              <a:avLst/>
              <a:gdLst/>
              <a:ahLst/>
              <a:cxnLst/>
              <a:rect l="l" t="t" r="r" b="b"/>
              <a:pathLst>
                <a:path w="428" h="478" extrusionOk="0">
                  <a:moveTo>
                    <a:pt x="427" y="1"/>
                  </a:moveTo>
                  <a:lnTo>
                    <a:pt x="1" y="251"/>
                  </a:lnTo>
                  <a:lnTo>
                    <a:pt x="1" y="477"/>
                  </a:lnTo>
                  <a:lnTo>
                    <a:pt x="427" y="226"/>
                  </a:lnTo>
                  <a:lnTo>
                    <a:pt x="4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8" name="Google Shape;4848;p44"/>
            <p:cNvSpPr/>
            <p:nvPr/>
          </p:nvSpPr>
          <p:spPr>
            <a:xfrm>
              <a:off x="3555925" y="2406675"/>
              <a:ext cx="650" cy="6925"/>
            </a:xfrm>
            <a:custGeom>
              <a:avLst/>
              <a:gdLst/>
              <a:ahLst/>
              <a:cxnLst/>
              <a:rect l="l" t="t" r="r" b="b"/>
              <a:pathLst>
                <a:path w="26" h="277" extrusionOk="0">
                  <a:moveTo>
                    <a:pt x="0" y="0"/>
                  </a:moveTo>
                  <a:lnTo>
                    <a:pt x="0" y="226"/>
                  </a:lnTo>
                  <a:cubicBezTo>
                    <a:pt x="0" y="251"/>
                    <a:pt x="25" y="251"/>
                    <a:pt x="25" y="276"/>
                  </a:cubicBezTo>
                  <a:lnTo>
                    <a:pt x="25" y="50"/>
                  </a:lnTo>
                  <a:cubicBezTo>
                    <a:pt x="25" y="25"/>
                    <a:pt x="25"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9" name="Google Shape;4849;p44"/>
            <p:cNvSpPr/>
            <p:nvPr/>
          </p:nvSpPr>
          <p:spPr>
            <a:xfrm>
              <a:off x="3718200" y="2407925"/>
              <a:ext cx="650" cy="5675"/>
            </a:xfrm>
            <a:custGeom>
              <a:avLst/>
              <a:gdLst/>
              <a:ahLst/>
              <a:cxnLst/>
              <a:rect l="l" t="t" r="r" b="b"/>
              <a:pathLst>
                <a:path w="26" h="227" extrusionOk="0">
                  <a:moveTo>
                    <a:pt x="0" y="0"/>
                  </a:moveTo>
                  <a:lnTo>
                    <a:pt x="0" y="226"/>
                  </a:lnTo>
                  <a:lnTo>
                    <a:pt x="25" y="226"/>
                  </a:lnTo>
                  <a:lnTo>
                    <a:pt x="25"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0" name="Google Shape;4850;p44"/>
            <p:cNvSpPr/>
            <p:nvPr/>
          </p:nvSpPr>
          <p:spPr>
            <a:xfrm>
              <a:off x="3718200" y="2407925"/>
              <a:ext cx="25" cy="6300"/>
            </a:xfrm>
            <a:custGeom>
              <a:avLst/>
              <a:gdLst/>
              <a:ahLst/>
              <a:cxnLst/>
              <a:rect l="l" t="t" r="r" b="b"/>
              <a:pathLst>
                <a:path w="1" h="252" extrusionOk="0">
                  <a:moveTo>
                    <a:pt x="0" y="0"/>
                  </a:moveTo>
                  <a:lnTo>
                    <a:pt x="0" y="226"/>
                  </a:lnTo>
                  <a:cubicBezTo>
                    <a:pt x="0" y="251"/>
                    <a:pt x="0" y="251"/>
                    <a:pt x="0" y="251"/>
                  </a:cubicBezTo>
                  <a:lnTo>
                    <a:pt x="0" y="0"/>
                  </a:lnTo>
                  <a:cubicBezTo>
                    <a:pt x="0" y="0"/>
                    <a:pt x="0" y="0"/>
                    <a:pt x="0"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1" name="Google Shape;4851;p44"/>
            <p:cNvSpPr/>
            <p:nvPr/>
          </p:nvSpPr>
          <p:spPr>
            <a:xfrm>
              <a:off x="3717575" y="2407925"/>
              <a:ext cx="650" cy="6300"/>
            </a:xfrm>
            <a:custGeom>
              <a:avLst/>
              <a:gdLst/>
              <a:ahLst/>
              <a:cxnLst/>
              <a:rect l="l" t="t" r="r" b="b"/>
              <a:pathLst>
                <a:path w="26" h="252" extrusionOk="0">
                  <a:moveTo>
                    <a:pt x="0" y="0"/>
                  </a:moveTo>
                  <a:lnTo>
                    <a:pt x="0" y="251"/>
                  </a:lnTo>
                  <a:lnTo>
                    <a:pt x="25" y="251"/>
                  </a:lnTo>
                  <a:lnTo>
                    <a:pt x="25"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2" name="Google Shape;4852;p44"/>
            <p:cNvSpPr/>
            <p:nvPr/>
          </p:nvSpPr>
          <p:spPr>
            <a:xfrm>
              <a:off x="3717575" y="240792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3" name="Google Shape;4853;p44"/>
            <p:cNvSpPr/>
            <p:nvPr/>
          </p:nvSpPr>
          <p:spPr>
            <a:xfrm>
              <a:off x="3717575" y="2407925"/>
              <a:ext cx="25" cy="6300"/>
            </a:xfrm>
            <a:custGeom>
              <a:avLst/>
              <a:gdLst/>
              <a:ahLst/>
              <a:cxnLst/>
              <a:rect l="l" t="t" r="r" b="b"/>
              <a:pathLst>
                <a:path w="1" h="252" extrusionOk="0">
                  <a:moveTo>
                    <a:pt x="0" y="0"/>
                  </a:moveTo>
                  <a:lnTo>
                    <a:pt x="0" y="251"/>
                  </a:lnTo>
                  <a:lnTo>
                    <a:pt x="0" y="251"/>
                  </a:lnTo>
                  <a:lnTo>
                    <a:pt x="0" y="0"/>
                  </a:lnTo>
                  <a:lnTo>
                    <a:pt x="0"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4" name="Google Shape;4854;p44"/>
            <p:cNvSpPr/>
            <p:nvPr/>
          </p:nvSpPr>
          <p:spPr>
            <a:xfrm>
              <a:off x="3717575" y="2407925"/>
              <a:ext cx="25" cy="6300"/>
            </a:xfrm>
            <a:custGeom>
              <a:avLst/>
              <a:gdLst/>
              <a:ahLst/>
              <a:cxnLst/>
              <a:rect l="l" t="t" r="r" b="b"/>
              <a:pathLst>
                <a:path w="1" h="252" extrusionOk="0">
                  <a:moveTo>
                    <a:pt x="0" y="0"/>
                  </a:moveTo>
                  <a:lnTo>
                    <a:pt x="0" y="251"/>
                  </a:lnTo>
                  <a:cubicBezTo>
                    <a:pt x="0" y="251"/>
                    <a:pt x="0" y="251"/>
                    <a:pt x="0" y="251"/>
                  </a:cubicBezTo>
                  <a:lnTo>
                    <a:pt x="0" y="0"/>
                  </a:lnTo>
                  <a:lnTo>
                    <a:pt x="0"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5" name="Google Shape;4855;p44"/>
            <p:cNvSpPr/>
            <p:nvPr/>
          </p:nvSpPr>
          <p:spPr>
            <a:xfrm>
              <a:off x="3716950" y="2407925"/>
              <a:ext cx="650" cy="6300"/>
            </a:xfrm>
            <a:custGeom>
              <a:avLst/>
              <a:gdLst/>
              <a:ahLst/>
              <a:cxnLst/>
              <a:rect l="l" t="t" r="r" b="b"/>
              <a:pathLst>
                <a:path w="26" h="252" extrusionOk="0">
                  <a:moveTo>
                    <a:pt x="0" y="0"/>
                  </a:moveTo>
                  <a:lnTo>
                    <a:pt x="0" y="251"/>
                  </a:lnTo>
                  <a:lnTo>
                    <a:pt x="25" y="251"/>
                  </a:lnTo>
                  <a:lnTo>
                    <a:pt x="25" y="0"/>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6" name="Google Shape;4856;p44"/>
            <p:cNvSpPr/>
            <p:nvPr/>
          </p:nvSpPr>
          <p:spPr>
            <a:xfrm>
              <a:off x="3716950" y="240792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7" name="Google Shape;4857;p44"/>
            <p:cNvSpPr/>
            <p:nvPr/>
          </p:nvSpPr>
          <p:spPr>
            <a:xfrm>
              <a:off x="3716950" y="240792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8" name="Google Shape;4858;p44"/>
            <p:cNvSpPr/>
            <p:nvPr/>
          </p:nvSpPr>
          <p:spPr>
            <a:xfrm>
              <a:off x="3716325" y="2407925"/>
              <a:ext cx="650" cy="6300"/>
            </a:xfrm>
            <a:custGeom>
              <a:avLst/>
              <a:gdLst/>
              <a:ahLst/>
              <a:cxnLst/>
              <a:rect l="l" t="t" r="r" b="b"/>
              <a:pathLst>
                <a:path w="26" h="252" extrusionOk="0">
                  <a:moveTo>
                    <a:pt x="0" y="0"/>
                  </a:moveTo>
                  <a:lnTo>
                    <a:pt x="0" y="226"/>
                  </a:lnTo>
                  <a:cubicBezTo>
                    <a:pt x="25" y="226"/>
                    <a:pt x="25" y="226"/>
                    <a:pt x="25" y="251"/>
                  </a:cubicBezTo>
                  <a:lnTo>
                    <a:pt x="25"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9" name="Google Shape;4859;p44"/>
            <p:cNvSpPr/>
            <p:nvPr/>
          </p:nvSpPr>
          <p:spPr>
            <a:xfrm>
              <a:off x="3716325" y="2407925"/>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0" name="Google Shape;4860;p44"/>
            <p:cNvSpPr/>
            <p:nvPr/>
          </p:nvSpPr>
          <p:spPr>
            <a:xfrm>
              <a:off x="3606050" y="2407300"/>
              <a:ext cx="25" cy="5650"/>
            </a:xfrm>
            <a:custGeom>
              <a:avLst/>
              <a:gdLst/>
              <a:ahLst/>
              <a:cxnLst/>
              <a:rect l="l" t="t" r="r" b="b"/>
              <a:pathLst>
                <a:path w="1" h="226" extrusionOk="0">
                  <a:moveTo>
                    <a:pt x="0" y="0"/>
                  </a:moveTo>
                  <a:lnTo>
                    <a:pt x="0" y="226"/>
                  </a:lnTo>
                  <a:lnTo>
                    <a:pt x="0" y="226"/>
                  </a:ln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1" name="Google Shape;4861;p44"/>
            <p:cNvSpPr/>
            <p:nvPr/>
          </p:nvSpPr>
          <p:spPr>
            <a:xfrm>
              <a:off x="3605425" y="2407300"/>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2" name="Google Shape;4862;p44"/>
            <p:cNvSpPr/>
            <p:nvPr/>
          </p:nvSpPr>
          <p:spPr>
            <a:xfrm>
              <a:off x="3605425" y="2407300"/>
              <a:ext cx="0" cy="6300"/>
            </a:xfrm>
            <a:custGeom>
              <a:avLst/>
              <a:gdLst/>
              <a:ahLst/>
              <a:cxnLst/>
              <a:rect l="l" t="t" r="r" b="b"/>
              <a:pathLst>
                <a:path h="252" extrusionOk="0">
                  <a:moveTo>
                    <a:pt x="0" y="0"/>
                  </a:moveTo>
                  <a:lnTo>
                    <a:pt x="0" y="226"/>
                  </a:lnTo>
                  <a:cubicBezTo>
                    <a:pt x="0" y="226"/>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3" name="Google Shape;4863;p44"/>
            <p:cNvSpPr/>
            <p:nvPr/>
          </p:nvSpPr>
          <p:spPr>
            <a:xfrm>
              <a:off x="3605425" y="2407300"/>
              <a:ext cx="0" cy="6300"/>
            </a:xfrm>
            <a:custGeom>
              <a:avLst/>
              <a:gdLst/>
              <a:ahLst/>
              <a:cxnLst/>
              <a:rect l="l" t="t" r="r" b="b"/>
              <a:pathLst>
                <a:path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4" name="Google Shape;4864;p44"/>
            <p:cNvSpPr/>
            <p:nvPr/>
          </p:nvSpPr>
          <p:spPr>
            <a:xfrm>
              <a:off x="3605425" y="2407300"/>
              <a:ext cx="0" cy="6300"/>
            </a:xfrm>
            <a:custGeom>
              <a:avLst/>
              <a:gdLst/>
              <a:ahLst/>
              <a:cxnLst/>
              <a:rect l="l" t="t" r="r" b="b"/>
              <a:pathLst>
                <a:path h="252" extrusionOk="0">
                  <a:moveTo>
                    <a:pt x="0" y="0"/>
                  </a:moveTo>
                  <a:lnTo>
                    <a:pt x="0" y="251"/>
                  </a:lnTo>
                  <a:cubicBezTo>
                    <a:pt x="0" y="251"/>
                    <a:pt x="0" y="251"/>
                    <a:pt x="0" y="251"/>
                  </a:cubicBezTo>
                  <a:lnTo>
                    <a:pt x="0" y="25"/>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5" name="Google Shape;4865;p44"/>
            <p:cNvSpPr/>
            <p:nvPr/>
          </p:nvSpPr>
          <p:spPr>
            <a:xfrm>
              <a:off x="3605425" y="2407925"/>
              <a:ext cx="0" cy="5675"/>
            </a:xfrm>
            <a:custGeom>
              <a:avLst/>
              <a:gdLst/>
              <a:ahLst/>
              <a:cxnLst/>
              <a:rect l="l" t="t" r="r" b="b"/>
              <a:pathLst>
                <a:path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6" name="Google Shape;4866;p44"/>
            <p:cNvSpPr/>
            <p:nvPr/>
          </p:nvSpPr>
          <p:spPr>
            <a:xfrm>
              <a:off x="3605425" y="2407925"/>
              <a:ext cx="0" cy="5675"/>
            </a:xfrm>
            <a:custGeom>
              <a:avLst/>
              <a:gdLst/>
              <a:ahLst/>
              <a:cxnLst/>
              <a:rect l="l" t="t" r="r" b="b"/>
              <a:pathLst>
                <a:path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44"/>
            <p:cNvSpPr/>
            <p:nvPr/>
          </p:nvSpPr>
          <p:spPr>
            <a:xfrm>
              <a:off x="3604775" y="2407925"/>
              <a:ext cx="650" cy="5675"/>
            </a:xfrm>
            <a:custGeom>
              <a:avLst/>
              <a:gdLst/>
              <a:ahLst/>
              <a:cxnLst/>
              <a:rect l="l" t="t" r="r" b="b"/>
              <a:pathLst>
                <a:path w="26" h="227" extrusionOk="0">
                  <a:moveTo>
                    <a:pt x="26" y="0"/>
                  </a:moveTo>
                  <a:lnTo>
                    <a:pt x="1" y="226"/>
                  </a:lnTo>
                  <a:lnTo>
                    <a:pt x="1"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8" name="Google Shape;4868;p44"/>
            <p:cNvSpPr/>
            <p:nvPr/>
          </p:nvSpPr>
          <p:spPr>
            <a:xfrm>
              <a:off x="3385475" y="2406050"/>
              <a:ext cx="25" cy="5650"/>
            </a:xfrm>
            <a:custGeom>
              <a:avLst/>
              <a:gdLst/>
              <a:ahLst/>
              <a:cxnLst/>
              <a:rect l="l" t="t" r="r" b="b"/>
              <a:pathLst>
                <a:path w="1" h="226" extrusionOk="0">
                  <a:moveTo>
                    <a:pt x="1" y="0"/>
                  </a:moveTo>
                  <a:lnTo>
                    <a:pt x="1" y="226"/>
                  </a:lnTo>
                  <a:lnTo>
                    <a:pt x="1" y="226"/>
                  </a:ln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9" name="Google Shape;4869;p44"/>
            <p:cNvSpPr/>
            <p:nvPr/>
          </p:nvSpPr>
          <p:spPr>
            <a:xfrm>
              <a:off x="3384850" y="2406050"/>
              <a:ext cx="650" cy="6275"/>
            </a:xfrm>
            <a:custGeom>
              <a:avLst/>
              <a:gdLst/>
              <a:ahLst/>
              <a:cxnLst/>
              <a:rect l="l" t="t" r="r" b="b"/>
              <a:pathLst>
                <a:path w="26" h="251" extrusionOk="0">
                  <a:moveTo>
                    <a:pt x="1" y="0"/>
                  </a:moveTo>
                  <a:lnTo>
                    <a:pt x="1" y="251"/>
                  </a:lnTo>
                  <a:cubicBezTo>
                    <a:pt x="26" y="251"/>
                    <a:pt x="26" y="226"/>
                    <a:pt x="26" y="226"/>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44"/>
            <p:cNvSpPr/>
            <p:nvPr/>
          </p:nvSpPr>
          <p:spPr>
            <a:xfrm>
              <a:off x="3384850" y="240605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44"/>
            <p:cNvSpPr/>
            <p:nvPr/>
          </p:nvSpPr>
          <p:spPr>
            <a:xfrm>
              <a:off x="3384850" y="2406675"/>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44"/>
            <p:cNvSpPr/>
            <p:nvPr/>
          </p:nvSpPr>
          <p:spPr>
            <a:xfrm>
              <a:off x="3384850" y="24066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44"/>
            <p:cNvSpPr/>
            <p:nvPr/>
          </p:nvSpPr>
          <p:spPr>
            <a:xfrm>
              <a:off x="3384225" y="2406675"/>
              <a:ext cx="650" cy="6275"/>
            </a:xfrm>
            <a:custGeom>
              <a:avLst/>
              <a:gdLst/>
              <a:ahLst/>
              <a:cxnLst/>
              <a:rect l="l" t="t" r="r" b="b"/>
              <a:pathLst>
                <a:path w="26" h="251" extrusionOk="0">
                  <a:moveTo>
                    <a:pt x="26" y="0"/>
                  </a:moveTo>
                  <a:cubicBezTo>
                    <a:pt x="26" y="25"/>
                    <a:pt x="1" y="25"/>
                    <a:pt x="1" y="25"/>
                  </a:cubicBez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44"/>
            <p:cNvSpPr/>
            <p:nvPr/>
          </p:nvSpPr>
          <p:spPr>
            <a:xfrm>
              <a:off x="3384225" y="2407300"/>
              <a:ext cx="25" cy="6300"/>
            </a:xfrm>
            <a:custGeom>
              <a:avLst/>
              <a:gdLst/>
              <a:ahLst/>
              <a:cxnLst/>
              <a:rect l="l" t="t" r="r" b="b"/>
              <a:pathLst>
                <a:path w="1" h="252" extrusionOk="0">
                  <a:moveTo>
                    <a:pt x="1" y="0"/>
                  </a:moveTo>
                  <a:lnTo>
                    <a:pt x="1" y="226"/>
                  </a:lnTo>
                  <a:cubicBezTo>
                    <a:pt x="1" y="226"/>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44"/>
            <p:cNvSpPr/>
            <p:nvPr/>
          </p:nvSpPr>
          <p:spPr>
            <a:xfrm>
              <a:off x="3384225" y="2407300"/>
              <a:ext cx="25" cy="6300"/>
            </a:xfrm>
            <a:custGeom>
              <a:avLst/>
              <a:gdLst/>
              <a:ahLst/>
              <a:cxnLst/>
              <a:rect l="l" t="t" r="r" b="b"/>
              <a:pathLst>
                <a:path w="1" h="252" extrusionOk="0">
                  <a:moveTo>
                    <a:pt x="1" y="0"/>
                  </a:moveTo>
                  <a:lnTo>
                    <a:pt x="1" y="251"/>
                  </a:lnTo>
                  <a:lnTo>
                    <a:pt x="1" y="25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6" name="Google Shape;4876;p44"/>
            <p:cNvSpPr/>
            <p:nvPr/>
          </p:nvSpPr>
          <p:spPr>
            <a:xfrm>
              <a:off x="3385475" y="2406050"/>
              <a:ext cx="25" cy="5650"/>
            </a:xfrm>
            <a:custGeom>
              <a:avLst/>
              <a:gdLst/>
              <a:ahLst/>
              <a:cxnLst/>
              <a:rect l="l" t="t" r="r" b="b"/>
              <a:pathLst>
                <a:path w="1" h="226" extrusionOk="0">
                  <a:moveTo>
                    <a:pt x="1" y="0"/>
                  </a:moveTo>
                  <a:lnTo>
                    <a:pt x="1" y="226"/>
                  </a:lnTo>
                  <a:lnTo>
                    <a:pt x="1" y="226"/>
                  </a:ln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7" name="Google Shape;4877;p44"/>
            <p:cNvSpPr/>
            <p:nvPr/>
          </p:nvSpPr>
          <p:spPr>
            <a:xfrm>
              <a:off x="3384850" y="2406050"/>
              <a:ext cx="650" cy="6275"/>
            </a:xfrm>
            <a:custGeom>
              <a:avLst/>
              <a:gdLst/>
              <a:ahLst/>
              <a:cxnLst/>
              <a:rect l="l" t="t" r="r" b="b"/>
              <a:pathLst>
                <a:path w="26" h="251" extrusionOk="0">
                  <a:moveTo>
                    <a:pt x="1" y="0"/>
                  </a:moveTo>
                  <a:lnTo>
                    <a:pt x="1" y="251"/>
                  </a:lnTo>
                  <a:cubicBezTo>
                    <a:pt x="26" y="251"/>
                    <a:pt x="26" y="226"/>
                    <a:pt x="26" y="226"/>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44"/>
            <p:cNvSpPr/>
            <p:nvPr/>
          </p:nvSpPr>
          <p:spPr>
            <a:xfrm>
              <a:off x="3384850" y="2406050"/>
              <a:ext cx="25" cy="6275"/>
            </a:xfrm>
            <a:custGeom>
              <a:avLst/>
              <a:gdLst/>
              <a:ahLst/>
              <a:cxnLst/>
              <a:rect l="l" t="t" r="r" b="b"/>
              <a:pathLst>
                <a:path w="1" h="251" extrusionOk="0">
                  <a:moveTo>
                    <a:pt x="1" y="0"/>
                  </a:moveTo>
                  <a:lnTo>
                    <a:pt x="1" y="251"/>
                  </a:lnTo>
                  <a:cubicBezTo>
                    <a:pt x="1" y="251"/>
                    <a:pt x="1" y="251"/>
                    <a:pt x="1" y="251"/>
                  </a:cubicBezTo>
                  <a:lnTo>
                    <a:pt x="1" y="25"/>
                  </a:lnTo>
                  <a:cubicBezTo>
                    <a:pt x="1" y="25"/>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44"/>
            <p:cNvSpPr/>
            <p:nvPr/>
          </p:nvSpPr>
          <p:spPr>
            <a:xfrm>
              <a:off x="3384850" y="2406675"/>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44"/>
            <p:cNvSpPr/>
            <p:nvPr/>
          </p:nvSpPr>
          <p:spPr>
            <a:xfrm>
              <a:off x="3384850" y="24066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1" name="Google Shape;4881;p44"/>
            <p:cNvSpPr/>
            <p:nvPr/>
          </p:nvSpPr>
          <p:spPr>
            <a:xfrm>
              <a:off x="3384225" y="2406675"/>
              <a:ext cx="650" cy="6275"/>
            </a:xfrm>
            <a:custGeom>
              <a:avLst/>
              <a:gdLst/>
              <a:ahLst/>
              <a:cxnLst/>
              <a:rect l="l" t="t" r="r" b="b"/>
              <a:pathLst>
                <a:path w="26" h="251" extrusionOk="0">
                  <a:moveTo>
                    <a:pt x="26" y="0"/>
                  </a:moveTo>
                  <a:cubicBezTo>
                    <a:pt x="26" y="25"/>
                    <a:pt x="1" y="25"/>
                    <a:pt x="1" y="25"/>
                  </a:cubicBez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44"/>
            <p:cNvSpPr/>
            <p:nvPr/>
          </p:nvSpPr>
          <p:spPr>
            <a:xfrm>
              <a:off x="3384225" y="2407300"/>
              <a:ext cx="25" cy="6300"/>
            </a:xfrm>
            <a:custGeom>
              <a:avLst/>
              <a:gdLst/>
              <a:ahLst/>
              <a:cxnLst/>
              <a:rect l="l" t="t" r="r" b="b"/>
              <a:pathLst>
                <a:path w="1" h="252" extrusionOk="0">
                  <a:moveTo>
                    <a:pt x="1" y="0"/>
                  </a:moveTo>
                  <a:lnTo>
                    <a:pt x="1" y="226"/>
                  </a:lnTo>
                  <a:cubicBezTo>
                    <a:pt x="1" y="226"/>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3" name="Google Shape;4883;p44"/>
            <p:cNvSpPr/>
            <p:nvPr/>
          </p:nvSpPr>
          <p:spPr>
            <a:xfrm>
              <a:off x="3384225" y="2407300"/>
              <a:ext cx="25" cy="6300"/>
            </a:xfrm>
            <a:custGeom>
              <a:avLst/>
              <a:gdLst/>
              <a:ahLst/>
              <a:cxnLst/>
              <a:rect l="l" t="t" r="r" b="b"/>
              <a:pathLst>
                <a:path w="1" h="252" extrusionOk="0">
                  <a:moveTo>
                    <a:pt x="1" y="0"/>
                  </a:moveTo>
                  <a:lnTo>
                    <a:pt x="1" y="251"/>
                  </a:lnTo>
                  <a:lnTo>
                    <a:pt x="1" y="25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44"/>
            <p:cNvSpPr/>
            <p:nvPr/>
          </p:nvSpPr>
          <p:spPr>
            <a:xfrm>
              <a:off x="3565950" y="2407300"/>
              <a:ext cx="650" cy="6925"/>
            </a:xfrm>
            <a:custGeom>
              <a:avLst/>
              <a:gdLst/>
              <a:ahLst/>
              <a:cxnLst/>
              <a:rect l="l" t="t" r="r" b="b"/>
              <a:pathLst>
                <a:path w="26" h="277" extrusionOk="0">
                  <a:moveTo>
                    <a:pt x="0" y="0"/>
                  </a:moveTo>
                  <a:lnTo>
                    <a:pt x="0" y="226"/>
                  </a:lnTo>
                  <a:cubicBezTo>
                    <a:pt x="0" y="251"/>
                    <a:pt x="25" y="251"/>
                    <a:pt x="25" y="276"/>
                  </a:cubicBezTo>
                  <a:lnTo>
                    <a:pt x="25" y="25"/>
                  </a:lnTo>
                  <a:cubicBezTo>
                    <a:pt x="25" y="25"/>
                    <a:pt x="0" y="0"/>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44"/>
            <p:cNvSpPr/>
            <p:nvPr/>
          </p:nvSpPr>
          <p:spPr>
            <a:xfrm>
              <a:off x="3619825" y="2400400"/>
              <a:ext cx="13800" cy="13825"/>
            </a:xfrm>
            <a:custGeom>
              <a:avLst/>
              <a:gdLst/>
              <a:ahLst/>
              <a:cxnLst/>
              <a:rect l="l" t="t" r="r" b="b"/>
              <a:pathLst>
                <a:path w="552" h="553" extrusionOk="0">
                  <a:moveTo>
                    <a:pt x="0" y="1"/>
                  </a:moveTo>
                  <a:lnTo>
                    <a:pt x="0" y="251"/>
                  </a:lnTo>
                  <a:lnTo>
                    <a:pt x="552" y="552"/>
                  </a:lnTo>
                  <a:lnTo>
                    <a:pt x="552" y="32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6" name="Google Shape;4886;p44"/>
            <p:cNvSpPr/>
            <p:nvPr/>
          </p:nvSpPr>
          <p:spPr>
            <a:xfrm>
              <a:off x="3683725" y="2402275"/>
              <a:ext cx="11300" cy="12575"/>
            </a:xfrm>
            <a:custGeom>
              <a:avLst/>
              <a:gdLst/>
              <a:ahLst/>
              <a:cxnLst/>
              <a:rect l="l" t="t" r="r" b="b"/>
              <a:pathLst>
                <a:path w="452" h="503" extrusionOk="0">
                  <a:moveTo>
                    <a:pt x="452" y="1"/>
                  </a:moveTo>
                  <a:lnTo>
                    <a:pt x="1" y="252"/>
                  </a:lnTo>
                  <a:lnTo>
                    <a:pt x="1" y="502"/>
                  </a:lnTo>
                  <a:lnTo>
                    <a:pt x="452" y="226"/>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7" name="Google Shape;4887;p44"/>
            <p:cNvSpPr/>
            <p:nvPr/>
          </p:nvSpPr>
          <p:spPr>
            <a:xfrm>
              <a:off x="3594750" y="2407300"/>
              <a:ext cx="650" cy="6925"/>
            </a:xfrm>
            <a:custGeom>
              <a:avLst/>
              <a:gdLst/>
              <a:ahLst/>
              <a:cxnLst/>
              <a:rect l="l" t="t" r="r" b="b"/>
              <a:pathLst>
                <a:path w="26" h="277" extrusionOk="0">
                  <a:moveTo>
                    <a:pt x="1" y="0"/>
                  </a:moveTo>
                  <a:lnTo>
                    <a:pt x="1" y="251"/>
                  </a:lnTo>
                  <a:cubicBezTo>
                    <a:pt x="26" y="251"/>
                    <a:pt x="26" y="276"/>
                    <a:pt x="26" y="276"/>
                  </a:cubicBezTo>
                  <a:lnTo>
                    <a:pt x="26" y="51"/>
                  </a:lnTo>
                  <a:cubicBezTo>
                    <a:pt x="26" y="25"/>
                    <a:pt x="26" y="25"/>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44"/>
            <p:cNvSpPr/>
            <p:nvPr/>
          </p:nvSpPr>
          <p:spPr>
            <a:xfrm>
              <a:off x="3644875" y="2407925"/>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9" name="Google Shape;4889;p44"/>
            <p:cNvSpPr/>
            <p:nvPr/>
          </p:nvSpPr>
          <p:spPr>
            <a:xfrm>
              <a:off x="3644250" y="2407925"/>
              <a:ext cx="650" cy="6300"/>
            </a:xfrm>
            <a:custGeom>
              <a:avLst/>
              <a:gdLst/>
              <a:ahLst/>
              <a:cxnLst/>
              <a:rect l="l" t="t" r="r" b="b"/>
              <a:pathLst>
                <a:path w="26" h="252" extrusionOk="0">
                  <a:moveTo>
                    <a:pt x="1" y="0"/>
                  </a:moveTo>
                  <a:lnTo>
                    <a:pt x="1" y="251"/>
                  </a:lnTo>
                  <a:cubicBezTo>
                    <a:pt x="1" y="251"/>
                    <a:pt x="26" y="226"/>
                    <a:pt x="26" y="226"/>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0" name="Google Shape;4890;p44"/>
            <p:cNvSpPr/>
            <p:nvPr/>
          </p:nvSpPr>
          <p:spPr>
            <a:xfrm>
              <a:off x="3644250" y="2407925"/>
              <a:ext cx="25" cy="6300"/>
            </a:xfrm>
            <a:custGeom>
              <a:avLst/>
              <a:gdLst/>
              <a:ahLst/>
              <a:cxnLst/>
              <a:rect l="l" t="t" r="r" b="b"/>
              <a:pathLst>
                <a:path w="1" h="252"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1" name="Google Shape;4891;p44"/>
            <p:cNvSpPr/>
            <p:nvPr/>
          </p:nvSpPr>
          <p:spPr>
            <a:xfrm>
              <a:off x="3644250" y="2407925"/>
              <a:ext cx="25" cy="6300"/>
            </a:xfrm>
            <a:custGeom>
              <a:avLst/>
              <a:gdLst/>
              <a:ahLst/>
              <a:cxnLst/>
              <a:rect l="l" t="t" r="r" b="b"/>
              <a:pathLst>
                <a:path w="1" h="252" extrusionOk="0">
                  <a:moveTo>
                    <a:pt x="1" y="0"/>
                  </a:moveTo>
                  <a:lnTo>
                    <a:pt x="1" y="251"/>
                  </a:lnTo>
                  <a:cubicBezTo>
                    <a:pt x="1" y="251"/>
                    <a:pt x="1" y="251"/>
                    <a:pt x="1" y="251"/>
                  </a:cubicBezTo>
                  <a:lnTo>
                    <a:pt x="1" y="26"/>
                  </a:lnTo>
                  <a:cubicBezTo>
                    <a:pt x="1" y="26"/>
                    <a:pt x="1" y="26"/>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2" name="Google Shape;4892;p44"/>
            <p:cNvSpPr/>
            <p:nvPr/>
          </p:nvSpPr>
          <p:spPr>
            <a:xfrm>
              <a:off x="3644250" y="2408550"/>
              <a:ext cx="25" cy="5675"/>
            </a:xfrm>
            <a:custGeom>
              <a:avLst/>
              <a:gdLst/>
              <a:ahLst/>
              <a:cxnLst/>
              <a:rect l="l" t="t" r="r" b="b"/>
              <a:pathLst>
                <a:path w="1" h="227" extrusionOk="0">
                  <a:moveTo>
                    <a:pt x="1" y="1"/>
                  </a:moveTo>
                  <a:lnTo>
                    <a:pt x="1" y="226"/>
                  </a:lnTo>
                  <a:cubicBezTo>
                    <a:pt x="1" y="226"/>
                    <a:pt x="1" y="226"/>
                    <a:pt x="1" y="226"/>
                  </a:cubicBez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44"/>
            <p:cNvSpPr/>
            <p:nvPr/>
          </p:nvSpPr>
          <p:spPr>
            <a:xfrm>
              <a:off x="3644250" y="2408550"/>
              <a:ext cx="25" cy="6300"/>
            </a:xfrm>
            <a:custGeom>
              <a:avLst/>
              <a:gdLst/>
              <a:ahLst/>
              <a:cxnLst/>
              <a:rect l="l" t="t" r="r" b="b"/>
              <a:pathLst>
                <a:path w="1" h="252" extrusionOk="0">
                  <a:moveTo>
                    <a:pt x="1" y="1"/>
                  </a:moveTo>
                  <a:lnTo>
                    <a:pt x="1" y="226"/>
                  </a:lnTo>
                  <a:cubicBezTo>
                    <a:pt x="1" y="226"/>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44"/>
            <p:cNvSpPr/>
            <p:nvPr/>
          </p:nvSpPr>
          <p:spPr>
            <a:xfrm>
              <a:off x="3644250" y="24085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5" name="Google Shape;4895;p44"/>
            <p:cNvSpPr/>
            <p:nvPr/>
          </p:nvSpPr>
          <p:spPr>
            <a:xfrm>
              <a:off x="3644250" y="2408550"/>
              <a:ext cx="25" cy="6300"/>
            </a:xfrm>
            <a:custGeom>
              <a:avLst/>
              <a:gdLst/>
              <a:ahLst/>
              <a:cxnLst/>
              <a:rect l="l" t="t" r="r" b="b"/>
              <a:pathLst>
                <a:path w="1" h="252" extrusionOk="0">
                  <a:moveTo>
                    <a:pt x="1" y="1"/>
                  </a:moveTo>
                  <a:lnTo>
                    <a:pt x="1" y="251"/>
                  </a:lnTo>
                  <a:cubicBezTo>
                    <a:pt x="1" y="251"/>
                    <a:pt x="1" y="251"/>
                    <a:pt x="1" y="251"/>
                  </a:cubicBez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44"/>
            <p:cNvSpPr/>
            <p:nvPr/>
          </p:nvSpPr>
          <p:spPr>
            <a:xfrm>
              <a:off x="3556550" y="2407925"/>
              <a:ext cx="25" cy="5675"/>
            </a:xfrm>
            <a:custGeom>
              <a:avLst/>
              <a:gdLst/>
              <a:ahLst/>
              <a:cxnLst/>
              <a:rect l="l" t="t" r="r" b="b"/>
              <a:pathLst>
                <a:path w="1" h="227" extrusionOk="0">
                  <a:moveTo>
                    <a:pt x="0" y="0"/>
                  </a:moveTo>
                  <a:lnTo>
                    <a:pt x="0" y="226"/>
                  </a:lnTo>
                  <a:lnTo>
                    <a:pt x="0" y="226"/>
                  </a:lnTo>
                  <a:lnTo>
                    <a:pt x="0"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44"/>
            <p:cNvSpPr/>
            <p:nvPr/>
          </p:nvSpPr>
          <p:spPr>
            <a:xfrm>
              <a:off x="3556550" y="2407925"/>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44"/>
            <p:cNvSpPr/>
            <p:nvPr/>
          </p:nvSpPr>
          <p:spPr>
            <a:xfrm>
              <a:off x="3556550" y="2407925"/>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9" name="Google Shape;4899;p44"/>
            <p:cNvSpPr/>
            <p:nvPr/>
          </p:nvSpPr>
          <p:spPr>
            <a:xfrm>
              <a:off x="3556550" y="2407925"/>
              <a:ext cx="25" cy="6300"/>
            </a:xfrm>
            <a:custGeom>
              <a:avLst/>
              <a:gdLst/>
              <a:ahLst/>
              <a:cxnLst/>
              <a:rect l="l" t="t" r="r" b="b"/>
              <a:pathLst>
                <a:path w="1" h="252" extrusionOk="0">
                  <a:moveTo>
                    <a:pt x="0" y="0"/>
                  </a:moveTo>
                  <a:lnTo>
                    <a:pt x="0" y="226"/>
                  </a:lnTo>
                  <a:lnTo>
                    <a:pt x="0" y="251"/>
                  </a:ln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44"/>
            <p:cNvSpPr/>
            <p:nvPr/>
          </p:nvSpPr>
          <p:spPr>
            <a:xfrm>
              <a:off x="3556550" y="240792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1" name="Google Shape;4901;p44"/>
            <p:cNvSpPr/>
            <p:nvPr/>
          </p:nvSpPr>
          <p:spPr>
            <a:xfrm>
              <a:off x="3555925" y="2407925"/>
              <a:ext cx="650" cy="6300"/>
            </a:xfrm>
            <a:custGeom>
              <a:avLst/>
              <a:gdLst/>
              <a:ahLst/>
              <a:cxnLst/>
              <a:rect l="l" t="t" r="r" b="b"/>
              <a:pathLst>
                <a:path w="26" h="252" extrusionOk="0">
                  <a:moveTo>
                    <a:pt x="25" y="0"/>
                  </a:moveTo>
                  <a:cubicBezTo>
                    <a:pt x="0" y="0"/>
                    <a:pt x="0" y="26"/>
                    <a:pt x="0" y="26"/>
                  </a:cubicBezTo>
                  <a:lnTo>
                    <a:pt x="0" y="251"/>
                  </a:lnTo>
                  <a:lnTo>
                    <a:pt x="25" y="251"/>
                  </a:lnTo>
                  <a:lnTo>
                    <a:pt x="25"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2" name="Google Shape;4902;p44"/>
            <p:cNvSpPr/>
            <p:nvPr/>
          </p:nvSpPr>
          <p:spPr>
            <a:xfrm>
              <a:off x="3555925" y="24085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44"/>
            <p:cNvSpPr/>
            <p:nvPr/>
          </p:nvSpPr>
          <p:spPr>
            <a:xfrm>
              <a:off x="3555925" y="2408550"/>
              <a:ext cx="25" cy="5675"/>
            </a:xfrm>
            <a:custGeom>
              <a:avLst/>
              <a:gdLst/>
              <a:ahLst/>
              <a:cxnLst/>
              <a:rect l="l" t="t" r="r" b="b"/>
              <a:pathLst>
                <a:path w="1" h="227" extrusionOk="0">
                  <a:moveTo>
                    <a:pt x="0" y="1"/>
                  </a:moveTo>
                  <a:lnTo>
                    <a:pt x="0" y="226"/>
                  </a:lnTo>
                  <a:lnTo>
                    <a:pt x="0" y="226"/>
                  </a:lnTo>
                  <a:lnTo>
                    <a:pt x="0" y="1"/>
                  </a:lnTo>
                  <a:cubicBezTo>
                    <a:pt x="0" y="1"/>
                    <a:pt x="0" y="1"/>
                    <a:pt x="0"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4" name="Google Shape;4904;p44"/>
            <p:cNvSpPr/>
            <p:nvPr/>
          </p:nvSpPr>
          <p:spPr>
            <a:xfrm>
              <a:off x="3605425" y="2407925"/>
              <a:ext cx="650" cy="6925"/>
            </a:xfrm>
            <a:custGeom>
              <a:avLst/>
              <a:gdLst/>
              <a:ahLst/>
              <a:cxnLst/>
              <a:rect l="l" t="t" r="r" b="b"/>
              <a:pathLst>
                <a:path w="26" h="277" extrusionOk="0">
                  <a:moveTo>
                    <a:pt x="0" y="0"/>
                  </a:moveTo>
                  <a:lnTo>
                    <a:pt x="0" y="226"/>
                  </a:lnTo>
                  <a:cubicBezTo>
                    <a:pt x="0" y="251"/>
                    <a:pt x="0" y="276"/>
                    <a:pt x="25" y="276"/>
                  </a:cubicBezTo>
                  <a:lnTo>
                    <a:pt x="25" y="51"/>
                  </a:lnTo>
                  <a:cubicBezTo>
                    <a:pt x="0" y="26"/>
                    <a:pt x="0" y="26"/>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5" name="Google Shape;4905;p44"/>
            <p:cNvSpPr/>
            <p:nvPr/>
          </p:nvSpPr>
          <p:spPr>
            <a:xfrm>
              <a:off x="3659300" y="2401650"/>
              <a:ext cx="13175" cy="13825"/>
            </a:xfrm>
            <a:custGeom>
              <a:avLst/>
              <a:gdLst/>
              <a:ahLst/>
              <a:cxnLst/>
              <a:rect l="l" t="t" r="r" b="b"/>
              <a:pathLst>
                <a:path w="527" h="553" extrusionOk="0">
                  <a:moveTo>
                    <a:pt x="0" y="1"/>
                  </a:moveTo>
                  <a:lnTo>
                    <a:pt x="0" y="226"/>
                  </a:lnTo>
                  <a:lnTo>
                    <a:pt x="527" y="552"/>
                  </a:lnTo>
                  <a:lnTo>
                    <a:pt x="527" y="30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44"/>
            <p:cNvSpPr/>
            <p:nvPr/>
          </p:nvSpPr>
          <p:spPr>
            <a:xfrm>
              <a:off x="3633600" y="2408550"/>
              <a:ext cx="650" cy="6925"/>
            </a:xfrm>
            <a:custGeom>
              <a:avLst/>
              <a:gdLst/>
              <a:ahLst/>
              <a:cxnLst/>
              <a:rect l="l" t="t" r="r" b="b"/>
              <a:pathLst>
                <a:path w="26" h="277" extrusionOk="0">
                  <a:moveTo>
                    <a:pt x="1" y="1"/>
                  </a:moveTo>
                  <a:lnTo>
                    <a:pt x="1" y="226"/>
                  </a:lnTo>
                  <a:cubicBezTo>
                    <a:pt x="26" y="251"/>
                    <a:pt x="26" y="251"/>
                    <a:pt x="26" y="276"/>
                  </a:cubicBezTo>
                  <a:lnTo>
                    <a:pt x="26" y="26"/>
                  </a:lnTo>
                  <a:cubicBezTo>
                    <a:pt x="26" y="26"/>
                    <a:pt x="26"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7" name="Google Shape;4907;p44"/>
            <p:cNvSpPr/>
            <p:nvPr/>
          </p:nvSpPr>
          <p:spPr>
            <a:xfrm>
              <a:off x="3683725" y="24085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44"/>
            <p:cNvSpPr/>
            <p:nvPr/>
          </p:nvSpPr>
          <p:spPr>
            <a:xfrm>
              <a:off x="3683100" y="2408550"/>
              <a:ext cx="650" cy="6300"/>
            </a:xfrm>
            <a:custGeom>
              <a:avLst/>
              <a:gdLst/>
              <a:ahLst/>
              <a:cxnLst/>
              <a:rect l="l" t="t" r="r" b="b"/>
              <a:pathLst>
                <a:path w="26" h="252" extrusionOk="0">
                  <a:moveTo>
                    <a:pt x="26" y="1"/>
                  </a:moveTo>
                  <a:cubicBezTo>
                    <a:pt x="26" y="1"/>
                    <a:pt x="26" y="1"/>
                    <a:pt x="1" y="26"/>
                  </a:cubicBez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44"/>
            <p:cNvSpPr/>
            <p:nvPr/>
          </p:nvSpPr>
          <p:spPr>
            <a:xfrm>
              <a:off x="3683100" y="24091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44"/>
            <p:cNvSpPr/>
            <p:nvPr/>
          </p:nvSpPr>
          <p:spPr>
            <a:xfrm>
              <a:off x="3683100" y="2409175"/>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44"/>
            <p:cNvSpPr/>
            <p:nvPr/>
          </p:nvSpPr>
          <p:spPr>
            <a:xfrm>
              <a:off x="3683100" y="24091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44"/>
            <p:cNvSpPr/>
            <p:nvPr/>
          </p:nvSpPr>
          <p:spPr>
            <a:xfrm>
              <a:off x="3683100" y="24091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3" name="Google Shape;4913;p44"/>
            <p:cNvSpPr/>
            <p:nvPr/>
          </p:nvSpPr>
          <p:spPr>
            <a:xfrm>
              <a:off x="3683100" y="240917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4" name="Google Shape;4914;p44"/>
            <p:cNvSpPr/>
            <p:nvPr/>
          </p:nvSpPr>
          <p:spPr>
            <a:xfrm>
              <a:off x="3683100" y="2409800"/>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44"/>
            <p:cNvSpPr/>
            <p:nvPr/>
          </p:nvSpPr>
          <p:spPr>
            <a:xfrm>
              <a:off x="3595400" y="2408550"/>
              <a:ext cx="0" cy="5675"/>
            </a:xfrm>
            <a:custGeom>
              <a:avLst/>
              <a:gdLst/>
              <a:ahLst/>
              <a:cxnLst/>
              <a:rect l="l" t="t" r="r" b="b"/>
              <a:pathLst>
                <a:path h="227" extrusionOk="0">
                  <a:moveTo>
                    <a:pt x="0" y="1"/>
                  </a:moveTo>
                  <a:lnTo>
                    <a:pt x="0" y="226"/>
                  </a:lnTo>
                  <a:lnTo>
                    <a:pt x="0" y="226"/>
                  </a:lnTo>
                  <a:lnTo>
                    <a:pt x="0"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44"/>
            <p:cNvSpPr/>
            <p:nvPr/>
          </p:nvSpPr>
          <p:spPr>
            <a:xfrm>
              <a:off x="3595400" y="2408550"/>
              <a:ext cx="0" cy="6300"/>
            </a:xfrm>
            <a:custGeom>
              <a:avLst/>
              <a:gdLst/>
              <a:ahLst/>
              <a:cxnLst/>
              <a:rect l="l" t="t" r="r" b="b"/>
              <a:pathLst>
                <a:path h="252" extrusionOk="0">
                  <a:moveTo>
                    <a:pt x="0" y="1"/>
                  </a:moveTo>
                  <a:lnTo>
                    <a:pt x="0" y="226"/>
                  </a:lnTo>
                  <a:cubicBezTo>
                    <a:pt x="0" y="226"/>
                    <a:pt x="0" y="251"/>
                    <a:pt x="0" y="251"/>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7" name="Google Shape;4917;p44"/>
            <p:cNvSpPr/>
            <p:nvPr/>
          </p:nvSpPr>
          <p:spPr>
            <a:xfrm>
              <a:off x="3595400" y="2408550"/>
              <a:ext cx="0" cy="6300"/>
            </a:xfrm>
            <a:custGeom>
              <a:avLst/>
              <a:gdLst/>
              <a:ahLst/>
              <a:cxnLst/>
              <a:rect l="l" t="t" r="r" b="b"/>
              <a:pathLst>
                <a:path h="252" extrusionOk="0">
                  <a:moveTo>
                    <a:pt x="0" y="1"/>
                  </a:moveTo>
                  <a:lnTo>
                    <a:pt x="0" y="251"/>
                  </a:lnTo>
                  <a:cubicBezTo>
                    <a:pt x="0" y="251"/>
                    <a:pt x="0" y="251"/>
                    <a:pt x="0" y="251"/>
                  </a:cubicBez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44"/>
            <p:cNvSpPr/>
            <p:nvPr/>
          </p:nvSpPr>
          <p:spPr>
            <a:xfrm>
              <a:off x="3595400" y="2408550"/>
              <a:ext cx="0" cy="6300"/>
            </a:xfrm>
            <a:custGeom>
              <a:avLst/>
              <a:gdLst/>
              <a:ahLst/>
              <a:cxnLst/>
              <a:rect l="l" t="t" r="r" b="b"/>
              <a:pathLst>
                <a:path h="252" extrusionOk="0">
                  <a:moveTo>
                    <a:pt x="0" y="1"/>
                  </a:moveTo>
                  <a:lnTo>
                    <a:pt x="0" y="251"/>
                  </a:lnTo>
                  <a:cubicBezTo>
                    <a:pt x="0" y="251"/>
                    <a:pt x="0" y="251"/>
                    <a:pt x="0" y="251"/>
                  </a:cubicBezTo>
                  <a:lnTo>
                    <a:pt x="0" y="26"/>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44"/>
            <p:cNvSpPr/>
            <p:nvPr/>
          </p:nvSpPr>
          <p:spPr>
            <a:xfrm>
              <a:off x="3595400" y="2409175"/>
              <a:ext cx="0" cy="5675"/>
            </a:xfrm>
            <a:custGeom>
              <a:avLst/>
              <a:gdLst/>
              <a:ahLst/>
              <a:cxnLst/>
              <a:rect l="l" t="t" r="r" b="b"/>
              <a:pathLst>
                <a:path h="227" extrusionOk="0">
                  <a:moveTo>
                    <a:pt x="0" y="1"/>
                  </a:moveTo>
                  <a:lnTo>
                    <a:pt x="0" y="226"/>
                  </a:lnTo>
                  <a:cubicBezTo>
                    <a:pt x="0" y="226"/>
                    <a:pt x="0" y="226"/>
                    <a:pt x="0" y="226"/>
                  </a:cubicBezTo>
                  <a:lnTo>
                    <a:pt x="0" y="1"/>
                  </a:lnTo>
                  <a:lnTo>
                    <a:pt x="0"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44"/>
            <p:cNvSpPr/>
            <p:nvPr/>
          </p:nvSpPr>
          <p:spPr>
            <a:xfrm>
              <a:off x="3594750" y="2409175"/>
              <a:ext cx="650" cy="5675"/>
            </a:xfrm>
            <a:custGeom>
              <a:avLst/>
              <a:gdLst/>
              <a:ahLst/>
              <a:cxnLst/>
              <a:rect l="l" t="t" r="r" b="b"/>
              <a:pathLst>
                <a:path w="26" h="227" extrusionOk="0">
                  <a:moveTo>
                    <a:pt x="1" y="1"/>
                  </a:moveTo>
                  <a:lnTo>
                    <a:pt x="1" y="226"/>
                  </a:lnTo>
                  <a:lnTo>
                    <a:pt x="26" y="226"/>
                  </a:lnTo>
                  <a:lnTo>
                    <a:pt x="26"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44"/>
            <p:cNvSpPr/>
            <p:nvPr/>
          </p:nvSpPr>
          <p:spPr>
            <a:xfrm>
              <a:off x="3594750" y="2409175"/>
              <a:ext cx="25" cy="6300"/>
            </a:xfrm>
            <a:custGeom>
              <a:avLst/>
              <a:gdLst/>
              <a:ahLst/>
              <a:cxnLst/>
              <a:rect l="l" t="t" r="r" b="b"/>
              <a:pathLst>
                <a:path w="1" h="252" extrusionOk="0">
                  <a:moveTo>
                    <a:pt x="1" y="1"/>
                  </a:moveTo>
                  <a:lnTo>
                    <a:pt x="1" y="226"/>
                  </a:lnTo>
                  <a:cubicBezTo>
                    <a:pt x="1" y="251"/>
                    <a:pt x="1" y="251"/>
                    <a:pt x="1" y="251"/>
                  </a:cubicBezTo>
                  <a:lnTo>
                    <a:pt x="1" y="1"/>
                  </a:lnTo>
                  <a:cubicBezTo>
                    <a:pt x="1" y="1"/>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2" name="Google Shape;4922;p44"/>
            <p:cNvSpPr/>
            <p:nvPr/>
          </p:nvSpPr>
          <p:spPr>
            <a:xfrm>
              <a:off x="3594750" y="2409175"/>
              <a:ext cx="25" cy="6300"/>
            </a:xfrm>
            <a:custGeom>
              <a:avLst/>
              <a:gdLst/>
              <a:ahLst/>
              <a:cxnLst/>
              <a:rect l="l" t="t" r="r" b="b"/>
              <a:pathLst>
                <a:path w="1" h="252" extrusionOk="0">
                  <a:moveTo>
                    <a:pt x="1" y="1"/>
                  </a:moveTo>
                  <a:lnTo>
                    <a:pt x="1" y="251"/>
                  </a:lnTo>
                  <a:lnTo>
                    <a:pt x="1" y="251"/>
                  </a:lnTo>
                  <a:lnTo>
                    <a:pt x="1" y="1"/>
                  </a:lnTo>
                  <a:lnTo>
                    <a:pt x="1"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44"/>
            <p:cNvSpPr/>
            <p:nvPr/>
          </p:nvSpPr>
          <p:spPr>
            <a:xfrm>
              <a:off x="3721950" y="2406675"/>
              <a:ext cx="5675" cy="8800"/>
            </a:xfrm>
            <a:custGeom>
              <a:avLst/>
              <a:gdLst/>
              <a:ahLst/>
              <a:cxnLst/>
              <a:rect l="l" t="t" r="r" b="b"/>
              <a:pathLst>
                <a:path w="227" h="352" extrusionOk="0">
                  <a:moveTo>
                    <a:pt x="226" y="0"/>
                  </a:moveTo>
                  <a:lnTo>
                    <a:pt x="1" y="126"/>
                  </a:lnTo>
                  <a:lnTo>
                    <a:pt x="1" y="351"/>
                  </a:lnTo>
                  <a:lnTo>
                    <a:pt x="226" y="226"/>
                  </a:lnTo>
                  <a:lnTo>
                    <a:pt x="2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44"/>
            <p:cNvSpPr/>
            <p:nvPr/>
          </p:nvSpPr>
          <p:spPr>
            <a:xfrm>
              <a:off x="3644250" y="2408550"/>
              <a:ext cx="650" cy="6925"/>
            </a:xfrm>
            <a:custGeom>
              <a:avLst/>
              <a:gdLst/>
              <a:ahLst/>
              <a:cxnLst/>
              <a:rect l="l" t="t" r="r" b="b"/>
              <a:pathLst>
                <a:path w="26" h="277" extrusionOk="0">
                  <a:moveTo>
                    <a:pt x="1" y="1"/>
                  </a:moveTo>
                  <a:lnTo>
                    <a:pt x="1" y="251"/>
                  </a:lnTo>
                  <a:cubicBezTo>
                    <a:pt x="1" y="251"/>
                    <a:pt x="1" y="276"/>
                    <a:pt x="26" y="276"/>
                  </a:cubicBezTo>
                  <a:lnTo>
                    <a:pt x="26" y="51"/>
                  </a:lnTo>
                  <a:cubicBezTo>
                    <a:pt x="1" y="26"/>
                    <a:pt x="1" y="26"/>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44"/>
            <p:cNvSpPr/>
            <p:nvPr/>
          </p:nvSpPr>
          <p:spPr>
            <a:xfrm>
              <a:off x="3384225" y="2407300"/>
              <a:ext cx="1275" cy="7550"/>
            </a:xfrm>
            <a:custGeom>
              <a:avLst/>
              <a:gdLst/>
              <a:ahLst/>
              <a:cxnLst/>
              <a:rect l="l" t="t" r="r" b="b"/>
              <a:pathLst>
                <a:path w="51" h="302" extrusionOk="0">
                  <a:moveTo>
                    <a:pt x="1" y="0"/>
                  </a:moveTo>
                  <a:lnTo>
                    <a:pt x="1" y="251"/>
                  </a:lnTo>
                  <a:cubicBezTo>
                    <a:pt x="1" y="276"/>
                    <a:pt x="26" y="301"/>
                    <a:pt x="51" y="301"/>
                  </a:cubicBezTo>
                  <a:lnTo>
                    <a:pt x="51" y="76"/>
                  </a:lnTo>
                  <a:cubicBezTo>
                    <a:pt x="26" y="51"/>
                    <a:pt x="1" y="25"/>
                    <a:pt x="1" y="0"/>
                  </a:cubicBezTo>
                  <a:close/>
                </a:path>
              </a:pathLst>
            </a:custGeom>
            <a:solidFill>
              <a:srgbClr val="DDDB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6" name="Google Shape;4926;p44"/>
            <p:cNvSpPr/>
            <p:nvPr/>
          </p:nvSpPr>
          <p:spPr>
            <a:xfrm>
              <a:off x="3384225" y="2407300"/>
              <a:ext cx="1275" cy="7550"/>
            </a:xfrm>
            <a:custGeom>
              <a:avLst/>
              <a:gdLst/>
              <a:ahLst/>
              <a:cxnLst/>
              <a:rect l="l" t="t" r="r" b="b"/>
              <a:pathLst>
                <a:path w="51" h="302" extrusionOk="0">
                  <a:moveTo>
                    <a:pt x="1" y="0"/>
                  </a:moveTo>
                  <a:lnTo>
                    <a:pt x="1" y="251"/>
                  </a:lnTo>
                  <a:cubicBezTo>
                    <a:pt x="1" y="276"/>
                    <a:pt x="26" y="301"/>
                    <a:pt x="51" y="301"/>
                  </a:cubicBezTo>
                  <a:lnTo>
                    <a:pt x="51" y="76"/>
                  </a:lnTo>
                  <a:cubicBezTo>
                    <a:pt x="26" y="51"/>
                    <a:pt x="1" y="25"/>
                    <a:pt x="1" y="0"/>
                  </a:cubicBezTo>
                  <a:close/>
                </a:path>
              </a:pathLst>
            </a:custGeom>
            <a:solidFill>
              <a:srgbClr val="DCD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7" name="Google Shape;4927;p44"/>
            <p:cNvSpPr/>
            <p:nvPr/>
          </p:nvSpPr>
          <p:spPr>
            <a:xfrm>
              <a:off x="3698150" y="2402275"/>
              <a:ext cx="13175" cy="13825"/>
            </a:xfrm>
            <a:custGeom>
              <a:avLst/>
              <a:gdLst/>
              <a:ahLst/>
              <a:cxnLst/>
              <a:rect l="l" t="t" r="r" b="b"/>
              <a:pathLst>
                <a:path w="527" h="553" extrusionOk="0">
                  <a:moveTo>
                    <a:pt x="0" y="1"/>
                  </a:moveTo>
                  <a:lnTo>
                    <a:pt x="0" y="226"/>
                  </a:lnTo>
                  <a:lnTo>
                    <a:pt x="527" y="552"/>
                  </a:lnTo>
                  <a:lnTo>
                    <a:pt x="527" y="30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8" name="Google Shape;4928;p44"/>
            <p:cNvSpPr/>
            <p:nvPr/>
          </p:nvSpPr>
          <p:spPr>
            <a:xfrm>
              <a:off x="3672450" y="2409175"/>
              <a:ext cx="650" cy="6925"/>
            </a:xfrm>
            <a:custGeom>
              <a:avLst/>
              <a:gdLst/>
              <a:ahLst/>
              <a:cxnLst/>
              <a:rect l="l" t="t" r="r" b="b"/>
              <a:pathLst>
                <a:path w="26" h="277" extrusionOk="0">
                  <a:moveTo>
                    <a:pt x="1" y="1"/>
                  </a:moveTo>
                  <a:lnTo>
                    <a:pt x="1" y="251"/>
                  </a:lnTo>
                  <a:cubicBezTo>
                    <a:pt x="26" y="251"/>
                    <a:pt x="26" y="251"/>
                    <a:pt x="26" y="276"/>
                  </a:cubicBezTo>
                  <a:lnTo>
                    <a:pt x="26" y="51"/>
                  </a:lnTo>
                  <a:cubicBezTo>
                    <a:pt x="26" y="26"/>
                    <a:pt x="26"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9" name="Google Shape;4929;p44"/>
            <p:cNvSpPr/>
            <p:nvPr/>
          </p:nvSpPr>
          <p:spPr>
            <a:xfrm>
              <a:off x="3721950" y="24098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0" name="Google Shape;4930;p44"/>
            <p:cNvSpPr/>
            <p:nvPr/>
          </p:nvSpPr>
          <p:spPr>
            <a:xfrm>
              <a:off x="3721950" y="2409800"/>
              <a:ext cx="25" cy="6300"/>
            </a:xfrm>
            <a:custGeom>
              <a:avLst/>
              <a:gdLst/>
              <a:ahLst/>
              <a:cxnLst/>
              <a:rect l="l" t="t" r="r" b="b"/>
              <a:pathLst>
                <a:path w="1" h="252" extrusionOk="0">
                  <a:moveTo>
                    <a:pt x="1" y="1"/>
                  </a:moveTo>
                  <a:lnTo>
                    <a:pt x="1" y="226"/>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1" name="Google Shape;4931;p44"/>
            <p:cNvSpPr/>
            <p:nvPr/>
          </p:nvSpPr>
          <p:spPr>
            <a:xfrm>
              <a:off x="3721950" y="24098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2" name="Google Shape;4932;p44"/>
            <p:cNvSpPr/>
            <p:nvPr/>
          </p:nvSpPr>
          <p:spPr>
            <a:xfrm>
              <a:off x="3721950" y="2409800"/>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44"/>
            <p:cNvSpPr/>
            <p:nvPr/>
          </p:nvSpPr>
          <p:spPr>
            <a:xfrm>
              <a:off x="3721950" y="24104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44"/>
            <p:cNvSpPr/>
            <p:nvPr/>
          </p:nvSpPr>
          <p:spPr>
            <a:xfrm>
              <a:off x="3721950" y="24104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5" name="Google Shape;4935;p44"/>
            <p:cNvSpPr/>
            <p:nvPr/>
          </p:nvSpPr>
          <p:spPr>
            <a:xfrm>
              <a:off x="3721950" y="24104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44"/>
            <p:cNvSpPr/>
            <p:nvPr/>
          </p:nvSpPr>
          <p:spPr>
            <a:xfrm>
              <a:off x="3721950" y="2410425"/>
              <a:ext cx="25" cy="6300"/>
            </a:xfrm>
            <a:custGeom>
              <a:avLst/>
              <a:gdLst/>
              <a:ahLst/>
              <a:cxnLst/>
              <a:rect l="l" t="t" r="r" b="b"/>
              <a:pathLst>
                <a:path w="1" h="252" extrusionOk="0">
                  <a:moveTo>
                    <a:pt x="1" y="1"/>
                  </a:moveTo>
                  <a:lnTo>
                    <a:pt x="1" y="251"/>
                  </a:lnTo>
                  <a:lnTo>
                    <a:pt x="1" y="25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7" name="Google Shape;4937;p44"/>
            <p:cNvSpPr/>
            <p:nvPr/>
          </p:nvSpPr>
          <p:spPr>
            <a:xfrm>
              <a:off x="3634225" y="2409175"/>
              <a:ext cx="25" cy="6300"/>
            </a:xfrm>
            <a:custGeom>
              <a:avLst/>
              <a:gdLst/>
              <a:ahLst/>
              <a:cxnLst/>
              <a:rect l="l" t="t" r="r" b="b"/>
              <a:pathLst>
                <a:path w="1" h="252" extrusionOk="0">
                  <a:moveTo>
                    <a:pt x="1" y="1"/>
                  </a:moveTo>
                  <a:lnTo>
                    <a:pt x="1" y="251"/>
                  </a:lnTo>
                  <a:lnTo>
                    <a:pt x="1" y="251"/>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44"/>
            <p:cNvSpPr/>
            <p:nvPr/>
          </p:nvSpPr>
          <p:spPr>
            <a:xfrm>
              <a:off x="3634225" y="24091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44"/>
            <p:cNvSpPr/>
            <p:nvPr/>
          </p:nvSpPr>
          <p:spPr>
            <a:xfrm>
              <a:off x="3634225" y="240917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44"/>
            <p:cNvSpPr/>
            <p:nvPr/>
          </p:nvSpPr>
          <p:spPr>
            <a:xfrm>
              <a:off x="3634225" y="24098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44"/>
            <p:cNvSpPr/>
            <p:nvPr/>
          </p:nvSpPr>
          <p:spPr>
            <a:xfrm>
              <a:off x="3634225" y="2409800"/>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44"/>
            <p:cNvSpPr/>
            <p:nvPr/>
          </p:nvSpPr>
          <p:spPr>
            <a:xfrm>
              <a:off x="3634225" y="24098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44"/>
            <p:cNvSpPr/>
            <p:nvPr/>
          </p:nvSpPr>
          <p:spPr>
            <a:xfrm>
              <a:off x="3633600" y="2409800"/>
              <a:ext cx="650" cy="6300"/>
            </a:xfrm>
            <a:custGeom>
              <a:avLst/>
              <a:gdLst/>
              <a:ahLst/>
              <a:cxnLst/>
              <a:rect l="l" t="t" r="r" b="b"/>
              <a:pathLst>
                <a:path w="26" h="252" extrusionOk="0">
                  <a:moveTo>
                    <a:pt x="26" y="1"/>
                  </a:moveTo>
                  <a:cubicBezTo>
                    <a:pt x="26" y="1"/>
                    <a:pt x="1" y="26"/>
                    <a:pt x="1" y="26"/>
                  </a:cubicBezTo>
                  <a:lnTo>
                    <a:pt x="1" y="251"/>
                  </a:lnTo>
                  <a:lnTo>
                    <a:pt x="26" y="251"/>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4" name="Google Shape;4944;p44"/>
            <p:cNvSpPr/>
            <p:nvPr/>
          </p:nvSpPr>
          <p:spPr>
            <a:xfrm>
              <a:off x="3633600" y="2410425"/>
              <a:ext cx="25" cy="5675"/>
            </a:xfrm>
            <a:custGeom>
              <a:avLst/>
              <a:gdLst/>
              <a:ahLst/>
              <a:cxnLst/>
              <a:rect l="l" t="t" r="r" b="b"/>
              <a:pathLst>
                <a:path w="1" h="227" extrusionOk="0">
                  <a:moveTo>
                    <a:pt x="1" y="1"/>
                  </a:moveTo>
                  <a:lnTo>
                    <a:pt x="1" y="226"/>
                  </a:lnTo>
                  <a:lnTo>
                    <a:pt x="1" y="226"/>
                  </a:ln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44"/>
            <p:cNvSpPr/>
            <p:nvPr/>
          </p:nvSpPr>
          <p:spPr>
            <a:xfrm>
              <a:off x="3683100" y="2409800"/>
              <a:ext cx="650" cy="6925"/>
            </a:xfrm>
            <a:custGeom>
              <a:avLst/>
              <a:gdLst/>
              <a:ahLst/>
              <a:cxnLst/>
              <a:rect l="l" t="t" r="r" b="b"/>
              <a:pathLst>
                <a:path w="26" h="277" extrusionOk="0">
                  <a:moveTo>
                    <a:pt x="1" y="1"/>
                  </a:moveTo>
                  <a:lnTo>
                    <a:pt x="1" y="226"/>
                  </a:lnTo>
                  <a:cubicBezTo>
                    <a:pt x="1" y="251"/>
                    <a:pt x="1" y="251"/>
                    <a:pt x="26" y="276"/>
                  </a:cubicBezTo>
                  <a:lnTo>
                    <a:pt x="26" y="26"/>
                  </a:lnTo>
                  <a:cubicBezTo>
                    <a:pt x="1" y="26"/>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44"/>
            <p:cNvSpPr/>
            <p:nvPr/>
          </p:nvSpPr>
          <p:spPr>
            <a:xfrm>
              <a:off x="3562175" y="2410425"/>
              <a:ext cx="25" cy="6300"/>
            </a:xfrm>
            <a:custGeom>
              <a:avLst/>
              <a:gdLst/>
              <a:ahLst/>
              <a:cxnLst/>
              <a:rect l="l" t="t" r="r" b="b"/>
              <a:pathLst>
                <a:path w="1" h="252" extrusionOk="0">
                  <a:moveTo>
                    <a:pt x="1" y="1"/>
                  </a:moveTo>
                  <a:lnTo>
                    <a:pt x="1" y="251"/>
                  </a:lnTo>
                  <a:cubicBezTo>
                    <a:pt x="1" y="251"/>
                    <a:pt x="1" y="251"/>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7" name="Google Shape;4947;p44"/>
            <p:cNvSpPr/>
            <p:nvPr/>
          </p:nvSpPr>
          <p:spPr>
            <a:xfrm>
              <a:off x="3562175" y="24104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44"/>
            <p:cNvSpPr/>
            <p:nvPr/>
          </p:nvSpPr>
          <p:spPr>
            <a:xfrm>
              <a:off x="3561550" y="2410425"/>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44"/>
            <p:cNvSpPr/>
            <p:nvPr/>
          </p:nvSpPr>
          <p:spPr>
            <a:xfrm>
              <a:off x="3561550" y="24104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0" name="Google Shape;4950;p44"/>
            <p:cNvSpPr/>
            <p:nvPr/>
          </p:nvSpPr>
          <p:spPr>
            <a:xfrm>
              <a:off x="3560925" y="2410425"/>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44"/>
            <p:cNvSpPr/>
            <p:nvPr/>
          </p:nvSpPr>
          <p:spPr>
            <a:xfrm>
              <a:off x="3560925" y="24104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2" name="Google Shape;4952;p44"/>
            <p:cNvSpPr/>
            <p:nvPr/>
          </p:nvSpPr>
          <p:spPr>
            <a:xfrm>
              <a:off x="3560925" y="2410425"/>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44"/>
            <p:cNvSpPr/>
            <p:nvPr/>
          </p:nvSpPr>
          <p:spPr>
            <a:xfrm>
              <a:off x="3560300" y="2410425"/>
              <a:ext cx="650" cy="5675"/>
            </a:xfrm>
            <a:custGeom>
              <a:avLst/>
              <a:gdLst/>
              <a:ahLst/>
              <a:cxnLst/>
              <a:rect l="l" t="t" r="r" b="b"/>
              <a:pathLst>
                <a:path w="26" h="227" extrusionOk="0">
                  <a:moveTo>
                    <a:pt x="0" y="1"/>
                  </a:moveTo>
                  <a:lnTo>
                    <a:pt x="0"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4" name="Google Shape;4954;p44"/>
            <p:cNvSpPr/>
            <p:nvPr/>
          </p:nvSpPr>
          <p:spPr>
            <a:xfrm>
              <a:off x="3560300" y="24104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5" name="Google Shape;4955;p44"/>
            <p:cNvSpPr/>
            <p:nvPr/>
          </p:nvSpPr>
          <p:spPr>
            <a:xfrm>
              <a:off x="3559675" y="2410425"/>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44"/>
            <p:cNvSpPr/>
            <p:nvPr/>
          </p:nvSpPr>
          <p:spPr>
            <a:xfrm>
              <a:off x="3559050" y="2410425"/>
              <a:ext cx="650" cy="6300"/>
            </a:xfrm>
            <a:custGeom>
              <a:avLst/>
              <a:gdLst/>
              <a:ahLst/>
              <a:cxnLst/>
              <a:rect l="l" t="t" r="r" b="b"/>
              <a:pathLst>
                <a:path w="26" h="252" extrusionOk="0">
                  <a:moveTo>
                    <a:pt x="0" y="1"/>
                  </a:moveTo>
                  <a:lnTo>
                    <a:pt x="0" y="251"/>
                  </a:lnTo>
                  <a:cubicBezTo>
                    <a:pt x="25" y="251"/>
                    <a:pt x="25" y="226"/>
                    <a:pt x="25" y="226"/>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7" name="Google Shape;4957;p44"/>
            <p:cNvSpPr/>
            <p:nvPr/>
          </p:nvSpPr>
          <p:spPr>
            <a:xfrm>
              <a:off x="3711300" y="2409800"/>
              <a:ext cx="1275" cy="6925"/>
            </a:xfrm>
            <a:custGeom>
              <a:avLst/>
              <a:gdLst/>
              <a:ahLst/>
              <a:cxnLst/>
              <a:rect l="l" t="t" r="r" b="b"/>
              <a:pathLst>
                <a:path w="51" h="277" extrusionOk="0">
                  <a:moveTo>
                    <a:pt x="1" y="1"/>
                  </a:moveTo>
                  <a:lnTo>
                    <a:pt x="1" y="251"/>
                  </a:lnTo>
                  <a:cubicBezTo>
                    <a:pt x="26" y="251"/>
                    <a:pt x="51" y="276"/>
                    <a:pt x="51" y="276"/>
                  </a:cubicBezTo>
                  <a:lnTo>
                    <a:pt x="51" y="51"/>
                  </a:lnTo>
                  <a:cubicBezTo>
                    <a:pt x="51" y="26"/>
                    <a:pt x="26"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8" name="Google Shape;4958;p44"/>
            <p:cNvSpPr/>
            <p:nvPr/>
          </p:nvSpPr>
          <p:spPr>
            <a:xfrm>
              <a:off x="3721950" y="2410425"/>
              <a:ext cx="25" cy="6925"/>
            </a:xfrm>
            <a:custGeom>
              <a:avLst/>
              <a:gdLst/>
              <a:ahLst/>
              <a:cxnLst/>
              <a:rect l="l" t="t" r="r" b="b"/>
              <a:pathLst>
                <a:path w="1" h="277" extrusionOk="0">
                  <a:moveTo>
                    <a:pt x="1" y="26"/>
                  </a:moveTo>
                  <a:lnTo>
                    <a:pt x="1" y="276"/>
                  </a:lnTo>
                  <a:cubicBezTo>
                    <a:pt x="1" y="251"/>
                    <a:pt x="1" y="251"/>
                    <a:pt x="1" y="251"/>
                  </a:cubicBezTo>
                  <a:lnTo>
                    <a:pt x="1" y="1"/>
                  </a:lnTo>
                  <a:cubicBezTo>
                    <a:pt x="1" y="1"/>
                    <a:pt x="1" y="26"/>
                    <a:pt x="1" y="26"/>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9" name="Google Shape;4959;p44"/>
            <p:cNvSpPr/>
            <p:nvPr/>
          </p:nvSpPr>
          <p:spPr>
            <a:xfrm>
              <a:off x="3673075" y="2410425"/>
              <a:ext cx="25" cy="5675"/>
            </a:xfrm>
            <a:custGeom>
              <a:avLst/>
              <a:gdLst/>
              <a:ahLst/>
              <a:cxnLst/>
              <a:rect l="l" t="t" r="r" b="b"/>
              <a:pathLst>
                <a:path w="1" h="227" extrusionOk="0">
                  <a:moveTo>
                    <a:pt x="1" y="1"/>
                  </a:moveTo>
                  <a:lnTo>
                    <a:pt x="1" y="226"/>
                  </a:lnTo>
                  <a:lnTo>
                    <a:pt x="1" y="226"/>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0" name="Google Shape;4960;p44"/>
            <p:cNvSpPr/>
            <p:nvPr/>
          </p:nvSpPr>
          <p:spPr>
            <a:xfrm>
              <a:off x="3673075" y="24104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1" name="Google Shape;4961;p44"/>
            <p:cNvSpPr/>
            <p:nvPr/>
          </p:nvSpPr>
          <p:spPr>
            <a:xfrm>
              <a:off x="3673075" y="2410425"/>
              <a:ext cx="25" cy="5675"/>
            </a:xfrm>
            <a:custGeom>
              <a:avLst/>
              <a:gdLst/>
              <a:ahLst/>
              <a:cxnLst/>
              <a:rect l="l" t="t" r="r" b="b"/>
              <a:pathLst>
                <a:path w="1" h="227" extrusionOk="0">
                  <a:moveTo>
                    <a:pt x="1" y="1"/>
                  </a:moveTo>
                  <a:lnTo>
                    <a:pt x="1" y="226"/>
                  </a:lnTo>
                  <a:cubicBezTo>
                    <a:pt x="1" y="226"/>
                    <a:pt x="1" y="226"/>
                    <a:pt x="1" y="226"/>
                  </a:cubicBez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2" name="Google Shape;4962;p44"/>
            <p:cNvSpPr/>
            <p:nvPr/>
          </p:nvSpPr>
          <p:spPr>
            <a:xfrm>
              <a:off x="3673075" y="2410425"/>
              <a:ext cx="25" cy="6300"/>
            </a:xfrm>
            <a:custGeom>
              <a:avLst/>
              <a:gdLst/>
              <a:ahLst/>
              <a:cxnLst/>
              <a:rect l="l" t="t" r="r" b="b"/>
              <a:pathLst>
                <a:path w="1" h="252" extrusionOk="0">
                  <a:moveTo>
                    <a:pt x="1" y="1"/>
                  </a:moveTo>
                  <a:lnTo>
                    <a:pt x="1" y="226"/>
                  </a:lnTo>
                  <a:cubicBezTo>
                    <a:pt x="1" y="251"/>
                    <a:pt x="1" y="251"/>
                    <a:pt x="1" y="251"/>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3" name="Google Shape;4963;p44"/>
            <p:cNvSpPr/>
            <p:nvPr/>
          </p:nvSpPr>
          <p:spPr>
            <a:xfrm>
              <a:off x="3673075" y="24104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4" name="Google Shape;4964;p44"/>
            <p:cNvSpPr/>
            <p:nvPr/>
          </p:nvSpPr>
          <p:spPr>
            <a:xfrm>
              <a:off x="3673075" y="2410425"/>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26"/>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5" name="Google Shape;4965;p44"/>
            <p:cNvSpPr/>
            <p:nvPr/>
          </p:nvSpPr>
          <p:spPr>
            <a:xfrm>
              <a:off x="3672450" y="2411050"/>
              <a:ext cx="650" cy="5675"/>
            </a:xfrm>
            <a:custGeom>
              <a:avLst/>
              <a:gdLst/>
              <a:ahLst/>
              <a:cxnLst/>
              <a:rect l="l" t="t" r="r" b="b"/>
              <a:pathLst>
                <a:path w="26" h="227" extrusionOk="0">
                  <a:moveTo>
                    <a:pt x="1" y="1"/>
                  </a:moveTo>
                  <a:lnTo>
                    <a:pt x="1" y="226"/>
                  </a:lnTo>
                  <a:lnTo>
                    <a:pt x="26" y="226"/>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6" name="Google Shape;4966;p44"/>
            <p:cNvSpPr/>
            <p:nvPr/>
          </p:nvSpPr>
          <p:spPr>
            <a:xfrm>
              <a:off x="3672450" y="2411050"/>
              <a:ext cx="25" cy="6300"/>
            </a:xfrm>
            <a:custGeom>
              <a:avLst/>
              <a:gdLst/>
              <a:ahLst/>
              <a:cxnLst/>
              <a:rect l="l" t="t" r="r" b="b"/>
              <a:pathLst>
                <a:path w="1" h="252" extrusionOk="0">
                  <a:moveTo>
                    <a:pt x="1" y="1"/>
                  </a:moveTo>
                  <a:lnTo>
                    <a:pt x="1" y="226"/>
                  </a:lnTo>
                  <a:cubicBezTo>
                    <a:pt x="1" y="226"/>
                    <a:pt x="1" y="251"/>
                    <a:pt x="1" y="251"/>
                  </a:cubicBezTo>
                  <a:lnTo>
                    <a:pt x="1" y="1"/>
                  </a:lnTo>
                  <a:lnTo>
                    <a:pt x="1"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7" name="Google Shape;4967;p44"/>
            <p:cNvSpPr/>
            <p:nvPr/>
          </p:nvSpPr>
          <p:spPr>
            <a:xfrm>
              <a:off x="3601025" y="2411050"/>
              <a:ext cx="650" cy="6300"/>
            </a:xfrm>
            <a:custGeom>
              <a:avLst/>
              <a:gdLst/>
              <a:ahLst/>
              <a:cxnLst/>
              <a:rect l="l" t="t" r="r" b="b"/>
              <a:pathLst>
                <a:path w="26" h="252" extrusionOk="0">
                  <a:moveTo>
                    <a:pt x="1" y="1"/>
                  </a:moveTo>
                  <a:lnTo>
                    <a:pt x="1" y="251"/>
                  </a:lnTo>
                  <a:lnTo>
                    <a:pt x="26" y="251"/>
                  </a:lnTo>
                  <a:lnTo>
                    <a:pt x="26" y="26"/>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8" name="Google Shape;4968;p44"/>
            <p:cNvSpPr/>
            <p:nvPr/>
          </p:nvSpPr>
          <p:spPr>
            <a:xfrm>
              <a:off x="3601025" y="24110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9" name="Google Shape;4969;p44"/>
            <p:cNvSpPr/>
            <p:nvPr/>
          </p:nvSpPr>
          <p:spPr>
            <a:xfrm>
              <a:off x="3600400" y="2411050"/>
              <a:ext cx="650" cy="6300"/>
            </a:xfrm>
            <a:custGeom>
              <a:avLst/>
              <a:gdLst/>
              <a:ahLst/>
              <a:cxnLst/>
              <a:rect l="l" t="t" r="r" b="b"/>
              <a:pathLst>
                <a:path w="26"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0" name="Google Shape;4970;p44"/>
            <p:cNvSpPr/>
            <p:nvPr/>
          </p:nvSpPr>
          <p:spPr>
            <a:xfrm>
              <a:off x="3600400" y="2411050"/>
              <a:ext cx="25" cy="6300"/>
            </a:xfrm>
            <a:custGeom>
              <a:avLst/>
              <a:gdLst/>
              <a:ahLst/>
              <a:cxnLst/>
              <a:rect l="l" t="t" r="r" b="b"/>
              <a:pathLst>
                <a:path w="1" h="252" extrusionOk="0">
                  <a:moveTo>
                    <a:pt x="1" y="1"/>
                  </a:moveTo>
                  <a:lnTo>
                    <a:pt x="1" y="251"/>
                  </a:lnTo>
                  <a:cubicBezTo>
                    <a:pt x="1" y="251"/>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1" name="Google Shape;4971;p44"/>
            <p:cNvSpPr/>
            <p:nvPr/>
          </p:nvSpPr>
          <p:spPr>
            <a:xfrm>
              <a:off x="3600400" y="24110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2" name="Google Shape;4972;p44"/>
            <p:cNvSpPr/>
            <p:nvPr/>
          </p:nvSpPr>
          <p:spPr>
            <a:xfrm>
              <a:off x="3599775" y="2411050"/>
              <a:ext cx="650" cy="5675"/>
            </a:xfrm>
            <a:custGeom>
              <a:avLst/>
              <a:gdLst/>
              <a:ahLst/>
              <a:cxnLst/>
              <a:rect l="l" t="t" r="r" b="b"/>
              <a:pathLst>
                <a:path w="26" h="227" extrusionOk="0">
                  <a:moveTo>
                    <a:pt x="0" y="1"/>
                  </a:moveTo>
                  <a:lnTo>
                    <a:pt x="0"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3" name="Google Shape;4973;p44"/>
            <p:cNvSpPr/>
            <p:nvPr/>
          </p:nvSpPr>
          <p:spPr>
            <a:xfrm>
              <a:off x="3599775" y="2411050"/>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4" name="Google Shape;4974;p44"/>
            <p:cNvSpPr/>
            <p:nvPr/>
          </p:nvSpPr>
          <p:spPr>
            <a:xfrm>
              <a:off x="3599150" y="241105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5" name="Google Shape;4975;p44"/>
            <p:cNvSpPr/>
            <p:nvPr/>
          </p:nvSpPr>
          <p:spPr>
            <a:xfrm>
              <a:off x="3599150" y="2411050"/>
              <a:ext cx="25" cy="6300"/>
            </a:xfrm>
            <a:custGeom>
              <a:avLst/>
              <a:gdLst/>
              <a:ahLst/>
              <a:cxnLst/>
              <a:rect l="l" t="t" r="r" b="b"/>
              <a:pathLst>
                <a:path w="1" h="252" extrusionOk="0">
                  <a:moveTo>
                    <a:pt x="0" y="1"/>
                  </a:moveTo>
                  <a:lnTo>
                    <a:pt x="0" y="226"/>
                  </a:lnTo>
                  <a:cubicBezTo>
                    <a:pt x="0" y="226"/>
                    <a:pt x="0" y="226"/>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6" name="Google Shape;4976;p44"/>
            <p:cNvSpPr/>
            <p:nvPr/>
          </p:nvSpPr>
          <p:spPr>
            <a:xfrm>
              <a:off x="3598525" y="2411050"/>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7" name="Google Shape;4977;p44"/>
            <p:cNvSpPr/>
            <p:nvPr/>
          </p:nvSpPr>
          <p:spPr>
            <a:xfrm>
              <a:off x="3597900" y="2411050"/>
              <a:ext cx="650" cy="6300"/>
            </a:xfrm>
            <a:custGeom>
              <a:avLst/>
              <a:gdLst/>
              <a:ahLst/>
              <a:cxnLst/>
              <a:rect l="l" t="t" r="r" b="b"/>
              <a:pathLst>
                <a:path w="26" h="252" extrusionOk="0">
                  <a:moveTo>
                    <a:pt x="25" y="1"/>
                  </a:moveTo>
                  <a:cubicBezTo>
                    <a:pt x="25" y="1"/>
                    <a:pt x="25" y="1"/>
                    <a:pt x="0" y="26"/>
                  </a:cubicBez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8" name="Google Shape;4978;p44"/>
            <p:cNvSpPr/>
            <p:nvPr/>
          </p:nvSpPr>
          <p:spPr>
            <a:xfrm>
              <a:off x="3712550" y="2411050"/>
              <a:ext cx="25" cy="5675"/>
            </a:xfrm>
            <a:custGeom>
              <a:avLst/>
              <a:gdLst/>
              <a:ahLst/>
              <a:cxnLst/>
              <a:rect l="l" t="t" r="r" b="b"/>
              <a:pathLst>
                <a:path w="1" h="227" extrusionOk="0">
                  <a:moveTo>
                    <a:pt x="1" y="1"/>
                  </a:moveTo>
                  <a:lnTo>
                    <a:pt x="1" y="226"/>
                  </a:lnTo>
                  <a:lnTo>
                    <a:pt x="1" y="226"/>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9" name="Google Shape;4979;p44"/>
            <p:cNvSpPr/>
            <p:nvPr/>
          </p:nvSpPr>
          <p:spPr>
            <a:xfrm>
              <a:off x="3711925" y="2411050"/>
              <a:ext cx="650" cy="6300"/>
            </a:xfrm>
            <a:custGeom>
              <a:avLst/>
              <a:gdLst/>
              <a:ahLst/>
              <a:cxnLst/>
              <a:rect l="l" t="t" r="r" b="b"/>
              <a:pathLst>
                <a:path w="26" h="252" extrusionOk="0">
                  <a:moveTo>
                    <a:pt x="26" y="1"/>
                  </a:moveTo>
                  <a:lnTo>
                    <a:pt x="1" y="251"/>
                  </a:lnTo>
                  <a:cubicBezTo>
                    <a:pt x="1" y="251"/>
                    <a:pt x="26" y="226"/>
                    <a:pt x="26" y="226"/>
                  </a:cubicBezTo>
                  <a:lnTo>
                    <a:pt x="26"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0" name="Google Shape;4980;p44"/>
            <p:cNvSpPr/>
            <p:nvPr/>
          </p:nvSpPr>
          <p:spPr>
            <a:xfrm>
              <a:off x="3711925" y="241105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1" name="Google Shape;4981;p44"/>
            <p:cNvSpPr/>
            <p:nvPr/>
          </p:nvSpPr>
          <p:spPr>
            <a:xfrm>
              <a:off x="3711925" y="2411050"/>
              <a:ext cx="25" cy="6300"/>
            </a:xfrm>
            <a:custGeom>
              <a:avLst/>
              <a:gdLst/>
              <a:ahLst/>
              <a:cxnLst/>
              <a:rect l="l" t="t" r="r" b="b"/>
              <a:pathLst>
                <a:path w="1" h="252" extrusionOk="0">
                  <a:moveTo>
                    <a:pt x="1" y="1"/>
                  </a:moveTo>
                  <a:lnTo>
                    <a:pt x="1" y="251"/>
                  </a:lnTo>
                  <a:cubicBezTo>
                    <a:pt x="1" y="251"/>
                    <a:pt x="1" y="251"/>
                    <a:pt x="1" y="251"/>
                  </a:cubicBezTo>
                  <a:lnTo>
                    <a:pt x="1" y="26"/>
                  </a:lnTo>
                  <a:cubicBezTo>
                    <a:pt x="1" y="26"/>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2" name="Google Shape;4982;p44"/>
            <p:cNvSpPr/>
            <p:nvPr/>
          </p:nvSpPr>
          <p:spPr>
            <a:xfrm>
              <a:off x="3711925" y="24116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3" name="Google Shape;4983;p44"/>
            <p:cNvSpPr/>
            <p:nvPr/>
          </p:nvSpPr>
          <p:spPr>
            <a:xfrm>
              <a:off x="3711925" y="2411675"/>
              <a:ext cx="25" cy="6300"/>
            </a:xfrm>
            <a:custGeom>
              <a:avLst/>
              <a:gdLst/>
              <a:ahLst/>
              <a:cxnLst/>
              <a:rect l="l" t="t" r="r" b="b"/>
              <a:pathLst>
                <a:path w="1" h="252" extrusionOk="0">
                  <a:moveTo>
                    <a:pt x="1" y="1"/>
                  </a:moveTo>
                  <a:lnTo>
                    <a:pt x="1" y="226"/>
                  </a:lnTo>
                  <a:cubicBezTo>
                    <a:pt x="1" y="226"/>
                    <a:pt x="1" y="226"/>
                    <a:pt x="1" y="251"/>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4" name="Google Shape;4984;p44"/>
            <p:cNvSpPr/>
            <p:nvPr/>
          </p:nvSpPr>
          <p:spPr>
            <a:xfrm>
              <a:off x="3711300" y="2411675"/>
              <a:ext cx="650" cy="6300"/>
            </a:xfrm>
            <a:custGeom>
              <a:avLst/>
              <a:gdLst/>
              <a:ahLst/>
              <a:cxnLst/>
              <a:rect l="l" t="t" r="r" b="b"/>
              <a:pathLst>
                <a:path w="26" h="252" extrusionOk="0">
                  <a:moveTo>
                    <a:pt x="1" y="1"/>
                  </a:moveTo>
                  <a:lnTo>
                    <a:pt x="1" y="251"/>
                  </a:lnTo>
                  <a:lnTo>
                    <a:pt x="26" y="251"/>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5" name="Google Shape;4985;p44"/>
            <p:cNvSpPr/>
            <p:nvPr/>
          </p:nvSpPr>
          <p:spPr>
            <a:xfrm>
              <a:off x="3711300" y="2411675"/>
              <a:ext cx="650" cy="6300"/>
            </a:xfrm>
            <a:custGeom>
              <a:avLst/>
              <a:gdLst/>
              <a:ahLst/>
              <a:cxnLst/>
              <a:rect l="l" t="t" r="r" b="b"/>
              <a:pathLst>
                <a:path w="26" h="252" extrusionOk="0">
                  <a:moveTo>
                    <a:pt x="1" y="1"/>
                  </a:moveTo>
                  <a:lnTo>
                    <a:pt x="1" y="251"/>
                  </a:ln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6" name="Google Shape;4986;p44"/>
            <p:cNvSpPr/>
            <p:nvPr/>
          </p:nvSpPr>
          <p:spPr>
            <a:xfrm>
              <a:off x="3470700" y="2246900"/>
              <a:ext cx="286375" cy="171700"/>
            </a:xfrm>
            <a:custGeom>
              <a:avLst/>
              <a:gdLst/>
              <a:ahLst/>
              <a:cxnLst/>
              <a:rect l="l" t="t" r="r" b="b"/>
              <a:pathLst>
                <a:path w="11455" h="6868" extrusionOk="0">
                  <a:moveTo>
                    <a:pt x="1" y="0"/>
                  </a:moveTo>
                  <a:lnTo>
                    <a:pt x="1" y="251"/>
                  </a:lnTo>
                  <a:lnTo>
                    <a:pt x="11454" y="6868"/>
                  </a:lnTo>
                  <a:lnTo>
                    <a:pt x="11454" y="661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7" name="Google Shape;4987;p44"/>
            <p:cNvSpPr/>
            <p:nvPr/>
          </p:nvSpPr>
          <p:spPr>
            <a:xfrm>
              <a:off x="3639875" y="2412300"/>
              <a:ext cx="650" cy="5675"/>
            </a:xfrm>
            <a:custGeom>
              <a:avLst/>
              <a:gdLst/>
              <a:ahLst/>
              <a:cxnLst/>
              <a:rect l="l" t="t" r="r" b="b"/>
              <a:pathLst>
                <a:path w="26" h="227" extrusionOk="0">
                  <a:moveTo>
                    <a:pt x="0" y="1"/>
                  </a:moveTo>
                  <a:lnTo>
                    <a:pt x="0"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8" name="Google Shape;4988;p44"/>
            <p:cNvSpPr/>
            <p:nvPr/>
          </p:nvSpPr>
          <p:spPr>
            <a:xfrm>
              <a:off x="3639875" y="2412300"/>
              <a:ext cx="25" cy="5675"/>
            </a:xfrm>
            <a:custGeom>
              <a:avLst/>
              <a:gdLst/>
              <a:ahLst/>
              <a:cxnLst/>
              <a:rect l="l" t="t" r="r" b="b"/>
              <a:pathLst>
                <a:path w="1" h="227" extrusionOk="0">
                  <a:moveTo>
                    <a:pt x="0" y="1"/>
                  </a:moveTo>
                  <a:lnTo>
                    <a:pt x="0" y="226"/>
                  </a:lnTo>
                  <a:cubicBezTo>
                    <a:pt x="0" y="226"/>
                    <a:pt x="0" y="226"/>
                    <a:pt x="0" y="226"/>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9" name="Google Shape;4989;p44"/>
            <p:cNvSpPr/>
            <p:nvPr/>
          </p:nvSpPr>
          <p:spPr>
            <a:xfrm>
              <a:off x="3639250" y="2411675"/>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0" name="Google Shape;4990;p44"/>
            <p:cNvSpPr/>
            <p:nvPr/>
          </p:nvSpPr>
          <p:spPr>
            <a:xfrm>
              <a:off x="3639250" y="24116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1" name="Google Shape;4991;p44"/>
            <p:cNvSpPr/>
            <p:nvPr/>
          </p:nvSpPr>
          <p:spPr>
            <a:xfrm>
              <a:off x="3639250" y="24116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2" name="Google Shape;4992;p44"/>
            <p:cNvSpPr/>
            <p:nvPr/>
          </p:nvSpPr>
          <p:spPr>
            <a:xfrm>
              <a:off x="3638625" y="2411675"/>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3" name="Google Shape;4993;p44"/>
            <p:cNvSpPr/>
            <p:nvPr/>
          </p:nvSpPr>
          <p:spPr>
            <a:xfrm>
              <a:off x="3638625" y="2411675"/>
              <a:ext cx="25" cy="6300"/>
            </a:xfrm>
            <a:custGeom>
              <a:avLst/>
              <a:gdLst/>
              <a:ahLst/>
              <a:cxnLst/>
              <a:rect l="l" t="t" r="r" b="b"/>
              <a:pathLst>
                <a:path w="1" h="252" extrusionOk="0">
                  <a:moveTo>
                    <a:pt x="0" y="1"/>
                  </a:moveTo>
                  <a:lnTo>
                    <a:pt x="0" y="251"/>
                  </a:lnTo>
                  <a:lnTo>
                    <a:pt x="0" y="251"/>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4" name="Google Shape;4994;p44"/>
            <p:cNvSpPr/>
            <p:nvPr/>
          </p:nvSpPr>
          <p:spPr>
            <a:xfrm>
              <a:off x="3638625" y="24116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5" name="Google Shape;4995;p44"/>
            <p:cNvSpPr/>
            <p:nvPr/>
          </p:nvSpPr>
          <p:spPr>
            <a:xfrm>
              <a:off x="3638000" y="2411675"/>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6" name="Google Shape;4996;p44"/>
            <p:cNvSpPr/>
            <p:nvPr/>
          </p:nvSpPr>
          <p:spPr>
            <a:xfrm>
              <a:off x="3637375" y="2411675"/>
              <a:ext cx="650" cy="6300"/>
            </a:xfrm>
            <a:custGeom>
              <a:avLst/>
              <a:gdLst/>
              <a:ahLst/>
              <a:cxnLst/>
              <a:rect l="l" t="t" r="r" b="b"/>
              <a:pathLst>
                <a:path w="26" h="252" extrusionOk="0">
                  <a:moveTo>
                    <a:pt x="25" y="1"/>
                  </a:moveTo>
                  <a:cubicBezTo>
                    <a:pt x="25" y="1"/>
                    <a:pt x="25" y="1"/>
                    <a:pt x="0" y="26"/>
                  </a:cubicBez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44"/>
            <p:cNvSpPr/>
            <p:nvPr/>
          </p:nvSpPr>
          <p:spPr>
            <a:xfrm>
              <a:off x="3637375" y="24123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8" name="Google Shape;4998;p44"/>
            <p:cNvSpPr/>
            <p:nvPr/>
          </p:nvSpPr>
          <p:spPr>
            <a:xfrm>
              <a:off x="3789625" y="2408550"/>
              <a:ext cx="3150" cy="10675"/>
            </a:xfrm>
            <a:custGeom>
              <a:avLst/>
              <a:gdLst/>
              <a:ahLst/>
              <a:cxnLst/>
              <a:rect l="l" t="t" r="r" b="b"/>
              <a:pathLst>
                <a:path w="126" h="427" extrusionOk="0">
                  <a:moveTo>
                    <a:pt x="126" y="1"/>
                  </a:moveTo>
                  <a:cubicBezTo>
                    <a:pt x="126" y="76"/>
                    <a:pt x="76" y="126"/>
                    <a:pt x="0" y="176"/>
                  </a:cubicBezTo>
                  <a:lnTo>
                    <a:pt x="0" y="427"/>
                  </a:lnTo>
                  <a:cubicBezTo>
                    <a:pt x="76" y="376"/>
                    <a:pt x="126" y="301"/>
                    <a:pt x="126" y="251"/>
                  </a:cubicBezTo>
                  <a:lnTo>
                    <a:pt x="126" y="1"/>
                  </a:ln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44"/>
            <p:cNvSpPr/>
            <p:nvPr/>
          </p:nvSpPr>
          <p:spPr>
            <a:xfrm>
              <a:off x="3792750" y="2408550"/>
              <a:ext cx="25" cy="6300"/>
            </a:xfrm>
            <a:custGeom>
              <a:avLst/>
              <a:gdLst/>
              <a:ahLst/>
              <a:cxnLst/>
              <a:rect l="l" t="t" r="r" b="b"/>
              <a:pathLst>
                <a:path w="1" h="252" extrusionOk="0">
                  <a:moveTo>
                    <a:pt x="1" y="1"/>
                  </a:moveTo>
                  <a:lnTo>
                    <a:pt x="1" y="251"/>
                  </a:lnTo>
                  <a:lnTo>
                    <a:pt x="1" y="251"/>
                  </a:lnTo>
                  <a:lnTo>
                    <a:pt x="1" y="1"/>
                  </a:ln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0" name="Google Shape;5000;p44"/>
            <p:cNvSpPr/>
            <p:nvPr/>
          </p:nvSpPr>
          <p:spPr>
            <a:xfrm>
              <a:off x="3792750" y="2408550"/>
              <a:ext cx="25" cy="6925"/>
            </a:xfrm>
            <a:custGeom>
              <a:avLst/>
              <a:gdLst/>
              <a:ahLst/>
              <a:cxnLst/>
              <a:rect l="l" t="t" r="r" b="b"/>
              <a:pathLst>
                <a:path w="1" h="277" extrusionOk="0">
                  <a:moveTo>
                    <a:pt x="1" y="1"/>
                  </a:moveTo>
                  <a:lnTo>
                    <a:pt x="1" y="251"/>
                  </a:lnTo>
                  <a:cubicBezTo>
                    <a:pt x="1" y="251"/>
                    <a:pt x="1" y="251"/>
                    <a:pt x="1" y="276"/>
                  </a:cubicBezTo>
                  <a:lnTo>
                    <a:pt x="1" y="26"/>
                  </a:lnTo>
                  <a:cubicBezTo>
                    <a:pt x="1" y="26"/>
                    <a:pt x="1" y="26"/>
                    <a:pt x="1" y="1"/>
                  </a:cubicBez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1" name="Google Shape;5001;p44"/>
            <p:cNvSpPr/>
            <p:nvPr/>
          </p:nvSpPr>
          <p:spPr>
            <a:xfrm>
              <a:off x="3792125" y="2409175"/>
              <a:ext cx="650" cy="6925"/>
            </a:xfrm>
            <a:custGeom>
              <a:avLst/>
              <a:gdLst/>
              <a:ahLst/>
              <a:cxnLst/>
              <a:rect l="l" t="t" r="r" b="b"/>
              <a:pathLst>
                <a:path w="26" h="277" extrusionOk="0">
                  <a:moveTo>
                    <a:pt x="26" y="1"/>
                  </a:moveTo>
                  <a:cubicBezTo>
                    <a:pt x="26" y="26"/>
                    <a:pt x="26" y="26"/>
                    <a:pt x="1" y="26"/>
                  </a:cubicBezTo>
                  <a:lnTo>
                    <a:pt x="1" y="276"/>
                  </a:lnTo>
                  <a:cubicBezTo>
                    <a:pt x="26" y="251"/>
                    <a:pt x="26" y="251"/>
                    <a:pt x="26" y="251"/>
                  </a:cubicBezTo>
                  <a:lnTo>
                    <a:pt x="26" y="1"/>
                  </a:ln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2" name="Google Shape;5002;p44"/>
            <p:cNvSpPr/>
            <p:nvPr/>
          </p:nvSpPr>
          <p:spPr>
            <a:xfrm>
              <a:off x="3792125" y="2409800"/>
              <a:ext cx="25" cy="6925"/>
            </a:xfrm>
            <a:custGeom>
              <a:avLst/>
              <a:gdLst/>
              <a:ahLst/>
              <a:cxnLst/>
              <a:rect l="l" t="t" r="r" b="b"/>
              <a:pathLst>
                <a:path w="1" h="277" extrusionOk="0">
                  <a:moveTo>
                    <a:pt x="1" y="1"/>
                  </a:moveTo>
                  <a:lnTo>
                    <a:pt x="1" y="251"/>
                  </a:lnTo>
                  <a:cubicBezTo>
                    <a:pt x="1" y="251"/>
                    <a:pt x="1" y="251"/>
                    <a:pt x="1" y="276"/>
                  </a:cubicBezTo>
                  <a:lnTo>
                    <a:pt x="1" y="26"/>
                  </a:lnTo>
                  <a:cubicBezTo>
                    <a:pt x="1" y="26"/>
                    <a:pt x="1" y="26"/>
                    <a:pt x="1" y="1"/>
                  </a:cubicBez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3" name="Google Shape;5003;p44"/>
            <p:cNvSpPr/>
            <p:nvPr/>
          </p:nvSpPr>
          <p:spPr>
            <a:xfrm>
              <a:off x="3791500" y="2410425"/>
              <a:ext cx="650" cy="6925"/>
            </a:xfrm>
            <a:custGeom>
              <a:avLst/>
              <a:gdLst/>
              <a:ahLst/>
              <a:cxnLst/>
              <a:rect l="l" t="t" r="r" b="b"/>
              <a:pathLst>
                <a:path w="26" h="277" extrusionOk="0">
                  <a:moveTo>
                    <a:pt x="26" y="1"/>
                  </a:moveTo>
                  <a:cubicBezTo>
                    <a:pt x="26" y="26"/>
                    <a:pt x="26" y="26"/>
                    <a:pt x="1" y="26"/>
                  </a:cubicBezTo>
                  <a:lnTo>
                    <a:pt x="1" y="276"/>
                  </a:lnTo>
                  <a:cubicBezTo>
                    <a:pt x="26" y="251"/>
                    <a:pt x="26" y="251"/>
                    <a:pt x="26" y="251"/>
                  </a:cubicBezTo>
                  <a:lnTo>
                    <a:pt x="26" y="1"/>
                  </a:ln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4" name="Google Shape;5004;p44"/>
            <p:cNvSpPr/>
            <p:nvPr/>
          </p:nvSpPr>
          <p:spPr>
            <a:xfrm>
              <a:off x="3790875" y="2411050"/>
              <a:ext cx="650" cy="6925"/>
            </a:xfrm>
            <a:custGeom>
              <a:avLst/>
              <a:gdLst/>
              <a:ahLst/>
              <a:cxnLst/>
              <a:rect l="l" t="t" r="r" b="b"/>
              <a:pathLst>
                <a:path w="26" h="277" extrusionOk="0">
                  <a:moveTo>
                    <a:pt x="26" y="1"/>
                  </a:moveTo>
                  <a:cubicBezTo>
                    <a:pt x="26" y="26"/>
                    <a:pt x="26" y="26"/>
                    <a:pt x="1" y="26"/>
                  </a:cubicBezTo>
                  <a:lnTo>
                    <a:pt x="1" y="276"/>
                  </a:lnTo>
                  <a:cubicBezTo>
                    <a:pt x="26" y="276"/>
                    <a:pt x="26" y="251"/>
                    <a:pt x="26" y="251"/>
                  </a:cubicBezTo>
                  <a:lnTo>
                    <a:pt x="26" y="1"/>
                  </a:ln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44"/>
            <p:cNvSpPr/>
            <p:nvPr/>
          </p:nvSpPr>
          <p:spPr>
            <a:xfrm>
              <a:off x="3789625" y="2411675"/>
              <a:ext cx="1275" cy="7550"/>
            </a:xfrm>
            <a:custGeom>
              <a:avLst/>
              <a:gdLst/>
              <a:ahLst/>
              <a:cxnLst/>
              <a:rect l="l" t="t" r="r" b="b"/>
              <a:pathLst>
                <a:path w="51" h="302" extrusionOk="0">
                  <a:moveTo>
                    <a:pt x="51" y="1"/>
                  </a:moveTo>
                  <a:cubicBezTo>
                    <a:pt x="51" y="26"/>
                    <a:pt x="26" y="51"/>
                    <a:pt x="0" y="51"/>
                  </a:cubicBezTo>
                  <a:lnTo>
                    <a:pt x="0" y="302"/>
                  </a:lnTo>
                  <a:cubicBezTo>
                    <a:pt x="26" y="277"/>
                    <a:pt x="51" y="277"/>
                    <a:pt x="51" y="251"/>
                  </a:cubicBezTo>
                  <a:lnTo>
                    <a:pt x="51" y="1"/>
                  </a:ln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6" name="Google Shape;5006;p44"/>
            <p:cNvSpPr/>
            <p:nvPr/>
          </p:nvSpPr>
          <p:spPr>
            <a:xfrm>
              <a:off x="3789625" y="2412925"/>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7" name="Google Shape;5007;p44"/>
            <p:cNvSpPr/>
            <p:nvPr/>
          </p:nvSpPr>
          <p:spPr>
            <a:xfrm>
              <a:off x="3678725" y="2412925"/>
              <a:ext cx="650" cy="6300"/>
            </a:xfrm>
            <a:custGeom>
              <a:avLst/>
              <a:gdLst/>
              <a:ahLst/>
              <a:cxnLst/>
              <a:rect l="l" t="t" r="r" b="b"/>
              <a:pathLst>
                <a:path w="26" h="252" extrusionOk="0">
                  <a:moveTo>
                    <a:pt x="0" y="1"/>
                  </a:moveTo>
                  <a:lnTo>
                    <a:pt x="0" y="227"/>
                  </a:lnTo>
                  <a:cubicBezTo>
                    <a:pt x="25" y="252"/>
                    <a:pt x="25" y="252"/>
                    <a:pt x="25" y="252"/>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8" name="Google Shape;5008;p44"/>
            <p:cNvSpPr/>
            <p:nvPr/>
          </p:nvSpPr>
          <p:spPr>
            <a:xfrm>
              <a:off x="3678725" y="2412925"/>
              <a:ext cx="25" cy="5675"/>
            </a:xfrm>
            <a:custGeom>
              <a:avLst/>
              <a:gdLst/>
              <a:ahLst/>
              <a:cxnLst/>
              <a:rect l="l" t="t" r="r" b="b"/>
              <a:pathLst>
                <a:path w="1" h="227" extrusionOk="0">
                  <a:moveTo>
                    <a:pt x="0" y="1"/>
                  </a:moveTo>
                  <a:lnTo>
                    <a:pt x="0" y="227"/>
                  </a:lnTo>
                  <a:lnTo>
                    <a:pt x="0" y="227"/>
                  </a:ln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9" name="Google Shape;5009;p44"/>
            <p:cNvSpPr/>
            <p:nvPr/>
          </p:nvSpPr>
          <p:spPr>
            <a:xfrm>
              <a:off x="3678725" y="2412925"/>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0" name="Google Shape;5010;p44"/>
            <p:cNvSpPr/>
            <p:nvPr/>
          </p:nvSpPr>
          <p:spPr>
            <a:xfrm>
              <a:off x="3678100" y="2412925"/>
              <a:ext cx="650" cy="5675"/>
            </a:xfrm>
            <a:custGeom>
              <a:avLst/>
              <a:gdLst/>
              <a:ahLst/>
              <a:cxnLst/>
              <a:rect l="l" t="t" r="r" b="b"/>
              <a:pathLst>
                <a:path w="26" h="227" extrusionOk="0">
                  <a:moveTo>
                    <a:pt x="0" y="1"/>
                  </a:moveTo>
                  <a:lnTo>
                    <a:pt x="0" y="227"/>
                  </a:lnTo>
                  <a:lnTo>
                    <a:pt x="25" y="227"/>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1" name="Google Shape;5011;p44"/>
            <p:cNvSpPr/>
            <p:nvPr/>
          </p:nvSpPr>
          <p:spPr>
            <a:xfrm>
              <a:off x="3678100" y="2412925"/>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2" name="Google Shape;5012;p44"/>
            <p:cNvSpPr/>
            <p:nvPr/>
          </p:nvSpPr>
          <p:spPr>
            <a:xfrm>
              <a:off x="3678100" y="2412925"/>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3" name="Google Shape;5013;p44"/>
            <p:cNvSpPr/>
            <p:nvPr/>
          </p:nvSpPr>
          <p:spPr>
            <a:xfrm>
              <a:off x="3677475" y="2412925"/>
              <a:ext cx="650" cy="5675"/>
            </a:xfrm>
            <a:custGeom>
              <a:avLst/>
              <a:gdLst/>
              <a:ahLst/>
              <a:cxnLst/>
              <a:rect l="l" t="t" r="r" b="b"/>
              <a:pathLst>
                <a:path w="26" h="227" extrusionOk="0">
                  <a:moveTo>
                    <a:pt x="0" y="1"/>
                  </a:moveTo>
                  <a:lnTo>
                    <a:pt x="0" y="227"/>
                  </a:lnTo>
                  <a:lnTo>
                    <a:pt x="25" y="227"/>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44"/>
            <p:cNvSpPr/>
            <p:nvPr/>
          </p:nvSpPr>
          <p:spPr>
            <a:xfrm>
              <a:off x="3677475" y="2412925"/>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5" name="Google Shape;5015;p44"/>
            <p:cNvSpPr/>
            <p:nvPr/>
          </p:nvSpPr>
          <p:spPr>
            <a:xfrm>
              <a:off x="3676850" y="2412925"/>
              <a:ext cx="650" cy="5675"/>
            </a:xfrm>
            <a:custGeom>
              <a:avLst/>
              <a:gdLst/>
              <a:ahLst/>
              <a:cxnLst/>
              <a:rect l="l" t="t" r="r" b="b"/>
              <a:pathLst>
                <a:path w="26" h="227" extrusionOk="0">
                  <a:moveTo>
                    <a:pt x="0" y="1"/>
                  </a:moveTo>
                  <a:lnTo>
                    <a:pt x="0" y="227"/>
                  </a:lnTo>
                  <a:lnTo>
                    <a:pt x="25" y="227"/>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6" name="Google Shape;5016;p44"/>
            <p:cNvSpPr/>
            <p:nvPr/>
          </p:nvSpPr>
          <p:spPr>
            <a:xfrm>
              <a:off x="3676850" y="2412925"/>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44"/>
            <p:cNvSpPr/>
            <p:nvPr/>
          </p:nvSpPr>
          <p:spPr>
            <a:xfrm>
              <a:off x="3676225" y="2412925"/>
              <a:ext cx="650" cy="6300"/>
            </a:xfrm>
            <a:custGeom>
              <a:avLst/>
              <a:gdLst/>
              <a:ahLst/>
              <a:cxnLst/>
              <a:rect l="l" t="t" r="r" b="b"/>
              <a:pathLst>
                <a:path w="26" h="252" extrusionOk="0">
                  <a:moveTo>
                    <a:pt x="0" y="1"/>
                  </a:moveTo>
                  <a:lnTo>
                    <a:pt x="0" y="252"/>
                  </a:lnTo>
                  <a:cubicBezTo>
                    <a:pt x="0" y="252"/>
                    <a:pt x="0" y="227"/>
                    <a:pt x="25" y="227"/>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44"/>
            <p:cNvSpPr/>
            <p:nvPr/>
          </p:nvSpPr>
          <p:spPr>
            <a:xfrm>
              <a:off x="3718200" y="2413575"/>
              <a:ext cx="25" cy="6275"/>
            </a:xfrm>
            <a:custGeom>
              <a:avLst/>
              <a:gdLst/>
              <a:ahLst/>
              <a:cxnLst/>
              <a:rect l="l" t="t" r="r" b="b"/>
              <a:pathLst>
                <a:path w="1" h="251" extrusionOk="0">
                  <a:moveTo>
                    <a:pt x="0" y="25"/>
                  </a:moveTo>
                  <a:lnTo>
                    <a:pt x="0" y="251"/>
                  </a:lnTo>
                  <a:cubicBezTo>
                    <a:pt x="0" y="251"/>
                    <a:pt x="0" y="251"/>
                    <a:pt x="0" y="251"/>
                  </a:cubicBezTo>
                  <a:lnTo>
                    <a:pt x="0" y="0"/>
                  </a:lnTo>
                  <a:cubicBezTo>
                    <a:pt x="0" y="0"/>
                    <a:pt x="0" y="25"/>
                    <a:pt x="0" y="2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44"/>
            <p:cNvSpPr/>
            <p:nvPr/>
          </p:nvSpPr>
          <p:spPr>
            <a:xfrm>
              <a:off x="3717575" y="241357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44"/>
            <p:cNvSpPr/>
            <p:nvPr/>
          </p:nvSpPr>
          <p:spPr>
            <a:xfrm>
              <a:off x="3717575" y="24135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1" name="Google Shape;5021;p44"/>
            <p:cNvSpPr/>
            <p:nvPr/>
          </p:nvSpPr>
          <p:spPr>
            <a:xfrm>
              <a:off x="3716950" y="2413575"/>
              <a:ext cx="650" cy="6275"/>
            </a:xfrm>
            <a:custGeom>
              <a:avLst/>
              <a:gdLst/>
              <a:ahLst/>
              <a:cxnLst/>
              <a:rect l="l" t="t" r="r" b="b"/>
              <a:pathLst>
                <a:path w="26" h="251" extrusionOk="0">
                  <a:moveTo>
                    <a:pt x="0" y="0"/>
                  </a:move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2" name="Google Shape;5022;p44"/>
            <p:cNvSpPr/>
            <p:nvPr/>
          </p:nvSpPr>
          <p:spPr>
            <a:xfrm>
              <a:off x="3716950" y="2413575"/>
              <a:ext cx="25" cy="6275"/>
            </a:xfrm>
            <a:custGeom>
              <a:avLst/>
              <a:gdLst/>
              <a:ahLst/>
              <a:cxnLst/>
              <a:rect l="l" t="t" r="r" b="b"/>
              <a:pathLst>
                <a:path w="1" h="251" extrusionOk="0">
                  <a:moveTo>
                    <a:pt x="0" y="0"/>
                  </a:moveTo>
                  <a:lnTo>
                    <a:pt x="0" y="251"/>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44"/>
            <p:cNvSpPr/>
            <p:nvPr/>
          </p:nvSpPr>
          <p:spPr>
            <a:xfrm>
              <a:off x="3716950" y="24135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4" name="Google Shape;5024;p44"/>
            <p:cNvSpPr/>
            <p:nvPr/>
          </p:nvSpPr>
          <p:spPr>
            <a:xfrm>
              <a:off x="3716325" y="24135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44"/>
            <p:cNvSpPr/>
            <p:nvPr/>
          </p:nvSpPr>
          <p:spPr>
            <a:xfrm>
              <a:off x="3716325" y="241357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44"/>
            <p:cNvSpPr/>
            <p:nvPr/>
          </p:nvSpPr>
          <p:spPr>
            <a:xfrm>
              <a:off x="3715700" y="2413575"/>
              <a:ext cx="650" cy="6275"/>
            </a:xfrm>
            <a:custGeom>
              <a:avLst/>
              <a:gdLst/>
              <a:ahLst/>
              <a:cxnLst/>
              <a:rect l="l" t="t" r="r" b="b"/>
              <a:pathLst>
                <a:path w="26" h="251" extrusionOk="0">
                  <a:moveTo>
                    <a:pt x="0" y="0"/>
                  </a:moveTo>
                  <a:lnTo>
                    <a:pt x="0" y="251"/>
                  </a:lnTo>
                  <a:cubicBezTo>
                    <a:pt x="25" y="251"/>
                    <a:pt x="25" y="226"/>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7" name="Google Shape;5027;p44"/>
            <p:cNvSpPr/>
            <p:nvPr/>
          </p:nvSpPr>
          <p:spPr>
            <a:xfrm>
              <a:off x="3715700" y="241357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8" name="Google Shape;5028;p44"/>
            <p:cNvSpPr/>
            <p:nvPr/>
          </p:nvSpPr>
          <p:spPr>
            <a:xfrm>
              <a:off x="3715050" y="2413575"/>
              <a:ext cx="675" cy="6275"/>
            </a:xfrm>
            <a:custGeom>
              <a:avLst/>
              <a:gdLst/>
              <a:ahLst/>
              <a:cxnLst/>
              <a:rect l="l" t="t" r="r" b="b"/>
              <a:pathLst>
                <a:path w="27" h="251" extrusionOk="0">
                  <a:moveTo>
                    <a:pt x="26" y="0"/>
                  </a:moveTo>
                  <a:cubicBezTo>
                    <a:pt x="26" y="0"/>
                    <a:pt x="1" y="0"/>
                    <a:pt x="1" y="25"/>
                  </a:cubicBez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9" name="Google Shape;5029;p44"/>
            <p:cNvSpPr/>
            <p:nvPr/>
          </p:nvSpPr>
          <p:spPr>
            <a:xfrm>
              <a:off x="3757050" y="2412300"/>
              <a:ext cx="1275" cy="8175"/>
            </a:xfrm>
            <a:custGeom>
              <a:avLst/>
              <a:gdLst/>
              <a:ahLst/>
              <a:cxnLst/>
              <a:rect l="l" t="t" r="r" b="b"/>
              <a:pathLst>
                <a:path w="51" h="327" extrusionOk="0">
                  <a:moveTo>
                    <a:pt x="0" y="1"/>
                  </a:moveTo>
                  <a:lnTo>
                    <a:pt x="0" y="252"/>
                  </a:lnTo>
                  <a:cubicBezTo>
                    <a:pt x="50" y="277"/>
                    <a:pt x="50" y="302"/>
                    <a:pt x="50" y="327"/>
                  </a:cubicBezTo>
                  <a:lnTo>
                    <a:pt x="50" y="101"/>
                  </a:lnTo>
                  <a:cubicBezTo>
                    <a:pt x="50" y="51"/>
                    <a:pt x="50" y="26"/>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0" name="Google Shape;5030;p44"/>
            <p:cNvSpPr/>
            <p:nvPr/>
          </p:nvSpPr>
          <p:spPr>
            <a:xfrm>
              <a:off x="3730100" y="2406675"/>
              <a:ext cx="14425" cy="13800"/>
            </a:xfrm>
            <a:custGeom>
              <a:avLst/>
              <a:gdLst/>
              <a:ahLst/>
              <a:cxnLst/>
              <a:rect l="l" t="t" r="r" b="b"/>
              <a:pathLst>
                <a:path w="577" h="552" extrusionOk="0">
                  <a:moveTo>
                    <a:pt x="1" y="0"/>
                  </a:moveTo>
                  <a:lnTo>
                    <a:pt x="1" y="226"/>
                  </a:lnTo>
                  <a:lnTo>
                    <a:pt x="577" y="552"/>
                  </a:lnTo>
                  <a:lnTo>
                    <a:pt x="577" y="3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1" name="Google Shape;5031;p44"/>
            <p:cNvSpPr/>
            <p:nvPr/>
          </p:nvSpPr>
          <p:spPr>
            <a:xfrm>
              <a:off x="3744500" y="2414825"/>
              <a:ext cx="650" cy="6900"/>
            </a:xfrm>
            <a:custGeom>
              <a:avLst/>
              <a:gdLst/>
              <a:ahLst/>
              <a:cxnLst/>
              <a:rect l="l" t="t" r="r" b="b"/>
              <a:pathLst>
                <a:path w="26" h="276" extrusionOk="0">
                  <a:moveTo>
                    <a:pt x="1" y="0"/>
                  </a:moveTo>
                  <a:lnTo>
                    <a:pt x="1" y="226"/>
                  </a:lnTo>
                  <a:cubicBezTo>
                    <a:pt x="26" y="251"/>
                    <a:pt x="26" y="251"/>
                    <a:pt x="26" y="276"/>
                  </a:cubicBezTo>
                  <a:lnTo>
                    <a:pt x="26" y="25"/>
                  </a:lnTo>
                  <a:cubicBezTo>
                    <a:pt x="26" y="25"/>
                    <a:pt x="26"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44"/>
            <p:cNvSpPr/>
            <p:nvPr/>
          </p:nvSpPr>
          <p:spPr>
            <a:xfrm>
              <a:off x="3544625" y="2408550"/>
              <a:ext cx="11325" cy="12550"/>
            </a:xfrm>
            <a:custGeom>
              <a:avLst/>
              <a:gdLst/>
              <a:ahLst/>
              <a:cxnLst/>
              <a:rect l="l" t="t" r="r" b="b"/>
              <a:pathLst>
                <a:path w="453" h="502" extrusionOk="0">
                  <a:moveTo>
                    <a:pt x="452" y="1"/>
                  </a:moveTo>
                  <a:lnTo>
                    <a:pt x="1" y="251"/>
                  </a:lnTo>
                  <a:lnTo>
                    <a:pt x="1" y="502"/>
                  </a:lnTo>
                  <a:lnTo>
                    <a:pt x="452" y="226"/>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3" name="Google Shape;5033;p44"/>
            <p:cNvSpPr/>
            <p:nvPr/>
          </p:nvSpPr>
          <p:spPr>
            <a:xfrm>
              <a:off x="3446900" y="2360300"/>
              <a:ext cx="94625" cy="60800"/>
            </a:xfrm>
            <a:custGeom>
              <a:avLst/>
              <a:gdLst/>
              <a:ahLst/>
              <a:cxnLst/>
              <a:rect l="l" t="t" r="r" b="b"/>
              <a:pathLst>
                <a:path w="3785" h="2432" extrusionOk="0">
                  <a:moveTo>
                    <a:pt x="0" y="1"/>
                  </a:moveTo>
                  <a:lnTo>
                    <a:pt x="0" y="251"/>
                  </a:lnTo>
                  <a:lnTo>
                    <a:pt x="3785" y="2432"/>
                  </a:lnTo>
                  <a:lnTo>
                    <a:pt x="3785" y="2181"/>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4" name="Google Shape;5034;p44"/>
            <p:cNvSpPr/>
            <p:nvPr/>
          </p:nvSpPr>
          <p:spPr>
            <a:xfrm>
              <a:off x="3544000" y="2414825"/>
              <a:ext cx="650" cy="6275"/>
            </a:xfrm>
            <a:custGeom>
              <a:avLst/>
              <a:gdLst/>
              <a:ahLst/>
              <a:cxnLst/>
              <a:rect l="l" t="t" r="r" b="b"/>
              <a:pathLst>
                <a:path w="26" h="251" extrusionOk="0">
                  <a:moveTo>
                    <a:pt x="26" y="0"/>
                  </a:moveTo>
                  <a:cubicBezTo>
                    <a:pt x="26" y="0"/>
                    <a:pt x="26" y="25"/>
                    <a:pt x="1" y="25"/>
                  </a:cubicBezTo>
                  <a:lnTo>
                    <a:pt x="1" y="251"/>
                  </a:lnTo>
                  <a:lnTo>
                    <a:pt x="26" y="251"/>
                  </a:ln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5" name="Google Shape;5035;p44"/>
            <p:cNvSpPr/>
            <p:nvPr/>
          </p:nvSpPr>
          <p:spPr>
            <a:xfrm>
              <a:off x="3544000" y="24154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6" name="Google Shape;5036;p44"/>
            <p:cNvSpPr/>
            <p:nvPr/>
          </p:nvSpPr>
          <p:spPr>
            <a:xfrm>
              <a:off x="3543375" y="2415450"/>
              <a:ext cx="650" cy="5650"/>
            </a:xfrm>
            <a:custGeom>
              <a:avLst/>
              <a:gdLst/>
              <a:ahLst/>
              <a:cxnLst/>
              <a:rect l="l" t="t" r="r" b="b"/>
              <a:pathLst>
                <a:path w="26" h="226" extrusionOk="0">
                  <a:moveTo>
                    <a:pt x="1" y="0"/>
                  </a:moveTo>
                  <a:lnTo>
                    <a:pt x="1" y="226"/>
                  </a:lnTo>
                  <a:lnTo>
                    <a:pt x="26" y="226"/>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7" name="Google Shape;5037;p44"/>
            <p:cNvSpPr/>
            <p:nvPr/>
          </p:nvSpPr>
          <p:spPr>
            <a:xfrm>
              <a:off x="3543375" y="24154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44"/>
            <p:cNvSpPr/>
            <p:nvPr/>
          </p:nvSpPr>
          <p:spPr>
            <a:xfrm>
              <a:off x="3542750" y="2415450"/>
              <a:ext cx="650" cy="5650"/>
            </a:xfrm>
            <a:custGeom>
              <a:avLst/>
              <a:gdLst/>
              <a:ahLst/>
              <a:cxnLst/>
              <a:rect l="l" t="t" r="r" b="b"/>
              <a:pathLst>
                <a:path w="26" h="226" extrusionOk="0">
                  <a:moveTo>
                    <a:pt x="1" y="0"/>
                  </a:moveTo>
                  <a:lnTo>
                    <a:pt x="1" y="226"/>
                  </a:lnTo>
                  <a:lnTo>
                    <a:pt x="26"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9" name="Google Shape;5039;p44"/>
            <p:cNvSpPr/>
            <p:nvPr/>
          </p:nvSpPr>
          <p:spPr>
            <a:xfrm>
              <a:off x="3542750" y="24154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0" name="Google Shape;5040;p44"/>
            <p:cNvSpPr/>
            <p:nvPr/>
          </p:nvSpPr>
          <p:spPr>
            <a:xfrm>
              <a:off x="3542750" y="24154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44"/>
            <p:cNvSpPr/>
            <p:nvPr/>
          </p:nvSpPr>
          <p:spPr>
            <a:xfrm>
              <a:off x="3542125" y="2415450"/>
              <a:ext cx="650" cy="5650"/>
            </a:xfrm>
            <a:custGeom>
              <a:avLst/>
              <a:gdLst/>
              <a:ahLst/>
              <a:cxnLst/>
              <a:rect l="l" t="t" r="r" b="b"/>
              <a:pathLst>
                <a:path w="26" h="226" extrusionOk="0">
                  <a:moveTo>
                    <a:pt x="1" y="0"/>
                  </a:moveTo>
                  <a:lnTo>
                    <a:pt x="1" y="226"/>
                  </a:lnTo>
                  <a:lnTo>
                    <a:pt x="26" y="226"/>
                  </a:lnTo>
                  <a:lnTo>
                    <a:pt x="26"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44"/>
            <p:cNvSpPr/>
            <p:nvPr/>
          </p:nvSpPr>
          <p:spPr>
            <a:xfrm>
              <a:off x="3542125" y="24154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44"/>
            <p:cNvSpPr/>
            <p:nvPr/>
          </p:nvSpPr>
          <p:spPr>
            <a:xfrm>
              <a:off x="3541500" y="2415450"/>
              <a:ext cx="650" cy="5650"/>
            </a:xfrm>
            <a:custGeom>
              <a:avLst/>
              <a:gdLst/>
              <a:ahLst/>
              <a:cxnLst/>
              <a:rect l="l" t="t" r="r" b="b"/>
              <a:pathLst>
                <a:path w="26" h="226" extrusionOk="0">
                  <a:moveTo>
                    <a:pt x="1" y="0"/>
                  </a:moveTo>
                  <a:lnTo>
                    <a:pt x="1" y="226"/>
                  </a:lnTo>
                  <a:lnTo>
                    <a:pt x="26" y="226"/>
                  </a:lnTo>
                  <a:lnTo>
                    <a:pt x="26"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44"/>
            <p:cNvSpPr/>
            <p:nvPr/>
          </p:nvSpPr>
          <p:spPr>
            <a:xfrm>
              <a:off x="3541500" y="2414825"/>
              <a:ext cx="25" cy="6275"/>
            </a:xfrm>
            <a:custGeom>
              <a:avLst/>
              <a:gdLst/>
              <a:ahLst/>
              <a:cxnLst/>
              <a:rect l="l" t="t" r="r" b="b"/>
              <a:pathLst>
                <a:path w="1" h="251" extrusionOk="0">
                  <a:moveTo>
                    <a:pt x="1" y="25"/>
                  </a:moveTo>
                  <a:lnTo>
                    <a:pt x="1" y="251"/>
                  </a:lnTo>
                  <a:cubicBezTo>
                    <a:pt x="1" y="251"/>
                    <a:pt x="1" y="251"/>
                    <a:pt x="1" y="251"/>
                  </a:cubicBezTo>
                  <a:lnTo>
                    <a:pt x="1" y="0"/>
                  </a:lnTo>
                  <a:cubicBezTo>
                    <a:pt x="1" y="0"/>
                    <a:pt x="1" y="25"/>
                    <a:pt x="1" y="25"/>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5" name="Google Shape;5045;p44"/>
            <p:cNvSpPr/>
            <p:nvPr/>
          </p:nvSpPr>
          <p:spPr>
            <a:xfrm>
              <a:off x="3745150" y="2415450"/>
              <a:ext cx="0" cy="6275"/>
            </a:xfrm>
            <a:custGeom>
              <a:avLst/>
              <a:gdLst/>
              <a:ahLst/>
              <a:cxnLst/>
              <a:rect l="l" t="t" r="r" b="b"/>
              <a:pathLst>
                <a:path h="251" extrusionOk="0">
                  <a:moveTo>
                    <a:pt x="0" y="0"/>
                  </a:moveTo>
                  <a:lnTo>
                    <a:pt x="0" y="251"/>
                  </a:lnTo>
                  <a:lnTo>
                    <a:pt x="0" y="251"/>
                  </a:lnTo>
                  <a:lnTo>
                    <a:pt x="0"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44"/>
            <p:cNvSpPr/>
            <p:nvPr/>
          </p:nvSpPr>
          <p:spPr>
            <a:xfrm>
              <a:off x="3745150" y="2415450"/>
              <a:ext cx="0" cy="6275"/>
            </a:xfrm>
            <a:custGeom>
              <a:avLst/>
              <a:gdLst/>
              <a:ahLst/>
              <a:cxnLst/>
              <a:rect l="l" t="t" r="r" b="b"/>
              <a:pathLst>
                <a:path h="251" extrusionOk="0">
                  <a:moveTo>
                    <a:pt x="0" y="0"/>
                  </a:moveTo>
                  <a:lnTo>
                    <a:pt x="0" y="251"/>
                  </a:lnTo>
                  <a:cubicBezTo>
                    <a:pt x="0" y="251"/>
                    <a:pt x="0" y="251"/>
                    <a:pt x="0" y="251"/>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7" name="Google Shape;5047;p44"/>
            <p:cNvSpPr/>
            <p:nvPr/>
          </p:nvSpPr>
          <p:spPr>
            <a:xfrm>
              <a:off x="3745150" y="2415450"/>
              <a:ext cx="0" cy="6275"/>
            </a:xfrm>
            <a:custGeom>
              <a:avLst/>
              <a:gdLst/>
              <a:ahLst/>
              <a:cxnLst/>
              <a:rect l="l" t="t" r="r" b="b"/>
              <a:pathLst>
                <a:path h="251" extrusionOk="0">
                  <a:moveTo>
                    <a:pt x="0" y="0"/>
                  </a:moveTo>
                  <a:lnTo>
                    <a:pt x="0" y="251"/>
                  </a:lnTo>
                  <a:lnTo>
                    <a:pt x="0" y="251"/>
                  </a:ln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8" name="Google Shape;5048;p44"/>
            <p:cNvSpPr/>
            <p:nvPr/>
          </p:nvSpPr>
          <p:spPr>
            <a:xfrm>
              <a:off x="3745150" y="2415450"/>
              <a:ext cx="0" cy="6275"/>
            </a:xfrm>
            <a:custGeom>
              <a:avLst/>
              <a:gdLst/>
              <a:ahLst/>
              <a:cxnLst/>
              <a:rect l="l" t="t" r="r" b="b"/>
              <a:pathLst>
                <a:path h="251" extrusionOk="0">
                  <a:moveTo>
                    <a:pt x="0" y="0"/>
                  </a:moveTo>
                  <a:lnTo>
                    <a:pt x="0" y="251"/>
                  </a:lnTo>
                  <a:cubicBezTo>
                    <a:pt x="0" y="251"/>
                    <a:pt x="0" y="251"/>
                    <a:pt x="0" y="251"/>
                  </a:cubicBezTo>
                  <a:lnTo>
                    <a:pt x="0" y="25"/>
                  </a:lnTo>
                  <a:cubicBezTo>
                    <a:pt x="0" y="25"/>
                    <a:pt x="0" y="25"/>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9" name="Google Shape;5049;p44"/>
            <p:cNvSpPr/>
            <p:nvPr/>
          </p:nvSpPr>
          <p:spPr>
            <a:xfrm>
              <a:off x="3745150" y="2416075"/>
              <a:ext cx="0" cy="5650"/>
            </a:xfrm>
            <a:custGeom>
              <a:avLst/>
              <a:gdLst/>
              <a:ahLst/>
              <a:cxnLst/>
              <a:rect l="l" t="t" r="r" b="b"/>
              <a:pathLst>
                <a:path h="226" extrusionOk="0">
                  <a:moveTo>
                    <a:pt x="0" y="0"/>
                  </a:moveTo>
                  <a:lnTo>
                    <a:pt x="0" y="226"/>
                  </a:lnTo>
                  <a:cubicBezTo>
                    <a:pt x="0" y="226"/>
                    <a:pt x="0" y="226"/>
                    <a:pt x="0" y="226"/>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0" name="Google Shape;5050;p44"/>
            <p:cNvSpPr/>
            <p:nvPr/>
          </p:nvSpPr>
          <p:spPr>
            <a:xfrm>
              <a:off x="3744500" y="2416075"/>
              <a:ext cx="650" cy="5650"/>
            </a:xfrm>
            <a:custGeom>
              <a:avLst/>
              <a:gdLst/>
              <a:ahLst/>
              <a:cxnLst/>
              <a:rect l="l" t="t" r="r" b="b"/>
              <a:pathLst>
                <a:path w="26" h="226" extrusionOk="0">
                  <a:moveTo>
                    <a:pt x="26" y="0"/>
                  </a:moveTo>
                  <a:lnTo>
                    <a:pt x="1" y="226"/>
                  </a:lnTo>
                  <a:lnTo>
                    <a:pt x="26" y="226"/>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1" name="Google Shape;5051;p44"/>
            <p:cNvSpPr/>
            <p:nvPr/>
          </p:nvSpPr>
          <p:spPr>
            <a:xfrm>
              <a:off x="3744500" y="2416075"/>
              <a:ext cx="650" cy="6275"/>
            </a:xfrm>
            <a:custGeom>
              <a:avLst/>
              <a:gdLst/>
              <a:ahLst/>
              <a:cxnLst/>
              <a:rect l="l" t="t" r="r" b="b"/>
              <a:pathLst>
                <a:path w="26" h="251" extrusionOk="0">
                  <a:moveTo>
                    <a:pt x="1" y="0"/>
                  </a:moveTo>
                  <a:lnTo>
                    <a:pt x="1" y="251"/>
                  </a:lnTo>
                  <a:cubicBezTo>
                    <a:pt x="1" y="251"/>
                    <a:pt x="1" y="251"/>
                    <a:pt x="26" y="226"/>
                  </a:cubicBez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2" name="Google Shape;5052;p44"/>
            <p:cNvSpPr/>
            <p:nvPr/>
          </p:nvSpPr>
          <p:spPr>
            <a:xfrm>
              <a:off x="3744500" y="24160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44"/>
            <p:cNvSpPr/>
            <p:nvPr/>
          </p:nvSpPr>
          <p:spPr>
            <a:xfrm>
              <a:off x="3583475" y="2409175"/>
              <a:ext cx="11300" cy="12550"/>
            </a:xfrm>
            <a:custGeom>
              <a:avLst/>
              <a:gdLst/>
              <a:ahLst/>
              <a:cxnLst/>
              <a:rect l="l" t="t" r="r" b="b"/>
              <a:pathLst>
                <a:path w="452" h="502" extrusionOk="0">
                  <a:moveTo>
                    <a:pt x="452" y="1"/>
                  </a:moveTo>
                  <a:lnTo>
                    <a:pt x="1" y="276"/>
                  </a:lnTo>
                  <a:lnTo>
                    <a:pt x="1" y="502"/>
                  </a:lnTo>
                  <a:lnTo>
                    <a:pt x="452" y="251"/>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4" name="Google Shape;5054;p44"/>
            <p:cNvSpPr/>
            <p:nvPr/>
          </p:nvSpPr>
          <p:spPr>
            <a:xfrm>
              <a:off x="3566575" y="2407925"/>
              <a:ext cx="13800" cy="13800"/>
            </a:xfrm>
            <a:custGeom>
              <a:avLst/>
              <a:gdLst/>
              <a:ahLst/>
              <a:cxnLst/>
              <a:rect l="l" t="t" r="r" b="b"/>
              <a:pathLst>
                <a:path w="552" h="552" extrusionOk="0">
                  <a:moveTo>
                    <a:pt x="0" y="0"/>
                  </a:moveTo>
                  <a:lnTo>
                    <a:pt x="0" y="251"/>
                  </a:lnTo>
                  <a:lnTo>
                    <a:pt x="551" y="552"/>
                  </a:lnTo>
                  <a:lnTo>
                    <a:pt x="551" y="326"/>
                  </a:lnTo>
                  <a:lnTo>
                    <a:pt x="0"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5" name="Google Shape;5055;p44"/>
            <p:cNvSpPr/>
            <p:nvPr/>
          </p:nvSpPr>
          <p:spPr>
            <a:xfrm>
              <a:off x="3758300" y="2414825"/>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5056;p44"/>
            <p:cNvSpPr/>
            <p:nvPr/>
          </p:nvSpPr>
          <p:spPr>
            <a:xfrm>
              <a:off x="3758300" y="2414825"/>
              <a:ext cx="25" cy="6275"/>
            </a:xfrm>
            <a:custGeom>
              <a:avLst/>
              <a:gdLst/>
              <a:ahLst/>
              <a:cxnLst/>
              <a:rect l="l" t="t" r="r" b="b"/>
              <a:pathLst>
                <a:path w="1" h="251" extrusionOk="0">
                  <a:moveTo>
                    <a:pt x="0" y="0"/>
                  </a:moveTo>
                  <a:lnTo>
                    <a:pt x="0" y="226"/>
                  </a:lnTo>
                  <a:cubicBezTo>
                    <a:pt x="0" y="226"/>
                    <a:pt x="0" y="226"/>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7" name="Google Shape;5057;p44"/>
            <p:cNvSpPr/>
            <p:nvPr/>
          </p:nvSpPr>
          <p:spPr>
            <a:xfrm>
              <a:off x="3758300" y="2414825"/>
              <a:ext cx="25" cy="6275"/>
            </a:xfrm>
            <a:custGeom>
              <a:avLst/>
              <a:gdLst/>
              <a:ahLst/>
              <a:cxnLst/>
              <a:rect l="l" t="t" r="r" b="b"/>
              <a:pathLst>
                <a:path w="1" h="251" extrusionOk="0">
                  <a:moveTo>
                    <a:pt x="0" y="0"/>
                  </a:moveTo>
                  <a:lnTo>
                    <a:pt x="0" y="251"/>
                  </a:lnTo>
                  <a:cubicBezTo>
                    <a:pt x="0" y="251"/>
                    <a:pt x="0" y="251"/>
                    <a:pt x="0" y="251"/>
                  </a:cubicBezTo>
                  <a:lnTo>
                    <a:pt x="0" y="25"/>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8" name="Google Shape;5058;p44"/>
            <p:cNvSpPr/>
            <p:nvPr/>
          </p:nvSpPr>
          <p:spPr>
            <a:xfrm>
              <a:off x="3758300" y="2415450"/>
              <a:ext cx="25" cy="6275"/>
            </a:xfrm>
            <a:custGeom>
              <a:avLst/>
              <a:gdLst/>
              <a:ahLst/>
              <a:cxnLst/>
              <a:rect l="l" t="t" r="r" b="b"/>
              <a:pathLst>
                <a:path w="1" h="251" extrusionOk="0">
                  <a:moveTo>
                    <a:pt x="0" y="0"/>
                  </a:moveTo>
                  <a:lnTo>
                    <a:pt x="0" y="226"/>
                  </a:lnTo>
                  <a:cubicBezTo>
                    <a:pt x="0" y="226"/>
                    <a:pt x="0" y="226"/>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9" name="Google Shape;5059;p44"/>
            <p:cNvSpPr/>
            <p:nvPr/>
          </p:nvSpPr>
          <p:spPr>
            <a:xfrm>
              <a:off x="3758300" y="2415450"/>
              <a:ext cx="25" cy="6275"/>
            </a:xfrm>
            <a:custGeom>
              <a:avLst/>
              <a:gdLst/>
              <a:ahLst/>
              <a:cxnLst/>
              <a:rect l="l" t="t" r="r" b="b"/>
              <a:pathLst>
                <a:path w="1" h="251" extrusionOk="0">
                  <a:moveTo>
                    <a:pt x="0" y="0"/>
                  </a:moveTo>
                  <a:lnTo>
                    <a:pt x="0" y="251"/>
                  </a:lnTo>
                  <a:cubicBezTo>
                    <a:pt x="0" y="251"/>
                    <a:pt x="0" y="251"/>
                    <a:pt x="0" y="251"/>
                  </a:cubicBezTo>
                  <a:lnTo>
                    <a:pt x="0" y="25"/>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0" name="Google Shape;5060;p44"/>
            <p:cNvSpPr/>
            <p:nvPr/>
          </p:nvSpPr>
          <p:spPr>
            <a:xfrm>
              <a:off x="3757675" y="2416075"/>
              <a:ext cx="650" cy="6275"/>
            </a:xfrm>
            <a:custGeom>
              <a:avLst/>
              <a:gdLst/>
              <a:ahLst/>
              <a:cxnLst/>
              <a:rect l="l" t="t" r="r" b="b"/>
              <a:pathLst>
                <a:path w="26" h="251" extrusionOk="0">
                  <a:moveTo>
                    <a:pt x="0" y="0"/>
                  </a:moveTo>
                  <a:lnTo>
                    <a:pt x="0" y="251"/>
                  </a:lnTo>
                  <a:cubicBezTo>
                    <a:pt x="0" y="226"/>
                    <a:pt x="25" y="226"/>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1" name="Google Shape;5061;p44"/>
            <p:cNvSpPr/>
            <p:nvPr/>
          </p:nvSpPr>
          <p:spPr>
            <a:xfrm>
              <a:off x="3757050" y="2416075"/>
              <a:ext cx="650" cy="6275"/>
            </a:xfrm>
            <a:custGeom>
              <a:avLst/>
              <a:gdLst/>
              <a:ahLst/>
              <a:cxnLst/>
              <a:rect l="l" t="t" r="r" b="b"/>
              <a:pathLst>
                <a:path w="26" h="251" extrusionOk="0">
                  <a:moveTo>
                    <a:pt x="25" y="0"/>
                  </a:moveTo>
                  <a:cubicBezTo>
                    <a:pt x="25" y="0"/>
                    <a:pt x="25" y="25"/>
                    <a:pt x="0" y="25"/>
                  </a:cubicBez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2" name="Google Shape;5062;p44"/>
            <p:cNvSpPr/>
            <p:nvPr/>
          </p:nvSpPr>
          <p:spPr>
            <a:xfrm>
              <a:off x="3757050" y="2416700"/>
              <a:ext cx="25" cy="5650"/>
            </a:xfrm>
            <a:custGeom>
              <a:avLst/>
              <a:gdLst/>
              <a:ahLst/>
              <a:cxnLst/>
              <a:rect l="l" t="t" r="r" b="b"/>
              <a:pathLst>
                <a:path w="1" h="226" extrusionOk="0">
                  <a:moveTo>
                    <a:pt x="0" y="0"/>
                  </a:moveTo>
                  <a:lnTo>
                    <a:pt x="0" y="226"/>
                  </a:lnTo>
                  <a:cubicBezTo>
                    <a:pt x="0" y="226"/>
                    <a:pt x="0" y="226"/>
                    <a:pt x="0" y="226"/>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3" name="Google Shape;5063;p44"/>
            <p:cNvSpPr/>
            <p:nvPr/>
          </p:nvSpPr>
          <p:spPr>
            <a:xfrm>
              <a:off x="3582850" y="2416075"/>
              <a:ext cx="650" cy="5650"/>
            </a:xfrm>
            <a:custGeom>
              <a:avLst/>
              <a:gdLst/>
              <a:ahLst/>
              <a:cxnLst/>
              <a:rect l="l" t="t" r="r" b="b"/>
              <a:pathLst>
                <a:path w="26" h="226" extrusionOk="0">
                  <a:moveTo>
                    <a:pt x="1" y="0"/>
                  </a:moveTo>
                  <a:lnTo>
                    <a:pt x="1" y="226"/>
                  </a:lnTo>
                  <a:lnTo>
                    <a:pt x="26" y="226"/>
                  </a:ln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4" name="Google Shape;5064;p44"/>
            <p:cNvSpPr/>
            <p:nvPr/>
          </p:nvSpPr>
          <p:spPr>
            <a:xfrm>
              <a:off x="3582850" y="2416075"/>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5" name="Google Shape;5065;p44"/>
            <p:cNvSpPr/>
            <p:nvPr/>
          </p:nvSpPr>
          <p:spPr>
            <a:xfrm>
              <a:off x="3582225" y="2416075"/>
              <a:ext cx="650" cy="6275"/>
            </a:xfrm>
            <a:custGeom>
              <a:avLst/>
              <a:gdLst/>
              <a:ahLst/>
              <a:cxnLst/>
              <a:rect l="l" t="t" r="r" b="b"/>
              <a:pathLst>
                <a:path w="26" h="251" extrusionOk="0">
                  <a:moveTo>
                    <a:pt x="1" y="0"/>
                  </a:moveTo>
                  <a:lnTo>
                    <a:pt x="1" y="251"/>
                  </a:lnTo>
                  <a:lnTo>
                    <a:pt x="26" y="251"/>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6" name="Google Shape;5066;p44"/>
            <p:cNvSpPr/>
            <p:nvPr/>
          </p:nvSpPr>
          <p:spPr>
            <a:xfrm>
              <a:off x="3582225" y="24160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7" name="Google Shape;5067;p44"/>
            <p:cNvSpPr/>
            <p:nvPr/>
          </p:nvSpPr>
          <p:spPr>
            <a:xfrm>
              <a:off x="3581600" y="2416075"/>
              <a:ext cx="650" cy="6275"/>
            </a:xfrm>
            <a:custGeom>
              <a:avLst/>
              <a:gdLst/>
              <a:ahLst/>
              <a:cxnLst/>
              <a:rect l="l" t="t" r="r" b="b"/>
              <a:pathLst>
                <a:path w="26" h="251" extrusionOk="0">
                  <a:moveTo>
                    <a:pt x="26" y="0"/>
                  </a:moveTo>
                  <a:lnTo>
                    <a:pt x="1" y="251"/>
                  </a:lnTo>
                  <a:lnTo>
                    <a:pt x="26" y="251"/>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8" name="Google Shape;5068;p44"/>
            <p:cNvSpPr/>
            <p:nvPr/>
          </p:nvSpPr>
          <p:spPr>
            <a:xfrm>
              <a:off x="3581600" y="2416075"/>
              <a:ext cx="650" cy="6275"/>
            </a:xfrm>
            <a:custGeom>
              <a:avLst/>
              <a:gdLst/>
              <a:ahLst/>
              <a:cxnLst/>
              <a:rect l="l" t="t" r="r" b="b"/>
              <a:pathLst>
                <a:path w="26" h="251" extrusionOk="0">
                  <a:moveTo>
                    <a:pt x="1" y="0"/>
                  </a:moveTo>
                  <a:lnTo>
                    <a:pt x="1" y="251"/>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9" name="Google Shape;5069;p44"/>
            <p:cNvSpPr/>
            <p:nvPr/>
          </p:nvSpPr>
          <p:spPr>
            <a:xfrm>
              <a:off x="3581600" y="24160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0" name="Google Shape;5070;p44"/>
            <p:cNvSpPr/>
            <p:nvPr/>
          </p:nvSpPr>
          <p:spPr>
            <a:xfrm>
              <a:off x="3580975" y="2416075"/>
              <a:ext cx="650" cy="6275"/>
            </a:xfrm>
            <a:custGeom>
              <a:avLst/>
              <a:gdLst/>
              <a:ahLst/>
              <a:cxnLst/>
              <a:rect l="l" t="t" r="r" b="b"/>
              <a:pathLst>
                <a:path w="26" h="251" extrusionOk="0">
                  <a:moveTo>
                    <a:pt x="1" y="0"/>
                  </a:moveTo>
                  <a:lnTo>
                    <a:pt x="1" y="251"/>
                  </a:lnTo>
                  <a:lnTo>
                    <a:pt x="26" y="251"/>
                  </a:lnTo>
                  <a:lnTo>
                    <a:pt x="26"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44"/>
            <p:cNvSpPr/>
            <p:nvPr/>
          </p:nvSpPr>
          <p:spPr>
            <a:xfrm>
              <a:off x="3580975" y="24160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44"/>
            <p:cNvSpPr/>
            <p:nvPr/>
          </p:nvSpPr>
          <p:spPr>
            <a:xfrm>
              <a:off x="3580975" y="2416075"/>
              <a:ext cx="25" cy="6275"/>
            </a:xfrm>
            <a:custGeom>
              <a:avLst/>
              <a:gdLst/>
              <a:ahLst/>
              <a:cxnLst/>
              <a:rect l="l" t="t" r="r" b="b"/>
              <a:pathLst>
                <a:path w="1" h="251" extrusionOk="0">
                  <a:moveTo>
                    <a:pt x="1" y="0"/>
                  </a:moveTo>
                  <a:lnTo>
                    <a:pt x="1" y="251"/>
                  </a:lnTo>
                  <a:cubicBezTo>
                    <a:pt x="1" y="226"/>
                    <a:pt x="1" y="226"/>
                    <a:pt x="1" y="226"/>
                  </a:cubicBezTo>
                  <a:lnTo>
                    <a:pt x="1" y="0"/>
                  </a:lnTo>
                  <a:cubicBezTo>
                    <a:pt x="1" y="0"/>
                    <a:pt x="1" y="0"/>
                    <a:pt x="1"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44"/>
            <p:cNvSpPr/>
            <p:nvPr/>
          </p:nvSpPr>
          <p:spPr>
            <a:xfrm>
              <a:off x="3580350" y="2416075"/>
              <a:ext cx="650" cy="5650"/>
            </a:xfrm>
            <a:custGeom>
              <a:avLst/>
              <a:gdLst/>
              <a:ahLst/>
              <a:cxnLst/>
              <a:rect l="l" t="t" r="r" b="b"/>
              <a:pathLst>
                <a:path w="26" h="226" extrusionOk="0">
                  <a:moveTo>
                    <a:pt x="0" y="0"/>
                  </a:moveTo>
                  <a:lnTo>
                    <a:pt x="0" y="226"/>
                  </a:lnTo>
                  <a:lnTo>
                    <a:pt x="26" y="226"/>
                  </a:lnTo>
                  <a:lnTo>
                    <a:pt x="26"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4" name="Google Shape;5074;p44"/>
            <p:cNvSpPr/>
            <p:nvPr/>
          </p:nvSpPr>
          <p:spPr>
            <a:xfrm>
              <a:off x="3565950" y="2399300"/>
              <a:ext cx="29450" cy="16800"/>
            </a:xfrm>
            <a:custGeom>
              <a:avLst/>
              <a:gdLst/>
              <a:ahLst/>
              <a:cxnLst/>
              <a:rect l="l" t="t" r="r" b="b"/>
              <a:pathLst>
                <a:path w="1178" h="672" extrusionOk="0">
                  <a:moveTo>
                    <a:pt x="548" y="1"/>
                  </a:moveTo>
                  <a:cubicBezTo>
                    <a:pt x="526" y="1"/>
                    <a:pt x="501" y="7"/>
                    <a:pt x="476" y="20"/>
                  </a:cubicBezTo>
                  <a:lnTo>
                    <a:pt x="25" y="270"/>
                  </a:lnTo>
                  <a:cubicBezTo>
                    <a:pt x="0" y="295"/>
                    <a:pt x="0" y="320"/>
                    <a:pt x="25" y="345"/>
                  </a:cubicBezTo>
                  <a:lnTo>
                    <a:pt x="576" y="671"/>
                  </a:lnTo>
                  <a:lnTo>
                    <a:pt x="702" y="671"/>
                  </a:lnTo>
                  <a:lnTo>
                    <a:pt x="1153" y="396"/>
                  </a:lnTo>
                  <a:cubicBezTo>
                    <a:pt x="1178" y="396"/>
                    <a:pt x="1178" y="345"/>
                    <a:pt x="1153" y="320"/>
                  </a:cubicBezTo>
                  <a:lnTo>
                    <a:pt x="602" y="20"/>
                  </a:lnTo>
                  <a:cubicBezTo>
                    <a:pt x="589" y="7"/>
                    <a:pt x="570" y="1"/>
                    <a:pt x="548"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5" name="Google Shape;5075;p44"/>
            <p:cNvSpPr/>
            <p:nvPr/>
          </p:nvSpPr>
          <p:spPr>
            <a:xfrm>
              <a:off x="3567200" y="2399150"/>
              <a:ext cx="26950" cy="15075"/>
            </a:xfrm>
            <a:custGeom>
              <a:avLst/>
              <a:gdLst/>
              <a:ahLst/>
              <a:cxnLst/>
              <a:rect l="l" t="t" r="r" b="b"/>
              <a:pathLst>
                <a:path w="1078" h="603" extrusionOk="0">
                  <a:moveTo>
                    <a:pt x="501" y="1"/>
                  </a:moveTo>
                  <a:cubicBezTo>
                    <a:pt x="476" y="1"/>
                    <a:pt x="451" y="1"/>
                    <a:pt x="451" y="26"/>
                  </a:cubicBezTo>
                  <a:cubicBezTo>
                    <a:pt x="451" y="26"/>
                    <a:pt x="0" y="276"/>
                    <a:pt x="0" y="276"/>
                  </a:cubicBezTo>
                  <a:lnTo>
                    <a:pt x="552" y="602"/>
                  </a:lnTo>
                  <a:lnTo>
                    <a:pt x="627" y="602"/>
                  </a:lnTo>
                  <a:cubicBezTo>
                    <a:pt x="627" y="602"/>
                    <a:pt x="1078" y="326"/>
                    <a:pt x="1078" y="326"/>
                  </a:cubicBezTo>
                  <a:lnTo>
                    <a:pt x="552" y="26"/>
                  </a:lnTo>
                  <a:cubicBezTo>
                    <a:pt x="526" y="1"/>
                    <a:pt x="501" y="1"/>
                    <a:pt x="501" y="1"/>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44"/>
            <p:cNvSpPr/>
            <p:nvPr/>
          </p:nvSpPr>
          <p:spPr>
            <a:xfrm>
              <a:off x="3622325" y="2410425"/>
              <a:ext cx="11300" cy="11925"/>
            </a:xfrm>
            <a:custGeom>
              <a:avLst/>
              <a:gdLst/>
              <a:ahLst/>
              <a:cxnLst/>
              <a:rect l="l" t="t" r="r" b="b"/>
              <a:pathLst>
                <a:path w="452" h="477" extrusionOk="0">
                  <a:moveTo>
                    <a:pt x="452" y="1"/>
                  </a:moveTo>
                  <a:lnTo>
                    <a:pt x="1" y="251"/>
                  </a:lnTo>
                  <a:lnTo>
                    <a:pt x="1" y="477"/>
                  </a:lnTo>
                  <a:lnTo>
                    <a:pt x="452" y="226"/>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7" name="Google Shape;5077;p44"/>
            <p:cNvSpPr/>
            <p:nvPr/>
          </p:nvSpPr>
          <p:spPr>
            <a:xfrm>
              <a:off x="3606050" y="2409175"/>
              <a:ext cx="13175" cy="13175"/>
            </a:xfrm>
            <a:custGeom>
              <a:avLst/>
              <a:gdLst/>
              <a:ahLst/>
              <a:cxnLst/>
              <a:rect l="l" t="t" r="r" b="b"/>
              <a:pathLst>
                <a:path w="527" h="527" extrusionOk="0">
                  <a:moveTo>
                    <a:pt x="0" y="1"/>
                  </a:moveTo>
                  <a:lnTo>
                    <a:pt x="0" y="226"/>
                  </a:lnTo>
                  <a:lnTo>
                    <a:pt x="526" y="527"/>
                  </a:lnTo>
                  <a:lnTo>
                    <a:pt x="526" y="301"/>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8" name="Google Shape;5078;p44"/>
            <p:cNvSpPr/>
            <p:nvPr/>
          </p:nvSpPr>
          <p:spPr>
            <a:xfrm>
              <a:off x="3548400" y="2410425"/>
              <a:ext cx="10675" cy="12550"/>
            </a:xfrm>
            <a:custGeom>
              <a:avLst/>
              <a:gdLst/>
              <a:ahLst/>
              <a:cxnLst/>
              <a:rect l="l" t="t" r="r" b="b"/>
              <a:pathLst>
                <a:path w="427" h="502" extrusionOk="0">
                  <a:moveTo>
                    <a:pt x="426" y="1"/>
                  </a:moveTo>
                  <a:lnTo>
                    <a:pt x="0" y="276"/>
                  </a:lnTo>
                  <a:lnTo>
                    <a:pt x="0" y="502"/>
                  </a:lnTo>
                  <a:lnTo>
                    <a:pt x="426" y="251"/>
                  </a:lnTo>
                  <a:lnTo>
                    <a:pt x="42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9" name="Google Shape;5079;p44"/>
            <p:cNvSpPr/>
            <p:nvPr/>
          </p:nvSpPr>
          <p:spPr>
            <a:xfrm>
              <a:off x="3604775" y="2399925"/>
              <a:ext cx="30100" cy="17275"/>
            </a:xfrm>
            <a:custGeom>
              <a:avLst/>
              <a:gdLst/>
              <a:ahLst/>
              <a:cxnLst/>
              <a:rect l="l" t="t" r="r" b="b"/>
              <a:pathLst>
                <a:path w="1204" h="691" extrusionOk="0">
                  <a:moveTo>
                    <a:pt x="549" y="1"/>
                  </a:moveTo>
                  <a:cubicBezTo>
                    <a:pt x="527" y="1"/>
                    <a:pt x="502" y="7"/>
                    <a:pt x="477" y="20"/>
                  </a:cubicBezTo>
                  <a:lnTo>
                    <a:pt x="51" y="295"/>
                  </a:lnTo>
                  <a:cubicBezTo>
                    <a:pt x="1" y="295"/>
                    <a:pt x="1" y="346"/>
                    <a:pt x="51" y="371"/>
                  </a:cubicBezTo>
                  <a:lnTo>
                    <a:pt x="577" y="671"/>
                  </a:lnTo>
                  <a:cubicBezTo>
                    <a:pt x="602" y="684"/>
                    <a:pt x="628" y="690"/>
                    <a:pt x="649" y="690"/>
                  </a:cubicBezTo>
                  <a:cubicBezTo>
                    <a:pt x="671" y="690"/>
                    <a:pt x="690" y="684"/>
                    <a:pt x="703" y="671"/>
                  </a:cubicBezTo>
                  <a:lnTo>
                    <a:pt x="1154" y="421"/>
                  </a:lnTo>
                  <a:cubicBezTo>
                    <a:pt x="1204" y="396"/>
                    <a:pt x="1204" y="371"/>
                    <a:pt x="1154" y="346"/>
                  </a:cubicBezTo>
                  <a:lnTo>
                    <a:pt x="602" y="20"/>
                  </a:lnTo>
                  <a:cubicBezTo>
                    <a:pt x="590" y="7"/>
                    <a:pt x="571" y="1"/>
                    <a:pt x="549"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0" name="Google Shape;5080;p44"/>
            <p:cNvSpPr/>
            <p:nvPr/>
          </p:nvSpPr>
          <p:spPr>
            <a:xfrm>
              <a:off x="3606050" y="2400400"/>
              <a:ext cx="27575" cy="15075"/>
            </a:xfrm>
            <a:custGeom>
              <a:avLst/>
              <a:gdLst/>
              <a:ahLst/>
              <a:cxnLst/>
              <a:rect l="l" t="t" r="r" b="b"/>
              <a:pathLst>
                <a:path w="1103" h="603" extrusionOk="0">
                  <a:moveTo>
                    <a:pt x="451" y="1"/>
                  </a:moveTo>
                  <a:cubicBezTo>
                    <a:pt x="451" y="1"/>
                    <a:pt x="0" y="251"/>
                    <a:pt x="0" y="251"/>
                  </a:cubicBezTo>
                  <a:cubicBezTo>
                    <a:pt x="0" y="276"/>
                    <a:pt x="0" y="276"/>
                    <a:pt x="0" y="276"/>
                  </a:cubicBezTo>
                  <a:lnTo>
                    <a:pt x="551" y="577"/>
                  </a:lnTo>
                  <a:cubicBezTo>
                    <a:pt x="551" y="577"/>
                    <a:pt x="577" y="602"/>
                    <a:pt x="602" y="602"/>
                  </a:cubicBezTo>
                  <a:cubicBezTo>
                    <a:pt x="627" y="602"/>
                    <a:pt x="627" y="577"/>
                    <a:pt x="652" y="577"/>
                  </a:cubicBezTo>
                  <a:cubicBezTo>
                    <a:pt x="652" y="577"/>
                    <a:pt x="1103" y="327"/>
                    <a:pt x="1103" y="327"/>
                  </a:cubicBezTo>
                  <a:lnTo>
                    <a:pt x="1078" y="327"/>
                  </a:lnTo>
                  <a:lnTo>
                    <a:pt x="551"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1" name="Google Shape;5081;p44"/>
            <p:cNvSpPr/>
            <p:nvPr/>
          </p:nvSpPr>
          <p:spPr>
            <a:xfrm>
              <a:off x="3622325" y="2416700"/>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2" name="Google Shape;5082;p44"/>
            <p:cNvSpPr/>
            <p:nvPr/>
          </p:nvSpPr>
          <p:spPr>
            <a:xfrm>
              <a:off x="3621700" y="2416700"/>
              <a:ext cx="650" cy="6275"/>
            </a:xfrm>
            <a:custGeom>
              <a:avLst/>
              <a:gdLst/>
              <a:ahLst/>
              <a:cxnLst/>
              <a:rect l="l" t="t" r="r" b="b"/>
              <a:pathLst>
                <a:path w="26" h="251" extrusionOk="0">
                  <a:moveTo>
                    <a:pt x="26" y="0"/>
                  </a:moveTo>
                  <a:cubicBezTo>
                    <a:pt x="1" y="0"/>
                    <a:pt x="1" y="0"/>
                    <a:pt x="1" y="25"/>
                  </a:cubicBezTo>
                  <a:lnTo>
                    <a:pt x="1" y="251"/>
                  </a:lnTo>
                  <a:lnTo>
                    <a:pt x="26" y="251"/>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3" name="Google Shape;5083;p44"/>
            <p:cNvSpPr/>
            <p:nvPr/>
          </p:nvSpPr>
          <p:spPr>
            <a:xfrm>
              <a:off x="3621075" y="2417325"/>
              <a:ext cx="650" cy="5650"/>
            </a:xfrm>
            <a:custGeom>
              <a:avLst/>
              <a:gdLst/>
              <a:ahLst/>
              <a:cxnLst/>
              <a:rect l="l" t="t" r="r" b="b"/>
              <a:pathLst>
                <a:path w="26" h="226" extrusionOk="0">
                  <a:moveTo>
                    <a:pt x="1" y="0"/>
                  </a:moveTo>
                  <a:lnTo>
                    <a:pt x="1" y="226"/>
                  </a:lnTo>
                  <a:lnTo>
                    <a:pt x="26" y="226"/>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4" name="Google Shape;5084;p44"/>
            <p:cNvSpPr/>
            <p:nvPr/>
          </p:nvSpPr>
          <p:spPr>
            <a:xfrm>
              <a:off x="3621075" y="24173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5" name="Google Shape;5085;p44"/>
            <p:cNvSpPr/>
            <p:nvPr/>
          </p:nvSpPr>
          <p:spPr>
            <a:xfrm>
              <a:off x="3621075" y="2417325"/>
              <a:ext cx="25" cy="5650"/>
            </a:xfrm>
            <a:custGeom>
              <a:avLst/>
              <a:gdLst/>
              <a:ahLst/>
              <a:cxnLst/>
              <a:rect l="l" t="t" r="r" b="b"/>
              <a:pathLst>
                <a:path w="1" h="226" extrusionOk="0">
                  <a:moveTo>
                    <a:pt x="1" y="0"/>
                  </a:moveTo>
                  <a:lnTo>
                    <a:pt x="1" y="226"/>
                  </a:lnTo>
                  <a:lnTo>
                    <a:pt x="1" y="226"/>
                  </a:lnTo>
                  <a:lnTo>
                    <a:pt x="1" y="0"/>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6" name="Google Shape;5086;p44"/>
            <p:cNvSpPr/>
            <p:nvPr/>
          </p:nvSpPr>
          <p:spPr>
            <a:xfrm>
              <a:off x="3620450" y="2417325"/>
              <a:ext cx="650" cy="5650"/>
            </a:xfrm>
            <a:custGeom>
              <a:avLst/>
              <a:gdLst/>
              <a:ahLst/>
              <a:cxnLst/>
              <a:rect l="l" t="t" r="r" b="b"/>
              <a:pathLst>
                <a:path w="26" h="226" extrusionOk="0">
                  <a:moveTo>
                    <a:pt x="1" y="0"/>
                  </a:moveTo>
                  <a:lnTo>
                    <a:pt x="1" y="226"/>
                  </a:lnTo>
                  <a:lnTo>
                    <a:pt x="26"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7" name="Google Shape;5087;p44"/>
            <p:cNvSpPr/>
            <p:nvPr/>
          </p:nvSpPr>
          <p:spPr>
            <a:xfrm>
              <a:off x="3620450" y="2417325"/>
              <a:ext cx="25" cy="5650"/>
            </a:xfrm>
            <a:custGeom>
              <a:avLst/>
              <a:gdLst/>
              <a:ahLst/>
              <a:cxnLst/>
              <a:rect l="l" t="t" r="r" b="b"/>
              <a:pathLst>
                <a:path w="1" h="226" extrusionOk="0">
                  <a:moveTo>
                    <a:pt x="1" y="0"/>
                  </a:moveTo>
                  <a:lnTo>
                    <a:pt x="1" y="226"/>
                  </a:lnTo>
                  <a:lnTo>
                    <a:pt x="1" y="226"/>
                  </a:ln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8" name="Google Shape;5088;p44"/>
            <p:cNvSpPr/>
            <p:nvPr/>
          </p:nvSpPr>
          <p:spPr>
            <a:xfrm>
              <a:off x="3620450" y="24173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44"/>
            <p:cNvSpPr/>
            <p:nvPr/>
          </p:nvSpPr>
          <p:spPr>
            <a:xfrm>
              <a:off x="3619825" y="2416700"/>
              <a:ext cx="650" cy="6275"/>
            </a:xfrm>
            <a:custGeom>
              <a:avLst/>
              <a:gdLst/>
              <a:ahLst/>
              <a:cxnLst/>
              <a:rect l="l" t="t" r="r" b="b"/>
              <a:pathLst>
                <a:path w="26" h="251" extrusionOk="0">
                  <a:moveTo>
                    <a:pt x="0" y="0"/>
                  </a:moveTo>
                  <a:lnTo>
                    <a:pt x="0" y="251"/>
                  </a:lnTo>
                  <a:lnTo>
                    <a:pt x="26" y="251"/>
                  </a:lnTo>
                  <a:lnTo>
                    <a:pt x="26" y="25"/>
                  </a:lnTo>
                  <a:cubicBezTo>
                    <a:pt x="0" y="0"/>
                    <a:pt x="0" y="0"/>
                    <a:pt x="0"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44"/>
            <p:cNvSpPr/>
            <p:nvPr/>
          </p:nvSpPr>
          <p:spPr>
            <a:xfrm>
              <a:off x="3619825" y="24167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1" name="Google Shape;5091;p44"/>
            <p:cNvSpPr/>
            <p:nvPr/>
          </p:nvSpPr>
          <p:spPr>
            <a:xfrm>
              <a:off x="3619200" y="2416700"/>
              <a:ext cx="650" cy="6275"/>
            </a:xfrm>
            <a:custGeom>
              <a:avLst/>
              <a:gdLst/>
              <a:ahLst/>
              <a:cxnLst/>
              <a:rect l="l" t="t" r="r" b="b"/>
              <a:pathLst>
                <a:path w="26" h="251" extrusionOk="0">
                  <a:moveTo>
                    <a:pt x="0" y="0"/>
                  </a:moveTo>
                  <a:lnTo>
                    <a:pt x="0" y="226"/>
                  </a:lnTo>
                  <a:cubicBezTo>
                    <a:pt x="0" y="251"/>
                    <a:pt x="25" y="251"/>
                    <a:pt x="25" y="251"/>
                  </a:cubicBezTo>
                  <a:lnTo>
                    <a:pt x="25"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2" name="Google Shape;5092;p44"/>
            <p:cNvSpPr/>
            <p:nvPr/>
          </p:nvSpPr>
          <p:spPr>
            <a:xfrm>
              <a:off x="3661800" y="2411050"/>
              <a:ext cx="10675" cy="12575"/>
            </a:xfrm>
            <a:custGeom>
              <a:avLst/>
              <a:gdLst/>
              <a:ahLst/>
              <a:cxnLst/>
              <a:rect l="l" t="t" r="r" b="b"/>
              <a:pathLst>
                <a:path w="427" h="503" extrusionOk="0">
                  <a:moveTo>
                    <a:pt x="427" y="1"/>
                  </a:moveTo>
                  <a:lnTo>
                    <a:pt x="1" y="251"/>
                  </a:lnTo>
                  <a:lnTo>
                    <a:pt x="1" y="502"/>
                  </a:lnTo>
                  <a:lnTo>
                    <a:pt x="427" y="251"/>
                  </a:lnTo>
                  <a:lnTo>
                    <a:pt x="427"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3" name="Google Shape;5093;p44"/>
            <p:cNvSpPr/>
            <p:nvPr/>
          </p:nvSpPr>
          <p:spPr>
            <a:xfrm>
              <a:off x="3644875" y="2409800"/>
              <a:ext cx="13200" cy="13825"/>
            </a:xfrm>
            <a:custGeom>
              <a:avLst/>
              <a:gdLst/>
              <a:ahLst/>
              <a:cxnLst/>
              <a:rect l="l" t="t" r="r" b="b"/>
              <a:pathLst>
                <a:path w="528" h="553" extrusionOk="0">
                  <a:moveTo>
                    <a:pt x="1" y="1"/>
                  </a:moveTo>
                  <a:lnTo>
                    <a:pt x="1" y="226"/>
                  </a:lnTo>
                  <a:lnTo>
                    <a:pt x="527" y="552"/>
                  </a:lnTo>
                  <a:lnTo>
                    <a:pt x="527" y="301"/>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4" name="Google Shape;5094;p44"/>
            <p:cNvSpPr/>
            <p:nvPr/>
          </p:nvSpPr>
          <p:spPr>
            <a:xfrm>
              <a:off x="3643625" y="2401200"/>
              <a:ext cx="30100" cy="16625"/>
            </a:xfrm>
            <a:custGeom>
              <a:avLst/>
              <a:gdLst/>
              <a:ahLst/>
              <a:cxnLst/>
              <a:rect l="l" t="t" r="r" b="b"/>
              <a:pathLst>
                <a:path w="1204" h="665" extrusionOk="0">
                  <a:moveTo>
                    <a:pt x="555" y="0"/>
                  </a:moveTo>
                  <a:cubicBezTo>
                    <a:pt x="533" y="0"/>
                    <a:pt x="515" y="6"/>
                    <a:pt x="502" y="19"/>
                  </a:cubicBezTo>
                  <a:lnTo>
                    <a:pt x="51" y="269"/>
                  </a:lnTo>
                  <a:cubicBezTo>
                    <a:pt x="1" y="295"/>
                    <a:pt x="1" y="320"/>
                    <a:pt x="51" y="345"/>
                  </a:cubicBezTo>
                  <a:lnTo>
                    <a:pt x="577" y="645"/>
                  </a:lnTo>
                  <a:cubicBezTo>
                    <a:pt x="602" y="658"/>
                    <a:pt x="627" y="664"/>
                    <a:pt x="652" y="664"/>
                  </a:cubicBezTo>
                  <a:cubicBezTo>
                    <a:pt x="678" y="664"/>
                    <a:pt x="703" y="658"/>
                    <a:pt x="728" y="645"/>
                  </a:cubicBezTo>
                  <a:lnTo>
                    <a:pt x="1154" y="395"/>
                  </a:lnTo>
                  <a:cubicBezTo>
                    <a:pt x="1204" y="370"/>
                    <a:pt x="1204" y="345"/>
                    <a:pt x="1154" y="320"/>
                  </a:cubicBezTo>
                  <a:lnTo>
                    <a:pt x="627" y="19"/>
                  </a:lnTo>
                  <a:cubicBezTo>
                    <a:pt x="602" y="6"/>
                    <a:pt x="577" y="0"/>
                    <a:pt x="555"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5" name="Google Shape;5095;p44"/>
            <p:cNvSpPr/>
            <p:nvPr/>
          </p:nvSpPr>
          <p:spPr>
            <a:xfrm>
              <a:off x="3644875" y="2401025"/>
              <a:ext cx="27600" cy="15075"/>
            </a:xfrm>
            <a:custGeom>
              <a:avLst/>
              <a:gdLst/>
              <a:ahLst/>
              <a:cxnLst/>
              <a:rect l="l" t="t" r="r" b="b"/>
              <a:pathLst>
                <a:path w="1104" h="603" extrusionOk="0">
                  <a:moveTo>
                    <a:pt x="452" y="1"/>
                  </a:moveTo>
                  <a:lnTo>
                    <a:pt x="1" y="276"/>
                  </a:lnTo>
                  <a:lnTo>
                    <a:pt x="26" y="276"/>
                  </a:lnTo>
                  <a:lnTo>
                    <a:pt x="552" y="577"/>
                  </a:lnTo>
                  <a:cubicBezTo>
                    <a:pt x="577" y="602"/>
                    <a:pt x="577" y="602"/>
                    <a:pt x="602" y="602"/>
                  </a:cubicBezTo>
                  <a:cubicBezTo>
                    <a:pt x="628" y="602"/>
                    <a:pt x="628" y="602"/>
                    <a:pt x="653" y="577"/>
                  </a:cubicBezTo>
                  <a:cubicBezTo>
                    <a:pt x="653" y="577"/>
                    <a:pt x="1104" y="327"/>
                    <a:pt x="1104" y="327"/>
                  </a:cubicBezTo>
                  <a:lnTo>
                    <a:pt x="1079" y="327"/>
                  </a:lnTo>
                  <a:lnTo>
                    <a:pt x="552"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6" name="Google Shape;5096;p44"/>
            <p:cNvSpPr/>
            <p:nvPr/>
          </p:nvSpPr>
          <p:spPr>
            <a:xfrm>
              <a:off x="3661175" y="2417325"/>
              <a:ext cx="650" cy="6300"/>
            </a:xfrm>
            <a:custGeom>
              <a:avLst/>
              <a:gdLst/>
              <a:ahLst/>
              <a:cxnLst/>
              <a:rect l="l" t="t" r="r" b="b"/>
              <a:pathLst>
                <a:path w="26" h="252" extrusionOk="0">
                  <a:moveTo>
                    <a:pt x="26" y="0"/>
                  </a:moveTo>
                  <a:cubicBezTo>
                    <a:pt x="1" y="0"/>
                    <a:pt x="1" y="25"/>
                    <a:pt x="1" y="25"/>
                  </a:cubicBezTo>
                  <a:lnTo>
                    <a:pt x="1" y="251"/>
                  </a:lnTo>
                  <a:lnTo>
                    <a:pt x="26" y="251"/>
                  </a:ln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7" name="Google Shape;5097;p44"/>
            <p:cNvSpPr/>
            <p:nvPr/>
          </p:nvSpPr>
          <p:spPr>
            <a:xfrm>
              <a:off x="3660550" y="2417950"/>
              <a:ext cx="650" cy="5675"/>
            </a:xfrm>
            <a:custGeom>
              <a:avLst/>
              <a:gdLst/>
              <a:ahLst/>
              <a:cxnLst/>
              <a:rect l="l" t="t" r="r" b="b"/>
              <a:pathLst>
                <a:path w="26" h="227" extrusionOk="0">
                  <a:moveTo>
                    <a:pt x="1" y="0"/>
                  </a:moveTo>
                  <a:lnTo>
                    <a:pt x="1" y="226"/>
                  </a:lnTo>
                  <a:lnTo>
                    <a:pt x="26" y="226"/>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8" name="Google Shape;5098;p44"/>
            <p:cNvSpPr/>
            <p:nvPr/>
          </p:nvSpPr>
          <p:spPr>
            <a:xfrm>
              <a:off x="3660550" y="2417950"/>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9" name="Google Shape;5099;p44"/>
            <p:cNvSpPr/>
            <p:nvPr/>
          </p:nvSpPr>
          <p:spPr>
            <a:xfrm>
              <a:off x="3659925" y="2417950"/>
              <a:ext cx="650" cy="5675"/>
            </a:xfrm>
            <a:custGeom>
              <a:avLst/>
              <a:gdLst/>
              <a:ahLst/>
              <a:cxnLst/>
              <a:rect l="l" t="t" r="r" b="b"/>
              <a:pathLst>
                <a:path w="26" h="227" extrusionOk="0">
                  <a:moveTo>
                    <a:pt x="0" y="0"/>
                  </a:moveTo>
                  <a:lnTo>
                    <a:pt x="0" y="226"/>
                  </a:lnTo>
                  <a:lnTo>
                    <a:pt x="26" y="226"/>
                  </a:lnTo>
                  <a:lnTo>
                    <a:pt x="26"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0" name="Google Shape;5100;p44"/>
            <p:cNvSpPr/>
            <p:nvPr/>
          </p:nvSpPr>
          <p:spPr>
            <a:xfrm>
              <a:off x="3659925" y="2417950"/>
              <a:ext cx="25" cy="5675"/>
            </a:xfrm>
            <a:custGeom>
              <a:avLst/>
              <a:gdLst/>
              <a:ahLst/>
              <a:cxnLst/>
              <a:rect l="l" t="t" r="r" b="b"/>
              <a:pathLst>
                <a:path w="1" h="227" extrusionOk="0">
                  <a:moveTo>
                    <a:pt x="0" y="0"/>
                  </a:moveTo>
                  <a:lnTo>
                    <a:pt x="0" y="226"/>
                  </a:lnTo>
                  <a:lnTo>
                    <a:pt x="0" y="226"/>
                  </a:lnTo>
                  <a:lnTo>
                    <a:pt x="0" y="0"/>
                  </a:lnTo>
                  <a:lnTo>
                    <a:pt x="0"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1" name="Google Shape;5101;p44"/>
            <p:cNvSpPr/>
            <p:nvPr/>
          </p:nvSpPr>
          <p:spPr>
            <a:xfrm>
              <a:off x="3659300" y="2417950"/>
              <a:ext cx="650" cy="5675"/>
            </a:xfrm>
            <a:custGeom>
              <a:avLst/>
              <a:gdLst/>
              <a:ahLst/>
              <a:cxnLst/>
              <a:rect l="l" t="t" r="r" b="b"/>
              <a:pathLst>
                <a:path w="26" h="227" extrusionOk="0">
                  <a:moveTo>
                    <a:pt x="0" y="0"/>
                  </a:moveTo>
                  <a:lnTo>
                    <a:pt x="0" y="226"/>
                  </a:lnTo>
                  <a:lnTo>
                    <a:pt x="25" y="226"/>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2" name="Google Shape;5102;p44"/>
            <p:cNvSpPr/>
            <p:nvPr/>
          </p:nvSpPr>
          <p:spPr>
            <a:xfrm>
              <a:off x="3659300" y="2417950"/>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3" name="Google Shape;5103;p44"/>
            <p:cNvSpPr/>
            <p:nvPr/>
          </p:nvSpPr>
          <p:spPr>
            <a:xfrm>
              <a:off x="3659300" y="2417950"/>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4" name="Google Shape;5104;p44"/>
            <p:cNvSpPr/>
            <p:nvPr/>
          </p:nvSpPr>
          <p:spPr>
            <a:xfrm>
              <a:off x="3658675" y="2417950"/>
              <a:ext cx="650" cy="5675"/>
            </a:xfrm>
            <a:custGeom>
              <a:avLst/>
              <a:gdLst/>
              <a:ahLst/>
              <a:cxnLst/>
              <a:rect l="l" t="t" r="r" b="b"/>
              <a:pathLst>
                <a:path w="26" h="227" extrusionOk="0">
                  <a:moveTo>
                    <a:pt x="0" y="0"/>
                  </a:moveTo>
                  <a:lnTo>
                    <a:pt x="0" y="226"/>
                  </a:lnTo>
                  <a:lnTo>
                    <a:pt x="25" y="226"/>
                  </a:lnTo>
                  <a:lnTo>
                    <a:pt x="25" y="0"/>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5" name="Google Shape;5105;p44"/>
            <p:cNvSpPr/>
            <p:nvPr/>
          </p:nvSpPr>
          <p:spPr>
            <a:xfrm>
              <a:off x="3658675" y="2417950"/>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6" name="Google Shape;5106;p44"/>
            <p:cNvSpPr/>
            <p:nvPr/>
          </p:nvSpPr>
          <p:spPr>
            <a:xfrm>
              <a:off x="3658050" y="2417325"/>
              <a:ext cx="650" cy="6300"/>
            </a:xfrm>
            <a:custGeom>
              <a:avLst/>
              <a:gdLst/>
              <a:ahLst/>
              <a:cxnLst/>
              <a:rect l="l" t="t" r="r" b="b"/>
              <a:pathLst>
                <a:path w="26" h="252" extrusionOk="0">
                  <a:moveTo>
                    <a:pt x="0" y="0"/>
                  </a:moveTo>
                  <a:lnTo>
                    <a:pt x="0" y="251"/>
                  </a:lnTo>
                  <a:lnTo>
                    <a:pt x="25" y="251"/>
                  </a:lnTo>
                  <a:lnTo>
                    <a:pt x="25" y="25"/>
                  </a:lnTo>
                  <a:cubicBezTo>
                    <a:pt x="25" y="25"/>
                    <a:pt x="25" y="0"/>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7" name="Google Shape;5107;p44"/>
            <p:cNvSpPr/>
            <p:nvPr/>
          </p:nvSpPr>
          <p:spPr>
            <a:xfrm>
              <a:off x="3587250" y="2411675"/>
              <a:ext cx="10675" cy="11950"/>
            </a:xfrm>
            <a:custGeom>
              <a:avLst/>
              <a:gdLst/>
              <a:ahLst/>
              <a:cxnLst/>
              <a:rect l="l" t="t" r="r" b="b"/>
              <a:pathLst>
                <a:path w="427" h="478" extrusionOk="0">
                  <a:moveTo>
                    <a:pt x="426" y="1"/>
                  </a:moveTo>
                  <a:lnTo>
                    <a:pt x="0" y="251"/>
                  </a:lnTo>
                  <a:lnTo>
                    <a:pt x="0" y="477"/>
                  </a:lnTo>
                  <a:lnTo>
                    <a:pt x="426" y="226"/>
                  </a:lnTo>
                  <a:lnTo>
                    <a:pt x="42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8" name="Google Shape;5108;p44"/>
            <p:cNvSpPr/>
            <p:nvPr/>
          </p:nvSpPr>
          <p:spPr>
            <a:xfrm>
              <a:off x="3700650" y="2411675"/>
              <a:ext cx="10675" cy="12575"/>
            </a:xfrm>
            <a:custGeom>
              <a:avLst/>
              <a:gdLst/>
              <a:ahLst/>
              <a:cxnLst/>
              <a:rect l="l" t="t" r="r" b="b"/>
              <a:pathLst>
                <a:path w="427" h="503" extrusionOk="0">
                  <a:moveTo>
                    <a:pt x="427" y="1"/>
                  </a:moveTo>
                  <a:lnTo>
                    <a:pt x="1" y="277"/>
                  </a:lnTo>
                  <a:lnTo>
                    <a:pt x="1" y="502"/>
                  </a:lnTo>
                  <a:lnTo>
                    <a:pt x="427" y="251"/>
                  </a:lnTo>
                  <a:lnTo>
                    <a:pt x="427"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9" name="Google Shape;5109;p44"/>
            <p:cNvSpPr/>
            <p:nvPr/>
          </p:nvSpPr>
          <p:spPr>
            <a:xfrm>
              <a:off x="3548400" y="24173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0" name="Google Shape;5110;p44"/>
            <p:cNvSpPr/>
            <p:nvPr/>
          </p:nvSpPr>
          <p:spPr>
            <a:xfrm>
              <a:off x="3547775" y="241732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1" name="Google Shape;5111;p44"/>
            <p:cNvSpPr/>
            <p:nvPr/>
          </p:nvSpPr>
          <p:spPr>
            <a:xfrm>
              <a:off x="3547775" y="2417325"/>
              <a:ext cx="25" cy="6300"/>
            </a:xfrm>
            <a:custGeom>
              <a:avLst/>
              <a:gdLst/>
              <a:ahLst/>
              <a:cxnLst/>
              <a:rect l="l" t="t" r="r" b="b"/>
              <a:pathLst>
                <a:path w="1" h="252" extrusionOk="0">
                  <a:moveTo>
                    <a:pt x="0" y="0"/>
                  </a:moveTo>
                  <a:lnTo>
                    <a:pt x="0" y="226"/>
                  </a:lnTo>
                  <a:cubicBezTo>
                    <a:pt x="0" y="226"/>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2" name="Google Shape;5112;p44"/>
            <p:cNvSpPr/>
            <p:nvPr/>
          </p:nvSpPr>
          <p:spPr>
            <a:xfrm>
              <a:off x="3547775" y="2417325"/>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3" name="Google Shape;5113;p44"/>
            <p:cNvSpPr/>
            <p:nvPr/>
          </p:nvSpPr>
          <p:spPr>
            <a:xfrm>
              <a:off x="3547775" y="2417325"/>
              <a:ext cx="25" cy="6300"/>
            </a:xfrm>
            <a:custGeom>
              <a:avLst/>
              <a:gdLst/>
              <a:ahLst/>
              <a:cxnLst/>
              <a:rect l="l" t="t" r="r" b="b"/>
              <a:pathLst>
                <a:path w="1" h="252" extrusionOk="0">
                  <a:moveTo>
                    <a:pt x="0" y="0"/>
                  </a:moveTo>
                  <a:lnTo>
                    <a:pt x="0" y="251"/>
                  </a:lnTo>
                  <a:cubicBezTo>
                    <a:pt x="0" y="251"/>
                    <a:pt x="0" y="251"/>
                    <a:pt x="0" y="251"/>
                  </a:cubicBezTo>
                  <a:lnTo>
                    <a:pt x="0" y="25"/>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4" name="Google Shape;5114;p44"/>
            <p:cNvSpPr/>
            <p:nvPr/>
          </p:nvSpPr>
          <p:spPr>
            <a:xfrm>
              <a:off x="3547775" y="2417950"/>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5" name="Google Shape;5115;p44"/>
            <p:cNvSpPr/>
            <p:nvPr/>
          </p:nvSpPr>
          <p:spPr>
            <a:xfrm>
              <a:off x="3547775" y="2417950"/>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6" name="Google Shape;5116;p44"/>
            <p:cNvSpPr/>
            <p:nvPr/>
          </p:nvSpPr>
          <p:spPr>
            <a:xfrm>
              <a:off x="3547775" y="2417950"/>
              <a:ext cx="25" cy="5675"/>
            </a:xfrm>
            <a:custGeom>
              <a:avLst/>
              <a:gdLst/>
              <a:ahLst/>
              <a:cxnLst/>
              <a:rect l="l" t="t" r="r" b="b"/>
              <a:pathLst>
                <a:path w="1" h="227" extrusionOk="0">
                  <a:moveTo>
                    <a:pt x="0" y="0"/>
                  </a:moveTo>
                  <a:lnTo>
                    <a:pt x="0" y="226"/>
                  </a:lnTo>
                  <a:lnTo>
                    <a:pt x="0" y="2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7" name="Google Shape;5117;p44"/>
            <p:cNvSpPr/>
            <p:nvPr/>
          </p:nvSpPr>
          <p:spPr>
            <a:xfrm>
              <a:off x="3683725" y="2410425"/>
              <a:ext cx="13825" cy="13825"/>
            </a:xfrm>
            <a:custGeom>
              <a:avLst/>
              <a:gdLst/>
              <a:ahLst/>
              <a:cxnLst/>
              <a:rect l="l" t="t" r="r" b="b"/>
              <a:pathLst>
                <a:path w="553" h="553" extrusionOk="0">
                  <a:moveTo>
                    <a:pt x="1" y="1"/>
                  </a:moveTo>
                  <a:lnTo>
                    <a:pt x="1" y="251"/>
                  </a:lnTo>
                  <a:lnTo>
                    <a:pt x="552" y="552"/>
                  </a:lnTo>
                  <a:lnTo>
                    <a:pt x="552" y="327"/>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8" name="Google Shape;5118;p44"/>
            <p:cNvSpPr/>
            <p:nvPr/>
          </p:nvSpPr>
          <p:spPr>
            <a:xfrm>
              <a:off x="3562175" y="2410425"/>
              <a:ext cx="13825" cy="13825"/>
            </a:xfrm>
            <a:custGeom>
              <a:avLst/>
              <a:gdLst/>
              <a:ahLst/>
              <a:cxnLst/>
              <a:rect l="l" t="t" r="r" b="b"/>
              <a:pathLst>
                <a:path w="553" h="553" extrusionOk="0">
                  <a:moveTo>
                    <a:pt x="1" y="1"/>
                  </a:moveTo>
                  <a:lnTo>
                    <a:pt x="1" y="251"/>
                  </a:lnTo>
                  <a:lnTo>
                    <a:pt x="552" y="552"/>
                  </a:lnTo>
                  <a:lnTo>
                    <a:pt x="552"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9" name="Google Shape;5119;p44"/>
            <p:cNvSpPr/>
            <p:nvPr/>
          </p:nvSpPr>
          <p:spPr>
            <a:xfrm>
              <a:off x="3700025" y="2418575"/>
              <a:ext cx="650" cy="6300"/>
            </a:xfrm>
            <a:custGeom>
              <a:avLst/>
              <a:gdLst/>
              <a:ahLst/>
              <a:cxnLst/>
              <a:rect l="l" t="t" r="r" b="b"/>
              <a:pathLst>
                <a:path w="26" h="252" extrusionOk="0">
                  <a:moveTo>
                    <a:pt x="0" y="1"/>
                  </a:moveTo>
                  <a:lnTo>
                    <a:pt x="0" y="251"/>
                  </a:lnTo>
                  <a:cubicBezTo>
                    <a:pt x="0" y="226"/>
                    <a:pt x="0" y="226"/>
                    <a:pt x="26" y="226"/>
                  </a:cubicBez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0" name="Google Shape;5120;p44"/>
            <p:cNvSpPr/>
            <p:nvPr/>
          </p:nvSpPr>
          <p:spPr>
            <a:xfrm>
              <a:off x="3699400" y="2418575"/>
              <a:ext cx="650" cy="6300"/>
            </a:xfrm>
            <a:custGeom>
              <a:avLst/>
              <a:gdLst/>
              <a:ahLst/>
              <a:cxnLst/>
              <a:rect l="l" t="t" r="r" b="b"/>
              <a:pathLst>
                <a:path w="26" h="252" extrusionOk="0">
                  <a:moveTo>
                    <a:pt x="0" y="1"/>
                  </a:moveTo>
                  <a:lnTo>
                    <a:pt x="0" y="251"/>
                  </a:lnTo>
                  <a:lnTo>
                    <a:pt x="25" y="251"/>
                  </a:ln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1" name="Google Shape;5121;p44"/>
            <p:cNvSpPr/>
            <p:nvPr/>
          </p:nvSpPr>
          <p:spPr>
            <a:xfrm>
              <a:off x="3699400" y="24185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2" name="Google Shape;5122;p44"/>
            <p:cNvSpPr/>
            <p:nvPr/>
          </p:nvSpPr>
          <p:spPr>
            <a:xfrm>
              <a:off x="3698775" y="2418575"/>
              <a:ext cx="650" cy="6300"/>
            </a:xfrm>
            <a:custGeom>
              <a:avLst/>
              <a:gdLst/>
              <a:ahLst/>
              <a:cxnLst/>
              <a:rect l="l" t="t" r="r" b="b"/>
              <a:pathLst>
                <a:path w="26" h="252" extrusionOk="0">
                  <a:moveTo>
                    <a:pt x="0" y="1"/>
                  </a:moveTo>
                  <a:lnTo>
                    <a:pt x="0" y="251"/>
                  </a:lnTo>
                  <a:lnTo>
                    <a:pt x="25" y="251"/>
                  </a:lnTo>
                  <a:lnTo>
                    <a:pt x="25"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3" name="Google Shape;5123;p44"/>
            <p:cNvSpPr/>
            <p:nvPr/>
          </p:nvSpPr>
          <p:spPr>
            <a:xfrm>
              <a:off x="3698775" y="2418575"/>
              <a:ext cx="25" cy="6300"/>
            </a:xfrm>
            <a:custGeom>
              <a:avLst/>
              <a:gdLst/>
              <a:ahLst/>
              <a:cxnLst/>
              <a:rect l="l" t="t" r="r" b="b"/>
              <a:pathLst>
                <a:path w="1" h="252" extrusionOk="0">
                  <a:moveTo>
                    <a:pt x="0" y="1"/>
                  </a:moveTo>
                  <a:lnTo>
                    <a:pt x="0" y="251"/>
                  </a:lnTo>
                  <a:lnTo>
                    <a:pt x="0" y="251"/>
                  </a:ln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4" name="Google Shape;5124;p44"/>
            <p:cNvSpPr/>
            <p:nvPr/>
          </p:nvSpPr>
          <p:spPr>
            <a:xfrm>
              <a:off x="3698775" y="24185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5" name="Google Shape;5125;p44"/>
            <p:cNvSpPr/>
            <p:nvPr/>
          </p:nvSpPr>
          <p:spPr>
            <a:xfrm>
              <a:off x="3698150" y="2418575"/>
              <a:ext cx="650" cy="6300"/>
            </a:xfrm>
            <a:custGeom>
              <a:avLst/>
              <a:gdLst/>
              <a:ahLst/>
              <a:cxnLst/>
              <a:rect l="l" t="t" r="r" b="b"/>
              <a:pathLst>
                <a:path w="26" h="252" extrusionOk="0">
                  <a:moveTo>
                    <a:pt x="0" y="1"/>
                  </a:moveTo>
                  <a:lnTo>
                    <a:pt x="0" y="251"/>
                  </a:lnTo>
                  <a:lnTo>
                    <a:pt x="25" y="251"/>
                  </a:lnTo>
                  <a:lnTo>
                    <a:pt x="25"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6" name="Google Shape;5126;p44"/>
            <p:cNvSpPr/>
            <p:nvPr/>
          </p:nvSpPr>
          <p:spPr>
            <a:xfrm>
              <a:off x="3698150" y="24185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7" name="Google Shape;5127;p44"/>
            <p:cNvSpPr/>
            <p:nvPr/>
          </p:nvSpPr>
          <p:spPr>
            <a:xfrm>
              <a:off x="3698150" y="24185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8" name="Google Shape;5128;p44"/>
            <p:cNvSpPr/>
            <p:nvPr/>
          </p:nvSpPr>
          <p:spPr>
            <a:xfrm>
              <a:off x="3697525" y="2418575"/>
              <a:ext cx="650" cy="6300"/>
            </a:xfrm>
            <a:custGeom>
              <a:avLst/>
              <a:gdLst/>
              <a:ahLst/>
              <a:cxnLst/>
              <a:rect l="l" t="t" r="r" b="b"/>
              <a:pathLst>
                <a:path w="26" h="252" extrusionOk="0">
                  <a:moveTo>
                    <a:pt x="0" y="1"/>
                  </a:moveTo>
                  <a:lnTo>
                    <a:pt x="0" y="226"/>
                  </a:lnTo>
                  <a:cubicBezTo>
                    <a:pt x="0" y="226"/>
                    <a:pt x="0" y="251"/>
                    <a:pt x="25" y="251"/>
                  </a:cubicBezTo>
                  <a:lnTo>
                    <a:pt x="25"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9" name="Google Shape;5129;p44"/>
            <p:cNvSpPr/>
            <p:nvPr/>
          </p:nvSpPr>
          <p:spPr>
            <a:xfrm>
              <a:off x="3697525" y="24185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0" name="Google Shape;5130;p44"/>
            <p:cNvSpPr/>
            <p:nvPr/>
          </p:nvSpPr>
          <p:spPr>
            <a:xfrm>
              <a:off x="3626100" y="2412300"/>
              <a:ext cx="11300" cy="12575"/>
            </a:xfrm>
            <a:custGeom>
              <a:avLst/>
              <a:gdLst/>
              <a:ahLst/>
              <a:cxnLst/>
              <a:rect l="l" t="t" r="r" b="b"/>
              <a:pathLst>
                <a:path w="452" h="503" extrusionOk="0">
                  <a:moveTo>
                    <a:pt x="451" y="1"/>
                  </a:moveTo>
                  <a:lnTo>
                    <a:pt x="0" y="252"/>
                  </a:lnTo>
                  <a:lnTo>
                    <a:pt x="0" y="502"/>
                  </a:lnTo>
                  <a:lnTo>
                    <a:pt x="451" y="226"/>
                  </a:lnTo>
                  <a:lnTo>
                    <a:pt x="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1" name="Google Shape;5131;p44"/>
            <p:cNvSpPr/>
            <p:nvPr/>
          </p:nvSpPr>
          <p:spPr>
            <a:xfrm>
              <a:off x="3587250" y="2417950"/>
              <a:ext cx="25" cy="5675"/>
            </a:xfrm>
            <a:custGeom>
              <a:avLst/>
              <a:gdLst/>
              <a:ahLst/>
              <a:cxnLst/>
              <a:rect l="l" t="t" r="r" b="b"/>
              <a:pathLst>
                <a:path w="1" h="227" extrusionOk="0">
                  <a:moveTo>
                    <a:pt x="0" y="0"/>
                  </a:moveTo>
                  <a:lnTo>
                    <a:pt x="0" y="226"/>
                  </a:lnTo>
                  <a:cubicBezTo>
                    <a:pt x="0" y="226"/>
                    <a:pt x="0" y="226"/>
                    <a:pt x="0" y="226"/>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2" name="Google Shape;5132;p44"/>
            <p:cNvSpPr/>
            <p:nvPr/>
          </p:nvSpPr>
          <p:spPr>
            <a:xfrm>
              <a:off x="3586625" y="2417950"/>
              <a:ext cx="650" cy="6300"/>
            </a:xfrm>
            <a:custGeom>
              <a:avLst/>
              <a:gdLst/>
              <a:ahLst/>
              <a:cxnLst/>
              <a:rect l="l" t="t" r="r" b="b"/>
              <a:pathLst>
                <a:path w="26" h="252" extrusionOk="0">
                  <a:moveTo>
                    <a:pt x="0" y="0"/>
                  </a:moveTo>
                  <a:lnTo>
                    <a:pt x="0" y="251"/>
                  </a:lnTo>
                  <a:cubicBezTo>
                    <a:pt x="0" y="251"/>
                    <a:pt x="25" y="226"/>
                    <a:pt x="25" y="226"/>
                  </a:cubicBez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3" name="Google Shape;5133;p44"/>
            <p:cNvSpPr/>
            <p:nvPr/>
          </p:nvSpPr>
          <p:spPr>
            <a:xfrm>
              <a:off x="3586625" y="2417950"/>
              <a:ext cx="25" cy="6300"/>
            </a:xfrm>
            <a:custGeom>
              <a:avLst/>
              <a:gdLst/>
              <a:ahLst/>
              <a:cxnLst/>
              <a:rect l="l" t="t" r="r" b="b"/>
              <a:pathLst>
                <a:path w="1" h="252"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4" name="Google Shape;5134;p44"/>
            <p:cNvSpPr/>
            <p:nvPr/>
          </p:nvSpPr>
          <p:spPr>
            <a:xfrm>
              <a:off x="3586625" y="2417950"/>
              <a:ext cx="25" cy="6300"/>
            </a:xfrm>
            <a:custGeom>
              <a:avLst/>
              <a:gdLst/>
              <a:ahLst/>
              <a:cxnLst/>
              <a:rect l="l" t="t" r="r" b="b"/>
              <a:pathLst>
                <a:path w="1" h="252" extrusionOk="0">
                  <a:moveTo>
                    <a:pt x="0" y="0"/>
                  </a:moveTo>
                  <a:lnTo>
                    <a:pt x="0" y="251"/>
                  </a:lnTo>
                  <a:cubicBezTo>
                    <a:pt x="0" y="251"/>
                    <a:pt x="0" y="251"/>
                    <a:pt x="0" y="251"/>
                  </a:cubicBezTo>
                  <a:lnTo>
                    <a:pt x="0" y="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5" name="Google Shape;5135;p44"/>
            <p:cNvSpPr/>
            <p:nvPr/>
          </p:nvSpPr>
          <p:spPr>
            <a:xfrm>
              <a:off x="3586625" y="2418575"/>
              <a:ext cx="25" cy="5675"/>
            </a:xfrm>
            <a:custGeom>
              <a:avLst/>
              <a:gdLst/>
              <a:ahLst/>
              <a:cxnLst/>
              <a:rect l="l" t="t" r="r" b="b"/>
              <a:pathLst>
                <a:path w="1" h="227" extrusionOk="0">
                  <a:moveTo>
                    <a:pt x="0" y="1"/>
                  </a:moveTo>
                  <a:lnTo>
                    <a:pt x="0" y="226"/>
                  </a:lnTo>
                  <a:cubicBezTo>
                    <a:pt x="0" y="226"/>
                    <a:pt x="0" y="226"/>
                    <a:pt x="0" y="226"/>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6" name="Google Shape;5136;p44"/>
            <p:cNvSpPr/>
            <p:nvPr/>
          </p:nvSpPr>
          <p:spPr>
            <a:xfrm>
              <a:off x="3586625" y="2418575"/>
              <a:ext cx="25" cy="6300"/>
            </a:xfrm>
            <a:custGeom>
              <a:avLst/>
              <a:gdLst/>
              <a:ahLst/>
              <a:cxnLst/>
              <a:rect l="l" t="t" r="r" b="b"/>
              <a:pathLst>
                <a:path w="1" h="252" extrusionOk="0">
                  <a:moveTo>
                    <a:pt x="0" y="1"/>
                  </a:moveTo>
                  <a:lnTo>
                    <a:pt x="0" y="226"/>
                  </a:lnTo>
                  <a:cubicBezTo>
                    <a:pt x="0" y="226"/>
                    <a:pt x="0" y="226"/>
                    <a:pt x="0" y="251"/>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7" name="Google Shape;5137;p44"/>
            <p:cNvSpPr/>
            <p:nvPr/>
          </p:nvSpPr>
          <p:spPr>
            <a:xfrm>
              <a:off x="3586625" y="24185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8" name="Google Shape;5138;p44"/>
            <p:cNvSpPr/>
            <p:nvPr/>
          </p:nvSpPr>
          <p:spPr>
            <a:xfrm>
              <a:off x="3586625" y="2418575"/>
              <a:ext cx="25" cy="6300"/>
            </a:xfrm>
            <a:custGeom>
              <a:avLst/>
              <a:gdLst/>
              <a:ahLst/>
              <a:cxnLst/>
              <a:rect l="l" t="t" r="r" b="b"/>
              <a:pathLst>
                <a:path w="1" h="252" extrusionOk="0">
                  <a:moveTo>
                    <a:pt x="0" y="1"/>
                  </a:moveTo>
                  <a:lnTo>
                    <a:pt x="0" y="251"/>
                  </a:lnTo>
                  <a:lnTo>
                    <a:pt x="0" y="25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9" name="Google Shape;5139;p44"/>
            <p:cNvSpPr/>
            <p:nvPr/>
          </p:nvSpPr>
          <p:spPr>
            <a:xfrm>
              <a:off x="3547775" y="2417950"/>
              <a:ext cx="650" cy="6925"/>
            </a:xfrm>
            <a:custGeom>
              <a:avLst/>
              <a:gdLst/>
              <a:ahLst/>
              <a:cxnLst/>
              <a:rect l="l" t="t" r="r" b="b"/>
              <a:pathLst>
                <a:path w="26" h="277" extrusionOk="0">
                  <a:moveTo>
                    <a:pt x="0" y="0"/>
                  </a:moveTo>
                  <a:lnTo>
                    <a:pt x="0" y="226"/>
                  </a:lnTo>
                  <a:cubicBezTo>
                    <a:pt x="0" y="251"/>
                    <a:pt x="0" y="276"/>
                    <a:pt x="25" y="276"/>
                  </a:cubicBezTo>
                  <a:lnTo>
                    <a:pt x="25" y="26"/>
                  </a:lnTo>
                  <a:cubicBezTo>
                    <a:pt x="0" y="26"/>
                    <a:pt x="0" y="26"/>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0" name="Google Shape;5140;p44"/>
            <p:cNvSpPr/>
            <p:nvPr/>
          </p:nvSpPr>
          <p:spPr>
            <a:xfrm>
              <a:off x="3738875" y="2416075"/>
              <a:ext cx="5650" cy="9425"/>
            </a:xfrm>
            <a:custGeom>
              <a:avLst/>
              <a:gdLst/>
              <a:ahLst/>
              <a:cxnLst/>
              <a:rect l="l" t="t" r="r" b="b"/>
              <a:pathLst>
                <a:path w="226" h="377" extrusionOk="0">
                  <a:moveTo>
                    <a:pt x="226" y="0"/>
                  </a:moveTo>
                  <a:lnTo>
                    <a:pt x="0" y="126"/>
                  </a:lnTo>
                  <a:lnTo>
                    <a:pt x="0" y="376"/>
                  </a:lnTo>
                  <a:lnTo>
                    <a:pt x="226" y="251"/>
                  </a:lnTo>
                  <a:lnTo>
                    <a:pt x="226"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1" name="Google Shape;5141;p44"/>
            <p:cNvSpPr/>
            <p:nvPr/>
          </p:nvSpPr>
          <p:spPr>
            <a:xfrm>
              <a:off x="3721950" y="2411050"/>
              <a:ext cx="14450" cy="14450"/>
            </a:xfrm>
            <a:custGeom>
              <a:avLst/>
              <a:gdLst/>
              <a:ahLst/>
              <a:cxnLst/>
              <a:rect l="l" t="t" r="r" b="b"/>
              <a:pathLst>
                <a:path w="578" h="578" extrusionOk="0">
                  <a:moveTo>
                    <a:pt x="1" y="1"/>
                  </a:moveTo>
                  <a:lnTo>
                    <a:pt x="1" y="251"/>
                  </a:lnTo>
                  <a:lnTo>
                    <a:pt x="577" y="577"/>
                  </a:lnTo>
                  <a:lnTo>
                    <a:pt x="577" y="327"/>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2" name="Google Shape;5142;p44"/>
            <p:cNvSpPr/>
            <p:nvPr/>
          </p:nvSpPr>
          <p:spPr>
            <a:xfrm>
              <a:off x="3601650" y="2411675"/>
              <a:ext cx="13175" cy="13825"/>
            </a:xfrm>
            <a:custGeom>
              <a:avLst/>
              <a:gdLst/>
              <a:ahLst/>
              <a:cxnLst/>
              <a:rect l="l" t="t" r="r" b="b"/>
              <a:pathLst>
                <a:path w="527" h="553" extrusionOk="0">
                  <a:moveTo>
                    <a:pt x="1" y="1"/>
                  </a:moveTo>
                  <a:lnTo>
                    <a:pt x="1" y="226"/>
                  </a:lnTo>
                  <a:lnTo>
                    <a:pt x="527" y="552"/>
                  </a:lnTo>
                  <a:lnTo>
                    <a:pt x="527" y="30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3" name="Google Shape;5143;p44"/>
            <p:cNvSpPr/>
            <p:nvPr/>
          </p:nvSpPr>
          <p:spPr>
            <a:xfrm>
              <a:off x="3664925" y="2412925"/>
              <a:ext cx="11325" cy="12575"/>
            </a:xfrm>
            <a:custGeom>
              <a:avLst/>
              <a:gdLst/>
              <a:ahLst/>
              <a:cxnLst/>
              <a:rect l="l" t="t" r="r" b="b"/>
              <a:pathLst>
                <a:path w="453" h="503" extrusionOk="0">
                  <a:moveTo>
                    <a:pt x="452" y="1"/>
                  </a:moveTo>
                  <a:lnTo>
                    <a:pt x="1" y="277"/>
                  </a:lnTo>
                  <a:lnTo>
                    <a:pt x="1" y="502"/>
                  </a:lnTo>
                  <a:lnTo>
                    <a:pt x="452" y="252"/>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4" name="Google Shape;5144;p44"/>
            <p:cNvSpPr/>
            <p:nvPr/>
          </p:nvSpPr>
          <p:spPr>
            <a:xfrm>
              <a:off x="3575975" y="2418575"/>
              <a:ext cx="650" cy="6925"/>
            </a:xfrm>
            <a:custGeom>
              <a:avLst/>
              <a:gdLst/>
              <a:ahLst/>
              <a:cxnLst/>
              <a:rect l="l" t="t" r="r" b="b"/>
              <a:pathLst>
                <a:path w="26" h="277" extrusionOk="0">
                  <a:moveTo>
                    <a:pt x="0" y="1"/>
                  </a:moveTo>
                  <a:lnTo>
                    <a:pt x="0" y="226"/>
                  </a:lnTo>
                  <a:cubicBezTo>
                    <a:pt x="25" y="251"/>
                    <a:pt x="25" y="251"/>
                    <a:pt x="25" y="276"/>
                  </a:cubicBezTo>
                  <a:lnTo>
                    <a:pt x="25" y="26"/>
                  </a:lnTo>
                  <a:cubicBezTo>
                    <a:pt x="25" y="26"/>
                    <a:pt x="25"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5" name="Google Shape;5145;p44"/>
            <p:cNvSpPr/>
            <p:nvPr/>
          </p:nvSpPr>
          <p:spPr>
            <a:xfrm>
              <a:off x="3738875" y="2419200"/>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26"/>
                    <a:pt x="0"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6" name="Google Shape;5146;p44"/>
            <p:cNvSpPr/>
            <p:nvPr/>
          </p:nvSpPr>
          <p:spPr>
            <a:xfrm>
              <a:off x="3738250" y="2419825"/>
              <a:ext cx="650" cy="5675"/>
            </a:xfrm>
            <a:custGeom>
              <a:avLst/>
              <a:gdLst/>
              <a:ahLst/>
              <a:cxnLst/>
              <a:rect l="l" t="t" r="r" b="b"/>
              <a:pathLst>
                <a:path w="26" h="227" extrusionOk="0">
                  <a:moveTo>
                    <a:pt x="0" y="1"/>
                  </a:moveTo>
                  <a:lnTo>
                    <a:pt x="0" y="226"/>
                  </a:lnTo>
                  <a:lnTo>
                    <a:pt x="25" y="226"/>
                  </a:ln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7" name="Google Shape;5147;p44"/>
            <p:cNvSpPr/>
            <p:nvPr/>
          </p:nvSpPr>
          <p:spPr>
            <a:xfrm>
              <a:off x="3738250" y="2419825"/>
              <a:ext cx="25" cy="5675"/>
            </a:xfrm>
            <a:custGeom>
              <a:avLst/>
              <a:gdLst/>
              <a:ahLst/>
              <a:cxnLst/>
              <a:rect l="l" t="t" r="r" b="b"/>
              <a:pathLst>
                <a:path w="1" h="227" extrusionOk="0">
                  <a:moveTo>
                    <a:pt x="0" y="1"/>
                  </a:moveTo>
                  <a:lnTo>
                    <a:pt x="0" y="226"/>
                  </a:lnTo>
                  <a:cubicBezTo>
                    <a:pt x="0" y="226"/>
                    <a:pt x="0" y="226"/>
                    <a:pt x="0" y="226"/>
                  </a:cubicBezTo>
                  <a:lnTo>
                    <a:pt x="0" y="1"/>
                  </a:lnTo>
                  <a:lnTo>
                    <a:pt x="0"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8" name="Google Shape;5148;p44"/>
            <p:cNvSpPr/>
            <p:nvPr/>
          </p:nvSpPr>
          <p:spPr>
            <a:xfrm>
              <a:off x="3737625" y="2419825"/>
              <a:ext cx="650" cy="5675"/>
            </a:xfrm>
            <a:custGeom>
              <a:avLst/>
              <a:gdLst/>
              <a:ahLst/>
              <a:cxnLst/>
              <a:rect l="l" t="t" r="r" b="b"/>
              <a:pathLst>
                <a:path w="26" h="227" extrusionOk="0">
                  <a:moveTo>
                    <a:pt x="0" y="1"/>
                  </a:moveTo>
                  <a:lnTo>
                    <a:pt x="0" y="226"/>
                  </a:lnTo>
                  <a:lnTo>
                    <a:pt x="25" y="226"/>
                  </a:lnTo>
                  <a:lnTo>
                    <a:pt x="25"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9" name="Google Shape;5149;p44"/>
            <p:cNvSpPr/>
            <p:nvPr/>
          </p:nvSpPr>
          <p:spPr>
            <a:xfrm>
              <a:off x="3737625" y="2419825"/>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0" name="Google Shape;5150;p44"/>
            <p:cNvSpPr/>
            <p:nvPr/>
          </p:nvSpPr>
          <p:spPr>
            <a:xfrm>
              <a:off x="3737625" y="2419825"/>
              <a:ext cx="25" cy="5675"/>
            </a:xfrm>
            <a:custGeom>
              <a:avLst/>
              <a:gdLst/>
              <a:ahLst/>
              <a:cxnLst/>
              <a:rect l="l" t="t" r="r" b="b"/>
              <a:pathLst>
                <a:path w="1" h="227" extrusionOk="0">
                  <a:moveTo>
                    <a:pt x="0" y="1"/>
                  </a:moveTo>
                  <a:lnTo>
                    <a:pt x="0" y="226"/>
                  </a:lnTo>
                  <a:cubicBezTo>
                    <a:pt x="0" y="226"/>
                    <a:pt x="0" y="226"/>
                    <a:pt x="0" y="226"/>
                  </a:cubicBez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1" name="Google Shape;5151;p44"/>
            <p:cNvSpPr/>
            <p:nvPr/>
          </p:nvSpPr>
          <p:spPr>
            <a:xfrm>
              <a:off x="3737625" y="24198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2" name="Google Shape;5152;p44"/>
            <p:cNvSpPr/>
            <p:nvPr/>
          </p:nvSpPr>
          <p:spPr>
            <a:xfrm>
              <a:off x="3737000" y="2419825"/>
              <a:ext cx="650" cy="5675"/>
            </a:xfrm>
            <a:custGeom>
              <a:avLst/>
              <a:gdLst/>
              <a:ahLst/>
              <a:cxnLst/>
              <a:rect l="l" t="t" r="r" b="b"/>
              <a:pathLst>
                <a:path w="26" h="227" extrusionOk="0">
                  <a:moveTo>
                    <a:pt x="0" y="1"/>
                  </a:moveTo>
                  <a:lnTo>
                    <a:pt x="0" y="226"/>
                  </a:lnTo>
                  <a:lnTo>
                    <a:pt x="25" y="226"/>
                  </a:lnTo>
                  <a:lnTo>
                    <a:pt x="25"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3" name="Google Shape;5153;p44"/>
            <p:cNvSpPr/>
            <p:nvPr/>
          </p:nvSpPr>
          <p:spPr>
            <a:xfrm>
              <a:off x="3737000" y="24198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4" name="Google Shape;5154;p44"/>
            <p:cNvSpPr/>
            <p:nvPr/>
          </p:nvSpPr>
          <p:spPr>
            <a:xfrm>
              <a:off x="3737000" y="24198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5" name="Google Shape;5155;p44"/>
            <p:cNvSpPr/>
            <p:nvPr/>
          </p:nvSpPr>
          <p:spPr>
            <a:xfrm>
              <a:off x="3736375" y="2419200"/>
              <a:ext cx="650" cy="6300"/>
            </a:xfrm>
            <a:custGeom>
              <a:avLst/>
              <a:gdLst/>
              <a:ahLst/>
              <a:cxnLst/>
              <a:rect l="l" t="t" r="r" b="b"/>
              <a:pathLst>
                <a:path w="26" h="252" extrusionOk="0">
                  <a:moveTo>
                    <a:pt x="0" y="1"/>
                  </a:moveTo>
                  <a:lnTo>
                    <a:pt x="0" y="251"/>
                  </a:lnTo>
                  <a:lnTo>
                    <a:pt x="25" y="251"/>
                  </a:lnTo>
                  <a:lnTo>
                    <a:pt x="25" y="26"/>
                  </a:lnTo>
                  <a:cubicBezTo>
                    <a:pt x="25" y="26"/>
                    <a:pt x="25"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6" name="Google Shape;5156;p44"/>
            <p:cNvSpPr/>
            <p:nvPr/>
          </p:nvSpPr>
          <p:spPr>
            <a:xfrm>
              <a:off x="3626100" y="241857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7" name="Google Shape;5157;p44"/>
            <p:cNvSpPr/>
            <p:nvPr/>
          </p:nvSpPr>
          <p:spPr>
            <a:xfrm>
              <a:off x="3625475" y="2418575"/>
              <a:ext cx="650" cy="6300"/>
            </a:xfrm>
            <a:custGeom>
              <a:avLst/>
              <a:gdLst/>
              <a:ahLst/>
              <a:cxnLst/>
              <a:rect l="l" t="t" r="r" b="b"/>
              <a:pathLst>
                <a:path w="26" h="252" extrusionOk="0">
                  <a:moveTo>
                    <a:pt x="25" y="1"/>
                  </a:moveTo>
                  <a:cubicBezTo>
                    <a:pt x="25" y="1"/>
                    <a:pt x="25" y="1"/>
                    <a:pt x="0" y="26"/>
                  </a:cubicBez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8" name="Google Shape;5158;p44"/>
            <p:cNvSpPr/>
            <p:nvPr/>
          </p:nvSpPr>
          <p:spPr>
            <a:xfrm>
              <a:off x="3625475" y="24192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9" name="Google Shape;5159;p44"/>
            <p:cNvSpPr/>
            <p:nvPr/>
          </p:nvSpPr>
          <p:spPr>
            <a:xfrm>
              <a:off x="3625475" y="2419200"/>
              <a:ext cx="25" cy="6300"/>
            </a:xfrm>
            <a:custGeom>
              <a:avLst/>
              <a:gdLst/>
              <a:ahLst/>
              <a:cxnLst/>
              <a:rect l="l" t="t" r="r" b="b"/>
              <a:pathLst>
                <a:path w="1" h="252" extrusionOk="0">
                  <a:moveTo>
                    <a:pt x="0" y="1"/>
                  </a:moveTo>
                  <a:lnTo>
                    <a:pt x="0" y="226"/>
                  </a:lnTo>
                  <a:cubicBezTo>
                    <a:pt x="0" y="226"/>
                    <a:pt x="0" y="226"/>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0" name="Google Shape;5160;p44"/>
            <p:cNvSpPr/>
            <p:nvPr/>
          </p:nvSpPr>
          <p:spPr>
            <a:xfrm>
              <a:off x="3625475" y="241920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1" name="Google Shape;5161;p44"/>
            <p:cNvSpPr/>
            <p:nvPr/>
          </p:nvSpPr>
          <p:spPr>
            <a:xfrm>
              <a:off x="3625475" y="2419200"/>
              <a:ext cx="25" cy="6300"/>
            </a:xfrm>
            <a:custGeom>
              <a:avLst/>
              <a:gdLst/>
              <a:ahLst/>
              <a:cxnLst/>
              <a:rect l="l" t="t" r="r" b="b"/>
              <a:pathLst>
                <a:path w="1" h="252" extrusionOk="0">
                  <a:moveTo>
                    <a:pt x="0" y="1"/>
                  </a:moveTo>
                  <a:lnTo>
                    <a:pt x="0" y="251"/>
                  </a:lnTo>
                  <a:lnTo>
                    <a:pt x="0" y="251"/>
                  </a:ln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2" name="Google Shape;5162;p44"/>
            <p:cNvSpPr/>
            <p:nvPr/>
          </p:nvSpPr>
          <p:spPr>
            <a:xfrm>
              <a:off x="3625475" y="2419200"/>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26"/>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3" name="Google Shape;5163;p44"/>
            <p:cNvSpPr/>
            <p:nvPr/>
          </p:nvSpPr>
          <p:spPr>
            <a:xfrm>
              <a:off x="3625475" y="2419825"/>
              <a:ext cx="25" cy="5675"/>
            </a:xfrm>
            <a:custGeom>
              <a:avLst/>
              <a:gdLst/>
              <a:ahLst/>
              <a:cxnLst/>
              <a:rect l="l" t="t" r="r" b="b"/>
              <a:pathLst>
                <a:path w="1" h="227" extrusionOk="0">
                  <a:moveTo>
                    <a:pt x="0" y="1"/>
                  </a:moveTo>
                  <a:lnTo>
                    <a:pt x="0" y="226"/>
                  </a:lnTo>
                  <a:lnTo>
                    <a:pt x="0" y="22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4" name="Google Shape;5164;p44"/>
            <p:cNvSpPr/>
            <p:nvPr/>
          </p:nvSpPr>
          <p:spPr>
            <a:xfrm>
              <a:off x="3586625" y="2418575"/>
              <a:ext cx="650" cy="6925"/>
            </a:xfrm>
            <a:custGeom>
              <a:avLst/>
              <a:gdLst/>
              <a:ahLst/>
              <a:cxnLst/>
              <a:rect l="l" t="t" r="r" b="b"/>
              <a:pathLst>
                <a:path w="26" h="277" extrusionOk="0">
                  <a:moveTo>
                    <a:pt x="0" y="1"/>
                  </a:moveTo>
                  <a:lnTo>
                    <a:pt x="0" y="251"/>
                  </a:lnTo>
                  <a:cubicBezTo>
                    <a:pt x="0" y="251"/>
                    <a:pt x="0" y="276"/>
                    <a:pt x="25" y="276"/>
                  </a:cubicBezTo>
                  <a:lnTo>
                    <a:pt x="25" y="51"/>
                  </a:lnTo>
                  <a:cubicBezTo>
                    <a:pt x="0" y="26"/>
                    <a:pt x="0" y="26"/>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5" name="Google Shape;5165;p44"/>
            <p:cNvSpPr/>
            <p:nvPr/>
          </p:nvSpPr>
          <p:spPr>
            <a:xfrm>
              <a:off x="3640500" y="2412300"/>
              <a:ext cx="13175" cy="13825"/>
            </a:xfrm>
            <a:custGeom>
              <a:avLst/>
              <a:gdLst/>
              <a:ahLst/>
              <a:cxnLst/>
              <a:rect l="l" t="t" r="r" b="b"/>
              <a:pathLst>
                <a:path w="527" h="553" extrusionOk="0">
                  <a:moveTo>
                    <a:pt x="1" y="1"/>
                  </a:moveTo>
                  <a:lnTo>
                    <a:pt x="1" y="226"/>
                  </a:lnTo>
                  <a:lnTo>
                    <a:pt x="527" y="552"/>
                  </a:lnTo>
                  <a:lnTo>
                    <a:pt x="527" y="30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6" name="Google Shape;5166;p44"/>
            <p:cNvSpPr/>
            <p:nvPr/>
          </p:nvSpPr>
          <p:spPr>
            <a:xfrm>
              <a:off x="3703775" y="2414200"/>
              <a:ext cx="11300" cy="11925"/>
            </a:xfrm>
            <a:custGeom>
              <a:avLst/>
              <a:gdLst/>
              <a:ahLst/>
              <a:cxnLst/>
              <a:rect l="l" t="t" r="r" b="b"/>
              <a:pathLst>
                <a:path w="452" h="477" extrusionOk="0">
                  <a:moveTo>
                    <a:pt x="452" y="0"/>
                  </a:moveTo>
                  <a:lnTo>
                    <a:pt x="1" y="251"/>
                  </a:lnTo>
                  <a:lnTo>
                    <a:pt x="1" y="476"/>
                  </a:lnTo>
                  <a:lnTo>
                    <a:pt x="452" y="226"/>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7" name="Google Shape;5167;p44"/>
            <p:cNvSpPr/>
            <p:nvPr/>
          </p:nvSpPr>
          <p:spPr>
            <a:xfrm>
              <a:off x="3614800" y="2419200"/>
              <a:ext cx="650" cy="6925"/>
            </a:xfrm>
            <a:custGeom>
              <a:avLst/>
              <a:gdLst/>
              <a:ahLst/>
              <a:cxnLst/>
              <a:rect l="l" t="t" r="r" b="b"/>
              <a:pathLst>
                <a:path w="26" h="277" extrusionOk="0">
                  <a:moveTo>
                    <a:pt x="1" y="1"/>
                  </a:moveTo>
                  <a:lnTo>
                    <a:pt x="1" y="251"/>
                  </a:lnTo>
                  <a:cubicBezTo>
                    <a:pt x="26" y="251"/>
                    <a:pt x="26" y="251"/>
                    <a:pt x="26" y="276"/>
                  </a:cubicBezTo>
                  <a:lnTo>
                    <a:pt x="26" y="51"/>
                  </a:lnTo>
                  <a:cubicBezTo>
                    <a:pt x="26" y="26"/>
                    <a:pt x="26"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8" name="Google Shape;5168;p44"/>
            <p:cNvSpPr/>
            <p:nvPr/>
          </p:nvSpPr>
          <p:spPr>
            <a:xfrm>
              <a:off x="3664925" y="2419825"/>
              <a:ext cx="25" cy="5675"/>
            </a:xfrm>
            <a:custGeom>
              <a:avLst/>
              <a:gdLst/>
              <a:ahLst/>
              <a:cxnLst/>
              <a:rect l="l" t="t" r="r" b="b"/>
              <a:pathLst>
                <a:path w="1" h="227" extrusionOk="0">
                  <a:moveTo>
                    <a:pt x="1" y="1"/>
                  </a:moveTo>
                  <a:lnTo>
                    <a:pt x="1" y="226"/>
                  </a:lnTo>
                  <a:cubicBezTo>
                    <a:pt x="1" y="226"/>
                    <a:pt x="1" y="226"/>
                    <a:pt x="1" y="226"/>
                  </a:cubicBez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9" name="Google Shape;5169;p44"/>
            <p:cNvSpPr/>
            <p:nvPr/>
          </p:nvSpPr>
          <p:spPr>
            <a:xfrm>
              <a:off x="3664925" y="24198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44"/>
            <p:cNvSpPr/>
            <p:nvPr/>
          </p:nvSpPr>
          <p:spPr>
            <a:xfrm>
              <a:off x="3664300" y="2419825"/>
              <a:ext cx="650" cy="6300"/>
            </a:xfrm>
            <a:custGeom>
              <a:avLst/>
              <a:gdLst/>
              <a:ahLst/>
              <a:cxnLst/>
              <a:rect l="l" t="t" r="r" b="b"/>
              <a:pathLst>
                <a:path w="26" h="252" extrusionOk="0">
                  <a:moveTo>
                    <a:pt x="1" y="1"/>
                  </a:moveTo>
                  <a:lnTo>
                    <a:pt x="1" y="251"/>
                  </a:lnTo>
                  <a:cubicBezTo>
                    <a:pt x="1" y="251"/>
                    <a:pt x="1" y="226"/>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1" name="Google Shape;5171;p44"/>
            <p:cNvSpPr/>
            <p:nvPr/>
          </p:nvSpPr>
          <p:spPr>
            <a:xfrm>
              <a:off x="3664300" y="24198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2" name="Google Shape;5172;p44"/>
            <p:cNvSpPr/>
            <p:nvPr/>
          </p:nvSpPr>
          <p:spPr>
            <a:xfrm>
              <a:off x="3664300" y="2419825"/>
              <a:ext cx="25" cy="6300"/>
            </a:xfrm>
            <a:custGeom>
              <a:avLst/>
              <a:gdLst/>
              <a:ahLst/>
              <a:cxnLst/>
              <a:rect l="l" t="t" r="r" b="b"/>
              <a:pathLst>
                <a:path w="1" h="252" extrusionOk="0">
                  <a:moveTo>
                    <a:pt x="1" y="1"/>
                  </a:moveTo>
                  <a:lnTo>
                    <a:pt x="1" y="251"/>
                  </a:lnTo>
                  <a:cubicBezTo>
                    <a:pt x="1" y="251"/>
                    <a:pt x="1" y="251"/>
                    <a:pt x="1" y="251"/>
                  </a:cubicBezTo>
                  <a:lnTo>
                    <a:pt x="1" y="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44"/>
            <p:cNvSpPr/>
            <p:nvPr/>
          </p:nvSpPr>
          <p:spPr>
            <a:xfrm>
              <a:off x="3664300" y="24204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4" name="Google Shape;5174;p44"/>
            <p:cNvSpPr/>
            <p:nvPr/>
          </p:nvSpPr>
          <p:spPr>
            <a:xfrm>
              <a:off x="3664300" y="24204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5" name="Google Shape;5175;p44"/>
            <p:cNvSpPr/>
            <p:nvPr/>
          </p:nvSpPr>
          <p:spPr>
            <a:xfrm>
              <a:off x="3664300" y="2420450"/>
              <a:ext cx="25" cy="5675"/>
            </a:xfrm>
            <a:custGeom>
              <a:avLst/>
              <a:gdLst/>
              <a:ahLst/>
              <a:cxnLst/>
              <a:rect l="l" t="t" r="r" b="b"/>
              <a:pathLst>
                <a:path w="1" h="227" extrusionOk="0">
                  <a:moveTo>
                    <a:pt x="1" y="1"/>
                  </a:moveTo>
                  <a:lnTo>
                    <a:pt x="1" y="226"/>
                  </a:lnTo>
                  <a:lnTo>
                    <a:pt x="1" y="22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6" name="Google Shape;5176;p44"/>
            <p:cNvSpPr/>
            <p:nvPr/>
          </p:nvSpPr>
          <p:spPr>
            <a:xfrm>
              <a:off x="3576600" y="2419200"/>
              <a:ext cx="25" cy="6300"/>
            </a:xfrm>
            <a:custGeom>
              <a:avLst/>
              <a:gdLst/>
              <a:ahLst/>
              <a:cxnLst/>
              <a:rect l="l" t="t" r="r" b="b"/>
              <a:pathLst>
                <a:path w="1" h="252" extrusionOk="0">
                  <a:moveTo>
                    <a:pt x="0" y="1"/>
                  </a:moveTo>
                  <a:lnTo>
                    <a:pt x="0" y="251"/>
                  </a:lnTo>
                  <a:lnTo>
                    <a:pt x="0" y="251"/>
                  </a:lnTo>
                  <a:lnTo>
                    <a:pt x="0"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7" name="Google Shape;5177;p44"/>
            <p:cNvSpPr/>
            <p:nvPr/>
          </p:nvSpPr>
          <p:spPr>
            <a:xfrm>
              <a:off x="3576600" y="241920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8" name="Google Shape;5178;p44"/>
            <p:cNvSpPr/>
            <p:nvPr/>
          </p:nvSpPr>
          <p:spPr>
            <a:xfrm>
              <a:off x="3576600" y="2419200"/>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26"/>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9" name="Google Shape;5179;p44"/>
            <p:cNvSpPr/>
            <p:nvPr/>
          </p:nvSpPr>
          <p:spPr>
            <a:xfrm>
              <a:off x="3576600" y="24198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0" name="Google Shape;5180;p44"/>
            <p:cNvSpPr/>
            <p:nvPr/>
          </p:nvSpPr>
          <p:spPr>
            <a:xfrm>
              <a:off x="3576600" y="2419825"/>
              <a:ext cx="25" cy="6300"/>
            </a:xfrm>
            <a:custGeom>
              <a:avLst/>
              <a:gdLst/>
              <a:ahLst/>
              <a:cxnLst/>
              <a:rect l="l" t="t" r="r" b="b"/>
              <a:pathLst>
                <a:path w="1" h="252" extrusionOk="0">
                  <a:moveTo>
                    <a:pt x="0" y="1"/>
                  </a:moveTo>
                  <a:lnTo>
                    <a:pt x="0" y="226"/>
                  </a:lnTo>
                  <a:cubicBezTo>
                    <a:pt x="0" y="226"/>
                    <a:pt x="0" y="226"/>
                    <a:pt x="0" y="251"/>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44"/>
            <p:cNvSpPr/>
            <p:nvPr/>
          </p:nvSpPr>
          <p:spPr>
            <a:xfrm>
              <a:off x="3576600" y="24198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2" name="Google Shape;5182;p44"/>
            <p:cNvSpPr/>
            <p:nvPr/>
          </p:nvSpPr>
          <p:spPr>
            <a:xfrm>
              <a:off x="3575975" y="2419825"/>
              <a:ext cx="650" cy="6300"/>
            </a:xfrm>
            <a:custGeom>
              <a:avLst/>
              <a:gdLst/>
              <a:ahLst/>
              <a:cxnLst/>
              <a:rect l="l" t="t" r="r" b="b"/>
              <a:pathLst>
                <a:path w="26" h="252" extrusionOk="0">
                  <a:moveTo>
                    <a:pt x="25" y="1"/>
                  </a:moveTo>
                  <a:cubicBezTo>
                    <a:pt x="25" y="1"/>
                    <a:pt x="0" y="26"/>
                    <a:pt x="0" y="26"/>
                  </a:cubicBezTo>
                  <a:lnTo>
                    <a:pt x="0" y="251"/>
                  </a:lnTo>
                  <a:lnTo>
                    <a:pt x="25" y="251"/>
                  </a:lnTo>
                  <a:lnTo>
                    <a:pt x="25"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3" name="Google Shape;5183;p44"/>
            <p:cNvSpPr/>
            <p:nvPr/>
          </p:nvSpPr>
          <p:spPr>
            <a:xfrm>
              <a:off x="3575975" y="24204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44"/>
            <p:cNvSpPr/>
            <p:nvPr/>
          </p:nvSpPr>
          <p:spPr>
            <a:xfrm>
              <a:off x="3625475" y="2419825"/>
              <a:ext cx="650" cy="6925"/>
            </a:xfrm>
            <a:custGeom>
              <a:avLst/>
              <a:gdLst/>
              <a:ahLst/>
              <a:cxnLst/>
              <a:rect l="l" t="t" r="r" b="b"/>
              <a:pathLst>
                <a:path w="26" h="277" extrusionOk="0">
                  <a:moveTo>
                    <a:pt x="0" y="1"/>
                  </a:moveTo>
                  <a:lnTo>
                    <a:pt x="0" y="226"/>
                  </a:lnTo>
                  <a:cubicBezTo>
                    <a:pt x="0" y="251"/>
                    <a:pt x="0" y="251"/>
                    <a:pt x="25" y="276"/>
                  </a:cubicBezTo>
                  <a:lnTo>
                    <a:pt x="25" y="26"/>
                  </a:lnTo>
                  <a:cubicBezTo>
                    <a:pt x="0" y="26"/>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44"/>
            <p:cNvSpPr/>
            <p:nvPr/>
          </p:nvSpPr>
          <p:spPr>
            <a:xfrm>
              <a:off x="3653650" y="2419825"/>
              <a:ext cx="1275" cy="6925"/>
            </a:xfrm>
            <a:custGeom>
              <a:avLst/>
              <a:gdLst/>
              <a:ahLst/>
              <a:cxnLst/>
              <a:rect l="l" t="t" r="r" b="b"/>
              <a:pathLst>
                <a:path w="51" h="277" extrusionOk="0">
                  <a:moveTo>
                    <a:pt x="1" y="1"/>
                  </a:moveTo>
                  <a:lnTo>
                    <a:pt x="1" y="251"/>
                  </a:lnTo>
                  <a:cubicBezTo>
                    <a:pt x="26" y="251"/>
                    <a:pt x="51" y="276"/>
                    <a:pt x="51" y="276"/>
                  </a:cubicBezTo>
                  <a:lnTo>
                    <a:pt x="51" y="51"/>
                  </a:lnTo>
                  <a:cubicBezTo>
                    <a:pt x="51" y="26"/>
                    <a:pt x="26"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6" name="Google Shape;5186;p44"/>
            <p:cNvSpPr/>
            <p:nvPr/>
          </p:nvSpPr>
          <p:spPr>
            <a:xfrm>
              <a:off x="3703775" y="2420450"/>
              <a:ext cx="25" cy="5675"/>
            </a:xfrm>
            <a:custGeom>
              <a:avLst/>
              <a:gdLst/>
              <a:ahLst/>
              <a:cxnLst/>
              <a:rect l="l" t="t" r="r" b="b"/>
              <a:pathLst>
                <a:path w="1" h="227" extrusionOk="0">
                  <a:moveTo>
                    <a:pt x="1" y="1"/>
                  </a:moveTo>
                  <a:lnTo>
                    <a:pt x="1" y="226"/>
                  </a:lnTo>
                  <a:lnTo>
                    <a:pt x="1" y="226"/>
                  </a:ln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44"/>
            <p:cNvSpPr/>
            <p:nvPr/>
          </p:nvSpPr>
          <p:spPr>
            <a:xfrm>
              <a:off x="3703775" y="2420450"/>
              <a:ext cx="25" cy="6300"/>
            </a:xfrm>
            <a:custGeom>
              <a:avLst/>
              <a:gdLst/>
              <a:ahLst/>
              <a:cxnLst/>
              <a:rect l="l" t="t" r="r" b="b"/>
              <a:pathLst>
                <a:path w="1" h="252" extrusionOk="0">
                  <a:moveTo>
                    <a:pt x="1" y="1"/>
                  </a:moveTo>
                  <a:lnTo>
                    <a:pt x="1" y="226"/>
                  </a:lnTo>
                  <a:cubicBezTo>
                    <a:pt x="1" y="226"/>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44"/>
            <p:cNvSpPr/>
            <p:nvPr/>
          </p:nvSpPr>
          <p:spPr>
            <a:xfrm>
              <a:off x="3703775" y="2420450"/>
              <a:ext cx="25" cy="6300"/>
            </a:xfrm>
            <a:custGeom>
              <a:avLst/>
              <a:gdLst/>
              <a:ahLst/>
              <a:cxnLst/>
              <a:rect l="l" t="t" r="r" b="b"/>
              <a:pathLst>
                <a:path w="1" h="252" extrusionOk="0">
                  <a:moveTo>
                    <a:pt x="1" y="1"/>
                  </a:moveTo>
                  <a:lnTo>
                    <a:pt x="1" y="251"/>
                  </a:lnTo>
                  <a:cubicBezTo>
                    <a:pt x="1" y="251"/>
                    <a:pt x="1" y="251"/>
                    <a:pt x="1" y="251"/>
                  </a:cubicBezTo>
                  <a:lnTo>
                    <a:pt x="1" y="26"/>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9" name="Google Shape;5189;p44"/>
            <p:cNvSpPr/>
            <p:nvPr/>
          </p:nvSpPr>
          <p:spPr>
            <a:xfrm>
              <a:off x="3703150" y="2421075"/>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0" name="Google Shape;5190;p44"/>
            <p:cNvSpPr/>
            <p:nvPr/>
          </p:nvSpPr>
          <p:spPr>
            <a:xfrm>
              <a:off x="3703150" y="24210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1" name="Google Shape;5191;p44"/>
            <p:cNvSpPr/>
            <p:nvPr/>
          </p:nvSpPr>
          <p:spPr>
            <a:xfrm>
              <a:off x="3703150" y="2421075"/>
              <a:ext cx="25" cy="6300"/>
            </a:xfrm>
            <a:custGeom>
              <a:avLst/>
              <a:gdLst/>
              <a:ahLst/>
              <a:cxnLst/>
              <a:rect l="l" t="t" r="r" b="b"/>
              <a:pathLst>
                <a:path w="1" h="252" extrusionOk="0">
                  <a:moveTo>
                    <a:pt x="1" y="1"/>
                  </a:moveTo>
                  <a:lnTo>
                    <a:pt x="1" y="226"/>
                  </a:lnTo>
                  <a:cubicBezTo>
                    <a:pt x="1" y="226"/>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2" name="Google Shape;5192;p44"/>
            <p:cNvSpPr/>
            <p:nvPr/>
          </p:nvSpPr>
          <p:spPr>
            <a:xfrm>
              <a:off x="3703150" y="24210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3" name="Google Shape;5193;p44"/>
            <p:cNvSpPr/>
            <p:nvPr/>
          </p:nvSpPr>
          <p:spPr>
            <a:xfrm>
              <a:off x="3703150" y="2421075"/>
              <a:ext cx="25" cy="6300"/>
            </a:xfrm>
            <a:custGeom>
              <a:avLst/>
              <a:gdLst/>
              <a:ahLst/>
              <a:cxnLst/>
              <a:rect l="l" t="t" r="r" b="b"/>
              <a:pathLst>
                <a:path w="1" h="252" extrusionOk="0">
                  <a:moveTo>
                    <a:pt x="1" y="1"/>
                  </a:moveTo>
                  <a:lnTo>
                    <a:pt x="1" y="251"/>
                  </a:lnTo>
                  <a:lnTo>
                    <a:pt x="1" y="25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4" name="Google Shape;5194;p44"/>
            <p:cNvSpPr/>
            <p:nvPr/>
          </p:nvSpPr>
          <p:spPr>
            <a:xfrm>
              <a:off x="3615450" y="2420450"/>
              <a:ext cx="0" cy="5675"/>
            </a:xfrm>
            <a:custGeom>
              <a:avLst/>
              <a:gdLst/>
              <a:ahLst/>
              <a:cxnLst/>
              <a:rect l="l" t="t" r="r" b="b"/>
              <a:pathLst>
                <a:path h="227" extrusionOk="0">
                  <a:moveTo>
                    <a:pt x="0" y="1"/>
                  </a:moveTo>
                  <a:lnTo>
                    <a:pt x="0" y="226"/>
                  </a:lnTo>
                  <a:cubicBezTo>
                    <a:pt x="0" y="226"/>
                    <a:pt x="0" y="226"/>
                    <a:pt x="0" y="226"/>
                  </a:cubicBezTo>
                  <a:lnTo>
                    <a:pt x="0" y="1"/>
                  </a:lnTo>
                  <a:lnTo>
                    <a:pt x="0"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5" name="Google Shape;5195;p44"/>
            <p:cNvSpPr/>
            <p:nvPr/>
          </p:nvSpPr>
          <p:spPr>
            <a:xfrm>
              <a:off x="3615450" y="2420450"/>
              <a:ext cx="0" cy="5675"/>
            </a:xfrm>
            <a:custGeom>
              <a:avLst/>
              <a:gdLst/>
              <a:ahLst/>
              <a:cxnLst/>
              <a:rect l="l" t="t" r="r" b="b"/>
              <a:pathLst>
                <a:path h="227" extrusionOk="0">
                  <a:moveTo>
                    <a:pt x="0" y="1"/>
                  </a:moveTo>
                  <a:lnTo>
                    <a:pt x="0" y="226"/>
                  </a:lnTo>
                  <a:cubicBezTo>
                    <a:pt x="0" y="226"/>
                    <a:pt x="0" y="226"/>
                    <a:pt x="0" y="226"/>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44"/>
            <p:cNvSpPr/>
            <p:nvPr/>
          </p:nvSpPr>
          <p:spPr>
            <a:xfrm>
              <a:off x="3615450" y="2420450"/>
              <a:ext cx="0" cy="5675"/>
            </a:xfrm>
            <a:custGeom>
              <a:avLst/>
              <a:gdLst/>
              <a:ahLst/>
              <a:cxnLst/>
              <a:rect l="l" t="t" r="r" b="b"/>
              <a:pathLst>
                <a:path h="227" extrusionOk="0">
                  <a:moveTo>
                    <a:pt x="0" y="1"/>
                  </a:moveTo>
                  <a:lnTo>
                    <a:pt x="0" y="226"/>
                  </a:lnTo>
                  <a:cubicBezTo>
                    <a:pt x="0" y="226"/>
                    <a:pt x="0" y="226"/>
                    <a:pt x="0" y="226"/>
                  </a:cubicBez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7" name="Google Shape;5197;p44"/>
            <p:cNvSpPr/>
            <p:nvPr/>
          </p:nvSpPr>
          <p:spPr>
            <a:xfrm>
              <a:off x="3615450" y="2420450"/>
              <a:ext cx="0" cy="6300"/>
            </a:xfrm>
            <a:custGeom>
              <a:avLst/>
              <a:gdLst/>
              <a:ahLst/>
              <a:cxnLst/>
              <a:rect l="l" t="t" r="r" b="b"/>
              <a:pathLst>
                <a:path h="252" extrusionOk="0">
                  <a:moveTo>
                    <a:pt x="0" y="1"/>
                  </a:moveTo>
                  <a:lnTo>
                    <a:pt x="0" y="226"/>
                  </a:lnTo>
                  <a:cubicBezTo>
                    <a:pt x="0" y="251"/>
                    <a:pt x="0" y="251"/>
                    <a:pt x="0" y="251"/>
                  </a:cubicBezTo>
                  <a:lnTo>
                    <a:pt x="0" y="1"/>
                  </a:lnTo>
                  <a:lnTo>
                    <a:pt x="0"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8" name="Google Shape;5198;p44"/>
            <p:cNvSpPr/>
            <p:nvPr/>
          </p:nvSpPr>
          <p:spPr>
            <a:xfrm>
              <a:off x="3615450" y="2420450"/>
              <a:ext cx="0" cy="6300"/>
            </a:xfrm>
            <a:custGeom>
              <a:avLst/>
              <a:gdLst/>
              <a:ahLst/>
              <a:cxnLst/>
              <a:rect l="l" t="t" r="r" b="b"/>
              <a:pathLst>
                <a:path h="252" extrusionOk="0">
                  <a:moveTo>
                    <a:pt x="0" y="1"/>
                  </a:moveTo>
                  <a:lnTo>
                    <a:pt x="0" y="251"/>
                  </a:lnTo>
                  <a:cubicBezTo>
                    <a:pt x="0" y="251"/>
                    <a:pt x="0" y="251"/>
                    <a:pt x="0" y="251"/>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9" name="Google Shape;5199;p44"/>
            <p:cNvSpPr/>
            <p:nvPr/>
          </p:nvSpPr>
          <p:spPr>
            <a:xfrm>
              <a:off x="3615450" y="2420450"/>
              <a:ext cx="0" cy="6300"/>
            </a:xfrm>
            <a:custGeom>
              <a:avLst/>
              <a:gdLst/>
              <a:ahLst/>
              <a:cxnLst/>
              <a:rect l="l" t="t" r="r" b="b"/>
              <a:pathLst>
                <a:path h="252" extrusionOk="0">
                  <a:moveTo>
                    <a:pt x="0" y="1"/>
                  </a:moveTo>
                  <a:lnTo>
                    <a:pt x="0" y="251"/>
                  </a:lnTo>
                  <a:cubicBezTo>
                    <a:pt x="0" y="251"/>
                    <a:pt x="0" y="251"/>
                    <a:pt x="0" y="251"/>
                  </a:cubicBezTo>
                  <a:lnTo>
                    <a:pt x="0" y="26"/>
                  </a:lnTo>
                  <a:cubicBezTo>
                    <a:pt x="0" y="26"/>
                    <a:pt x="0" y="26"/>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0" name="Google Shape;5200;p44"/>
            <p:cNvSpPr/>
            <p:nvPr/>
          </p:nvSpPr>
          <p:spPr>
            <a:xfrm>
              <a:off x="3614800" y="2421075"/>
              <a:ext cx="650" cy="5675"/>
            </a:xfrm>
            <a:custGeom>
              <a:avLst/>
              <a:gdLst/>
              <a:ahLst/>
              <a:cxnLst/>
              <a:rect l="l" t="t" r="r" b="b"/>
              <a:pathLst>
                <a:path w="26" h="227" extrusionOk="0">
                  <a:moveTo>
                    <a:pt x="1" y="1"/>
                  </a:moveTo>
                  <a:lnTo>
                    <a:pt x="1" y="226"/>
                  </a:lnTo>
                  <a:lnTo>
                    <a:pt x="26" y="226"/>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1" name="Google Shape;5201;p44"/>
            <p:cNvSpPr/>
            <p:nvPr/>
          </p:nvSpPr>
          <p:spPr>
            <a:xfrm>
              <a:off x="3614800" y="2421075"/>
              <a:ext cx="25" cy="6300"/>
            </a:xfrm>
            <a:custGeom>
              <a:avLst/>
              <a:gdLst/>
              <a:ahLst/>
              <a:cxnLst/>
              <a:rect l="l" t="t" r="r" b="b"/>
              <a:pathLst>
                <a:path w="1" h="252" extrusionOk="0">
                  <a:moveTo>
                    <a:pt x="1" y="1"/>
                  </a:moveTo>
                  <a:lnTo>
                    <a:pt x="1" y="226"/>
                  </a:lnTo>
                  <a:cubicBezTo>
                    <a:pt x="1" y="226"/>
                    <a:pt x="1" y="251"/>
                    <a:pt x="1" y="251"/>
                  </a:cubicBezTo>
                  <a:lnTo>
                    <a:pt x="1" y="1"/>
                  </a:lnTo>
                  <a:lnTo>
                    <a:pt x="1"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44"/>
            <p:cNvSpPr/>
            <p:nvPr/>
          </p:nvSpPr>
          <p:spPr>
            <a:xfrm>
              <a:off x="3664300" y="2420450"/>
              <a:ext cx="650" cy="6925"/>
            </a:xfrm>
            <a:custGeom>
              <a:avLst/>
              <a:gdLst/>
              <a:ahLst/>
              <a:cxnLst/>
              <a:rect l="l" t="t" r="r" b="b"/>
              <a:pathLst>
                <a:path w="26" h="277" extrusionOk="0">
                  <a:moveTo>
                    <a:pt x="1" y="1"/>
                  </a:moveTo>
                  <a:lnTo>
                    <a:pt x="1" y="226"/>
                  </a:lnTo>
                  <a:cubicBezTo>
                    <a:pt x="1" y="251"/>
                    <a:pt x="1" y="276"/>
                    <a:pt x="26" y="276"/>
                  </a:cubicBezTo>
                  <a:lnTo>
                    <a:pt x="26" y="51"/>
                  </a:lnTo>
                  <a:cubicBezTo>
                    <a:pt x="1" y="26"/>
                    <a:pt x="1" y="26"/>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3" name="Google Shape;5203;p44"/>
            <p:cNvSpPr/>
            <p:nvPr/>
          </p:nvSpPr>
          <p:spPr>
            <a:xfrm>
              <a:off x="3718200" y="2414200"/>
              <a:ext cx="13800" cy="13800"/>
            </a:xfrm>
            <a:custGeom>
              <a:avLst/>
              <a:gdLst/>
              <a:ahLst/>
              <a:cxnLst/>
              <a:rect l="l" t="t" r="r" b="b"/>
              <a:pathLst>
                <a:path w="552" h="552" extrusionOk="0">
                  <a:moveTo>
                    <a:pt x="0" y="0"/>
                  </a:moveTo>
                  <a:lnTo>
                    <a:pt x="0" y="226"/>
                  </a:lnTo>
                  <a:lnTo>
                    <a:pt x="552" y="551"/>
                  </a:lnTo>
                  <a:lnTo>
                    <a:pt x="552" y="3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4" name="Google Shape;5204;p44"/>
            <p:cNvSpPr/>
            <p:nvPr/>
          </p:nvSpPr>
          <p:spPr>
            <a:xfrm>
              <a:off x="3654900" y="2421075"/>
              <a:ext cx="25" cy="5675"/>
            </a:xfrm>
            <a:custGeom>
              <a:avLst/>
              <a:gdLst/>
              <a:ahLst/>
              <a:cxnLst/>
              <a:rect l="l" t="t" r="r" b="b"/>
              <a:pathLst>
                <a:path w="1" h="227" extrusionOk="0">
                  <a:moveTo>
                    <a:pt x="1" y="1"/>
                  </a:moveTo>
                  <a:lnTo>
                    <a:pt x="1" y="226"/>
                  </a:lnTo>
                  <a:lnTo>
                    <a:pt x="1" y="226"/>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44"/>
            <p:cNvSpPr/>
            <p:nvPr/>
          </p:nvSpPr>
          <p:spPr>
            <a:xfrm>
              <a:off x="3654275" y="2421075"/>
              <a:ext cx="650" cy="6300"/>
            </a:xfrm>
            <a:custGeom>
              <a:avLst/>
              <a:gdLst/>
              <a:ahLst/>
              <a:cxnLst/>
              <a:rect l="l" t="t" r="r" b="b"/>
              <a:pathLst>
                <a:path w="26" h="252" extrusionOk="0">
                  <a:moveTo>
                    <a:pt x="26" y="1"/>
                  </a:moveTo>
                  <a:lnTo>
                    <a:pt x="1" y="251"/>
                  </a:lnTo>
                  <a:cubicBezTo>
                    <a:pt x="26" y="251"/>
                    <a:pt x="26" y="226"/>
                    <a:pt x="26" y="226"/>
                  </a:cubicBezTo>
                  <a:lnTo>
                    <a:pt x="26"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6" name="Google Shape;5206;p44"/>
            <p:cNvSpPr/>
            <p:nvPr/>
          </p:nvSpPr>
          <p:spPr>
            <a:xfrm>
              <a:off x="3654275" y="2421075"/>
              <a:ext cx="650" cy="6300"/>
            </a:xfrm>
            <a:custGeom>
              <a:avLst/>
              <a:gdLst/>
              <a:ahLst/>
              <a:cxnLst/>
              <a:rect l="l" t="t" r="r" b="b"/>
              <a:pathLst>
                <a:path w="26" h="252" extrusionOk="0">
                  <a:moveTo>
                    <a:pt x="1" y="1"/>
                  </a:moveTo>
                  <a:lnTo>
                    <a:pt x="1" y="251"/>
                  </a:lnTo>
                  <a:lnTo>
                    <a:pt x="26"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7" name="Google Shape;5207;p44"/>
            <p:cNvSpPr/>
            <p:nvPr/>
          </p:nvSpPr>
          <p:spPr>
            <a:xfrm>
              <a:off x="3654275" y="2421075"/>
              <a:ext cx="25" cy="6300"/>
            </a:xfrm>
            <a:custGeom>
              <a:avLst/>
              <a:gdLst/>
              <a:ahLst/>
              <a:cxnLst/>
              <a:rect l="l" t="t" r="r" b="b"/>
              <a:pathLst>
                <a:path w="1" h="252" extrusionOk="0">
                  <a:moveTo>
                    <a:pt x="1" y="1"/>
                  </a:moveTo>
                  <a:lnTo>
                    <a:pt x="1" y="251"/>
                  </a:lnTo>
                  <a:cubicBezTo>
                    <a:pt x="1" y="251"/>
                    <a:pt x="1" y="251"/>
                    <a:pt x="1" y="251"/>
                  </a:cubicBezTo>
                  <a:lnTo>
                    <a:pt x="1" y="26"/>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44"/>
            <p:cNvSpPr/>
            <p:nvPr/>
          </p:nvSpPr>
          <p:spPr>
            <a:xfrm>
              <a:off x="3654275" y="24217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9" name="Google Shape;5209;p44"/>
            <p:cNvSpPr/>
            <p:nvPr/>
          </p:nvSpPr>
          <p:spPr>
            <a:xfrm>
              <a:off x="3654275" y="24217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0" name="Google Shape;5210;p44"/>
            <p:cNvSpPr/>
            <p:nvPr/>
          </p:nvSpPr>
          <p:spPr>
            <a:xfrm>
              <a:off x="3653650" y="2421700"/>
              <a:ext cx="650" cy="6300"/>
            </a:xfrm>
            <a:custGeom>
              <a:avLst/>
              <a:gdLst/>
              <a:ahLst/>
              <a:cxnLst/>
              <a:rect l="l" t="t" r="r" b="b"/>
              <a:pathLst>
                <a:path w="26" h="252" extrusionOk="0">
                  <a:moveTo>
                    <a:pt x="26" y="1"/>
                  </a:moveTo>
                  <a:lnTo>
                    <a:pt x="1" y="251"/>
                  </a:lnTo>
                  <a:cubicBezTo>
                    <a:pt x="26" y="251"/>
                    <a:pt x="26" y="251"/>
                    <a:pt x="26" y="226"/>
                  </a:cubicBez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1" name="Google Shape;5211;p44"/>
            <p:cNvSpPr/>
            <p:nvPr/>
          </p:nvSpPr>
          <p:spPr>
            <a:xfrm>
              <a:off x="3653650" y="2421700"/>
              <a:ext cx="650" cy="6300"/>
            </a:xfrm>
            <a:custGeom>
              <a:avLst/>
              <a:gdLst/>
              <a:ahLst/>
              <a:cxnLst/>
              <a:rect l="l" t="t" r="r" b="b"/>
              <a:pathLst>
                <a:path w="26" h="252" extrusionOk="0">
                  <a:moveTo>
                    <a:pt x="1" y="1"/>
                  </a:moveTo>
                  <a:lnTo>
                    <a:pt x="1" y="251"/>
                  </a:lnTo>
                  <a:lnTo>
                    <a:pt x="26" y="251"/>
                  </a:ln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2" name="Google Shape;5212;p44"/>
            <p:cNvSpPr/>
            <p:nvPr/>
          </p:nvSpPr>
          <p:spPr>
            <a:xfrm>
              <a:off x="3703150" y="2421075"/>
              <a:ext cx="650" cy="6925"/>
            </a:xfrm>
            <a:custGeom>
              <a:avLst/>
              <a:gdLst/>
              <a:ahLst/>
              <a:cxnLst/>
              <a:rect l="l" t="t" r="r" b="b"/>
              <a:pathLst>
                <a:path w="26" h="277" extrusionOk="0">
                  <a:moveTo>
                    <a:pt x="1" y="1"/>
                  </a:moveTo>
                  <a:lnTo>
                    <a:pt x="1" y="251"/>
                  </a:lnTo>
                  <a:cubicBezTo>
                    <a:pt x="1" y="251"/>
                    <a:pt x="26" y="276"/>
                    <a:pt x="26" y="276"/>
                  </a:cubicBezTo>
                  <a:lnTo>
                    <a:pt x="26" y="51"/>
                  </a:lnTo>
                  <a:cubicBezTo>
                    <a:pt x="26" y="26"/>
                    <a:pt x="1" y="26"/>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3" name="Google Shape;5213;p44"/>
            <p:cNvSpPr/>
            <p:nvPr/>
          </p:nvSpPr>
          <p:spPr>
            <a:xfrm>
              <a:off x="3731975" y="2421700"/>
              <a:ext cx="650" cy="6925"/>
            </a:xfrm>
            <a:custGeom>
              <a:avLst/>
              <a:gdLst/>
              <a:ahLst/>
              <a:cxnLst/>
              <a:rect l="l" t="t" r="r" b="b"/>
              <a:pathLst>
                <a:path w="26" h="277" extrusionOk="0">
                  <a:moveTo>
                    <a:pt x="1" y="1"/>
                  </a:moveTo>
                  <a:lnTo>
                    <a:pt x="1" y="251"/>
                  </a:lnTo>
                  <a:cubicBezTo>
                    <a:pt x="1" y="251"/>
                    <a:pt x="26" y="251"/>
                    <a:pt x="26" y="277"/>
                  </a:cubicBezTo>
                  <a:lnTo>
                    <a:pt x="26" y="51"/>
                  </a:lnTo>
                  <a:cubicBezTo>
                    <a:pt x="26" y="26"/>
                    <a:pt x="26"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44"/>
            <p:cNvSpPr/>
            <p:nvPr/>
          </p:nvSpPr>
          <p:spPr>
            <a:xfrm>
              <a:off x="3582225" y="2422325"/>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5" name="Google Shape;5215;p44"/>
            <p:cNvSpPr/>
            <p:nvPr/>
          </p:nvSpPr>
          <p:spPr>
            <a:xfrm>
              <a:off x="3582225" y="2421700"/>
              <a:ext cx="25" cy="6300"/>
            </a:xfrm>
            <a:custGeom>
              <a:avLst/>
              <a:gdLst/>
              <a:ahLst/>
              <a:cxnLst/>
              <a:rect l="l" t="t" r="r" b="b"/>
              <a:pathLst>
                <a:path w="1" h="252" extrusionOk="0">
                  <a:moveTo>
                    <a:pt x="1" y="26"/>
                  </a:moveTo>
                  <a:lnTo>
                    <a:pt x="1" y="251"/>
                  </a:lnTo>
                  <a:cubicBezTo>
                    <a:pt x="1" y="251"/>
                    <a:pt x="1" y="251"/>
                    <a:pt x="1" y="251"/>
                  </a:cubicBezTo>
                  <a:lnTo>
                    <a:pt x="1" y="1"/>
                  </a:lnTo>
                  <a:lnTo>
                    <a:pt x="1" y="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6" name="Google Shape;5216;p44"/>
            <p:cNvSpPr/>
            <p:nvPr/>
          </p:nvSpPr>
          <p:spPr>
            <a:xfrm>
              <a:off x="3581600" y="2421700"/>
              <a:ext cx="650" cy="6300"/>
            </a:xfrm>
            <a:custGeom>
              <a:avLst/>
              <a:gdLst/>
              <a:ahLst/>
              <a:cxnLst/>
              <a:rect l="l" t="t" r="r" b="b"/>
              <a:pathLst>
                <a:path w="26"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44"/>
            <p:cNvSpPr/>
            <p:nvPr/>
          </p:nvSpPr>
          <p:spPr>
            <a:xfrm>
              <a:off x="3581600" y="24217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8" name="Google Shape;5218;p44"/>
            <p:cNvSpPr/>
            <p:nvPr/>
          </p:nvSpPr>
          <p:spPr>
            <a:xfrm>
              <a:off x="3581600" y="24217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9" name="Google Shape;5219;p44"/>
            <p:cNvSpPr/>
            <p:nvPr/>
          </p:nvSpPr>
          <p:spPr>
            <a:xfrm>
              <a:off x="3580975" y="2421700"/>
              <a:ext cx="650" cy="6300"/>
            </a:xfrm>
            <a:custGeom>
              <a:avLst/>
              <a:gdLst/>
              <a:ahLst/>
              <a:cxnLst/>
              <a:rect l="l" t="t" r="r" b="b"/>
              <a:pathLst>
                <a:path w="26" h="252" extrusionOk="0">
                  <a:moveTo>
                    <a:pt x="1" y="1"/>
                  </a:move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44"/>
            <p:cNvSpPr/>
            <p:nvPr/>
          </p:nvSpPr>
          <p:spPr>
            <a:xfrm>
              <a:off x="3580975" y="2421700"/>
              <a:ext cx="25" cy="6300"/>
            </a:xfrm>
            <a:custGeom>
              <a:avLst/>
              <a:gdLst/>
              <a:ahLst/>
              <a:cxnLst/>
              <a:rect l="l" t="t" r="r" b="b"/>
              <a:pathLst>
                <a:path w="1" h="252" extrusionOk="0">
                  <a:moveTo>
                    <a:pt x="1" y="1"/>
                  </a:moveTo>
                  <a:lnTo>
                    <a:pt x="1" y="251"/>
                  </a:lnTo>
                  <a:lnTo>
                    <a:pt x="1" y="251"/>
                  </a:ln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1" name="Google Shape;5221;p44"/>
            <p:cNvSpPr/>
            <p:nvPr/>
          </p:nvSpPr>
          <p:spPr>
            <a:xfrm>
              <a:off x="3580975" y="24217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2" name="Google Shape;5222;p44"/>
            <p:cNvSpPr/>
            <p:nvPr/>
          </p:nvSpPr>
          <p:spPr>
            <a:xfrm>
              <a:off x="3580350" y="2421700"/>
              <a:ext cx="650" cy="6300"/>
            </a:xfrm>
            <a:custGeom>
              <a:avLst/>
              <a:gdLst/>
              <a:ahLst/>
              <a:cxnLst/>
              <a:rect l="l" t="t" r="r" b="b"/>
              <a:pathLst>
                <a:path w="26" h="252" extrusionOk="0">
                  <a:moveTo>
                    <a:pt x="0" y="1"/>
                  </a:moveTo>
                  <a:lnTo>
                    <a:pt x="0"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3" name="Google Shape;5223;p44"/>
            <p:cNvSpPr/>
            <p:nvPr/>
          </p:nvSpPr>
          <p:spPr>
            <a:xfrm>
              <a:off x="3579725" y="2421700"/>
              <a:ext cx="650" cy="6300"/>
            </a:xfrm>
            <a:custGeom>
              <a:avLst/>
              <a:gdLst/>
              <a:ahLst/>
              <a:cxnLst/>
              <a:rect l="l" t="t" r="r" b="b"/>
              <a:pathLst>
                <a:path w="26" h="252" extrusionOk="0">
                  <a:moveTo>
                    <a:pt x="25" y="1"/>
                  </a:moveTo>
                  <a:cubicBezTo>
                    <a:pt x="25" y="1"/>
                    <a:pt x="25" y="1"/>
                    <a:pt x="0" y="26"/>
                  </a:cubicBez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4" name="Google Shape;5224;p44"/>
            <p:cNvSpPr/>
            <p:nvPr/>
          </p:nvSpPr>
          <p:spPr>
            <a:xfrm>
              <a:off x="3579725" y="24223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5" name="Google Shape;5225;p44"/>
            <p:cNvSpPr/>
            <p:nvPr/>
          </p:nvSpPr>
          <p:spPr>
            <a:xfrm>
              <a:off x="3621075" y="2422950"/>
              <a:ext cx="650" cy="6300"/>
            </a:xfrm>
            <a:custGeom>
              <a:avLst/>
              <a:gdLst/>
              <a:ahLst/>
              <a:cxnLst/>
              <a:rect l="l" t="t" r="r" b="b"/>
              <a:pathLst>
                <a:path w="26" h="252" extrusionOk="0">
                  <a:moveTo>
                    <a:pt x="1" y="1"/>
                  </a:moveTo>
                  <a:lnTo>
                    <a:pt x="1" y="227"/>
                  </a:lnTo>
                  <a:cubicBezTo>
                    <a:pt x="26" y="252"/>
                    <a:pt x="26" y="252"/>
                    <a:pt x="26" y="252"/>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6" name="Google Shape;5226;p44"/>
            <p:cNvSpPr/>
            <p:nvPr/>
          </p:nvSpPr>
          <p:spPr>
            <a:xfrm>
              <a:off x="3621075" y="2422950"/>
              <a:ext cx="25" cy="5675"/>
            </a:xfrm>
            <a:custGeom>
              <a:avLst/>
              <a:gdLst/>
              <a:ahLst/>
              <a:cxnLst/>
              <a:rect l="l" t="t" r="r" b="b"/>
              <a:pathLst>
                <a:path w="1" h="227" extrusionOk="0">
                  <a:moveTo>
                    <a:pt x="1" y="1"/>
                  </a:moveTo>
                  <a:lnTo>
                    <a:pt x="1" y="227"/>
                  </a:lnTo>
                  <a:cubicBezTo>
                    <a:pt x="1" y="227"/>
                    <a:pt x="1" y="227"/>
                    <a:pt x="1" y="227"/>
                  </a:cubicBez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7" name="Google Shape;5227;p44"/>
            <p:cNvSpPr/>
            <p:nvPr/>
          </p:nvSpPr>
          <p:spPr>
            <a:xfrm>
              <a:off x="3621075" y="2422950"/>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8" name="Google Shape;5228;p44"/>
            <p:cNvSpPr/>
            <p:nvPr/>
          </p:nvSpPr>
          <p:spPr>
            <a:xfrm>
              <a:off x="3620450" y="2422950"/>
              <a:ext cx="650" cy="5675"/>
            </a:xfrm>
            <a:custGeom>
              <a:avLst/>
              <a:gdLst/>
              <a:ahLst/>
              <a:cxnLst/>
              <a:rect l="l" t="t" r="r" b="b"/>
              <a:pathLst>
                <a:path w="26" h="227" extrusionOk="0">
                  <a:moveTo>
                    <a:pt x="1" y="1"/>
                  </a:moveTo>
                  <a:lnTo>
                    <a:pt x="1"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44"/>
            <p:cNvSpPr/>
            <p:nvPr/>
          </p:nvSpPr>
          <p:spPr>
            <a:xfrm>
              <a:off x="3620450" y="2422950"/>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0" name="Google Shape;5230;p44"/>
            <p:cNvSpPr/>
            <p:nvPr/>
          </p:nvSpPr>
          <p:spPr>
            <a:xfrm>
              <a:off x="3620450" y="2422950"/>
              <a:ext cx="25" cy="5675"/>
            </a:xfrm>
            <a:custGeom>
              <a:avLst/>
              <a:gdLst/>
              <a:ahLst/>
              <a:cxnLst/>
              <a:rect l="l" t="t" r="r" b="b"/>
              <a:pathLst>
                <a:path w="1" h="227" extrusionOk="0">
                  <a:moveTo>
                    <a:pt x="1" y="1"/>
                  </a:moveTo>
                  <a:lnTo>
                    <a:pt x="1" y="227"/>
                  </a:lnTo>
                  <a:cubicBezTo>
                    <a:pt x="1" y="227"/>
                    <a:pt x="1" y="227"/>
                    <a:pt x="1" y="227"/>
                  </a:cubicBez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1" name="Google Shape;5231;p44"/>
            <p:cNvSpPr/>
            <p:nvPr/>
          </p:nvSpPr>
          <p:spPr>
            <a:xfrm>
              <a:off x="3619825" y="2422950"/>
              <a:ext cx="650" cy="5675"/>
            </a:xfrm>
            <a:custGeom>
              <a:avLst/>
              <a:gdLst/>
              <a:ahLst/>
              <a:cxnLst/>
              <a:rect l="l" t="t" r="r" b="b"/>
              <a:pathLst>
                <a:path w="26" h="227" extrusionOk="0">
                  <a:moveTo>
                    <a:pt x="0" y="1"/>
                  </a:moveTo>
                  <a:lnTo>
                    <a:pt x="0"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44"/>
            <p:cNvSpPr/>
            <p:nvPr/>
          </p:nvSpPr>
          <p:spPr>
            <a:xfrm>
              <a:off x="3619825" y="242295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3" name="Google Shape;5233;p44"/>
            <p:cNvSpPr/>
            <p:nvPr/>
          </p:nvSpPr>
          <p:spPr>
            <a:xfrm>
              <a:off x="3619200" y="2422950"/>
              <a:ext cx="650" cy="5675"/>
            </a:xfrm>
            <a:custGeom>
              <a:avLst/>
              <a:gdLst/>
              <a:ahLst/>
              <a:cxnLst/>
              <a:rect l="l" t="t" r="r" b="b"/>
              <a:pathLst>
                <a:path w="26" h="227" extrusionOk="0">
                  <a:moveTo>
                    <a:pt x="0" y="1"/>
                  </a:moveTo>
                  <a:lnTo>
                    <a:pt x="0" y="227"/>
                  </a:lnTo>
                  <a:lnTo>
                    <a:pt x="25" y="227"/>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4" name="Google Shape;5234;p44"/>
            <p:cNvSpPr/>
            <p:nvPr/>
          </p:nvSpPr>
          <p:spPr>
            <a:xfrm>
              <a:off x="3619200" y="242295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44"/>
            <p:cNvSpPr/>
            <p:nvPr/>
          </p:nvSpPr>
          <p:spPr>
            <a:xfrm>
              <a:off x="3618575" y="2422950"/>
              <a:ext cx="650" cy="6300"/>
            </a:xfrm>
            <a:custGeom>
              <a:avLst/>
              <a:gdLst/>
              <a:ahLst/>
              <a:cxnLst/>
              <a:rect l="l" t="t" r="r" b="b"/>
              <a:pathLst>
                <a:path w="26" h="252" extrusionOk="0">
                  <a:moveTo>
                    <a:pt x="0" y="1"/>
                  </a:moveTo>
                  <a:lnTo>
                    <a:pt x="0" y="252"/>
                  </a:lnTo>
                  <a:cubicBezTo>
                    <a:pt x="0" y="252"/>
                    <a:pt x="0" y="227"/>
                    <a:pt x="25" y="227"/>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6" name="Google Shape;5236;p44"/>
            <p:cNvSpPr/>
            <p:nvPr/>
          </p:nvSpPr>
          <p:spPr>
            <a:xfrm>
              <a:off x="3732600" y="2422950"/>
              <a:ext cx="25" cy="5675"/>
            </a:xfrm>
            <a:custGeom>
              <a:avLst/>
              <a:gdLst/>
              <a:ahLst/>
              <a:cxnLst/>
              <a:rect l="l" t="t" r="r" b="b"/>
              <a:pathLst>
                <a:path w="1" h="227" extrusionOk="0">
                  <a:moveTo>
                    <a:pt x="1" y="1"/>
                  </a:moveTo>
                  <a:lnTo>
                    <a:pt x="1" y="227"/>
                  </a:lnTo>
                  <a:lnTo>
                    <a:pt x="1" y="227"/>
                  </a:lnTo>
                  <a:lnTo>
                    <a:pt x="1"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7" name="Google Shape;5237;p44"/>
            <p:cNvSpPr/>
            <p:nvPr/>
          </p:nvSpPr>
          <p:spPr>
            <a:xfrm>
              <a:off x="3732600" y="2422950"/>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44"/>
            <p:cNvSpPr/>
            <p:nvPr/>
          </p:nvSpPr>
          <p:spPr>
            <a:xfrm>
              <a:off x="3732600" y="2422950"/>
              <a:ext cx="25" cy="6300"/>
            </a:xfrm>
            <a:custGeom>
              <a:avLst/>
              <a:gdLst/>
              <a:ahLst/>
              <a:cxnLst/>
              <a:rect l="l" t="t" r="r" b="b"/>
              <a:pathLst>
                <a:path w="1" h="252" extrusionOk="0">
                  <a:moveTo>
                    <a:pt x="1" y="1"/>
                  </a:moveTo>
                  <a:lnTo>
                    <a:pt x="1" y="227"/>
                  </a:lnTo>
                  <a:cubicBezTo>
                    <a:pt x="1" y="227"/>
                    <a:pt x="1" y="227"/>
                    <a:pt x="1" y="252"/>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9" name="Google Shape;5239;p44"/>
            <p:cNvSpPr/>
            <p:nvPr/>
          </p:nvSpPr>
          <p:spPr>
            <a:xfrm>
              <a:off x="3732600" y="2422950"/>
              <a:ext cx="25" cy="6300"/>
            </a:xfrm>
            <a:custGeom>
              <a:avLst/>
              <a:gdLst/>
              <a:ahLst/>
              <a:cxnLst/>
              <a:rect l="l" t="t" r="r" b="b"/>
              <a:pathLst>
                <a:path w="1" h="252" extrusionOk="0">
                  <a:moveTo>
                    <a:pt x="1" y="1"/>
                  </a:moveTo>
                  <a:lnTo>
                    <a:pt x="1" y="227"/>
                  </a:lnTo>
                  <a:cubicBezTo>
                    <a:pt x="1" y="252"/>
                    <a:pt x="1" y="252"/>
                    <a:pt x="1" y="252"/>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0" name="Google Shape;5240;p44"/>
            <p:cNvSpPr/>
            <p:nvPr/>
          </p:nvSpPr>
          <p:spPr>
            <a:xfrm>
              <a:off x="3732600" y="2422950"/>
              <a:ext cx="25" cy="6300"/>
            </a:xfrm>
            <a:custGeom>
              <a:avLst/>
              <a:gdLst/>
              <a:ahLst/>
              <a:cxnLst/>
              <a:rect l="l" t="t" r="r" b="b"/>
              <a:pathLst>
                <a:path w="1" h="252" extrusionOk="0">
                  <a:moveTo>
                    <a:pt x="1" y="1"/>
                  </a:moveTo>
                  <a:lnTo>
                    <a:pt x="1" y="252"/>
                  </a:lnTo>
                  <a:cubicBezTo>
                    <a:pt x="1" y="252"/>
                    <a:pt x="1" y="252"/>
                    <a:pt x="1" y="252"/>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1" name="Google Shape;5241;p44"/>
            <p:cNvSpPr/>
            <p:nvPr/>
          </p:nvSpPr>
          <p:spPr>
            <a:xfrm>
              <a:off x="3731975" y="2422950"/>
              <a:ext cx="650" cy="6300"/>
            </a:xfrm>
            <a:custGeom>
              <a:avLst/>
              <a:gdLst/>
              <a:ahLst/>
              <a:cxnLst/>
              <a:rect l="l" t="t" r="r" b="b"/>
              <a:pathLst>
                <a:path w="26" h="252" extrusionOk="0">
                  <a:moveTo>
                    <a:pt x="26" y="1"/>
                  </a:moveTo>
                  <a:cubicBezTo>
                    <a:pt x="1" y="26"/>
                    <a:pt x="1" y="26"/>
                    <a:pt x="1" y="26"/>
                  </a:cubicBezTo>
                  <a:lnTo>
                    <a:pt x="1" y="252"/>
                  </a:lnTo>
                  <a:lnTo>
                    <a:pt x="26" y="252"/>
                  </a:lnTo>
                  <a:lnTo>
                    <a:pt x="26"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2" name="Google Shape;5242;p44"/>
            <p:cNvSpPr/>
            <p:nvPr/>
          </p:nvSpPr>
          <p:spPr>
            <a:xfrm>
              <a:off x="3731975" y="2423600"/>
              <a:ext cx="25" cy="6275"/>
            </a:xfrm>
            <a:custGeom>
              <a:avLst/>
              <a:gdLst/>
              <a:ahLst/>
              <a:cxnLst/>
              <a:rect l="l" t="t" r="r" b="b"/>
              <a:pathLst>
                <a:path w="1" h="251" extrusionOk="0">
                  <a:moveTo>
                    <a:pt x="1" y="0"/>
                  </a:moveTo>
                  <a:lnTo>
                    <a:pt x="1" y="226"/>
                  </a:lnTo>
                  <a:cubicBezTo>
                    <a:pt x="1" y="226"/>
                    <a:pt x="1" y="226"/>
                    <a:pt x="1" y="251"/>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3" name="Google Shape;5243;p44"/>
            <p:cNvSpPr/>
            <p:nvPr/>
          </p:nvSpPr>
          <p:spPr>
            <a:xfrm>
              <a:off x="3731975" y="24236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4" name="Google Shape;5244;p44"/>
            <p:cNvSpPr/>
            <p:nvPr/>
          </p:nvSpPr>
          <p:spPr>
            <a:xfrm>
              <a:off x="3664925" y="2421700"/>
              <a:ext cx="5675" cy="8800"/>
            </a:xfrm>
            <a:custGeom>
              <a:avLst/>
              <a:gdLst/>
              <a:ahLst/>
              <a:cxnLst/>
              <a:rect l="l" t="t" r="r" b="b"/>
              <a:pathLst>
                <a:path w="227" h="352" extrusionOk="0">
                  <a:moveTo>
                    <a:pt x="1" y="1"/>
                  </a:moveTo>
                  <a:lnTo>
                    <a:pt x="1" y="226"/>
                  </a:lnTo>
                  <a:lnTo>
                    <a:pt x="227" y="352"/>
                  </a:lnTo>
                  <a:lnTo>
                    <a:pt x="227" y="126"/>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5" name="Google Shape;5245;p44"/>
            <p:cNvSpPr/>
            <p:nvPr/>
          </p:nvSpPr>
          <p:spPr>
            <a:xfrm>
              <a:off x="3399900" y="2397900"/>
              <a:ext cx="47650" cy="33225"/>
            </a:xfrm>
            <a:custGeom>
              <a:avLst/>
              <a:gdLst/>
              <a:ahLst/>
              <a:cxnLst/>
              <a:rect l="l" t="t" r="r" b="b"/>
              <a:pathLst>
                <a:path w="1906" h="1329" extrusionOk="0">
                  <a:moveTo>
                    <a:pt x="0" y="0"/>
                  </a:moveTo>
                  <a:lnTo>
                    <a:pt x="0" y="226"/>
                  </a:lnTo>
                  <a:lnTo>
                    <a:pt x="1905" y="1329"/>
                  </a:lnTo>
                  <a:lnTo>
                    <a:pt x="1905" y="1103"/>
                  </a:lnTo>
                  <a:lnTo>
                    <a:pt x="0" y="0"/>
                  </a:lnTo>
                  <a:close/>
                </a:path>
              </a:pathLst>
            </a:custGeom>
            <a:solidFill>
              <a:srgbClr val="DDDC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6" name="Google Shape;5246;p44"/>
            <p:cNvSpPr/>
            <p:nvPr/>
          </p:nvSpPr>
          <p:spPr>
            <a:xfrm>
              <a:off x="3447525" y="2425475"/>
              <a:ext cx="1900" cy="6900"/>
            </a:xfrm>
            <a:custGeom>
              <a:avLst/>
              <a:gdLst/>
              <a:ahLst/>
              <a:cxnLst/>
              <a:rect l="l" t="t" r="r" b="b"/>
              <a:pathLst>
                <a:path w="76" h="276" extrusionOk="0">
                  <a:moveTo>
                    <a:pt x="0" y="0"/>
                  </a:moveTo>
                  <a:lnTo>
                    <a:pt x="0" y="226"/>
                  </a:lnTo>
                  <a:lnTo>
                    <a:pt x="75" y="276"/>
                  </a:lnTo>
                  <a:lnTo>
                    <a:pt x="75" y="25"/>
                  </a:lnTo>
                  <a:lnTo>
                    <a:pt x="0" y="0"/>
                  </a:lnTo>
                  <a:close/>
                </a:path>
              </a:pathLst>
            </a:custGeom>
            <a:solidFill>
              <a:srgbClr val="DDDC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7" name="Google Shape;5247;p44"/>
            <p:cNvSpPr/>
            <p:nvPr/>
          </p:nvSpPr>
          <p:spPr>
            <a:xfrm>
              <a:off x="3564675" y="2420450"/>
              <a:ext cx="11325" cy="11925"/>
            </a:xfrm>
            <a:custGeom>
              <a:avLst/>
              <a:gdLst/>
              <a:ahLst/>
              <a:cxnLst/>
              <a:rect l="l" t="t" r="r" b="b"/>
              <a:pathLst>
                <a:path w="453" h="477" extrusionOk="0">
                  <a:moveTo>
                    <a:pt x="452" y="1"/>
                  </a:moveTo>
                  <a:lnTo>
                    <a:pt x="1" y="251"/>
                  </a:lnTo>
                  <a:lnTo>
                    <a:pt x="1" y="477"/>
                  </a:lnTo>
                  <a:lnTo>
                    <a:pt x="452" y="226"/>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8" name="Google Shape;5248;p44"/>
            <p:cNvSpPr/>
            <p:nvPr/>
          </p:nvSpPr>
          <p:spPr>
            <a:xfrm>
              <a:off x="3548400" y="2418575"/>
              <a:ext cx="13175" cy="13800"/>
            </a:xfrm>
            <a:custGeom>
              <a:avLst/>
              <a:gdLst/>
              <a:ahLst/>
              <a:cxnLst/>
              <a:rect l="l" t="t" r="r" b="b"/>
              <a:pathLst>
                <a:path w="527" h="552" extrusionOk="0">
                  <a:moveTo>
                    <a:pt x="0" y="1"/>
                  </a:moveTo>
                  <a:lnTo>
                    <a:pt x="0" y="251"/>
                  </a:lnTo>
                  <a:lnTo>
                    <a:pt x="527" y="552"/>
                  </a:lnTo>
                  <a:lnTo>
                    <a:pt x="527" y="326"/>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9" name="Google Shape;5249;p44"/>
            <p:cNvSpPr/>
            <p:nvPr/>
          </p:nvSpPr>
          <p:spPr>
            <a:xfrm>
              <a:off x="3547150" y="2409950"/>
              <a:ext cx="30100" cy="17275"/>
            </a:xfrm>
            <a:custGeom>
              <a:avLst/>
              <a:gdLst/>
              <a:ahLst/>
              <a:cxnLst/>
              <a:rect l="l" t="t" r="r" b="b"/>
              <a:pathLst>
                <a:path w="1204" h="691" extrusionOk="0">
                  <a:moveTo>
                    <a:pt x="548" y="1"/>
                  </a:moveTo>
                  <a:cubicBezTo>
                    <a:pt x="526" y="1"/>
                    <a:pt x="501" y="7"/>
                    <a:pt x="476" y="20"/>
                  </a:cubicBezTo>
                  <a:lnTo>
                    <a:pt x="50" y="295"/>
                  </a:lnTo>
                  <a:cubicBezTo>
                    <a:pt x="0" y="295"/>
                    <a:pt x="0" y="346"/>
                    <a:pt x="50" y="346"/>
                  </a:cubicBezTo>
                  <a:lnTo>
                    <a:pt x="577" y="671"/>
                  </a:lnTo>
                  <a:cubicBezTo>
                    <a:pt x="602" y="684"/>
                    <a:pt x="627" y="690"/>
                    <a:pt x="649" y="690"/>
                  </a:cubicBezTo>
                  <a:cubicBezTo>
                    <a:pt x="671" y="690"/>
                    <a:pt x="689" y="684"/>
                    <a:pt x="702" y="671"/>
                  </a:cubicBezTo>
                  <a:lnTo>
                    <a:pt x="1153" y="421"/>
                  </a:lnTo>
                  <a:cubicBezTo>
                    <a:pt x="1203" y="396"/>
                    <a:pt x="1203" y="371"/>
                    <a:pt x="1153" y="346"/>
                  </a:cubicBezTo>
                  <a:lnTo>
                    <a:pt x="602" y="20"/>
                  </a:lnTo>
                  <a:cubicBezTo>
                    <a:pt x="589" y="7"/>
                    <a:pt x="570" y="1"/>
                    <a:pt x="548"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0" name="Google Shape;5250;p44"/>
            <p:cNvSpPr/>
            <p:nvPr/>
          </p:nvSpPr>
          <p:spPr>
            <a:xfrm>
              <a:off x="3548400" y="2410425"/>
              <a:ext cx="27600" cy="15075"/>
            </a:xfrm>
            <a:custGeom>
              <a:avLst/>
              <a:gdLst/>
              <a:ahLst/>
              <a:cxnLst/>
              <a:rect l="l" t="t" r="r" b="b"/>
              <a:pathLst>
                <a:path w="1104" h="603" extrusionOk="0">
                  <a:moveTo>
                    <a:pt x="451" y="1"/>
                  </a:moveTo>
                  <a:cubicBezTo>
                    <a:pt x="451" y="1"/>
                    <a:pt x="0" y="251"/>
                    <a:pt x="0" y="251"/>
                  </a:cubicBezTo>
                  <a:cubicBezTo>
                    <a:pt x="0" y="251"/>
                    <a:pt x="0" y="276"/>
                    <a:pt x="0" y="276"/>
                  </a:cubicBezTo>
                  <a:lnTo>
                    <a:pt x="552" y="577"/>
                  </a:lnTo>
                  <a:cubicBezTo>
                    <a:pt x="552" y="577"/>
                    <a:pt x="577" y="602"/>
                    <a:pt x="602" y="602"/>
                  </a:cubicBezTo>
                  <a:cubicBezTo>
                    <a:pt x="627" y="602"/>
                    <a:pt x="627" y="577"/>
                    <a:pt x="652" y="577"/>
                  </a:cubicBezTo>
                  <a:cubicBezTo>
                    <a:pt x="652" y="577"/>
                    <a:pt x="1103" y="327"/>
                    <a:pt x="1103" y="327"/>
                  </a:cubicBezTo>
                  <a:cubicBezTo>
                    <a:pt x="1103" y="327"/>
                    <a:pt x="1078" y="327"/>
                    <a:pt x="1078" y="301"/>
                  </a:cubicBezTo>
                  <a:lnTo>
                    <a:pt x="552"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1" name="Google Shape;5251;p44"/>
            <p:cNvSpPr/>
            <p:nvPr/>
          </p:nvSpPr>
          <p:spPr>
            <a:xfrm>
              <a:off x="3564675" y="2426725"/>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2" name="Google Shape;5252;p44"/>
            <p:cNvSpPr/>
            <p:nvPr/>
          </p:nvSpPr>
          <p:spPr>
            <a:xfrm>
              <a:off x="3564050" y="2426725"/>
              <a:ext cx="650" cy="6275"/>
            </a:xfrm>
            <a:custGeom>
              <a:avLst/>
              <a:gdLst/>
              <a:ahLst/>
              <a:cxnLst/>
              <a:rect l="l" t="t" r="r" b="b"/>
              <a:pathLst>
                <a:path w="26" h="251" extrusionOk="0">
                  <a:moveTo>
                    <a:pt x="26" y="0"/>
                  </a:moveTo>
                  <a:cubicBezTo>
                    <a:pt x="1" y="0"/>
                    <a:pt x="1" y="0"/>
                    <a:pt x="1" y="25"/>
                  </a:cubicBezTo>
                  <a:lnTo>
                    <a:pt x="1" y="251"/>
                  </a:lnTo>
                  <a:lnTo>
                    <a:pt x="26" y="251"/>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3" name="Google Shape;5253;p44"/>
            <p:cNvSpPr/>
            <p:nvPr/>
          </p:nvSpPr>
          <p:spPr>
            <a:xfrm>
              <a:off x="3563425" y="2427350"/>
              <a:ext cx="650" cy="5650"/>
            </a:xfrm>
            <a:custGeom>
              <a:avLst/>
              <a:gdLst/>
              <a:ahLst/>
              <a:cxnLst/>
              <a:rect l="l" t="t" r="r" b="b"/>
              <a:pathLst>
                <a:path w="26" h="226" extrusionOk="0">
                  <a:moveTo>
                    <a:pt x="1" y="0"/>
                  </a:moveTo>
                  <a:lnTo>
                    <a:pt x="1" y="226"/>
                  </a:lnTo>
                  <a:lnTo>
                    <a:pt x="26" y="226"/>
                  </a:ln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4" name="Google Shape;5254;p44"/>
            <p:cNvSpPr/>
            <p:nvPr/>
          </p:nvSpPr>
          <p:spPr>
            <a:xfrm>
              <a:off x="3563425" y="24273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5" name="Google Shape;5255;p44"/>
            <p:cNvSpPr/>
            <p:nvPr/>
          </p:nvSpPr>
          <p:spPr>
            <a:xfrm>
              <a:off x="3563425" y="2427350"/>
              <a:ext cx="25" cy="5650"/>
            </a:xfrm>
            <a:custGeom>
              <a:avLst/>
              <a:gdLst/>
              <a:ahLst/>
              <a:cxnLst/>
              <a:rect l="l" t="t" r="r" b="b"/>
              <a:pathLst>
                <a:path w="1" h="226" extrusionOk="0">
                  <a:moveTo>
                    <a:pt x="1" y="0"/>
                  </a:moveTo>
                  <a:lnTo>
                    <a:pt x="1" y="226"/>
                  </a:lnTo>
                  <a:lnTo>
                    <a:pt x="1" y="226"/>
                  </a:lnTo>
                  <a:lnTo>
                    <a:pt x="1" y="0"/>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6" name="Google Shape;5256;p44"/>
            <p:cNvSpPr/>
            <p:nvPr/>
          </p:nvSpPr>
          <p:spPr>
            <a:xfrm>
              <a:off x="3562800" y="2427350"/>
              <a:ext cx="650" cy="5650"/>
            </a:xfrm>
            <a:custGeom>
              <a:avLst/>
              <a:gdLst/>
              <a:ahLst/>
              <a:cxnLst/>
              <a:rect l="l" t="t" r="r" b="b"/>
              <a:pathLst>
                <a:path w="26" h="226" extrusionOk="0">
                  <a:moveTo>
                    <a:pt x="1" y="0"/>
                  </a:moveTo>
                  <a:lnTo>
                    <a:pt x="1" y="226"/>
                  </a:lnTo>
                  <a:lnTo>
                    <a:pt x="26"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7" name="Google Shape;5257;p44"/>
            <p:cNvSpPr/>
            <p:nvPr/>
          </p:nvSpPr>
          <p:spPr>
            <a:xfrm>
              <a:off x="3562800" y="24273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8" name="Google Shape;5258;p44"/>
            <p:cNvSpPr/>
            <p:nvPr/>
          </p:nvSpPr>
          <p:spPr>
            <a:xfrm>
              <a:off x="3562800" y="2426725"/>
              <a:ext cx="25" cy="6275"/>
            </a:xfrm>
            <a:custGeom>
              <a:avLst/>
              <a:gdLst/>
              <a:ahLst/>
              <a:cxnLst/>
              <a:rect l="l" t="t" r="r" b="b"/>
              <a:pathLst>
                <a:path w="1" h="251" extrusionOk="0">
                  <a:moveTo>
                    <a:pt x="1" y="25"/>
                  </a:moveTo>
                  <a:lnTo>
                    <a:pt x="1" y="251"/>
                  </a:lnTo>
                  <a:cubicBezTo>
                    <a:pt x="1" y="251"/>
                    <a:pt x="1" y="251"/>
                    <a:pt x="1" y="251"/>
                  </a:cubicBezTo>
                  <a:lnTo>
                    <a:pt x="1" y="0"/>
                  </a:lnTo>
                  <a:cubicBezTo>
                    <a:pt x="1" y="25"/>
                    <a:pt x="1" y="25"/>
                    <a:pt x="1" y="25"/>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9" name="Google Shape;5259;p44"/>
            <p:cNvSpPr/>
            <p:nvPr/>
          </p:nvSpPr>
          <p:spPr>
            <a:xfrm>
              <a:off x="3562175" y="2426725"/>
              <a:ext cx="650" cy="6275"/>
            </a:xfrm>
            <a:custGeom>
              <a:avLst/>
              <a:gdLst/>
              <a:ahLst/>
              <a:cxnLst/>
              <a:rect l="l" t="t" r="r" b="b"/>
              <a:pathLst>
                <a:path w="26" h="251" extrusionOk="0">
                  <a:moveTo>
                    <a:pt x="1" y="0"/>
                  </a:moveTo>
                  <a:lnTo>
                    <a:pt x="1" y="251"/>
                  </a:lnTo>
                  <a:lnTo>
                    <a:pt x="26" y="251"/>
                  </a:lnTo>
                  <a:lnTo>
                    <a:pt x="26" y="0"/>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0" name="Google Shape;5260;p44"/>
            <p:cNvSpPr/>
            <p:nvPr/>
          </p:nvSpPr>
          <p:spPr>
            <a:xfrm>
              <a:off x="3562175" y="24267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1" name="Google Shape;5261;p44"/>
            <p:cNvSpPr/>
            <p:nvPr/>
          </p:nvSpPr>
          <p:spPr>
            <a:xfrm>
              <a:off x="3561550" y="2426725"/>
              <a:ext cx="650" cy="6275"/>
            </a:xfrm>
            <a:custGeom>
              <a:avLst/>
              <a:gdLst/>
              <a:ahLst/>
              <a:cxnLst/>
              <a:rect l="l" t="t" r="r" b="b"/>
              <a:pathLst>
                <a:path w="26" h="251" extrusionOk="0">
                  <a:moveTo>
                    <a:pt x="1" y="0"/>
                  </a:moveTo>
                  <a:lnTo>
                    <a:pt x="1" y="226"/>
                  </a:lnTo>
                  <a:cubicBezTo>
                    <a:pt x="1" y="251"/>
                    <a:pt x="26" y="251"/>
                    <a:pt x="26" y="251"/>
                  </a:cubicBezTo>
                  <a:lnTo>
                    <a:pt x="26"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2" name="Google Shape;5262;p44"/>
            <p:cNvSpPr/>
            <p:nvPr/>
          </p:nvSpPr>
          <p:spPr>
            <a:xfrm>
              <a:off x="3604150" y="2421075"/>
              <a:ext cx="10675" cy="12575"/>
            </a:xfrm>
            <a:custGeom>
              <a:avLst/>
              <a:gdLst/>
              <a:ahLst/>
              <a:cxnLst/>
              <a:rect l="l" t="t" r="r" b="b"/>
              <a:pathLst>
                <a:path w="427" h="503" extrusionOk="0">
                  <a:moveTo>
                    <a:pt x="427" y="1"/>
                  </a:moveTo>
                  <a:lnTo>
                    <a:pt x="1" y="251"/>
                  </a:lnTo>
                  <a:lnTo>
                    <a:pt x="1" y="502"/>
                  </a:lnTo>
                  <a:lnTo>
                    <a:pt x="427" y="251"/>
                  </a:lnTo>
                  <a:lnTo>
                    <a:pt x="427"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3" name="Google Shape;5263;p44"/>
            <p:cNvSpPr/>
            <p:nvPr/>
          </p:nvSpPr>
          <p:spPr>
            <a:xfrm>
              <a:off x="3587250" y="2419825"/>
              <a:ext cx="13175" cy="13825"/>
            </a:xfrm>
            <a:custGeom>
              <a:avLst/>
              <a:gdLst/>
              <a:ahLst/>
              <a:cxnLst/>
              <a:rect l="l" t="t" r="r" b="b"/>
              <a:pathLst>
                <a:path w="527" h="553" extrusionOk="0">
                  <a:moveTo>
                    <a:pt x="0" y="1"/>
                  </a:moveTo>
                  <a:lnTo>
                    <a:pt x="0" y="226"/>
                  </a:lnTo>
                  <a:lnTo>
                    <a:pt x="527" y="552"/>
                  </a:lnTo>
                  <a:lnTo>
                    <a:pt x="527" y="301"/>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4" name="Google Shape;5264;p44"/>
            <p:cNvSpPr/>
            <p:nvPr/>
          </p:nvSpPr>
          <p:spPr>
            <a:xfrm>
              <a:off x="3603525" y="2427350"/>
              <a:ext cx="650" cy="6300"/>
            </a:xfrm>
            <a:custGeom>
              <a:avLst/>
              <a:gdLst/>
              <a:ahLst/>
              <a:cxnLst/>
              <a:rect l="l" t="t" r="r" b="b"/>
              <a:pathLst>
                <a:path w="26" h="252" extrusionOk="0">
                  <a:moveTo>
                    <a:pt x="26" y="0"/>
                  </a:moveTo>
                  <a:cubicBezTo>
                    <a:pt x="1" y="0"/>
                    <a:pt x="1" y="25"/>
                    <a:pt x="1" y="25"/>
                  </a:cubicBezTo>
                  <a:lnTo>
                    <a:pt x="1" y="251"/>
                  </a:lnTo>
                  <a:lnTo>
                    <a:pt x="26" y="251"/>
                  </a:lnTo>
                  <a:lnTo>
                    <a:pt x="26"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5" name="Google Shape;5265;p44"/>
            <p:cNvSpPr/>
            <p:nvPr/>
          </p:nvSpPr>
          <p:spPr>
            <a:xfrm>
              <a:off x="3602900" y="2427975"/>
              <a:ext cx="650" cy="5675"/>
            </a:xfrm>
            <a:custGeom>
              <a:avLst/>
              <a:gdLst/>
              <a:ahLst/>
              <a:cxnLst/>
              <a:rect l="l" t="t" r="r" b="b"/>
              <a:pathLst>
                <a:path w="26" h="227" extrusionOk="0">
                  <a:moveTo>
                    <a:pt x="1" y="0"/>
                  </a:moveTo>
                  <a:lnTo>
                    <a:pt x="1" y="226"/>
                  </a:lnTo>
                  <a:lnTo>
                    <a:pt x="26" y="226"/>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6" name="Google Shape;5266;p44"/>
            <p:cNvSpPr/>
            <p:nvPr/>
          </p:nvSpPr>
          <p:spPr>
            <a:xfrm>
              <a:off x="3602900" y="2427975"/>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7" name="Google Shape;5267;p44"/>
            <p:cNvSpPr/>
            <p:nvPr/>
          </p:nvSpPr>
          <p:spPr>
            <a:xfrm>
              <a:off x="3602275" y="2427975"/>
              <a:ext cx="650" cy="5675"/>
            </a:xfrm>
            <a:custGeom>
              <a:avLst/>
              <a:gdLst/>
              <a:ahLst/>
              <a:cxnLst/>
              <a:rect l="l" t="t" r="r" b="b"/>
              <a:pathLst>
                <a:path w="26" h="227" extrusionOk="0">
                  <a:moveTo>
                    <a:pt x="1" y="0"/>
                  </a:moveTo>
                  <a:lnTo>
                    <a:pt x="1" y="226"/>
                  </a:lnTo>
                  <a:lnTo>
                    <a:pt x="26" y="226"/>
                  </a:lnTo>
                  <a:lnTo>
                    <a:pt x="26"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8" name="Google Shape;5268;p44"/>
            <p:cNvSpPr/>
            <p:nvPr/>
          </p:nvSpPr>
          <p:spPr>
            <a:xfrm>
              <a:off x="3602275" y="2427975"/>
              <a:ext cx="25" cy="5675"/>
            </a:xfrm>
            <a:custGeom>
              <a:avLst/>
              <a:gdLst/>
              <a:ahLst/>
              <a:cxnLst/>
              <a:rect l="l" t="t" r="r" b="b"/>
              <a:pathLst>
                <a:path w="1" h="227" extrusionOk="0">
                  <a:moveTo>
                    <a:pt x="1" y="0"/>
                  </a:moveTo>
                  <a:lnTo>
                    <a:pt x="1" y="226"/>
                  </a:lnTo>
                  <a:lnTo>
                    <a:pt x="1" y="226"/>
                  </a:lnTo>
                  <a:lnTo>
                    <a:pt x="1" y="0"/>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9" name="Google Shape;5269;p44"/>
            <p:cNvSpPr/>
            <p:nvPr/>
          </p:nvSpPr>
          <p:spPr>
            <a:xfrm>
              <a:off x="3601650" y="2427975"/>
              <a:ext cx="650" cy="5675"/>
            </a:xfrm>
            <a:custGeom>
              <a:avLst/>
              <a:gdLst/>
              <a:ahLst/>
              <a:cxnLst/>
              <a:rect l="l" t="t" r="r" b="b"/>
              <a:pathLst>
                <a:path w="26" h="227" extrusionOk="0">
                  <a:moveTo>
                    <a:pt x="26" y="0"/>
                  </a:moveTo>
                  <a:lnTo>
                    <a:pt x="1" y="226"/>
                  </a:lnTo>
                  <a:lnTo>
                    <a:pt x="26" y="226"/>
                  </a:lnTo>
                  <a:lnTo>
                    <a:pt x="26"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0" name="Google Shape;5270;p44"/>
            <p:cNvSpPr/>
            <p:nvPr/>
          </p:nvSpPr>
          <p:spPr>
            <a:xfrm>
              <a:off x="3601650" y="2427975"/>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1" name="Google Shape;5271;p44"/>
            <p:cNvSpPr/>
            <p:nvPr/>
          </p:nvSpPr>
          <p:spPr>
            <a:xfrm>
              <a:off x="3601650" y="2427975"/>
              <a:ext cx="25" cy="5675"/>
            </a:xfrm>
            <a:custGeom>
              <a:avLst/>
              <a:gdLst/>
              <a:ahLst/>
              <a:cxnLst/>
              <a:rect l="l" t="t" r="r" b="b"/>
              <a:pathLst>
                <a:path w="1" h="227" extrusionOk="0">
                  <a:moveTo>
                    <a:pt x="1" y="0"/>
                  </a:moveTo>
                  <a:lnTo>
                    <a:pt x="1" y="226"/>
                  </a:lnTo>
                  <a:cubicBezTo>
                    <a:pt x="1" y="226"/>
                    <a:pt x="1" y="226"/>
                    <a:pt x="1" y="226"/>
                  </a:cubicBezTo>
                  <a:lnTo>
                    <a:pt x="1" y="0"/>
                  </a:lnTo>
                  <a:cubicBezTo>
                    <a:pt x="1" y="0"/>
                    <a:pt x="1" y="0"/>
                    <a:pt x="1"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2" name="Google Shape;5272;p44"/>
            <p:cNvSpPr/>
            <p:nvPr/>
          </p:nvSpPr>
          <p:spPr>
            <a:xfrm>
              <a:off x="3601025" y="2427975"/>
              <a:ext cx="650" cy="5675"/>
            </a:xfrm>
            <a:custGeom>
              <a:avLst/>
              <a:gdLst/>
              <a:ahLst/>
              <a:cxnLst/>
              <a:rect l="l" t="t" r="r" b="b"/>
              <a:pathLst>
                <a:path w="26" h="227" extrusionOk="0">
                  <a:moveTo>
                    <a:pt x="1" y="0"/>
                  </a:moveTo>
                  <a:lnTo>
                    <a:pt x="1" y="226"/>
                  </a:lnTo>
                  <a:lnTo>
                    <a:pt x="26" y="226"/>
                  </a:lnTo>
                  <a:lnTo>
                    <a:pt x="26" y="0"/>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3" name="Google Shape;5273;p44"/>
            <p:cNvSpPr/>
            <p:nvPr/>
          </p:nvSpPr>
          <p:spPr>
            <a:xfrm>
              <a:off x="3601025" y="2427975"/>
              <a:ext cx="25" cy="5675"/>
            </a:xfrm>
            <a:custGeom>
              <a:avLst/>
              <a:gdLst/>
              <a:ahLst/>
              <a:cxnLst/>
              <a:rect l="l" t="t" r="r" b="b"/>
              <a:pathLst>
                <a:path w="1" h="227" extrusionOk="0">
                  <a:moveTo>
                    <a:pt x="1" y="0"/>
                  </a:moveTo>
                  <a:lnTo>
                    <a:pt x="1" y="226"/>
                  </a:lnTo>
                  <a:cubicBezTo>
                    <a:pt x="1" y="226"/>
                    <a:pt x="1" y="226"/>
                    <a:pt x="1" y="226"/>
                  </a:cubicBezTo>
                  <a:lnTo>
                    <a:pt x="1" y="0"/>
                  </a:lnTo>
                  <a:lnTo>
                    <a:pt x="1"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4" name="Google Shape;5274;p44"/>
            <p:cNvSpPr/>
            <p:nvPr/>
          </p:nvSpPr>
          <p:spPr>
            <a:xfrm>
              <a:off x="3600400" y="2427350"/>
              <a:ext cx="650" cy="6300"/>
            </a:xfrm>
            <a:custGeom>
              <a:avLst/>
              <a:gdLst/>
              <a:ahLst/>
              <a:cxnLst/>
              <a:rect l="l" t="t" r="r" b="b"/>
              <a:pathLst>
                <a:path w="26" h="252" extrusionOk="0">
                  <a:moveTo>
                    <a:pt x="1" y="0"/>
                  </a:moveTo>
                  <a:lnTo>
                    <a:pt x="1" y="251"/>
                  </a:lnTo>
                  <a:lnTo>
                    <a:pt x="26" y="251"/>
                  </a:lnTo>
                  <a:lnTo>
                    <a:pt x="26" y="25"/>
                  </a:lnTo>
                  <a:cubicBezTo>
                    <a:pt x="26" y="25"/>
                    <a:pt x="26"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5" name="Google Shape;5275;p44"/>
            <p:cNvSpPr/>
            <p:nvPr/>
          </p:nvSpPr>
          <p:spPr>
            <a:xfrm>
              <a:off x="3643000" y="2421700"/>
              <a:ext cx="10675" cy="12575"/>
            </a:xfrm>
            <a:custGeom>
              <a:avLst/>
              <a:gdLst/>
              <a:ahLst/>
              <a:cxnLst/>
              <a:rect l="l" t="t" r="r" b="b"/>
              <a:pathLst>
                <a:path w="427" h="503" extrusionOk="0">
                  <a:moveTo>
                    <a:pt x="427" y="1"/>
                  </a:moveTo>
                  <a:lnTo>
                    <a:pt x="1" y="277"/>
                  </a:lnTo>
                  <a:lnTo>
                    <a:pt x="1" y="502"/>
                  </a:lnTo>
                  <a:lnTo>
                    <a:pt x="427" y="251"/>
                  </a:lnTo>
                  <a:lnTo>
                    <a:pt x="427"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6" name="Google Shape;5276;p44"/>
            <p:cNvSpPr/>
            <p:nvPr/>
          </p:nvSpPr>
          <p:spPr>
            <a:xfrm>
              <a:off x="3626100" y="2420450"/>
              <a:ext cx="13800" cy="13825"/>
            </a:xfrm>
            <a:custGeom>
              <a:avLst/>
              <a:gdLst/>
              <a:ahLst/>
              <a:cxnLst/>
              <a:rect l="l" t="t" r="r" b="b"/>
              <a:pathLst>
                <a:path w="552" h="553" extrusionOk="0">
                  <a:moveTo>
                    <a:pt x="0" y="1"/>
                  </a:moveTo>
                  <a:lnTo>
                    <a:pt x="0" y="251"/>
                  </a:lnTo>
                  <a:lnTo>
                    <a:pt x="551" y="552"/>
                  </a:lnTo>
                  <a:lnTo>
                    <a:pt x="551" y="327"/>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7" name="Google Shape;5277;p44"/>
            <p:cNvSpPr/>
            <p:nvPr/>
          </p:nvSpPr>
          <p:spPr>
            <a:xfrm>
              <a:off x="3568450" y="2422325"/>
              <a:ext cx="11300" cy="12575"/>
            </a:xfrm>
            <a:custGeom>
              <a:avLst/>
              <a:gdLst/>
              <a:ahLst/>
              <a:cxnLst/>
              <a:rect l="l" t="t" r="r" b="b"/>
              <a:pathLst>
                <a:path w="452" h="503" extrusionOk="0">
                  <a:moveTo>
                    <a:pt x="451" y="1"/>
                  </a:moveTo>
                  <a:lnTo>
                    <a:pt x="0" y="252"/>
                  </a:lnTo>
                  <a:lnTo>
                    <a:pt x="0" y="502"/>
                  </a:lnTo>
                  <a:lnTo>
                    <a:pt x="451" y="226"/>
                  </a:lnTo>
                  <a:lnTo>
                    <a:pt x="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8" name="Google Shape;5278;p44"/>
            <p:cNvSpPr/>
            <p:nvPr/>
          </p:nvSpPr>
          <p:spPr>
            <a:xfrm>
              <a:off x="3625475" y="2411850"/>
              <a:ext cx="29450" cy="17250"/>
            </a:xfrm>
            <a:custGeom>
              <a:avLst/>
              <a:gdLst/>
              <a:ahLst/>
              <a:cxnLst/>
              <a:rect l="l" t="t" r="r" b="b"/>
              <a:pathLst>
                <a:path w="1178" h="690" extrusionOk="0">
                  <a:moveTo>
                    <a:pt x="529" y="0"/>
                  </a:moveTo>
                  <a:cubicBezTo>
                    <a:pt x="508" y="0"/>
                    <a:pt x="489" y="6"/>
                    <a:pt x="476" y="19"/>
                  </a:cubicBezTo>
                  <a:lnTo>
                    <a:pt x="25" y="270"/>
                  </a:lnTo>
                  <a:cubicBezTo>
                    <a:pt x="0" y="295"/>
                    <a:pt x="0" y="320"/>
                    <a:pt x="25" y="345"/>
                  </a:cubicBezTo>
                  <a:lnTo>
                    <a:pt x="576" y="671"/>
                  </a:lnTo>
                  <a:cubicBezTo>
                    <a:pt x="589" y="683"/>
                    <a:pt x="608" y="689"/>
                    <a:pt x="630" y="689"/>
                  </a:cubicBezTo>
                  <a:cubicBezTo>
                    <a:pt x="652" y="689"/>
                    <a:pt x="677" y="683"/>
                    <a:pt x="702" y="671"/>
                  </a:cubicBezTo>
                  <a:lnTo>
                    <a:pt x="1128" y="395"/>
                  </a:lnTo>
                  <a:cubicBezTo>
                    <a:pt x="1178" y="395"/>
                    <a:pt x="1178" y="345"/>
                    <a:pt x="1128" y="320"/>
                  </a:cubicBezTo>
                  <a:lnTo>
                    <a:pt x="602" y="19"/>
                  </a:lnTo>
                  <a:cubicBezTo>
                    <a:pt x="576" y="6"/>
                    <a:pt x="551" y="0"/>
                    <a:pt x="529"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9" name="Google Shape;5279;p44"/>
            <p:cNvSpPr/>
            <p:nvPr/>
          </p:nvSpPr>
          <p:spPr>
            <a:xfrm>
              <a:off x="3626100" y="2411675"/>
              <a:ext cx="27575" cy="15075"/>
            </a:xfrm>
            <a:custGeom>
              <a:avLst/>
              <a:gdLst/>
              <a:ahLst/>
              <a:cxnLst/>
              <a:rect l="l" t="t" r="r" b="b"/>
              <a:pathLst>
                <a:path w="1103" h="603" extrusionOk="0">
                  <a:moveTo>
                    <a:pt x="501" y="1"/>
                  </a:moveTo>
                  <a:cubicBezTo>
                    <a:pt x="501" y="1"/>
                    <a:pt x="476" y="1"/>
                    <a:pt x="451" y="26"/>
                  </a:cubicBezTo>
                  <a:cubicBezTo>
                    <a:pt x="451" y="26"/>
                    <a:pt x="25" y="277"/>
                    <a:pt x="0" y="277"/>
                  </a:cubicBezTo>
                  <a:lnTo>
                    <a:pt x="25" y="277"/>
                  </a:lnTo>
                  <a:lnTo>
                    <a:pt x="551" y="602"/>
                  </a:lnTo>
                  <a:lnTo>
                    <a:pt x="652" y="602"/>
                  </a:lnTo>
                  <a:cubicBezTo>
                    <a:pt x="652" y="602"/>
                    <a:pt x="1103" y="327"/>
                    <a:pt x="1103" y="327"/>
                  </a:cubicBezTo>
                  <a:lnTo>
                    <a:pt x="551" y="26"/>
                  </a:lnTo>
                  <a:cubicBezTo>
                    <a:pt x="551" y="1"/>
                    <a:pt x="526" y="1"/>
                    <a:pt x="501" y="1"/>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0" name="Google Shape;5280;p44"/>
            <p:cNvSpPr/>
            <p:nvPr/>
          </p:nvSpPr>
          <p:spPr>
            <a:xfrm>
              <a:off x="3642375" y="2428600"/>
              <a:ext cx="650" cy="5675"/>
            </a:xfrm>
            <a:custGeom>
              <a:avLst/>
              <a:gdLst/>
              <a:ahLst/>
              <a:cxnLst/>
              <a:rect l="l" t="t" r="r" b="b"/>
              <a:pathLst>
                <a:path w="26" h="227" extrusionOk="0">
                  <a:moveTo>
                    <a:pt x="1" y="1"/>
                  </a:moveTo>
                  <a:lnTo>
                    <a:pt x="1" y="226"/>
                  </a:lnTo>
                  <a:lnTo>
                    <a:pt x="26" y="226"/>
                  </a:ln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1" name="Google Shape;5281;p44"/>
            <p:cNvSpPr/>
            <p:nvPr/>
          </p:nvSpPr>
          <p:spPr>
            <a:xfrm>
              <a:off x="3641750" y="2428600"/>
              <a:ext cx="650" cy="6300"/>
            </a:xfrm>
            <a:custGeom>
              <a:avLst/>
              <a:gdLst/>
              <a:ahLst/>
              <a:cxnLst/>
              <a:rect l="l" t="t" r="r" b="b"/>
              <a:pathLst>
                <a:path w="26" h="252" extrusionOk="0">
                  <a:moveTo>
                    <a:pt x="1" y="1"/>
                  </a:moveTo>
                  <a:lnTo>
                    <a:pt x="1" y="251"/>
                  </a:lnTo>
                  <a:cubicBezTo>
                    <a:pt x="1" y="251"/>
                    <a:pt x="26" y="251"/>
                    <a:pt x="26" y="226"/>
                  </a:cubicBez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2" name="Google Shape;5282;p44"/>
            <p:cNvSpPr/>
            <p:nvPr/>
          </p:nvSpPr>
          <p:spPr>
            <a:xfrm>
              <a:off x="3641750" y="24286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3" name="Google Shape;5283;p44"/>
            <p:cNvSpPr/>
            <p:nvPr/>
          </p:nvSpPr>
          <p:spPr>
            <a:xfrm>
              <a:off x="3641125" y="2428600"/>
              <a:ext cx="650" cy="6300"/>
            </a:xfrm>
            <a:custGeom>
              <a:avLst/>
              <a:gdLst/>
              <a:ahLst/>
              <a:cxnLst/>
              <a:rect l="l" t="t" r="r" b="b"/>
              <a:pathLst>
                <a:path w="26" h="252" extrusionOk="0">
                  <a:moveTo>
                    <a:pt x="1" y="1"/>
                  </a:moveTo>
                  <a:lnTo>
                    <a:pt x="1" y="251"/>
                  </a:lnTo>
                  <a:lnTo>
                    <a:pt x="26" y="251"/>
                  </a:lnTo>
                  <a:lnTo>
                    <a:pt x="26"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4" name="Google Shape;5284;p44"/>
            <p:cNvSpPr/>
            <p:nvPr/>
          </p:nvSpPr>
          <p:spPr>
            <a:xfrm>
              <a:off x="3641125" y="2428600"/>
              <a:ext cx="25" cy="6300"/>
            </a:xfrm>
            <a:custGeom>
              <a:avLst/>
              <a:gdLst/>
              <a:ahLst/>
              <a:cxnLst/>
              <a:rect l="l" t="t" r="r" b="b"/>
              <a:pathLst>
                <a:path w="1" h="252" extrusionOk="0">
                  <a:moveTo>
                    <a:pt x="1" y="1"/>
                  </a:moveTo>
                  <a:lnTo>
                    <a:pt x="1" y="251"/>
                  </a:lnTo>
                  <a:lnTo>
                    <a:pt x="1" y="251"/>
                  </a:ln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5" name="Google Shape;5285;p44"/>
            <p:cNvSpPr/>
            <p:nvPr/>
          </p:nvSpPr>
          <p:spPr>
            <a:xfrm>
              <a:off x="3641125" y="24286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44"/>
            <p:cNvSpPr/>
            <p:nvPr/>
          </p:nvSpPr>
          <p:spPr>
            <a:xfrm>
              <a:off x="3640500" y="2428600"/>
              <a:ext cx="650" cy="6300"/>
            </a:xfrm>
            <a:custGeom>
              <a:avLst/>
              <a:gdLst/>
              <a:ahLst/>
              <a:cxnLst/>
              <a:rect l="l" t="t" r="r" b="b"/>
              <a:pathLst>
                <a:path w="26" h="252" extrusionOk="0">
                  <a:moveTo>
                    <a:pt x="1" y="1"/>
                  </a:moveTo>
                  <a:lnTo>
                    <a:pt x="1" y="251"/>
                  </a:lnTo>
                  <a:lnTo>
                    <a:pt x="26" y="251"/>
                  </a:lnTo>
                  <a:lnTo>
                    <a:pt x="26"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7" name="Google Shape;5287;p44"/>
            <p:cNvSpPr/>
            <p:nvPr/>
          </p:nvSpPr>
          <p:spPr>
            <a:xfrm>
              <a:off x="3640500" y="24286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8" name="Google Shape;5288;p44"/>
            <p:cNvSpPr/>
            <p:nvPr/>
          </p:nvSpPr>
          <p:spPr>
            <a:xfrm>
              <a:off x="3640500" y="24286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9" name="Google Shape;5289;p44"/>
            <p:cNvSpPr/>
            <p:nvPr/>
          </p:nvSpPr>
          <p:spPr>
            <a:xfrm>
              <a:off x="3639875" y="2428600"/>
              <a:ext cx="650" cy="6300"/>
            </a:xfrm>
            <a:custGeom>
              <a:avLst/>
              <a:gdLst/>
              <a:ahLst/>
              <a:cxnLst/>
              <a:rect l="l" t="t" r="r" b="b"/>
              <a:pathLst>
                <a:path w="26" h="252" extrusionOk="0">
                  <a:moveTo>
                    <a:pt x="0" y="1"/>
                  </a:moveTo>
                  <a:lnTo>
                    <a:pt x="0" y="226"/>
                  </a:lnTo>
                  <a:cubicBezTo>
                    <a:pt x="0" y="226"/>
                    <a:pt x="0" y="251"/>
                    <a:pt x="26" y="251"/>
                  </a:cubicBezTo>
                  <a:lnTo>
                    <a:pt x="26"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0" name="Google Shape;5290;p44"/>
            <p:cNvSpPr/>
            <p:nvPr/>
          </p:nvSpPr>
          <p:spPr>
            <a:xfrm>
              <a:off x="3639875" y="24286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1" name="Google Shape;5291;p44"/>
            <p:cNvSpPr/>
            <p:nvPr/>
          </p:nvSpPr>
          <p:spPr>
            <a:xfrm>
              <a:off x="3442500" y="2375975"/>
              <a:ext cx="92125" cy="58925"/>
            </a:xfrm>
            <a:custGeom>
              <a:avLst/>
              <a:gdLst/>
              <a:ahLst/>
              <a:cxnLst/>
              <a:rect l="l" t="t" r="r" b="b"/>
              <a:pathLst>
                <a:path w="3685" h="2357" extrusionOk="0">
                  <a:moveTo>
                    <a:pt x="1" y="0"/>
                  </a:moveTo>
                  <a:lnTo>
                    <a:pt x="1" y="226"/>
                  </a:lnTo>
                  <a:lnTo>
                    <a:pt x="3685" y="2356"/>
                  </a:lnTo>
                  <a:lnTo>
                    <a:pt x="3685" y="213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44"/>
            <p:cNvSpPr/>
            <p:nvPr/>
          </p:nvSpPr>
          <p:spPr>
            <a:xfrm>
              <a:off x="3607300" y="2422950"/>
              <a:ext cx="11300" cy="12575"/>
            </a:xfrm>
            <a:custGeom>
              <a:avLst/>
              <a:gdLst/>
              <a:ahLst/>
              <a:cxnLst/>
              <a:rect l="l" t="t" r="r" b="b"/>
              <a:pathLst>
                <a:path w="452" h="503" extrusionOk="0">
                  <a:moveTo>
                    <a:pt x="451" y="1"/>
                  </a:moveTo>
                  <a:lnTo>
                    <a:pt x="0" y="277"/>
                  </a:lnTo>
                  <a:lnTo>
                    <a:pt x="0" y="502"/>
                  </a:lnTo>
                  <a:lnTo>
                    <a:pt x="451" y="252"/>
                  </a:lnTo>
                  <a:lnTo>
                    <a:pt x="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3" name="Google Shape;5293;p44"/>
            <p:cNvSpPr/>
            <p:nvPr/>
          </p:nvSpPr>
          <p:spPr>
            <a:xfrm>
              <a:off x="3568450" y="2428600"/>
              <a:ext cx="25" cy="6300"/>
            </a:xfrm>
            <a:custGeom>
              <a:avLst/>
              <a:gdLst/>
              <a:ahLst/>
              <a:cxnLst/>
              <a:rect l="l" t="t" r="r" b="b"/>
              <a:pathLst>
                <a:path w="1" h="252" extrusionOk="0">
                  <a:moveTo>
                    <a:pt x="0" y="1"/>
                  </a:moveTo>
                  <a:lnTo>
                    <a:pt x="0" y="251"/>
                  </a:lnTo>
                  <a:lnTo>
                    <a:pt x="0" y="251"/>
                  </a:ln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4" name="Google Shape;5294;p44"/>
            <p:cNvSpPr/>
            <p:nvPr/>
          </p:nvSpPr>
          <p:spPr>
            <a:xfrm>
              <a:off x="3567825" y="2428600"/>
              <a:ext cx="650" cy="6300"/>
            </a:xfrm>
            <a:custGeom>
              <a:avLst/>
              <a:gdLst/>
              <a:ahLst/>
              <a:cxnLst/>
              <a:rect l="l" t="t" r="r" b="b"/>
              <a:pathLst>
                <a:path w="26" h="252" extrusionOk="0">
                  <a:moveTo>
                    <a:pt x="25" y="1"/>
                  </a:moveTo>
                  <a:cubicBezTo>
                    <a:pt x="25" y="1"/>
                    <a:pt x="25" y="1"/>
                    <a:pt x="0" y="26"/>
                  </a:cubicBez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5" name="Google Shape;5295;p44"/>
            <p:cNvSpPr/>
            <p:nvPr/>
          </p:nvSpPr>
          <p:spPr>
            <a:xfrm>
              <a:off x="3567825" y="24292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6" name="Google Shape;5296;p44"/>
            <p:cNvSpPr/>
            <p:nvPr/>
          </p:nvSpPr>
          <p:spPr>
            <a:xfrm>
              <a:off x="3567825" y="24292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7" name="Google Shape;5297;p44"/>
            <p:cNvSpPr/>
            <p:nvPr/>
          </p:nvSpPr>
          <p:spPr>
            <a:xfrm>
              <a:off x="3567825" y="2429225"/>
              <a:ext cx="25" cy="6300"/>
            </a:xfrm>
            <a:custGeom>
              <a:avLst/>
              <a:gdLst/>
              <a:ahLst/>
              <a:cxnLst/>
              <a:rect l="l" t="t" r="r" b="b"/>
              <a:pathLst>
                <a:path w="1" h="252" extrusionOk="0">
                  <a:moveTo>
                    <a:pt x="0" y="1"/>
                  </a:moveTo>
                  <a:lnTo>
                    <a:pt x="0" y="226"/>
                  </a:lnTo>
                  <a:cubicBezTo>
                    <a:pt x="0" y="251"/>
                    <a:pt x="0" y="251"/>
                    <a:pt x="0" y="251"/>
                  </a:cubicBez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8" name="Google Shape;5298;p44"/>
            <p:cNvSpPr/>
            <p:nvPr/>
          </p:nvSpPr>
          <p:spPr>
            <a:xfrm>
              <a:off x="3567825" y="24292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9" name="Google Shape;5299;p44"/>
            <p:cNvSpPr/>
            <p:nvPr/>
          </p:nvSpPr>
          <p:spPr>
            <a:xfrm>
              <a:off x="3567825" y="2429225"/>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0" name="Google Shape;5300;p44"/>
            <p:cNvSpPr/>
            <p:nvPr/>
          </p:nvSpPr>
          <p:spPr>
            <a:xfrm>
              <a:off x="3567825" y="2429850"/>
              <a:ext cx="25" cy="5675"/>
            </a:xfrm>
            <a:custGeom>
              <a:avLst/>
              <a:gdLst/>
              <a:ahLst/>
              <a:cxnLst/>
              <a:rect l="l" t="t" r="r" b="b"/>
              <a:pathLst>
                <a:path w="1" h="227" extrusionOk="0">
                  <a:moveTo>
                    <a:pt x="0" y="1"/>
                  </a:moveTo>
                  <a:lnTo>
                    <a:pt x="0" y="226"/>
                  </a:lnTo>
                  <a:lnTo>
                    <a:pt x="0" y="22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1" name="Google Shape;5301;p44"/>
            <p:cNvSpPr/>
            <p:nvPr/>
          </p:nvSpPr>
          <p:spPr>
            <a:xfrm>
              <a:off x="3720700" y="2423600"/>
              <a:ext cx="11300" cy="12550"/>
            </a:xfrm>
            <a:custGeom>
              <a:avLst/>
              <a:gdLst/>
              <a:ahLst/>
              <a:cxnLst/>
              <a:rect l="l" t="t" r="r" b="b"/>
              <a:pathLst>
                <a:path w="452" h="502" extrusionOk="0">
                  <a:moveTo>
                    <a:pt x="452" y="0"/>
                  </a:moveTo>
                  <a:lnTo>
                    <a:pt x="1" y="251"/>
                  </a:lnTo>
                  <a:lnTo>
                    <a:pt x="1" y="501"/>
                  </a:lnTo>
                  <a:lnTo>
                    <a:pt x="452" y="251"/>
                  </a:lnTo>
                  <a:lnTo>
                    <a:pt x="452"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2" name="Google Shape;5302;p44"/>
            <p:cNvSpPr/>
            <p:nvPr/>
          </p:nvSpPr>
          <p:spPr>
            <a:xfrm>
              <a:off x="3703775" y="2422325"/>
              <a:ext cx="13825" cy="13825"/>
            </a:xfrm>
            <a:custGeom>
              <a:avLst/>
              <a:gdLst/>
              <a:ahLst/>
              <a:cxnLst/>
              <a:rect l="l" t="t" r="r" b="b"/>
              <a:pathLst>
                <a:path w="553" h="553" extrusionOk="0">
                  <a:moveTo>
                    <a:pt x="1" y="1"/>
                  </a:moveTo>
                  <a:lnTo>
                    <a:pt x="1" y="226"/>
                  </a:lnTo>
                  <a:lnTo>
                    <a:pt x="552" y="552"/>
                  </a:lnTo>
                  <a:lnTo>
                    <a:pt x="552" y="302"/>
                  </a:lnTo>
                  <a:lnTo>
                    <a:pt x="1"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3" name="Google Shape;5303;p44"/>
            <p:cNvSpPr/>
            <p:nvPr/>
          </p:nvSpPr>
          <p:spPr>
            <a:xfrm>
              <a:off x="3582850" y="2422325"/>
              <a:ext cx="13200" cy="13825"/>
            </a:xfrm>
            <a:custGeom>
              <a:avLst/>
              <a:gdLst/>
              <a:ahLst/>
              <a:cxnLst/>
              <a:rect l="l" t="t" r="r" b="b"/>
              <a:pathLst>
                <a:path w="528" h="553" extrusionOk="0">
                  <a:moveTo>
                    <a:pt x="1" y="1"/>
                  </a:moveTo>
                  <a:lnTo>
                    <a:pt x="1" y="226"/>
                  </a:lnTo>
                  <a:lnTo>
                    <a:pt x="527" y="552"/>
                  </a:lnTo>
                  <a:lnTo>
                    <a:pt x="527" y="30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4" name="Google Shape;5304;p44"/>
            <p:cNvSpPr/>
            <p:nvPr/>
          </p:nvSpPr>
          <p:spPr>
            <a:xfrm>
              <a:off x="3720075" y="2429850"/>
              <a:ext cx="650" cy="6300"/>
            </a:xfrm>
            <a:custGeom>
              <a:avLst/>
              <a:gdLst/>
              <a:ahLst/>
              <a:cxnLst/>
              <a:rect l="l" t="t" r="r" b="b"/>
              <a:pathLst>
                <a:path w="26" h="252" extrusionOk="0">
                  <a:moveTo>
                    <a:pt x="26" y="1"/>
                  </a:moveTo>
                  <a:cubicBezTo>
                    <a:pt x="26" y="1"/>
                    <a:pt x="26" y="26"/>
                    <a:pt x="0" y="26"/>
                  </a:cubicBezTo>
                  <a:lnTo>
                    <a:pt x="0" y="251"/>
                  </a:lnTo>
                  <a:lnTo>
                    <a:pt x="26" y="251"/>
                  </a:ln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5" name="Google Shape;5305;p44"/>
            <p:cNvSpPr/>
            <p:nvPr/>
          </p:nvSpPr>
          <p:spPr>
            <a:xfrm>
              <a:off x="3720075" y="24304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6" name="Google Shape;5306;p44"/>
            <p:cNvSpPr/>
            <p:nvPr/>
          </p:nvSpPr>
          <p:spPr>
            <a:xfrm>
              <a:off x="3719450" y="2430475"/>
              <a:ext cx="650" cy="5675"/>
            </a:xfrm>
            <a:custGeom>
              <a:avLst/>
              <a:gdLst/>
              <a:ahLst/>
              <a:cxnLst/>
              <a:rect l="l" t="t" r="r" b="b"/>
              <a:pathLst>
                <a:path w="26" h="227" extrusionOk="0">
                  <a:moveTo>
                    <a:pt x="0" y="1"/>
                  </a:moveTo>
                  <a:lnTo>
                    <a:pt x="0" y="226"/>
                  </a:lnTo>
                  <a:lnTo>
                    <a:pt x="25" y="226"/>
                  </a:lnTo>
                  <a:lnTo>
                    <a:pt x="25"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44"/>
            <p:cNvSpPr/>
            <p:nvPr/>
          </p:nvSpPr>
          <p:spPr>
            <a:xfrm>
              <a:off x="3719450" y="24304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44"/>
            <p:cNvSpPr/>
            <p:nvPr/>
          </p:nvSpPr>
          <p:spPr>
            <a:xfrm>
              <a:off x="3718825" y="2430475"/>
              <a:ext cx="650" cy="5675"/>
            </a:xfrm>
            <a:custGeom>
              <a:avLst/>
              <a:gdLst/>
              <a:ahLst/>
              <a:cxnLst/>
              <a:rect l="l" t="t" r="r" b="b"/>
              <a:pathLst>
                <a:path w="26" h="227" extrusionOk="0">
                  <a:moveTo>
                    <a:pt x="0" y="1"/>
                  </a:moveTo>
                  <a:lnTo>
                    <a:pt x="0" y="226"/>
                  </a:lnTo>
                  <a:lnTo>
                    <a:pt x="25" y="226"/>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44"/>
            <p:cNvSpPr/>
            <p:nvPr/>
          </p:nvSpPr>
          <p:spPr>
            <a:xfrm>
              <a:off x="3718825" y="24304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0" name="Google Shape;5310;p44"/>
            <p:cNvSpPr/>
            <p:nvPr/>
          </p:nvSpPr>
          <p:spPr>
            <a:xfrm>
              <a:off x="3718825" y="24304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1" name="Google Shape;5311;p44"/>
            <p:cNvSpPr/>
            <p:nvPr/>
          </p:nvSpPr>
          <p:spPr>
            <a:xfrm>
              <a:off x="3718200" y="2430475"/>
              <a:ext cx="650" cy="5675"/>
            </a:xfrm>
            <a:custGeom>
              <a:avLst/>
              <a:gdLst/>
              <a:ahLst/>
              <a:cxnLst/>
              <a:rect l="l" t="t" r="r" b="b"/>
              <a:pathLst>
                <a:path w="26" h="227" extrusionOk="0">
                  <a:moveTo>
                    <a:pt x="0" y="1"/>
                  </a:moveTo>
                  <a:lnTo>
                    <a:pt x="0" y="226"/>
                  </a:lnTo>
                  <a:lnTo>
                    <a:pt x="25" y="226"/>
                  </a:lnTo>
                  <a:lnTo>
                    <a:pt x="25"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2" name="Google Shape;5312;p44"/>
            <p:cNvSpPr/>
            <p:nvPr/>
          </p:nvSpPr>
          <p:spPr>
            <a:xfrm>
              <a:off x="3718200" y="24304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3" name="Google Shape;5313;p44"/>
            <p:cNvSpPr/>
            <p:nvPr/>
          </p:nvSpPr>
          <p:spPr>
            <a:xfrm>
              <a:off x="3717575" y="2430475"/>
              <a:ext cx="650" cy="5675"/>
            </a:xfrm>
            <a:custGeom>
              <a:avLst/>
              <a:gdLst/>
              <a:ahLst/>
              <a:cxnLst/>
              <a:rect l="l" t="t" r="r" b="b"/>
              <a:pathLst>
                <a:path w="26" h="227" extrusionOk="0">
                  <a:moveTo>
                    <a:pt x="0" y="1"/>
                  </a:moveTo>
                  <a:lnTo>
                    <a:pt x="0" y="226"/>
                  </a:lnTo>
                  <a:lnTo>
                    <a:pt x="25" y="226"/>
                  </a:lnTo>
                  <a:lnTo>
                    <a:pt x="25"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4" name="Google Shape;5314;p44"/>
            <p:cNvSpPr/>
            <p:nvPr/>
          </p:nvSpPr>
          <p:spPr>
            <a:xfrm>
              <a:off x="3717575" y="2429850"/>
              <a:ext cx="25" cy="6300"/>
            </a:xfrm>
            <a:custGeom>
              <a:avLst/>
              <a:gdLst/>
              <a:ahLst/>
              <a:cxnLst/>
              <a:rect l="l" t="t" r="r" b="b"/>
              <a:pathLst>
                <a:path w="1" h="252" extrusionOk="0">
                  <a:moveTo>
                    <a:pt x="0" y="26"/>
                  </a:moveTo>
                  <a:lnTo>
                    <a:pt x="0" y="251"/>
                  </a:lnTo>
                  <a:cubicBezTo>
                    <a:pt x="0" y="251"/>
                    <a:pt x="0" y="251"/>
                    <a:pt x="0" y="251"/>
                  </a:cubicBezTo>
                  <a:lnTo>
                    <a:pt x="0" y="1"/>
                  </a:lnTo>
                  <a:cubicBezTo>
                    <a:pt x="0" y="1"/>
                    <a:pt x="0" y="26"/>
                    <a:pt x="0" y="26"/>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5" name="Google Shape;5315;p44"/>
            <p:cNvSpPr/>
            <p:nvPr/>
          </p:nvSpPr>
          <p:spPr>
            <a:xfrm>
              <a:off x="3703150" y="2413725"/>
              <a:ext cx="29475" cy="16625"/>
            </a:xfrm>
            <a:custGeom>
              <a:avLst/>
              <a:gdLst/>
              <a:ahLst/>
              <a:cxnLst/>
              <a:rect l="l" t="t" r="r" b="b"/>
              <a:pathLst>
                <a:path w="1179" h="665" extrusionOk="0">
                  <a:moveTo>
                    <a:pt x="540" y="0"/>
                  </a:moveTo>
                  <a:cubicBezTo>
                    <a:pt x="515" y="0"/>
                    <a:pt x="490" y="7"/>
                    <a:pt x="477" y="19"/>
                  </a:cubicBezTo>
                  <a:lnTo>
                    <a:pt x="26" y="270"/>
                  </a:lnTo>
                  <a:cubicBezTo>
                    <a:pt x="1" y="295"/>
                    <a:pt x="1" y="320"/>
                    <a:pt x="26" y="345"/>
                  </a:cubicBezTo>
                  <a:lnTo>
                    <a:pt x="577" y="646"/>
                  </a:lnTo>
                  <a:cubicBezTo>
                    <a:pt x="590" y="658"/>
                    <a:pt x="615" y="664"/>
                    <a:pt x="640" y="664"/>
                  </a:cubicBezTo>
                  <a:cubicBezTo>
                    <a:pt x="665" y="664"/>
                    <a:pt x="690" y="658"/>
                    <a:pt x="703" y="646"/>
                  </a:cubicBezTo>
                  <a:lnTo>
                    <a:pt x="1154" y="395"/>
                  </a:lnTo>
                  <a:cubicBezTo>
                    <a:pt x="1179" y="370"/>
                    <a:pt x="1179" y="345"/>
                    <a:pt x="1154" y="320"/>
                  </a:cubicBezTo>
                  <a:lnTo>
                    <a:pt x="602" y="19"/>
                  </a:lnTo>
                  <a:cubicBezTo>
                    <a:pt x="590" y="7"/>
                    <a:pt x="565" y="0"/>
                    <a:pt x="540"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6" name="Google Shape;5316;p44"/>
            <p:cNvSpPr/>
            <p:nvPr/>
          </p:nvSpPr>
          <p:spPr>
            <a:xfrm>
              <a:off x="3704400" y="2413575"/>
              <a:ext cx="26975" cy="15050"/>
            </a:xfrm>
            <a:custGeom>
              <a:avLst/>
              <a:gdLst/>
              <a:ahLst/>
              <a:cxnLst/>
              <a:rect l="l" t="t" r="r" b="b"/>
              <a:pathLst>
                <a:path w="1079" h="602" extrusionOk="0">
                  <a:moveTo>
                    <a:pt x="452" y="0"/>
                  </a:moveTo>
                  <a:cubicBezTo>
                    <a:pt x="452" y="0"/>
                    <a:pt x="1" y="276"/>
                    <a:pt x="1" y="276"/>
                  </a:cubicBezTo>
                  <a:lnTo>
                    <a:pt x="552" y="576"/>
                  </a:lnTo>
                  <a:cubicBezTo>
                    <a:pt x="552" y="602"/>
                    <a:pt x="577" y="602"/>
                    <a:pt x="577" y="602"/>
                  </a:cubicBezTo>
                  <a:cubicBezTo>
                    <a:pt x="602" y="602"/>
                    <a:pt x="627" y="602"/>
                    <a:pt x="627" y="576"/>
                  </a:cubicBezTo>
                  <a:cubicBezTo>
                    <a:pt x="627" y="576"/>
                    <a:pt x="1079" y="326"/>
                    <a:pt x="1079" y="326"/>
                  </a:cubicBezTo>
                  <a:lnTo>
                    <a:pt x="527"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7" name="Google Shape;5317;p44"/>
            <p:cNvSpPr/>
            <p:nvPr/>
          </p:nvSpPr>
          <p:spPr>
            <a:xfrm>
              <a:off x="3607300" y="2429850"/>
              <a:ext cx="25" cy="5675"/>
            </a:xfrm>
            <a:custGeom>
              <a:avLst/>
              <a:gdLst/>
              <a:ahLst/>
              <a:cxnLst/>
              <a:rect l="l" t="t" r="r" b="b"/>
              <a:pathLst>
                <a:path w="1" h="227" extrusionOk="0">
                  <a:moveTo>
                    <a:pt x="0" y="1"/>
                  </a:moveTo>
                  <a:lnTo>
                    <a:pt x="0" y="226"/>
                  </a:lnTo>
                  <a:lnTo>
                    <a:pt x="0" y="226"/>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8" name="Google Shape;5318;p44"/>
            <p:cNvSpPr/>
            <p:nvPr/>
          </p:nvSpPr>
          <p:spPr>
            <a:xfrm>
              <a:off x="3607300" y="24298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9" name="Google Shape;5319;p44"/>
            <p:cNvSpPr/>
            <p:nvPr/>
          </p:nvSpPr>
          <p:spPr>
            <a:xfrm>
              <a:off x="3606675" y="2429850"/>
              <a:ext cx="650" cy="6300"/>
            </a:xfrm>
            <a:custGeom>
              <a:avLst/>
              <a:gdLst/>
              <a:ahLst/>
              <a:cxnLst/>
              <a:rect l="l" t="t" r="r" b="b"/>
              <a:pathLst>
                <a:path w="26" h="252" extrusionOk="0">
                  <a:moveTo>
                    <a:pt x="0" y="1"/>
                  </a:moveTo>
                  <a:lnTo>
                    <a:pt x="0" y="251"/>
                  </a:lnTo>
                  <a:cubicBezTo>
                    <a:pt x="0" y="251"/>
                    <a:pt x="25" y="226"/>
                    <a:pt x="25" y="226"/>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0" name="Google Shape;5320;p44"/>
            <p:cNvSpPr/>
            <p:nvPr/>
          </p:nvSpPr>
          <p:spPr>
            <a:xfrm>
              <a:off x="3606675" y="24298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1" name="Google Shape;5321;p44"/>
            <p:cNvSpPr/>
            <p:nvPr/>
          </p:nvSpPr>
          <p:spPr>
            <a:xfrm>
              <a:off x="3606675" y="2429850"/>
              <a:ext cx="25" cy="6300"/>
            </a:xfrm>
            <a:custGeom>
              <a:avLst/>
              <a:gdLst/>
              <a:ahLst/>
              <a:cxnLst/>
              <a:rect l="l" t="t" r="r" b="b"/>
              <a:pathLst>
                <a:path w="1" h="252" extrusionOk="0">
                  <a:moveTo>
                    <a:pt x="0" y="1"/>
                  </a:moveTo>
                  <a:lnTo>
                    <a:pt x="0" y="251"/>
                  </a:lnTo>
                  <a:cubicBezTo>
                    <a:pt x="0" y="251"/>
                    <a:pt x="0" y="251"/>
                    <a:pt x="0" y="251"/>
                  </a:cubicBezTo>
                  <a:lnTo>
                    <a:pt x="0" y="26"/>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2" name="Google Shape;5322;p44"/>
            <p:cNvSpPr/>
            <p:nvPr/>
          </p:nvSpPr>
          <p:spPr>
            <a:xfrm>
              <a:off x="3606675" y="24304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3" name="Google Shape;5323;p44"/>
            <p:cNvSpPr/>
            <p:nvPr/>
          </p:nvSpPr>
          <p:spPr>
            <a:xfrm>
              <a:off x="3606675" y="243047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4" name="Google Shape;5324;p44"/>
            <p:cNvSpPr/>
            <p:nvPr/>
          </p:nvSpPr>
          <p:spPr>
            <a:xfrm>
              <a:off x="3606675" y="2430475"/>
              <a:ext cx="25" cy="5675"/>
            </a:xfrm>
            <a:custGeom>
              <a:avLst/>
              <a:gdLst/>
              <a:ahLst/>
              <a:cxnLst/>
              <a:rect l="l" t="t" r="r" b="b"/>
              <a:pathLst>
                <a:path w="1" h="227" extrusionOk="0">
                  <a:moveTo>
                    <a:pt x="0" y="1"/>
                  </a:moveTo>
                  <a:lnTo>
                    <a:pt x="0" y="226"/>
                  </a:lnTo>
                  <a:lnTo>
                    <a:pt x="0" y="22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5" name="Google Shape;5325;p44"/>
            <p:cNvSpPr/>
            <p:nvPr/>
          </p:nvSpPr>
          <p:spPr>
            <a:xfrm>
              <a:off x="3567825" y="2429850"/>
              <a:ext cx="650" cy="6925"/>
            </a:xfrm>
            <a:custGeom>
              <a:avLst/>
              <a:gdLst/>
              <a:ahLst/>
              <a:cxnLst/>
              <a:rect l="l" t="t" r="r" b="b"/>
              <a:pathLst>
                <a:path w="26" h="277" extrusionOk="0">
                  <a:moveTo>
                    <a:pt x="0" y="1"/>
                  </a:moveTo>
                  <a:lnTo>
                    <a:pt x="0" y="226"/>
                  </a:lnTo>
                  <a:cubicBezTo>
                    <a:pt x="0" y="251"/>
                    <a:pt x="0" y="251"/>
                    <a:pt x="25" y="276"/>
                  </a:cubicBezTo>
                  <a:lnTo>
                    <a:pt x="25" y="26"/>
                  </a:lnTo>
                  <a:cubicBezTo>
                    <a:pt x="0" y="26"/>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6" name="Google Shape;5326;p44"/>
            <p:cNvSpPr/>
            <p:nvPr/>
          </p:nvSpPr>
          <p:spPr>
            <a:xfrm>
              <a:off x="3621700" y="2422950"/>
              <a:ext cx="13825" cy="13825"/>
            </a:xfrm>
            <a:custGeom>
              <a:avLst/>
              <a:gdLst/>
              <a:ahLst/>
              <a:cxnLst/>
              <a:rect l="l" t="t" r="r" b="b"/>
              <a:pathLst>
                <a:path w="553" h="553" extrusionOk="0">
                  <a:moveTo>
                    <a:pt x="1" y="1"/>
                  </a:moveTo>
                  <a:lnTo>
                    <a:pt x="1" y="252"/>
                  </a:lnTo>
                  <a:lnTo>
                    <a:pt x="552" y="552"/>
                  </a:lnTo>
                  <a:lnTo>
                    <a:pt x="552" y="32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7" name="Google Shape;5327;p44"/>
            <p:cNvSpPr/>
            <p:nvPr/>
          </p:nvSpPr>
          <p:spPr>
            <a:xfrm>
              <a:off x="3534600" y="2429225"/>
              <a:ext cx="1300" cy="7550"/>
            </a:xfrm>
            <a:custGeom>
              <a:avLst/>
              <a:gdLst/>
              <a:ahLst/>
              <a:cxnLst/>
              <a:rect l="l" t="t" r="r" b="b"/>
              <a:pathLst>
                <a:path w="52" h="302" extrusionOk="0">
                  <a:moveTo>
                    <a:pt x="1" y="1"/>
                  </a:moveTo>
                  <a:lnTo>
                    <a:pt x="1" y="226"/>
                  </a:lnTo>
                  <a:cubicBezTo>
                    <a:pt x="51" y="251"/>
                    <a:pt x="51" y="276"/>
                    <a:pt x="51" y="301"/>
                  </a:cubicBezTo>
                  <a:lnTo>
                    <a:pt x="51" y="51"/>
                  </a:lnTo>
                  <a:cubicBezTo>
                    <a:pt x="51" y="51"/>
                    <a:pt x="5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8" name="Google Shape;5328;p44"/>
            <p:cNvSpPr/>
            <p:nvPr/>
          </p:nvSpPr>
          <p:spPr>
            <a:xfrm>
              <a:off x="3596025" y="2429850"/>
              <a:ext cx="1275" cy="6925"/>
            </a:xfrm>
            <a:custGeom>
              <a:avLst/>
              <a:gdLst/>
              <a:ahLst/>
              <a:cxnLst/>
              <a:rect l="l" t="t" r="r" b="b"/>
              <a:pathLst>
                <a:path w="51" h="277" extrusionOk="0">
                  <a:moveTo>
                    <a:pt x="0" y="1"/>
                  </a:moveTo>
                  <a:lnTo>
                    <a:pt x="0" y="251"/>
                  </a:lnTo>
                  <a:cubicBezTo>
                    <a:pt x="25" y="251"/>
                    <a:pt x="50" y="276"/>
                    <a:pt x="50" y="276"/>
                  </a:cubicBezTo>
                  <a:lnTo>
                    <a:pt x="50" y="51"/>
                  </a:lnTo>
                  <a:cubicBezTo>
                    <a:pt x="50" y="26"/>
                    <a:pt x="25" y="26"/>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9" name="Google Shape;5329;p44"/>
            <p:cNvSpPr/>
            <p:nvPr/>
          </p:nvSpPr>
          <p:spPr>
            <a:xfrm>
              <a:off x="3606675" y="2430475"/>
              <a:ext cx="650" cy="6925"/>
            </a:xfrm>
            <a:custGeom>
              <a:avLst/>
              <a:gdLst/>
              <a:ahLst/>
              <a:cxnLst/>
              <a:rect l="l" t="t" r="r" b="b"/>
              <a:pathLst>
                <a:path w="26" h="277" extrusionOk="0">
                  <a:moveTo>
                    <a:pt x="0" y="1"/>
                  </a:moveTo>
                  <a:lnTo>
                    <a:pt x="0" y="226"/>
                  </a:lnTo>
                  <a:cubicBezTo>
                    <a:pt x="0" y="251"/>
                    <a:pt x="0" y="276"/>
                    <a:pt x="25" y="276"/>
                  </a:cubicBezTo>
                  <a:lnTo>
                    <a:pt x="25" y="51"/>
                  </a:lnTo>
                  <a:cubicBezTo>
                    <a:pt x="0" y="26"/>
                    <a:pt x="0" y="26"/>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0" name="Google Shape;5330;p44"/>
            <p:cNvSpPr/>
            <p:nvPr/>
          </p:nvSpPr>
          <p:spPr>
            <a:xfrm>
              <a:off x="3635500" y="2431100"/>
              <a:ext cx="650" cy="6925"/>
            </a:xfrm>
            <a:custGeom>
              <a:avLst/>
              <a:gdLst/>
              <a:ahLst/>
              <a:cxnLst/>
              <a:rect l="l" t="t" r="r" b="b"/>
              <a:pathLst>
                <a:path w="26" h="277" extrusionOk="0">
                  <a:moveTo>
                    <a:pt x="0" y="1"/>
                  </a:moveTo>
                  <a:lnTo>
                    <a:pt x="0" y="226"/>
                  </a:lnTo>
                  <a:cubicBezTo>
                    <a:pt x="0" y="251"/>
                    <a:pt x="25" y="251"/>
                    <a:pt x="25" y="276"/>
                  </a:cubicBezTo>
                  <a:lnTo>
                    <a:pt x="25" y="26"/>
                  </a:lnTo>
                  <a:cubicBezTo>
                    <a:pt x="25" y="26"/>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1" name="Google Shape;5331;p44"/>
            <p:cNvSpPr/>
            <p:nvPr/>
          </p:nvSpPr>
          <p:spPr>
            <a:xfrm>
              <a:off x="3597275" y="2431100"/>
              <a:ext cx="25" cy="5675"/>
            </a:xfrm>
            <a:custGeom>
              <a:avLst/>
              <a:gdLst/>
              <a:ahLst/>
              <a:cxnLst/>
              <a:rect l="l" t="t" r="r" b="b"/>
              <a:pathLst>
                <a:path w="1" h="227" extrusionOk="0">
                  <a:moveTo>
                    <a:pt x="0" y="1"/>
                  </a:moveTo>
                  <a:lnTo>
                    <a:pt x="0" y="226"/>
                  </a:lnTo>
                  <a:lnTo>
                    <a:pt x="0" y="226"/>
                  </a:lnTo>
                  <a:lnTo>
                    <a:pt x="0"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2" name="Google Shape;5332;p44"/>
            <p:cNvSpPr/>
            <p:nvPr/>
          </p:nvSpPr>
          <p:spPr>
            <a:xfrm>
              <a:off x="3597275" y="2431100"/>
              <a:ext cx="25" cy="6300"/>
            </a:xfrm>
            <a:custGeom>
              <a:avLst/>
              <a:gdLst/>
              <a:ahLst/>
              <a:cxnLst/>
              <a:rect l="l" t="t" r="r" b="b"/>
              <a:pathLst>
                <a:path w="1" h="252" extrusionOk="0">
                  <a:moveTo>
                    <a:pt x="0" y="1"/>
                  </a:moveTo>
                  <a:lnTo>
                    <a:pt x="0" y="226"/>
                  </a:lnTo>
                  <a:cubicBezTo>
                    <a:pt x="0" y="226"/>
                    <a:pt x="0" y="251"/>
                    <a:pt x="0" y="251"/>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3" name="Google Shape;5333;p44"/>
            <p:cNvSpPr/>
            <p:nvPr/>
          </p:nvSpPr>
          <p:spPr>
            <a:xfrm>
              <a:off x="3596650" y="2431100"/>
              <a:ext cx="650" cy="6300"/>
            </a:xfrm>
            <a:custGeom>
              <a:avLst/>
              <a:gdLst/>
              <a:ahLst/>
              <a:cxnLst/>
              <a:rect l="l" t="t" r="r" b="b"/>
              <a:pathLst>
                <a:path w="26" h="252" extrusionOk="0">
                  <a:moveTo>
                    <a:pt x="0" y="1"/>
                  </a:moveTo>
                  <a:lnTo>
                    <a:pt x="0" y="251"/>
                  </a:lnTo>
                  <a:lnTo>
                    <a:pt x="25" y="251"/>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4" name="Google Shape;5334;p44"/>
            <p:cNvSpPr/>
            <p:nvPr/>
          </p:nvSpPr>
          <p:spPr>
            <a:xfrm>
              <a:off x="3596650" y="2431100"/>
              <a:ext cx="25" cy="6300"/>
            </a:xfrm>
            <a:custGeom>
              <a:avLst/>
              <a:gdLst/>
              <a:ahLst/>
              <a:cxnLst/>
              <a:rect l="l" t="t" r="r" b="b"/>
              <a:pathLst>
                <a:path w="1" h="252" extrusionOk="0">
                  <a:moveTo>
                    <a:pt x="0" y="1"/>
                  </a:moveTo>
                  <a:lnTo>
                    <a:pt x="0" y="251"/>
                  </a:lnTo>
                  <a:cubicBezTo>
                    <a:pt x="0" y="251"/>
                    <a:pt x="0" y="251"/>
                    <a:pt x="0" y="251"/>
                  </a:cubicBezTo>
                  <a:lnTo>
                    <a:pt x="0" y="26"/>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5" name="Google Shape;5335;p44"/>
            <p:cNvSpPr/>
            <p:nvPr/>
          </p:nvSpPr>
          <p:spPr>
            <a:xfrm>
              <a:off x="3596650" y="24317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6" name="Google Shape;5336;p44"/>
            <p:cNvSpPr/>
            <p:nvPr/>
          </p:nvSpPr>
          <p:spPr>
            <a:xfrm>
              <a:off x="3596650" y="24317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7" name="Google Shape;5337;p44"/>
            <p:cNvSpPr/>
            <p:nvPr/>
          </p:nvSpPr>
          <p:spPr>
            <a:xfrm>
              <a:off x="3596650" y="2431725"/>
              <a:ext cx="25" cy="6300"/>
            </a:xfrm>
            <a:custGeom>
              <a:avLst/>
              <a:gdLst/>
              <a:ahLst/>
              <a:cxnLst/>
              <a:rect l="l" t="t" r="r" b="b"/>
              <a:pathLst>
                <a:path w="1" h="252" extrusionOk="0">
                  <a:moveTo>
                    <a:pt x="0" y="1"/>
                  </a:moveTo>
                  <a:lnTo>
                    <a:pt x="0" y="226"/>
                  </a:lnTo>
                  <a:cubicBezTo>
                    <a:pt x="0" y="251"/>
                    <a:pt x="0" y="251"/>
                    <a:pt x="0" y="251"/>
                  </a:cubicBezTo>
                  <a:lnTo>
                    <a:pt x="0" y="1"/>
                  </a:lnTo>
                  <a:cubicBezTo>
                    <a:pt x="0" y="1"/>
                    <a:pt x="0" y="1"/>
                    <a:pt x="0"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8" name="Google Shape;5338;p44"/>
            <p:cNvSpPr/>
            <p:nvPr/>
          </p:nvSpPr>
          <p:spPr>
            <a:xfrm>
              <a:off x="3596025" y="2431725"/>
              <a:ext cx="650" cy="6300"/>
            </a:xfrm>
            <a:custGeom>
              <a:avLst/>
              <a:gdLst/>
              <a:ahLst/>
              <a:cxnLst/>
              <a:rect l="l" t="t" r="r" b="b"/>
              <a:pathLst>
                <a:path w="26" h="252" extrusionOk="0">
                  <a:moveTo>
                    <a:pt x="25" y="1"/>
                  </a:moveTo>
                  <a:lnTo>
                    <a:pt x="0" y="251"/>
                  </a:lnTo>
                  <a:lnTo>
                    <a:pt x="25" y="251"/>
                  </a:lnTo>
                  <a:lnTo>
                    <a:pt x="25"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9" name="Google Shape;5339;p44"/>
            <p:cNvSpPr/>
            <p:nvPr/>
          </p:nvSpPr>
          <p:spPr>
            <a:xfrm>
              <a:off x="3679350" y="2412925"/>
              <a:ext cx="33850" cy="25725"/>
            </a:xfrm>
            <a:custGeom>
              <a:avLst/>
              <a:gdLst/>
              <a:ahLst/>
              <a:cxnLst/>
              <a:rect l="l" t="t" r="r" b="b"/>
              <a:pathLst>
                <a:path w="1354" h="1029" extrusionOk="0">
                  <a:moveTo>
                    <a:pt x="0" y="1"/>
                  </a:moveTo>
                  <a:lnTo>
                    <a:pt x="0" y="252"/>
                  </a:lnTo>
                  <a:lnTo>
                    <a:pt x="1354" y="1029"/>
                  </a:lnTo>
                  <a:lnTo>
                    <a:pt x="1354" y="77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44"/>
            <p:cNvSpPr/>
            <p:nvPr/>
          </p:nvSpPr>
          <p:spPr>
            <a:xfrm>
              <a:off x="3535875" y="2430475"/>
              <a:ext cx="25" cy="6300"/>
            </a:xfrm>
            <a:custGeom>
              <a:avLst/>
              <a:gdLst/>
              <a:ahLst/>
              <a:cxnLst/>
              <a:rect l="l" t="t" r="r" b="b"/>
              <a:pathLst>
                <a:path w="1" h="252" extrusionOk="0">
                  <a:moveTo>
                    <a:pt x="0" y="1"/>
                  </a:moveTo>
                  <a:lnTo>
                    <a:pt x="0" y="251"/>
                  </a:lnTo>
                  <a:lnTo>
                    <a:pt x="0" y="251"/>
                  </a:lnTo>
                  <a:lnTo>
                    <a:pt x="0" y="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44"/>
            <p:cNvSpPr/>
            <p:nvPr/>
          </p:nvSpPr>
          <p:spPr>
            <a:xfrm>
              <a:off x="3535875" y="24311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2" name="Google Shape;5342;p44"/>
            <p:cNvSpPr/>
            <p:nvPr/>
          </p:nvSpPr>
          <p:spPr>
            <a:xfrm>
              <a:off x="3535875" y="2431100"/>
              <a:ext cx="25" cy="6300"/>
            </a:xfrm>
            <a:custGeom>
              <a:avLst/>
              <a:gdLst/>
              <a:ahLst/>
              <a:cxnLst/>
              <a:rect l="l" t="t" r="r" b="b"/>
              <a:pathLst>
                <a:path w="1" h="252" extrusionOk="0">
                  <a:moveTo>
                    <a:pt x="0" y="1"/>
                  </a:moveTo>
                  <a:lnTo>
                    <a:pt x="0" y="226"/>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3" name="Google Shape;5343;p44"/>
            <p:cNvSpPr/>
            <p:nvPr/>
          </p:nvSpPr>
          <p:spPr>
            <a:xfrm>
              <a:off x="3535875" y="2431100"/>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44"/>
            <p:cNvSpPr/>
            <p:nvPr/>
          </p:nvSpPr>
          <p:spPr>
            <a:xfrm>
              <a:off x="3535875" y="24317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5" name="Google Shape;5345;p44"/>
            <p:cNvSpPr/>
            <p:nvPr/>
          </p:nvSpPr>
          <p:spPr>
            <a:xfrm>
              <a:off x="3535225" y="2431725"/>
              <a:ext cx="675" cy="6300"/>
            </a:xfrm>
            <a:custGeom>
              <a:avLst/>
              <a:gdLst/>
              <a:ahLst/>
              <a:cxnLst/>
              <a:rect l="l" t="t" r="r" b="b"/>
              <a:pathLst>
                <a:path w="27" h="252" extrusionOk="0">
                  <a:moveTo>
                    <a:pt x="1" y="1"/>
                  </a:moveTo>
                  <a:lnTo>
                    <a:pt x="1" y="251"/>
                  </a:lnTo>
                  <a:cubicBezTo>
                    <a:pt x="26" y="251"/>
                    <a:pt x="26" y="251"/>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6" name="Google Shape;5346;p44"/>
            <p:cNvSpPr/>
            <p:nvPr/>
          </p:nvSpPr>
          <p:spPr>
            <a:xfrm>
              <a:off x="3535225" y="2431725"/>
              <a:ext cx="25" cy="6925"/>
            </a:xfrm>
            <a:custGeom>
              <a:avLst/>
              <a:gdLst/>
              <a:ahLst/>
              <a:cxnLst/>
              <a:rect l="l" t="t" r="r" b="b"/>
              <a:pathLst>
                <a:path w="1" h="277" extrusionOk="0">
                  <a:moveTo>
                    <a:pt x="1" y="1"/>
                  </a:moveTo>
                  <a:lnTo>
                    <a:pt x="1" y="251"/>
                  </a:lnTo>
                  <a:cubicBezTo>
                    <a:pt x="1" y="251"/>
                    <a:pt x="1" y="251"/>
                    <a:pt x="1" y="277"/>
                  </a:cubicBezTo>
                  <a:lnTo>
                    <a:pt x="1" y="26"/>
                  </a:lnTo>
                  <a:cubicBezTo>
                    <a:pt x="1" y="26"/>
                    <a:pt x="1"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7" name="Google Shape;5347;p44"/>
            <p:cNvSpPr/>
            <p:nvPr/>
          </p:nvSpPr>
          <p:spPr>
            <a:xfrm>
              <a:off x="3534600" y="2432350"/>
              <a:ext cx="650" cy="6300"/>
            </a:xfrm>
            <a:custGeom>
              <a:avLst/>
              <a:gdLst/>
              <a:ahLst/>
              <a:cxnLst/>
              <a:rect l="l" t="t" r="r" b="b"/>
              <a:pathLst>
                <a:path w="26" h="252" extrusionOk="0">
                  <a:moveTo>
                    <a:pt x="26" y="1"/>
                  </a:moveTo>
                  <a:lnTo>
                    <a:pt x="1" y="252"/>
                  </a:lnTo>
                  <a:lnTo>
                    <a:pt x="26" y="252"/>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8" name="Google Shape;5348;p44"/>
            <p:cNvSpPr/>
            <p:nvPr/>
          </p:nvSpPr>
          <p:spPr>
            <a:xfrm>
              <a:off x="3636125" y="2431725"/>
              <a:ext cx="25" cy="6300"/>
            </a:xfrm>
            <a:custGeom>
              <a:avLst/>
              <a:gdLst/>
              <a:ahLst/>
              <a:cxnLst/>
              <a:rect l="l" t="t" r="r" b="b"/>
              <a:pathLst>
                <a:path w="1" h="252" extrusionOk="0">
                  <a:moveTo>
                    <a:pt x="0" y="1"/>
                  </a:moveTo>
                  <a:lnTo>
                    <a:pt x="0" y="251"/>
                  </a:lnTo>
                  <a:lnTo>
                    <a:pt x="0" y="251"/>
                  </a:lnTo>
                  <a:lnTo>
                    <a:pt x="0"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9" name="Google Shape;5349;p44"/>
            <p:cNvSpPr/>
            <p:nvPr/>
          </p:nvSpPr>
          <p:spPr>
            <a:xfrm>
              <a:off x="3636125" y="24317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0" name="Google Shape;5350;p44"/>
            <p:cNvSpPr/>
            <p:nvPr/>
          </p:nvSpPr>
          <p:spPr>
            <a:xfrm>
              <a:off x="3636125" y="2431725"/>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26"/>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1" name="Google Shape;5351;p44"/>
            <p:cNvSpPr/>
            <p:nvPr/>
          </p:nvSpPr>
          <p:spPr>
            <a:xfrm>
              <a:off x="3635500" y="2432350"/>
              <a:ext cx="650" cy="5675"/>
            </a:xfrm>
            <a:custGeom>
              <a:avLst/>
              <a:gdLst/>
              <a:ahLst/>
              <a:cxnLst/>
              <a:rect l="l" t="t" r="r" b="b"/>
              <a:pathLst>
                <a:path w="26" h="227" extrusionOk="0">
                  <a:moveTo>
                    <a:pt x="25" y="1"/>
                  </a:moveTo>
                  <a:lnTo>
                    <a:pt x="0" y="226"/>
                  </a:lnTo>
                  <a:lnTo>
                    <a:pt x="25" y="226"/>
                  </a:lnTo>
                  <a:lnTo>
                    <a:pt x="25"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2" name="Google Shape;5352;p44"/>
            <p:cNvSpPr/>
            <p:nvPr/>
          </p:nvSpPr>
          <p:spPr>
            <a:xfrm>
              <a:off x="3635500" y="2432350"/>
              <a:ext cx="650" cy="5675"/>
            </a:xfrm>
            <a:custGeom>
              <a:avLst/>
              <a:gdLst/>
              <a:ahLst/>
              <a:cxnLst/>
              <a:rect l="l" t="t" r="r" b="b"/>
              <a:pathLst>
                <a:path w="26" h="227" extrusionOk="0">
                  <a:moveTo>
                    <a:pt x="0" y="1"/>
                  </a:moveTo>
                  <a:lnTo>
                    <a:pt x="0" y="226"/>
                  </a:lnTo>
                  <a:lnTo>
                    <a:pt x="25"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44"/>
            <p:cNvSpPr/>
            <p:nvPr/>
          </p:nvSpPr>
          <p:spPr>
            <a:xfrm>
              <a:off x="3635500" y="2432350"/>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4" name="Google Shape;5354;p44"/>
            <p:cNvSpPr/>
            <p:nvPr/>
          </p:nvSpPr>
          <p:spPr>
            <a:xfrm>
              <a:off x="3635500" y="2432350"/>
              <a:ext cx="25" cy="6300"/>
            </a:xfrm>
            <a:custGeom>
              <a:avLst/>
              <a:gdLst/>
              <a:ahLst/>
              <a:cxnLst/>
              <a:rect l="l" t="t" r="r" b="b"/>
              <a:pathLst>
                <a:path w="1" h="252" extrusionOk="0">
                  <a:moveTo>
                    <a:pt x="0" y="1"/>
                  </a:moveTo>
                  <a:lnTo>
                    <a:pt x="0" y="252"/>
                  </a:lnTo>
                  <a:cubicBezTo>
                    <a:pt x="0" y="252"/>
                    <a:pt x="0" y="252"/>
                    <a:pt x="0" y="252"/>
                  </a:cubicBezTo>
                  <a:lnTo>
                    <a:pt x="0" y="26"/>
                  </a:lnTo>
                  <a:cubicBezTo>
                    <a:pt x="0" y="26"/>
                    <a:pt x="0" y="1"/>
                    <a:pt x="0"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5" name="Google Shape;5355;p44"/>
            <p:cNvSpPr/>
            <p:nvPr/>
          </p:nvSpPr>
          <p:spPr>
            <a:xfrm>
              <a:off x="3635500" y="2432975"/>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6" name="Google Shape;5356;p44"/>
            <p:cNvSpPr/>
            <p:nvPr/>
          </p:nvSpPr>
          <p:spPr>
            <a:xfrm>
              <a:off x="3713175" y="2432350"/>
              <a:ext cx="650" cy="6925"/>
            </a:xfrm>
            <a:custGeom>
              <a:avLst/>
              <a:gdLst/>
              <a:ahLst/>
              <a:cxnLst/>
              <a:rect l="l" t="t" r="r" b="b"/>
              <a:pathLst>
                <a:path w="26" h="277" extrusionOk="0">
                  <a:moveTo>
                    <a:pt x="1" y="1"/>
                  </a:moveTo>
                  <a:lnTo>
                    <a:pt x="1" y="252"/>
                  </a:lnTo>
                  <a:cubicBezTo>
                    <a:pt x="26" y="252"/>
                    <a:pt x="26" y="277"/>
                    <a:pt x="26" y="277"/>
                  </a:cubicBezTo>
                  <a:lnTo>
                    <a:pt x="26" y="51"/>
                  </a:lnTo>
                  <a:cubicBezTo>
                    <a:pt x="26" y="26"/>
                    <a:pt x="26" y="2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44"/>
            <p:cNvSpPr/>
            <p:nvPr/>
          </p:nvSpPr>
          <p:spPr>
            <a:xfrm>
              <a:off x="3602900" y="2433625"/>
              <a:ext cx="25" cy="6275"/>
            </a:xfrm>
            <a:custGeom>
              <a:avLst/>
              <a:gdLst/>
              <a:ahLst/>
              <a:cxnLst/>
              <a:rect l="l" t="t" r="r" b="b"/>
              <a:pathLst>
                <a:path w="1" h="251" extrusionOk="0">
                  <a:moveTo>
                    <a:pt x="1" y="25"/>
                  </a:moveTo>
                  <a:lnTo>
                    <a:pt x="1" y="251"/>
                  </a:lnTo>
                  <a:cubicBezTo>
                    <a:pt x="1" y="251"/>
                    <a:pt x="1" y="251"/>
                    <a:pt x="1" y="251"/>
                  </a:cubicBezTo>
                  <a:lnTo>
                    <a:pt x="1" y="0"/>
                  </a:lnTo>
                  <a:cubicBezTo>
                    <a:pt x="1" y="0"/>
                    <a:pt x="1" y="0"/>
                    <a:pt x="1" y="2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8" name="Google Shape;5358;p44"/>
            <p:cNvSpPr/>
            <p:nvPr/>
          </p:nvSpPr>
          <p:spPr>
            <a:xfrm>
              <a:off x="3602275" y="2433625"/>
              <a:ext cx="650" cy="6275"/>
            </a:xfrm>
            <a:custGeom>
              <a:avLst/>
              <a:gdLst/>
              <a:ahLst/>
              <a:cxnLst/>
              <a:rect l="l" t="t" r="r" b="b"/>
              <a:pathLst>
                <a:path w="26"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9" name="Google Shape;5359;p44"/>
            <p:cNvSpPr/>
            <p:nvPr/>
          </p:nvSpPr>
          <p:spPr>
            <a:xfrm>
              <a:off x="3602275" y="24336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44"/>
            <p:cNvSpPr/>
            <p:nvPr/>
          </p:nvSpPr>
          <p:spPr>
            <a:xfrm>
              <a:off x="3601650" y="2433625"/>
              <a:ext cx="650" cy="6275"/>
            </a:xfrm>
            <a:custGeom>
              <a:avLst/>
              <a:gdLst/>
              <a:ahLst/>
              <a:cxnLst/>
              <a:rect l="l" t="t" r="r" b="b"/>
              <a:pathLst>
                <a:path w="26" h="251" extrusionOk="0">
                  <a:moveTo>
                    <a:pt x="1" y="0"/>
                  </a:moveTo>
                  <a:lnTo>
                    <a:pt x="1" y="226"/>
                  </a:lnTo>
                  <a:cubicBezTo>
                    <a:pt x="26" y="226"/>
                    <a:pt x="26" y="251"/>
                    <a:pt x="26" y="251"/>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1" name="Google Shape;5361;p44"/>
            <p:cNvSpPr/>
            <p:nvPr/>
          </p:nvSpPr>
          <p:spPr>
            <a:xfrm>
              <a:off x="3601650" y="24336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2" name="Google Shape;5362;p44"/>
            <p:cNvSpPr/>
            <p:nvPr/>
          </p:nvSpPr>
          <p:spPr>
            <a:xfrm>
              <a:off x="3601650" y="24336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3" name="Google Shape;5363;p44"/>
            <p:cNvSpPr/>
            <p:nvPr/>
          </p:nvSpPr>
          <p:spPr>
            <a:xfrm>
              <a:off x="3601025" y="243362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44"/>
            <p:cNvSpPr/>
            <p:nvPr/>
          </p:nvSpPr>
          <p:spPr>
            <a:xfrm>
              <a:off x="3601025" y="24336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5" name="Google Shape;5365;p44"/>
            <p:cNvSpPr/>
            <p:nvPr/>
          </p:nvSpPr>
          <p:spPr>
            <a:xfrm>
              <a:off x="3600400" y="2433625"/>
              <a:ext cx="650" cy="6275"/>
            </a:xfrm>
            <a:custGeom>
              <a:avLst/>
              <a:gdLst/>
              <a:ahLst/>
              <a:cxnLst/>
              <a:rect l="l" t="t" r="r" b="b"/>
              <a:pathLst>
                <a:path w="26" h="251" extrusionOk="0">
                  <a:moveTo>
                    <a:pt x="26" y="0"/>
                  </a:moveTo>
                  <a:lnTo>
                    <a:pt x="1" y="251"/>
                  </a:lnTo>
                  <a:cubicBezTo>
                    <a:pt x="26" y="226"/>
                    <a:pt x="26" y="226"/>
                    <a:pt x="26" y="226"/>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6" name="Google Shape;5366;p44"/>
            <p:cNvSpPr/>
            <p:nvPr/>
          </p:nvSpPr>
          <p:spPr>
            <a:xfrm>
              <a:off x="3600400" y="2433625"/>
              <a:ext cx="650" cy="6275"/>
            </a:xfrm>
            <a:custGeom>
              <a:avLst/>
              <a:gdLst/>
              <a:ahLst/>
              <a:cxnLst/>
              <a:rect l="l" t="t" r="r" b="b"/>
              <a:pathLst>
                <a:path w="26" h="251" extrusionOk="0">
                  <a:moveTo>
                    <a:pt x="1" y="0"/>
                  </a:moveTo>
                  <a:lnTo>
                    <a:pt x="1"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7" name="Google Shape;5367;p44"/>
            <p:cNvSpPr/>
            <p:nvPr/>
          </p:nvSpPr>
          <p:spPr>
            <a:xfrm>
              <a:off x="3599775" y="2433625"/>
              <a:ext cx="650" cy="6275"/>
            </a:xfrm>
            <a:custGeom>
              <a:avLst/>
              <a:gdLst/>
              <a:ahLst/>
              <a:cxnLst/>
              <a:rect l="l" t="t" r="r" b="b"/>
              <a:pathLst>
                <a:path w="26" h="251" extrusionOk="0">
                  <a:moveTo>
                    <a:pt x="26" y="0"/>
                  </a:moveTo>
                  <a:cubicBezTo>
                    <a:pt x="26" y="0"/>
                    <a:pt x="0" y="0"/>
                    <a:pt x="0" y="25"/>
                  </a:cubicBezTo>
                  <a:lnTo>
                    <a:pt x="0"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8" name="Google Shape;5368;p44"/>
            <p:cNvSpPr/>
            <p:nvPr/>
          </p:nvSpPr>
          <p:spPr>
            <a:xfrm>
              <a:off x="3713800" y="2433625"/>
              <a:ext cx="25" cy="5650"/>
            </a:xfrm>
            <a:custGeom>
              <a:avLst/>
              <a:gdLst/>
              <a:ahLst/>
              <a:cxnLst/>
              <a:rect l="l" t="t" r="r" b="b"/>
              <a:pathLst>
                <a:path w="1" h="226" extrusionOk="0">
                  <a:moveTo>
                    <a:pt x="1" y="0"/>
                  </a:moveTo>
                  <a:lnTo>
                    <a:pt x="1" y="226"/>
                  </a:lnTo>
                  <a:lnTo>
                    <a:pt x="1" y="226"/>
                  </a:lnTo>
                  <a:lnTo>
                    <a:pt x="1"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9" name="Google Shape;5369;p44"/>
            <p:cNvSpPr/>
            <p:nvPr/>
          </p:nvSpPr>
          <p:spPr>
            <a:xfrm>
              <a:off x="3713800" y="2433625"/>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0" name="Google Shape;5370;p44"/>
            <p:cNvSpPr/>
            <p:nvPr/>
          </p:nvSpPr>
          <p:spPr>
            <a:xfrm>
              <a:off x="3713800" y="2433625"/>
              <a:ext cx="25" cy="6275"/>
            </a:xfrm>
            <a:custGeom>
              <a:avLst/>
              <a:gdLst/>
              <a:ahLst/>
              <a:cxnLst/>
              <a:rect l="l" t="t" r="r" b="b"/>
              <a:pathLst>
                <a:path w="1" h="251" extrusionOk="0">
                  <a:moveTo>
                    <a:pt x="1" y="0"/>
                  </a:moveTo>
                  <a:lnTo>
                    <a:pt x="1" y="251"/>
                  </a:lnTo>
                  <a:cubicBezTo>
                    <a:pt x="1" y="251"/>
                    <a:pt x="1" y="251"/>
                    <a:pt x="1" y="251"/>
                  </a:cubicBezTo>
                  <a:lnTo>
                    <a:pt x="1" y="0"/>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1" name="Google Shape;5371;p44"/>
            <p:cNvSpPr/>
            <p:nvPr/>
          </p:nvSpPr>
          <p:spPr>
            <a:xfrm>
              <a:off x="3713800" y="2433625"/>
              <a:ext cx="25" cy="6275"/>
            </a:xfrm>
            <a:custGeom>
              <a:avLst/>
              <a:gdLst/>
              <a:ahLst/>
              <a:cxnLst/>
              <a:rect l="l" t="t" r="r" b="b"/>
              <a:pathLst>
                <a:path w="1" h="251" extrusionOk="0">
                  <a:moveTo>
                    <a:pt x="1" y="0"/>
                  </a:moveTo>
                  <a:lnTo>
                    <a:pt x="1" y="251"/>
                  </a:lnTo>
                  <a:cubicBezTo>
                    <a:pt x="1" y="251"/>
                    <a:pt x="1" y="251"/>
                    <a:pt x="1" y="251"/>
                  </a:cubicBezTo>
                  <a:lnTo>
                    <a:pt x="1" y="25"/>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2" name="Google Shape;5372;p44"/>
            <p:cNvSpPr/>
            <p:nvPr/>
          </p:nvSpPr>
          <p:spPr>
            <a:xfrm>
              <a:off x="3713800" y="243425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3" name="Google Shape;5373;p44"/>
            <p:cNvSpPr/>
            <p:nvPr/>
          </p:nvSpPr>
          <p:spPr>
            <a:xfrm>
              <a:off x="3713175" y="2434250"/>
              <a:ext cx="650" cy="6275"/>
            </a:xfrm>
            <a:custGeom>
              <a:avLst/>
              <a:gdLst/>
              <a:ahLst/>
              <a:cxnLst/>
              <a:rect l="l" t="t" r="r" b="b"/>
              <a:pathLst>
                <a:path w="26" h="251" extrusionOk="0">
                  <a:moveTo>
                    <a:pt x="1" y="0"/>
                  </a:moveTo>
                  <a:lnTo>
                    <a:pt x="1" y="251"/>
                  </a:lnTo>
                  <a:cubicBezTo>
                    <a:pt x="26" y="226"/>
                    <a:pt x="26" y="226"/>
                    <a:pt x="26" y="226"/>
                  </a:cubicBezTo>
                  <a:lnTo>
                    <a:pt x="26" y="0"/>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4" name="Google Shape;5374;p44"/>
            <p:cNvSpPr/>
            <p:nvPr/>
          </p:nvSpPr>
          <p:spPr>
            <a:xfrm>
              <a:off x="3713175" y="2434250"/>
              <a:ext cx="25" cy="6275"/>
            </a:xfrm>
            <a:custGeom>
              <a:avLst/>
              <a:gdLst/>
              <a:ahLst/>
              <a:cxnLst/>
              <a:rect l="l" t="t" r="r" b="b"/>
              <a:pathLst>
                <a:path w="1" h="251" extrusionOk="0">
                  <a:moveTo>
                    <a:pt x="1" y="0"/>
                  </a:moveTo>
                  <a:lnTo>
                    <a:pt x="1" y="226"/>
                  </a:lnTo>
                  <a:cubicBezTo>
                    <a:pt x="1" y="251"/>
                    <a:pt x="1" y="251"/>
                    <a:pt x="1" y="251"/>
                  </a:cubicBezTo>
                  <a:lnTo>
                    <a:pt x="1" y="0"/>
                  </a:lnTo>
                  <a:cubicBezTo>
                    <a:pt x="1" y="0"/>
                    <a:pt x="1" y="0"/>
                    <a:pt x="1"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5" name="Google Shape;5375;p44"/>
            <p:cNvSpPr/>
            <p:nvPr/>
          </p:nvSpPr>
          <p:spPr>
            <a:xfrm>
              <a:off x="3713175" y="2434250"/>
              <a:ext cx="25" cy="6275"/>
            </a:xfrm>
            <a:custGeom>
              <a:avLst/>
              <a:gdLst/>
              <a:ahLst/>
              <a:cxnLst/>
              <a:rect l="l" t="t" r="r" b="b"/>
              <a:pathLst>
                <a:path w="1" h="251" extrusionOk="0">
                  <a:moveTo>
                    <a:pt x="1" y="0"/>
                  </a:moveTo>
                  <a:lnTo>
                    <a:pt x="1" y="251"/>
                  </a:lnTo>
                  <a:lnTo>
                    <a:pt x="1" y="251"/>
                  </a:lnTo>
                  <a:lnTo>
                    <a:pt x="1" y="0"/>
                  </a:lnTo>
                  <a:lnTo>
                    <a:pt x="1"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6" name="Google Shape;5376;p44"/>
            <p:cNvSpPr/>
            <p:nvPr/>
          </p:nvSpPr>
          <p:spPr>
            <a:xfrm>
              <a:off x="3653650" y="2424850"/>
              <a:ext cx="16950" cy="15675"/>
            </a:xfrm>
            <a:custGeom>
              <a:avLst/>
              <a:gdLst/>
              <a:ahLst/>
              <a:cxnLst/>
              <a:rect l="l" t="t" r="r" b="b"/>
              <a:pathLst>
                <a:path w="678" h="627" extrusionOk="0">
                  <a:moveTo>
                    <a:pt x="678" y="0"/>
                  </a:moveTo>
                  <a:lnTo>
                    <a:pt x="1" y="401"/>
                  </a:lnTo>
                  <a:lnTo>
                    <a:pt x="1" y="627"/>
                  </a:lnTo>
                  <a:lnTo>
                    <a:pt x="678" y="226"/>
                  </a:lnTo>
                  <a:lnTo>
                    <a:pt x="6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7" name="Google Shape;5377;p44"/>
            <p:cNvSpPr/>
            <p:nvPr/>
          </p:nvSpPr>
          <p:spPr>
            <a:xfrm>
              <a:off x="3641750" y="243487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44"/>
            <p:cNvSpPr/>
            <p:nvPr/>
          </p:nvSpPr>
          <p:spPr>
            <a:xfrm>
              <a:off x="3641125" y="243487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9" name="Google Shape;5379;p44"/>
            <p:cNvSpPr/>
            <p:nvPr/>
          </p:nvSpPr>
          <p:spPr>
            <a:xfrm>
              <a:off x="3641125" y="2434250"/>
              <a:ext cx="25" cy="6275"/>
            </a:xfrm>
            <a:custGeom>
              <a:avLst/>
              <a:gdLst/>
              <a:ahLst/>
              <a:cxnLst/>
              <a:rect l="l" t="t" r="r" b="b"/>
              <a:pathLst>
                <a:path w="1" h="251" extrusionOk="0">
                  <a:moveTo>
                    <a:pt x="1" y="25"/>
                  </a:moveTo>
                  <a:lnTo>
                    <a:pt x="1" y="251"/>
                  </a:lnTo>
                  <a:cubicBezTo>
                    <a:pt x="1" y="251"/>
                    <a:pt x="1" y="251"/>
                    <a:pt x="1" y="251"/>
                  </a:cubicBezTo>
                  <a:lnTo>
                    <a:pt x="1" y="0"/>
                  </a:lnTo>
                  <a:cubicBezTo>
                    <a:pt x="1" y="0"/>
                    <a:pt x="1" y="0"/>
                    <a:pt x="1" y="2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0" name="Google Shape;5380;p44"/>
            <p:cNvSpPr/>
            <p:nvPr/>
          </p:nvSpPr>
          <p:spPr>
            <a:xfrm>
              <a:off x="3641125" y="24342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1" name="Google Shape;5381;p44"/>
            <p:cNvSpPr/>
            <p:nvPr/>
          </p:nvSpPr>
          <p:spPr>
            <a:xfrm>
              <a:off x="3640500" y="2434250"/>
              <a:ext cx="650" cy="6275"/>
            </a:xfrm>
            <a:custGeom>
              <a:avLst/>
              <a:gdLst/>
              <a:ahLst/>
              <a:cxnLst/>
              <a:rect l="l" t="t" r="r" b="b"/>
              <a:pathLst>
                <a:path w="26"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2" name="Google Shape;5382;p44"/>
            <p:cNvSpPr/>
            <p:nvPr/>
          </p:nvSpPr>
          <p:spPr>
            <a:xfrm>
              <a:off x="3640500" y="243425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3" name="Google Shape;5383;p44"/>
            <p:cNvSpPr/>
            <p:nvPr/>
          </p:nvSpPr>
          <p:spPr>
            <a:xfrm>
              <a:off x="3640500" y="2434250"/>
              <a:ext cx="25" cy="6275"/>
            </a:xfrm>
            <a:custGeom>
              <a:avLst/>
              <a:gdLst/>
              <a:ahLst/>
              <a:cxnLst/>
              <a:rect l="l" t="t" r="r" b="b"/>
              <a:pathLst>
                <a:path w="1" h="251" extrusionOk="0">
                  <a:moveTo>
                    <a:pt x="1" y="0"/>
                  </a:moveTo>
                  <a:lnTo>
                    <a:pt x="1" y="251"/>
                  </a:lnTo>
                  <a:lnTo>
                    <a:pt x="1" y="251"/>
                  </a:ln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44"/>
            <p:cNvSpPr/>
            <p:nvPr/>
          </p:nvSpPr>
          <p:spPr>
            <a:xfrm>
              <a:off x="3639875" y="2434250"/>
              <a:ext cx="650" cy="6275"/>
            </a:xfrm>
            <a:custGeom>
              <a:avLst/>
              <a:gdLst/>
              <a:ahLst/>
              <a:cxnLst/>
              <a:rect l="l" t="t" r="r" b="b"/>
              <a:pathLst>
                <a:path w="26" h="251" extrusionOk="0">
                  <a:moveTo>
                    <a:pt x="0" y="0"/>
                  </a:moveTo>
                  <a:lnTo>
                    <a:pt x="0"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5" name="Google Shape;5385;p44"/>
            <p:cNvSpPr/>
            <p:nvPr/>
          </p:nvSpPr>
          <p:spPr>
            <a:xfrm>
              <a:off x="3639875" y="24342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6" name="Google Shape;5386;p44"/>
            <p:cNvSpPr/>
            <p:nvPr/>
          </p:nvSpPr>
          <p:spPr>
            <a:xfrm>
              <a:off x="3639250" y="2434250"/>
              <a:ext cx="650" cy="6275"/>
            </a:xfrm>
            <a:custGeom>
              <a:avLst/>
              <a:gdLst/>
              <a:ahLst/>
              <a:cxnLst/>
              <a:rect l="l" t="t" r="r" b="b"/>
              <a:pathLst>
                <a:path w="26" h="251" extrusionOk="0">
                  <a:moveTo>
                    <a:pt x="25" y="0"/>
                  </a:moveTo>
                  <a:cubicBezTo>
                    <a:pt x="0" y="0"/>
                    <a:pt x="0" y="0"/>
                    <a:pt x="0" y="25"/>
                  </a:cubicBezTo>
                  <a:lnTo>
                    <a:pt x="0" y="251"/>
                  </a:lnTo>
                  <a:lnTo>
                    <a:pt x="25" y="251"/>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7" name="Google Shape;5387;p44"/>
            <p:cNvSpPr/>
            <p:nvPr/>
          </p:nvSpPr>
          <p:spPr>
            <a:xfrm>
              <a:off x="3638625" y="2434875"/>
              <a:ext cx="650" cy="5650"/>
            </a:xfrm>
            <a:custGeom>
              <a:avLst/>
              <a:gdLst/>
              <a:ahLst/>
              <a:cxnLst/>
              <a:rect l="l" t="t" r="r" b="b"/>
              <a:pathLst>
                <a:path w="26" h="226" extrusionOk="0">
                  <a:moveTo>
                    <a:pt x="0"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44"/>
            <p:cNvSpPr/>
            <p:nvPr/>
          </p:nvSpPr>
          <p:spPr>
            <a:xfrm>
              <a:off x="3653650" y="2434875"/>
              <a:ext cx="25" cy="5650"/>
            </a:xfrm>
            <a:custGeom>
              <a:avLst/>
              <a:gdLst/>
              <a:ahLst/>
              <a:cxnLst/>
              <a:rect l="l" t="t" r="r" b="b"/>
              <a:pathLst>
                <a:path w="1" h="226" extrusionOk="0">
                  <a:moveTo>
                    <a:pt x="1" y="0"/>
                  </a:moveTo>
                  <a:lnTo>
                    <a:pt x="1" y="226"/>
                  </a:lnTo>
                  <a:lnTo>
                    <a:pt x="1" y="226"/>
                  </a:ln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9" name="Google Shape;5389;p44"/>
            <p:cNvSpPr/>
            <p:nvPr/>
          </p:nvSpPr>
          <p:spPr>
            <a:xfrm>
              <a:off x="3653025" y="243487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0" name="Google Shape;5390;p44"/>
            <p:cNvSpPr/>
            <p:nvPr/>
          </p:nvSpPr>
          <p:spPr>
            <a:xfrm>
              <a:off x="3653025" y="2434875"/>
              <a:ext cx="25" cy="6275"/>
            </a:xfrm>
            <a:custGeom>
              <a:avLst/>
              <a:gdLst/>
              <a:ahLst/>
              <a:cxnLst/>
              <a:rect l="l" t="t" r="r" b="b"/>
              <a:pathLst>
                <a:path w="1" h="251" extrusionOk="0">
                  <a:moveTo>
                    <a:pt x="1" y="0"/>
                  </a:moveTo>
                  <a:lnTo>
                    <a:pt x="1" y="226"/>
                  </a:lnTo>
                  <a:cubicBezTo>
                    <a:pt x="1" y="226"/>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1" name="Google Shape;5391;p44"/>
            <p:cNvSpPr/>
            <p:nvPr/>
          </p:nvSpPr>
          <p:spPr>
            <a:xfrm>
              <a:off x="3653025" y="243487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44"/>
            <p:cNvSpPr/>
            <p:nvPr/>
          </p:nvSpPr>
          <p:spPr>
            <a:xfrm>
              <a:off x="3653025" y="2434875"/>
              <a:ext cx="25" cy="6275"/>
            </a:xfrm>
            <a:custGeom>
              <a:avLst/>
              <a:gdLst/>
              <a:ahLst/>
              <a:cxnLst/>
              <a:rect l="l" t="t" r="r" b="b"/>
              <a:pathLst>
                <a:path w="1" h="251" extrusionOk="0">
                  <a:moveTo>
                    <a:pt x="1" y="0"/>
                  </a:moveTo>
                  <a:lnTo>
                    <a:pt x="1" y="251"/>
                  </a:lnTo>
                  <a:cubicBezTo>
                    <a:pt x="1" y="251"/>
                    <a:pt x="1" y="251"/>
                    <a:pt x="1" y="251"/>
                  </a:cubicBezTo>
                  <a:lnTo>
                    <a:pt x="1" y="25"/>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44"/>
            <p:cNvSpPr/>
            <p:nvPr/>
          </p:nvSpPr>
          <p:spPr>
            <a:xfrm>
              <a:off x="3653025" y="2435500"/>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44"/>
            <p:cNvSpPr/>
            <p:nvPr/>
          </p:nvSpPr>
          <p:spPr>
            <a:xfrm>
              <a:off x="3653025" y="2435500"/>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44"/>
            <p:cNvSpPr/>
            <p:nvPr/>
          </p:nvSpPr>
          <p:spPr>
            <a:xfrm>
              <a:off x="3653025" y="2435500"/>
              <a:ext cx="25" cy="5650"/>
            </a:xfrm>
            <a:custGeom>
              <a:avLst/>
              <a:gdLst/>
              <a:ahLst/>
              <a:cxnLst/>
              <a:rect l="l" t="t" r="r" b="b"/>
              <a:pathLst>
                <a:path w="1" h="226" extrusionOk="0">
                  <a:moveTo>
                    <a:pt x="1" y="0"/>
                  </a:moveTo>
                  <a:lnTo>
                    <a:pt x="1" y="226"/>
                  </a:lnTo>
                  <a:lnTo>
                    <a:pt x="1" y="2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44"/>
            <p:cNvSpPr/>
            <p:nvPr/>
          </p:nvSpPr>
          <p:spPr>
            <a:xfrm>
              <a:off x="3430600" y="2425475"/>
              <a:ext cx="16950" cy="15675"/>
            </a:xfrm>
            <a:custGeom>
              <a:avLst/>
              <a:gdLst/>
              <a:ahLst/>
              <a:cxnLst/>
              <a:rect l="l" t="t" r="r" b="b"/>
              <a:pathLst>
                <a:path w="678" h="627" extrusionOk="0">
                  <a:moveTo>
                    <a:pt x="677" y="0"/>
                  </a:moveTo>
                  <a:lnTo>
                    <a:pt x="0" y="401"/>
                  </a:lnTo>
                  <a:lnTo>
                    <a:pt x="0" y="627"/>
                  </a:lnTo>
                  <a:lnTo>
                    <a:pt x="677" y="226"/>
                  </a:lnTo>
                  <a:lnTo>
                    <a:pt x="6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44"/>
            <p:cNvSpPr/>
            <p:nvPr/>
          </p:nvSpPr>
          <p:spPr>
            <a:xfrm>
              <a:off x="3653025" y="2435500"/>
              <a:ext cx="650" cy="6900"/>
            </a:xfrm>
            <a:custGeom>
              <a:avLst/>
              <a:gdLst/>
              <a:ahLst/>
              <a:cxnLst/>
              <a:rect l="l" t="t" r="r" b="b"/>
              <a:pathLst>
                <a:path w="26" h="276" extrusionOk="0">
                  <a:moveTo>
                    <a:pt x="1" y="0"/>
                  </a:moveTo>
                  <a:lnTo>
                    <a:pt x="1" y="226"/>
                  </a:lnTo>
                  <a:cubicBezTo>
                    <a:pt x="1" y="251"/>
                    <a:pt x="1" y="276"/>
                    <a:pt x="26" y="276"/>
                  </a:cubicBezTo>
                  <a:lnTo>
                    <a:pt x="26" y="50"/>
                  </a:lnTo>
                  <a:cubicBezTo>
                    <a:pt x="1" y="25"/>
                    <a:pt x="1" y="25"/>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44"/>
            <p:cNvSpPr/>
            <p:nvPr/>
          </p:nvSpPr>
          <p:spPr>
            <a:xfrm>
              <a:off x="3430600" y="2425475"/>
              <a:ext cx="18825" cy="10675"/>
            </a:xfrm>
            <a:custGeom>
              <a:avLst/>
              <a:gdLst/>
              <a:ahLst/>
              <a:cxnLst/>
              <a:rect l="l" t="t" r="r" b="b"/>
              <a:pathLst>
                <a:path w="753" h="427" extrusionOk="0">
                  <a:moveTo>
                    <a:pt x="677" y="0"/>
                  </a:moveTo>
                  <a:lnTo>
                    <a:pt x="0" y="401"/>
                  </a:lnTo>
                  <a:lnTo>
                    <a:pt x="76" y="426"/>
                  </a:lnTo>
                  <a:lnTo>
                    <a:pt x="752" y="25"/>
                  </a:lnTo>
                  <a:lnTo>
                    <a:pt x="677" y="0"/>
                  </a:lnTo>
                  <a:close/>
                </a:path>
              </a:pathLst>
            </a:custGeom>
            <a:solidFill>
              <a:srgbClr val="3D55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44"/>
            <p:cNvSpPr/>
            <p:nvPr/>
          </p:nvSpPr>
          <p:spPr>
            <a:xfrm>
              <a:off x="3432475" y="2426100"/>
              <a:ext cx="16950" cy="16300"/>
            </a:xfrm>
            <a:custGeom>
              <a:avLst/>
              <a:gdLst/>
              <a:ahLst/>
              <a:cxnLst/>
              <a:rect l="l" t="t" r="r" b="b"/>
              <a:pathLst>
                <a:path w="678" h="652" extrusionOk="0">
                  <a:moveTo>
                    <a:pt x="677" y="0"/>
                  </a:moveTo>
                  <a:lnTo>
                    <a:pt x="1" y="401"/>
                  </a:lnTo>
                  <a:lnTo>
                    <a:pt x="1" y="652"/>
                  </a:lnTo>
                  <a:lnTo>
                    <a:pt x="677" y="251"/>
                  </a:lnTo>
                  <a:lnTo>
                    <a:pt x="6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44"/>
            <p:cNvSpPr/>
            <p:nvPr/>
          </p:nvSpPr>
          <p:spPr>
            <a:xfrm>
              <a:off x="3385475" y="2409175"/>
              <a:ext cx="92150" cy="58925"/>
            </a:xfrm>
            <a:custGeom>
              <a:avLst/>
              <a:gdLst/>
              <a:ahLst/>
              <a:cxnLst/>
              <a:rect l="l" t="t" r="r" b="b"/>
              <a:pathLst>
                <a:path w="3686" h="2357" extrusionOk="0">
                  <a:moveTo>
                    <a:pt x="1" y="1"/>
                  </a:moveTo>
                  <a:lnTo>
                    <a:pt x="1" y="226"/>
                  </a:lnTo>
                  <a:lnTo>
                    <a:pt x="3685" y="2356"/>
                  </a:lnTo>
                  <a:lnTo>
                    <a:pt x="3685" y="2131"/>
                  </a:lnTo>
                  <a:lnTo>
                    <a:pt x="1" y="1"/>
                  </a:lnTo>
                  <a:close/>
                </a:path>
              </a:pathLst>
            </a:custGeom>
            <a:solidFill>
              <a:srgbClr val="DDDC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44"/>
            <p:cNvSpPr/>
            <p:nvPr/>
          </p:nvSpPr>
          <p:spPr>
            <a:xfrm>
              <a:off x="3385475" y="2409175"/>
              <a:ext cx="92150" cy="58925"/>
            </a:xfrm>
            <a:custGeom>
              <a:avLst/>
              <a:gdLst/>
              <a:ahLst/>
              <a:cxnLst/>
              <a:rect l="l" t="t" r="r" b="b"/>
              <a:pathLst>
                <a:path w="3686" h="2357" extrusionOk="0">
                  <a:moveTo>
                    <a:pt x="1" y="1"/>
                  </a:moveTo>
                  <a:lnTo>
                    <a:pt x="1" y="226"/>
                  </a:lnTo>
                  <a:lnTo>
                    <a:pt x="3685" y="2356"/>
                  </a:lnTo>
                  <a:lnTo>
                    <a:pt x="3685" y="2131"/>
                  </a:lnTo>
                  <a:lnTo>
                    <a:pt x="1" y="1"/>
                  </a:lnTo>
                  <a:close/>
                </a:path>
              </a:pathLst>
            </a:custGeom>
            <a:solidFill>
              <a:srgbClr val="DBDA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44"/>
            <p:cNvSpPr/>
            <p:nvPr/>
          </p:nvSpPr>
          <p:spPr>
            <a:xfrm>
              <a:off x="3430600" y="2435500"/>
              <a:ext cx="1900" cy="6900"/>
            </a:xfrm>
            <a:custGeom>
              <a:avLst/>
              <a:gdLst/>
              <a:ahLst/>
              <a:cxnLst/>
              <a:rect l="l" t="t" r="r" b="b"/>
              <a:pathLst>
                <a:path w="76" h="276" extrusionOk="0">
                  <a:moveTo>
                    <a:pt x="0" y="0"/>
                  </a:moveTo>
                  <a:lnTo>
                    <a:pt x="0" y="226"/>
                  </a:lnTo>
                  <a:lnTo>
                    <a:pt x="76" y="276"/>
                  </a:lnTo>
                  <a:lnTo>
                    <a:pt x="76" y="25"/>
                  </a:lnTo>
                  <a:lnTo>
                    <a:pt x="0" y="0"/>
                  </a:lnTo>
                  <a:close/>
                </a:path>
              </a:pathLst>
            </a:custGeom>
            <a:solidFill>
              <a:srgbClr val="DDDC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44"/>
            <p:cNvSpPr/>
            <p:nvPr/>
          </p:nvSpPr>
          <p:spPr>
            <a:xfrm>
              <a:off x="3585350" y="2431725"/>
              <a:ext cx="10700" cy="12575"/>
            </a:xfrm>
            <a:custGeom>
              <a:avLst/>
              <a:gdLst/>
              <a:ahLst/>
              <a:cxnLst/>
              <a:rect l="l" t="t" r="r" b="b"/>
              <a:pathLst>
                <a:path w="428" h="503" extrusionOk="0">
                  <a:moveTo>
                    <a:pt x="427" y="1"/>
                  </a:moveTo>
                  <a:lnTo>
                    <a:pt x="1" y="277"/>
                  </a:lnTo>
                  <a:lnTo>
                    <a:pt x="1" y="502"/>
                  </a:lnTo>
                  <a:lnTo>
                    <a:pt x="427" y="251"/>
                  </a:lnTo>
                  <a:lnTo>
                    <a:pt x="427"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44"/>
            <p:cNvSpPr/>
            <p:nvPr/>
          </p:nvSpPr>
          <p:spPr>
            <a:xfrm>
              <a:off x="3568450" y="2430475"/>
              <a:ext cx="13800" cy="13825"/>
            </a:xfrm>
            <a:custGeom>
              <a:avLst/>
              <a:gdLst/>
              <a:ahLst/>
              <a:cxnLst/>
              <a:rect l="l" t="t" r="r" b="b"/>
              <a:pathLst>
                <a:path w="552" h="553" extrusionOk="0">
                  <a:moveTo>
                    <a:pt x="0" y="1"/>
                  </a:moveTo>
                  <a:lnTo>
                    <a:pt x="0" y="251"/>
                  </a:lnTo>
                  <a:lnTo>
                    <a:pt x="552" y="552"/>
                  </a:lnTo>
                  <a:lnTo>
                    <a:pt x="552" y="327"/>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44"/>
            <p:cNvSpPr/>
            <p:nvPr/>
          </p:nvSpPr>
          <p:spPr>
            <a:xfrm>
              <a:off x="3567825" y="2421875"/>
              <a:ext cx="29475" cy="16775"/>
            </a:xfrm>
            <a:custGeom>
              <a:avLst/>
              <a:gdLst/>
              <a:ahLst/>
              <a:cxnLst/>
              <a:rect l="l" t="t" r="r" b="b"/>
              <a:pathLst>
                <a:path w="1179" h="671" extrusionOk="0">
                  <a:moveTo>
                    <a:pt x="530" y="0"/>
                  </a:moveTo>
                  <a:cubicBezTo>
                    <a:pt x="508" y="0"/>
                    <a:pt x="489" y="6"/>
                    <a:pt x="476" y="19"/>
                  </a:cubicBezTo>
                  <a:lnTo>
                    <a:pt x="25" y="270"/>
                  </a:lnTo>
                  <a:cubicBezTo>
                    <a:pt x="0" y="295"/>
                    <a:pt x="0" y="320"/>
                    <a:pt x="25" y="345"/>
                  </a:cubicBezTo>
                  <a:lnTo>
                    <a:pt x="577" y="671"/>
                  </a:lnTo>
                  <a:lnTo>
                    <a:pt x="702" y="671"/>
                  </a:lnTo>
                  <a:lnTo>
                    <a:pt x="1128" y="395"/>
                  </a:lnTo>
                  <a:cubicBezTo>
                    <a:pt x="1178" y="395"/>
                    <a:pt x="1178" y="345"/>
                    <a:pt x="1128" y="320"/>
                  </a:cubicBezTo>
                  <a:lnTo>
                    <a:pt x="602" y="19"/>
                  </a:lnTo>
                  <a:cubicBezTo>
                    <a:pt x="577" y="6"/>
                    <a:pt x="552" y="0"/>
                    <a:pt x="530"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44"/>
            <p:cNvSpPr/>
            <p:nvPr/>
          </p:nvSpPr>
          <p:spPr>
            <a:xfrm>
              <a:off x="3569075" y="2421700"/>
              <a:ext cx="26975" cy="15075"/>
            </a:xfrm>
            <a:custGeom>
              <a:avLst/>
              <a:gdLst/>
              <a:ahLst/>
              <a:cxnLst/>
              <a:rect l="l" t="t" r="r" b="b"/>
              <a:pathLst>
                <a:path w="1079" h="603" extrusionOk="0">
                  <a:moveTo>
                    <a:pt x="477" y="1"/>
                  </a:moveTo>
                  <a:cubicBezTo>
                    <a:pt x="477" y="1"/>
                    <a:pt x="451" y="1"/>
                    <a:pt x="426" y="26"/>
                  </a:cubicBezTo>
                  <a:cubicBezTo>
                    <a:pt x="426" y="26"/>
                    <a:pt x="0" y="277"/>
                    <a:pt x="0" y="277"/>
                  </a:cubicBezTo>
                  <a:lnTo>
                    <a:pt x="527" y="602"/>
                  </a:lnTo>
                  <a:lnTo>
                    <a:pt x="627" y="602"/>
                  </a:lnTo>
                  <a:cubicBezTo>
                    <a:pt x="627" y="602"/>
                    <a:pt x="1078" y="327"/>
                    <a:pt x="1078" y="327"/>
                  </a:cubicBezTo>
                  <a:lnTo>
                    <a:pt x="527" y="26"/>
                  </a:lnTo>
                  <a:cubicBezTo>
                    <a:pt x="527" y="1"/>
                    <a:pt x="502" y="1"/>
                    <a:pt x="477" y="1"/>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44"/>
            <p:cNvSpPr/>
            <p:nvPr/>
          </p:nvSpPr>
          <p:spPr>
            <a:xfrm>
              <a:off x="3584725" y="2438625"/>
              <a:ext cx="650" cy="5675"/>
            </a:xfrm>
            <a:custGeom>
              <a:avLst/>
              <a:gdLst/>
              <a:ahLst/>
              <a:cxnLst/>
              <a:rect l="l" t="t" r="r" b="b"/>
              <a:pathLst>
                <a:path w="26" h="227" extrusionOk="0">
                  <a:moveTo>
                    <a:pt x="1" y="1"/>
                  </a:moveTo>
                  <a:lnTo>
                    <a:pt x="1" y="226"/>
                  </a:lnTo>
                  <a:lnTo>
                    <a:pt x="26" y="226"/>
                  </a:ln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44"/>
            <p:cNvSpPr/>
            <p:nvPr/>
          </p:nvSpPr>
          <p:spPr>
            <a:xfrm>
              <a:off x="3584100" y="2438625"/>
              <a:ext cx="650" cy="6300"/>
            </a:xfrm>
            <a:custGeom>
              <a:avLst/>
              <a:gdLst/>
              <a:ahLst/>
              <a:cxnLst/>
              <a:rect l="l" t="t" r="r" b="b"/>
              <a:pathLst>
                <a:path w="26" h="252" extrusionOk="0">
                  <a:moveTo>
                    <a:pt x="1" y="1"/>
                  </a:moveTo>
                  <a:lnTo>
                    <a:pt x="1" y="251"/>
                  </a:lnTo>
                  <a:cubicBezTo>
                    <a:pt x="1" y="251"/>
                    <a:pt x="26" y="251"/>
                    <a:pt x="26" y="226"/>
                  </a:cubicBez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44"/>
            <p:cNvSpPr/>
            <p:nvPr/>
          </p:nvSpPr>
          <p:spPr>
            <a:xfrm>
              <a:off x="3584100" y="24386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44"/>
            <p:cNvSpPr/>
            <p:nvPr/>
          </p:nvSpPr>
          <p:spPr>
            <a:xfrm>
              <a:off x="3583475" y="2438625"/>
              <a:ext cx="650" cy="6300"/>
            </a:xfrm>
            <a:custGeom>
              <a:avLst/>
              <a:gdLst/>
              <a:ahLst/>
              <a:cxnLst/>
              <a:rect l="l" t="t" r="r" b="b"/>
              <a:pathLst>
                <a:path w="26" h="252" extrusionOk="0">
                  <a:moveTo>
                    <a:pt x="1" y="1"/>
                  </a:moveTo>
                  <a:lnTo>
                    <a:pt x="1" y="251"/>
                  </a:lnTo>
                  <a:lnTo>
                    <a:pt x="26" y="251"/>
                  </a:lnTo>
                  <a:lnTo>
                    <a:pt x="26"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44"/>
            <p:cNvSpPr/>
            <p:nvPr/>
          </p:nvSpPr>
          <p:spPr>
            <a:xfrm>
              <a:off x="3583475" y="2438625"/>
              <a:ext cx="25" cy="6300"/>
            </a:xfrm>
            <a:custGeom>
              <a:avLst/>
              <a:gdLst/>
              <a:ahLst/>
              <a:cxnLst/>
              <a:rect l="l" t="t" r="r" b="b"/>
              <a:pathLst>
                <a:path w="1" h="252" extrusionOk="0">
                  <a:moveTo>
                    <a:pt x="1" y="1"/>
                  </a:moveTo>
                  <a:lnTo>
                    <a:pt x="1" y="251"/>
                  </a:lnTo>
                  <a:lnTo>
                    <a:pt x="1" y="251"/>
                  </a:ln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44"/>
            <p:cNvSpPr/>
            <p:nvPr/>
          </p:nvSpPr>
          <p:spPr>
            <a:xfrm>
              <a:off x="3583475" y="24386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44"/>
            <p:cNvSpPr/>
            <p:nvPr/>
          </p:nvSpPr>
          <p:spPr>
            <a:xfrm>
              <a:off x="3582850" y="2438625"/>
              <a:ext cx="650" cy="6300"/>
            </a:xfrm>
            <a:custGeom>
              <a:avLst/>
              <a:gdLst/>
              <a:ahLst/>
              <a:cxnLst/>
              <a:rect l="l" t="t" r="r" b="b"/>
              <a:pathLst>
                <a:path w="26" h="252" extrusionOk="0">
                  <a:moveTo>
                    <a:pt x="1" y="1"/>
                  </a:moveTo>
                  <a:lnTo>
                    <a:pt x="1" y="251"/>
                  </a:lnTo>
                  <a:lnTo>
                    <a:pt x="26" y="251"/>
                  </a:lnTo>
                  <a:lnTo>
                    <a:pt x="26"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44"/>
            <p:cNvSpPr/>
            <p:nvPr/>
          </p:nvSpPr>
          <p:spPr>
            <a:xfrm>
              <a:off x="3582850" y="24386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44"/>
            <p:cNvSpPr/>
            <p:nvPr/>
          </p:nvSpPr>
          <p:spPr>
            <a:xfrm>
              <a:off x="3582850" y="243862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44"/>
            <p:cNvSpPr/>
            <p:nvPr/>
          </p:nvSpPr>
          <p:spPr>
            <a:xfrm>
              <a:off x="3582225" y="2438625"/>
              <a:ext cx="650" cy="6300"/>
            </a:xfrm>
            <a:custGeom>
              <a:avLst/>
              <a:gdLst/>
              <a:ahLst/>
              <a:cxnLst/>
              <a:rect l="l" t="t" r="r" b="b"/>
              <a:pathLst>
                <a:path w="26" h="252" extrusionOk="0">
                  <a:moveTo>
                    <a:pt x="1" y="1"/>
                  </a:moveTo>
                  <a:lnTo>
                    <a:pt x="1" y="226"/>
                  </a:lnTo>
                  <a:cubicBezTo>
                    <a:pt x="1" y="226"/>
                    <a:pt x="1" y="226"/>
                    <a:pt x="26" y="251"/>
                  </a:cubicBezTo>
                  <a:lnTo>
                    <a:pt x="26"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44"/>
            <p:cNvSpPr/>
            <p:nvPr/>
          </p:nvSpPr>
          <p:spPr>
            <a:xfrm>
              <a:off x="3582225" y="24386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44"/>
            <p:cNvSpPr/>
            <p:nvPr/>
          </p:nvSpPr>
          <p:spPr>
            <a:xfrm>
              <a:off x="3624200" y="2432975"/>
              <a:ext cx="11325" cy="11950"/>
            </a:xfrm>
            <a:custGeom>
              <a:avLst/>
              <a:gdLst/>
              <a:ahLst/>
              <a:cxnLst/>
              <a:rect l="l" t="t" r="r" b="b"/>
              <a:pathLst>
                <a:path w="453" h="478" extrusionOk="0">
                  <a:moveTo>
                    <a:pt x="452" y="1"/>
                  </a:moveTo>
                  <a:lnTo>
                    <a:pt x="1" y="252"/>
                  </a:lnTo>
                  <a:lnTo>
                    <a:pt x="1" y="477"/>
                  </a:lnTo>
                  <a:lnTo>
                    <a:pt x="452" y="227"/>
                  </a:lnTo>
                  <a:lnTo>
                    <a:pt x="452" y="1"/>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44"/>
            <p:cNvSpPr/>
            <p:nvPr/>
          </p:nvSpPr>
          <p:spPr>
            <a:xfrm>
              <a:off x="3607300" y="2431725"/>
              <a:ext cx="13800" cy="13200"/>
            </a:xfrm>
            <a:custGeom>
              <a:avLst/>
              <a:gdLst/>
              <a:ahLst/>
              <a:cxnLst/>
              <a:rect l="l" t="t" r="r" b="b"/>
              <a:pathLst>
                <a:path w="552" h="528" extrusionOk="0">
                  <a:moveTo>
                    <a:pt x="0" y="1"/>
                  </a:moveTo>
                  <a:lnTo>
                    <a:pt x="0" y="226"/>
                  </a:lnTo>
                  <a:lnTo>
                    <a:pt x="552" y="527"/>
                  </a:lnTo>
                  <a:lnTo>
                    <a:pt x="552" y="302"/>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44"/>
            <p:cNvSpPr/>
            <p:nvPr/>
          </p:nvSpPr>
          <p:spPr>
            <a:xfrm>
              <a:off x="3623575" y="2439250"/>
              <a:ext cx="650" cy="6300"/>
            </a:xfrm>
            <a:custGeom>
              <a:avLst/>
              <a:gdLst/>
              <a:ahLst/>
              <a:cxnLst/>
              <a:rect l="l" t="t" r="r" b="b"/>
              <a:pathLst>
                <a:path w="26" h="252" extrusionOk="0">
                  <a:moveTo>
                    <a:pt x="1" y="1"/>
                  </a:moveTo>
                  <a:lnTo>
                    <a:pt x="1" y="251"/>
                  </a:lnTo>
                  <a:cubicBezTo>
                    <a:pt x="1" y="251"/>
                    <a:pt x="26" y="251"/>
                    <a:pt x="26" y="226"/>
                  </a:cubicBez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44"/>
            <p:cNvSpPr/>
            <p:nvPr/>
          </p:nvSpPr>
          <p:spPr>
            <a:xfrm>
              <a:off x="3622950" y="2439250"/>
              <a:ext cx="650" cy="6300"/>
            </a:xfrm>
            <a:custGeom>
              <a:avLst/>
              <a:gdLst/>
              <a:ahLst/>
              <a:cxnLst/>
              <a:rect l="l" t="t" r="r" b="b"/>
              <a:pathLst>
                <a:path w="26" h="252" extrusionOk="0">
                  <a:moveTo>
                    <a:pt x="26" y="1"/>
                  </a:moveTo>
                  <a:cubicBezTo>
                    <a:pt x="26" y="1"/>
                    <a:pt x="26" y="1"/>
                    <a:pt x="1" y="26"/>
                  </a:cubicBezTo>
                  <a:lnTo>
                    <a:pt x="1" y="251"/>
                  </a:lnTo>
                  <a:lnTo>
                    <a:pt x="26" y="251"/>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44"/>
            <p:cNvSpPr/>
            <p:nvPr/>
          </p:nvSpPr>
          <p:spPr>
            <a:xfrm>
              <a:off x="3622950" y="24398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44"/>
            <p:cNvSpPr/>
            <p:nvPr/>
          </p:nvSpPr>
          <p:spPr>
            <a:xfrm>
              <a:off x="3622950" y="24398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44"/>
            <p:cNvSpPr/>
            <p:nvPr/>
          </p:nvSpPr>
          <p:spPr>
            <a:xfrm>
              <a:off x="3622325" y="2439875"/>
              <a:ext cx="650" cy="5675"/>
            </a:xfrm>
            <a:custGeom>
              <a:avLst/>
              <a:gdLst/>
              <a:ahLst/>
              <a:cxnLst/>
              <a:rect l="l" t="t" r="r" b="b"/>
              <a:pathLst>
                <a:path w="26" h="227" extrusionOk="0">
                  <a:moveTo>
                    <a:pt x="1" y="1"/>
                  </a:moveTo>
                  <a:lnTo>
                    <a:pt x="1" y="226"/>
                  </a:lnTo>
                  <a:lnTo>
                    <a:pt x="26" y="226"/>
                  </a:lnTo>
                  <a:lnTo>
                    <a:pt x="26"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44"/>
            <p:cNvSpPr/>
            <p:nvPr/>
          </p:nvSpPr>
          <p:spPr>
            <a:xfrm>
              <a:off x="3622325" y="24398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44"/>
            <p:cNvSpPr/>
            <p:nvPr/>
          </p:nvSpPr>
          <p:spPr>
            <a:xfrm>
              <a:off x="3621700" y="2439875"/>
              <a:ext cx="650" cy="5675"/>
            </a:xfrm>
            <a:custGeom>
              <a:avLst/>
              <a:gdLst/>
              <a:ahLst/>
              <a:cxnLst/>
              <a:rect l="l" t="t" r="r" b="b"/>
              <a:pathLst>
                <a:path w="26" h="227" extrusionOk="0">
                  <a:moveTo>
                    <a:pt x="1" y="1"/>
                  </a:moveTo>
                  <a:lnTo>
                    <a:pt x="1" y="226"/>
                  </a:lnTo>
                  <a:lnTo>
                    <a:pt x="26" y="226"/>
                  </a:lnTo>
                  <a:lnTo>
                    <a:pt x="26"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44"/>
            <p:cNvSpPr/>
            <p:nvPr/>
          </p:nvSpPr>
          <p:spPr>
            <a:xfrm>
              <a:off x="3621700" y="243987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44"/>
            <p:cNvSpPr/>
            <p:nvPr/>
          </p:nvSpPr>
          <p:spPr>
            <a:xfrm>
              <a:off x="3621700" y="2439250"/>
              <a:ext cx="25" cy="6300"/>
            </a:xfrm>
            <a:custGeom>
              <a:avLst/>
              <a:gdLst/>
              <a:ahLst/>
              <a:cxnLst/>
              <a:rect l="l" t="t" r="r" b="b"/>
              <a:pathLst>
                <a:path w="1" h="252" extrusionOk="0">
                  <a:moveTo>
                    <a:pt x="1" y="26"/>
                  </a:moveTo>
                  <a:lnTo>
                    <a:pt x="1" y="251"/>
                  </a:lnTo>
                  <a:cubicBezTo>
                    <a:pt x="1" y="251"/>
                    <a:pt x="1" y="251"/>
                    <a:pt x="1" y="251"/>
                  </a:cubicBezTo>
                  <a:lnTo>
                    <a:pt x="1" y="1"/>
                  </a:lnTo>
                  <a:cubicBezTo>
                    <a:pt x="1" y="1"/>
                    <a:pt x="1" y="1"/>
                    <a:pt x="1" y="26"/>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44"/>
            <p:cNvSpPr/>
            <p:nvPr/>
          </p:nvSpPr>
          <p:spPr>
            <a:xfrm>
              <a:off x="3621075" y="2439250"/>
              <a:ext cx="650" cy="6300"/>
            </a:xfrm>
            <a:custGeom>
              <a:avLst/>
              <a:gdLst/>
              <a:ahLst/>
              <a:cxnLst/>
              <a:rect l="l" t="t" r="r" b="b"/>
              <a:pathLst>
                <a:path w="26" h="252" extrusionOk="0">
                  <a:moveTo>
                    <a:pt x="1" y="1"/>
                  </a:moveTo>
                  <a:lnTo>
                    <a:pt x="1" y="251"/>
                  </a:lnTo>
                  <a:lnTo>
                    <a:pt x="26" y="251"/>
                  </a:lnTo>
                  <a:lnTo>
                    <a:pt x="26"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44"/>
            <p:cNvSpPr/>
            <p:nvPr/>
          </p:nvSpPr>
          <p:spPr>
            <a:xfrm>
              <a:off x="3621075" y="2439250"/>
              <a:ext cx="25" cy="6300"/>
            </a:xfrm>
            <a:custGeom>
              <a:avLst/>
              <a:gdLst/>
              <a:ahLst/>
              <a:cxnLst/>
              <a:rect l="l" t="t" r="r" b="b"/>
              <a:pathLst>
                <a:path w="1" h="252" extrusionOk="0">
                  <a:moveTo>
                    <a:pt x="1" y="1"/>
                  </a:moveTo>
                  <a:lnTo>
                    <a:pt x="1" y="251"/>
                  </a:lnTo>
                  <a:cubicBezTo>
                    <a:pt x="1" y="251"/>
                    <a:pt x="1" y="251"/>
                    <a:pt x="1" y="226"/>
                  </a:cubicBezTo>
                  <a:lnTo>
                    <a:pt x="1" y="1"/>
                  </a:lnTo>
                  <a:cubicBezTo>
                    <a:pt x="1" y="1"/>
                    <a:pt x="1"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44"/>
            <p:cNvSpPr/>
            <p:nvPr/>
          </p:nvSpPr>
          <p:spPr>
            <a:xfrm>
              <a:off x="3606675" y="2422500"/>
              <a:ext cx="29475" cy="17250"/>
            </a:xfrm>
            <a:custGeom>
              <a:avLst/>
              <a:gdLst/>
              <a:ahLst/>
              <a:cxnLst/>
              <a:rect l="l" t="t" r="r" b="b"/>
              <a:pathLst>
                <a:path w="1179" h="690" extrusionOk="0">
                  <a:moveTo>
                    <a:pt x="539" y="0"/>
                  </a:moveTo>
                  <a:cubicBezTo>
                    <a:pt x="514" y="0"/>
                    <a:pt x="489" y="6"/>
                    <a:pt x="476" y="19"/>
                  </a:cubicBezTo>
                  <a:lnTo>
                    <a:pt x="25" y="295"/>
                  </a:lnTo>
                  <a:cubicBezTo>
                    <a:pt x="0" y="295"/>
                    <a:pt x="0" y="345"/>
                    <a:pt x="25" y="370"/>
                  </a:cubicBezTo>
                  <a:lnTo>
                    <a:pt x="577" y="671"/>
                  </a:lnTo>
                  <a:cubicBezTo>
                    <a:pt x="589" y="683"/>
                    <a:pt x="614" y="689"/>
                    <a:pt x="639" y="689"/>
                  </a:cubicBezTo>
                  <a:cubicBezTo>
                    <a:pt x="664" y="689"/>
                    <a:pt x="689" y="683"/>
                    <a:pt x="702" y="671"/>
                  </a:cubicBezTo>
                  <a:lnTo>
                    <a:pt x="1153" y="420"/>
                  </a:lnTo>
                  <a:cubicBezTo>
                    <a:pt x="1178" y="395"/>
                    <a:pt x="1178" y="370"/>
                    <a:pt x="1153" y="345"/>
                  </a:cubicBezTo>
                  <a:lnTo>
                    <a:pt x="602" y="19"/>
                  </a:lnTo>
                  <a:cubicBezTo>
                    <a:pt x="589" y="6"/>
                    <a:pt x="564" y="0"/>
                    <a:pt x="539"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44"/>
            <p:cNvSpPr/>
            <p:nvPr/>
          </p:nvSpPr>
          <p:spPr>
            <a:xfrm>
              <a:off x="3607925" y="2422950"/>
              <a:ext cx="26950" cy="15075"/>
            </a:xfrm>
            <a:custGeom>
              <a:avLst/>
              <a:gdLst/>
              <a:ahLst/>
              <a:cxnLst/>
              <a:rect l="l" t="t" r="r" b="b"/>
              <a:pathLst>
                <a:path w="1078" h="603" extrusionOk="0">
                  <a:moveTo>
                    <a:pt x="451" y="1"/>
                  </a:moveTo>
                  <a:cubicBezTo>
                    <a:pt x="451" y="1"/>
                    <a:pt x="0" y="252"/>
                    <a:pt x="0" y="252"/>
                  </a:cubicBezTo>
                  <a:cubicBezTo>
                    <a:pt x="0" y="277"/>
                    <a:pt x="0" y="277"/>
                    <a:pt x="0" y="277"/>
                  </a:cubicBezTo>
                  <a:lnTo>
                    <a:pt x="552" y="577"/>
                  </a:lnTo>
                  <a:cubicBezTo>
                    <a:pt x="552" y="577"/>
                    <a:pt x="577" y="602"/>
                    <a:pt x="577" y="602"/>
                  </a:cubicBezTo>
                  <a:cubicBezTo>
                    <a:pt x="602" y="602"/>
                    <a:pt x="627" y="577"/>
                    <a:pt x="627" y="577"/>
                  </a:cubicBezTo>
                  <a:cubicBezTo>
                    <a:pt x="627" y="577"/>
                    <a:pt x="1078" y="327"/>
                    <a:pt x="1078" y="327"/>
                  </a:cubicBezTo>
                  <a:lnTo>
                    <a:pt x="527"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44"/>
            <p:cNvSpPr/>
            <p:nvPr/>
          </p:nvSpPr>
          <p:spPr>
            <a:xfrm>
              <a:off x="3588500" y="2434250"/>
              <a:ext cx="11300" cy="11925"/>
            </a:xfrm>
            <a:custGeom>
              <a:avLst/>
              <a:gdLst/>
              <a:ahLst/>
              <a:cxnLst/>
              <a:rect l="l" t="t" r="r" b="b"/>
              <a:pathLst>
                <a:path w="452" h="477" extrusionOk="0">
                  <a:moveTo>
                    <a:pt x="451" y="0"/>
                  </a:moveTo>
                  <a:lnTo>
                    <a:pt x="0" y="251"/>
                  </a:lnTo>
                  <a:lnTo>
                    <a:pt x="0" y="476"/>
                  </a:lnTo>
                  <a:lnTo>
                    <a:pt x="451" y="226"/>
                  </a:lnTo>
                  <a:lnTo>
                    <a:pt x="4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44"/>
            <p:cNvSpPr/>
            <p:nvPr/>
          </p:nvSpPr>
          <p:spPr>
            <a:xfrm>
              <a:off x="3627350" y="2434875"/>
              <a:ext cx="11300" cy="12550"/>
            </a:xfrm>
            <a:custGeom>
              <a:avLst/>
              <a:gdLst/>
              <a:ahLst/>
              <a:cxnLst/>
              <a:rect l="l" t="t" r="r" b="b"/>
              <a:pathLst>
                <a:path w="452" h="502" extrusionOk="0">
                  <a:moveTo>
                    <a:pt x="451" y="0"/>
                  </a:moveTo>
                  <a:lnTo>
                    <a:pt x="0" y="251"/>
                  </a:lnTo>
                  <a:lnTo>
                    <a:pt x="0" y="501"/>
                  </a:lnTo>
                  <a:lnTo>
                    <a:pt x="451" y="226"/>
                  </a:lnTo>
                  <a:lnTo>
                    <a:pt x="4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44"/>
            <p:cNvSpPr/>
            <p:nvPr/>
          </p:nvSpPr>
          <p:spPr>
            <a:xfrm>
              <a:off x="3588500" y="24405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44"/>
            <p:cNvSpPr/>
            <p:nvPr/>
          </p:nvSpPr>
          <p:spPr>
            <a:xfrm>
              <a:off x="3588500" y="2440500"/>
              <a:ext cx="25" cy="6300"/>
            </a:xfrm>
            <a:custGeom>
              <a:avLst/>
              <a:gdLst/>
              <a:ahLst/>
              <a:cxnLst/>
              <a:rect l="l" t="t" r="r" b="b"/>
              <a:pathLst>
                <a:path w="1" h="252" extrusionOk="0">
                  <a:moveTo>
                    <a:pt x="0" y="1"/>
                  </a:moveTo>
                  <a:lnTo>
                    <a:pt x="0" y="226"/>
                  </a:lnTo>
                  <a:cubicBezTo>
                    <a:pt x="0" y="226"/>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44"/>
            <p:cNvSpPr/>
            <p:nvPr/>
          </p:nvSpPr>
          <p:spPr>
            <a:xfrm>
              <a:off x="3588500" y="244050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44"/>
            <p:cNvSpPr/>
            <p:nvPr/>
          </p:nvSpPr>
          <p:spPr>
            <a:xfrm>
              <a:off x="3587875" y="2440500"/>
              <a:ext cx="650" cy="6300"/>
            </a:xfrm>
            <a:custGeom>
              <a:avLst/>
              <a:gdLst/>
              <a:ahLst/>
              <a:cxnLst/>
              <a:rect l="l" t="t" r="r" b="b"/>
              <a:pathLst>
                <a:path w="26" h="252" extrusionOk="0">
                  <a:moveTo>
                    <a:pt x="25" y="1"/>
                  </a:moveTo>
                  <a:cubicBezTo>
                    <a:pt x="25" y="26"/>
                    <a:pt x="0" y="26"/>
                    <a:pt x="0" y="26"/>
                  </a:cubicBez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44"/>
            <p:cNvSpPr/>
            <p:nvPr/>
          </p:nvSpPr>
          <p:spPr>
            <a:xfrm>
              <a:off x="3587875" y="2441125"/>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44"/>
            <p:cNvSpPr/>
            <p:nvPr/>
          </p:nvSpPr>
          <p:spPr>
            <a:xfrm>
              <a:off x="3587875" y="2441125"/>
              <a:ext cx="25" cy="6300"/>
            </a:xfrm>
            <a:custGeom>
              <a:avLst/>
              <a:gdLst/>
              <a:ahLst/>
              <a:cxnLst/>
              <a:rect l="l" t="t" r="r" b="b"/>
              <a:pathLst>
                <a:path w="1" h="252" extrusionOk="0">
                  <a:moveTo>
                    <a:pt x="0" y="1"/>
                  </a:moveTo>
                  <a:lnTo>
                    <a:pt x="0" y="226"/>
                  </a:lnTo>
                  <a:cubicBezTo>
                    <a:pt x="0" y="226"/>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44"/>
            <p:cNvSpPr/>
            <p:nvPr/>
          </p:nvSpPr>
          <p:spPr>
            <a:xfrm>
              <a:off x="3587875" y="2441125"/>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44"/>
            <p:cNvSpPr/>
            <p:nvPr/>
          </p:nvSpPr>
          <p:spPr>
            <a:xfrm>
              <a:off x="3587875" y="2441125"/>
              <a:ext cx="25" cy="6300"/>
            </a:xfrm>
            <a:custGeom>
              <a:avLst/>
              <a:gdLst/>
              <a:ahLst/>
              <a:cxnLst/>
              <a:rect l="l" t="t" r="r" b="b"/>
              <a:pathLst>
                <a:path w="1" h="252" extrusionOk="0">
                  <a:moveTo>
                    <a:pt x="0" y="1"/>
                  </a:moveTo>
                  <a:lnTo>
                    <a:pt x="0" y="251"/>
                  </a:lnTo>
                  <a:lnTo>
                    <a:pt x="0" y="25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44"/>
            <p:cNvSpPr/>
            <p:nvPr/>
          </p:nvSpPr>
          <p:spPr>
            <a:xfrm>
              <a:off x="3602900" y="2434250"/>
              <a:ext cx="13825" cy="13800"/>
            </a:xfrm>
            <a:custGeom>
              <a:avLst/>
              <a:gdLst/>
              <a:ahLst/>
              <a:cxnLst/>
              <a:rect l="l" t="t" r="r" b="b"/>
              <a:pathLst>
                <a:path w="553" h="552" extrusionOk="0">
                  <a:moveTo>
                    <a:pt x="1" y="0"/>
                  </a:moveTo>
                  <a:lnTo>
                    <a:pt x="1" y="226"/>
                  </a:lnTo>
                  <a:lnTo>
                    <a:pt x="552" y="551"/>
                  </a:lnTo>
                  <a:lnTo>
                    <a:pt x="552" y="30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44"/>
            <p:cNvSpPr/>
            <p:nvPr/>
          </p:nvSpPr>
          <p:spPr>
            <a:xfrm>
              <a:off x="3627350" y="2441125"/>
              <a:ext cx="25" cy="6300"/>
            </a:xfrm>
            <a:custGeom>
              <a:avLst/>
              <a:gdLst/>
              <a:ahLst/>
              <a:cxnLst/>
              <a:rect l="l" t="t" r="r" b="b"/>
              <a:pathLst>
                <a:path w="1" h="252" extrusionOk="0">
                  <a:moveTo>
                    <a:pt x="0" y="1"/>
                  </a:moveTo>
                  <a:lnTo>
                    <a:pt x="0" y="251"/>
                  </a:lnTo>
                  <a:lnTo>
                    <a:pt x="0" y="25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44"/>
            <p:cNvSpPr/>
            <p:nvPr/>
          </p:nvSpPr>
          <p:spPr>
            <a:xfrm>
              <a:off x="3627350" y="2441125"/>
              <a:ext cx="25" cy="6300"/>
            </a:xfrm>
            <a:custGeom>
              <a:avLst/>
              <a:gdLst/>
              <a:ahLst/>
              <a:cxnLst/>
              <a:rect l="l" t="t" r="r" b="b"/>
              <a:pathLst>
                <a:path w="1" h="252" extrusionOk="0">
                  <a:moveTo>
                    <a:pt x="0" y="1"/>
                  </a:moveTo>
                  <a:lnTo>
                    <a:pt x="0" y="251"/>
                  </a:lnTo>
                  <a:cubicBezTo>
                    <a:pt x="0" y="251"/>
                    <a:pt x="0" y="251"/>
                    <a:pt x="0" y="251"/>
                  </a:cubicBezTo>
                  <a:lnTo>
                    <a:pt x="0" y="26"/>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44"/>
            <p:cNvSpPr/>
            <p:nvPr/>
          </p:nvSpPr>
          <p:spPr>
            <a:xfrm>
              <a:off x="3627350" y="24417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44"/>
            <p:cNvSpPr/>
            <p:nvPr/>
          </p:nvSpPr>
          <p:spPr>
            <a:xfrm>
              <a:off x="3627350" y="244175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44"/>
            <p:cNvSpPr/>
            <p:nvPr/>
          </p:nvSpPr>
          <p:spPr>
            <a:xfrm>
              <a:off x="3626725" y="2441750"/>
              <a:ext cx="650" cy="6300"/>
            </a:xfrm>
            <a:custGeom>
              <a:avLst/>
              <a:gdLst/>
              <a:ahLst/>
              <a:cxnLst/>
              <a:rect l="l" t="t" r="r" b="b"/>
              <a:pathLst>
                <a:path w="26" h="252" extrusionOk="0">
                  <a:moveTo>
                    <a:pt x="0" y="1"/>
                  </a:moveTo>
                  <a:lnTo>
                    <a:pt x="0" y="251"/>
                  </a:lnTo>
                  <a:lnTo>
                    <a:pt x="25" y="251"/>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44"/>
            <p:cNvSpPr/>
            <p:nvPr/>
          </p:nvSpPr>
          <p:spPr>
            <a:xfrm>
              <a:off x="3626725" y="2441750"/>
              <a:ext cx="25" cy="6300"/>
            </a:xfrm>
            <a:custGeom>
              <a:avLst/>
              <a:gdLst/>
              <a:ahLst/>
              <a:cxnLst/>
              <a:rect l="l" t="t" r="r" b="b"/>
              <a:pathLst>
                <a:path w="1" h="252" extrusionOk="0">
                  <a:moveTo>
                    <a:pt x="0" y="1"/>
                  </a:moveTo>
                  <a:lnTo>
                    <a:pt x="0" y="251"/>
                  </a:lnTo>
                  <a:cubicBezTo>
                    <a:pt x="0" y="251"/>
                    <a:pt x="0" y="251"/>
                    <a:pt x="0" y="251"/>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44"/>
            <p:cNvSpPr/>
            <p:nvPr/>
          </p:nvSpPr>
          <p:spPr>
            <a:xfrm>
              <a:off x="3626725" y="2441750"/>
              <a:ext cx="25" cy="6300"/>
            </a:xfrm>
            <a:custGeom>
              <a:avLst/>
              <a:gdLst/>
              <a:ahLst/>
              <a:cxnLst/>
              <a:rect l="l" t="t" r="r" b="b"/>
              <a:pathLst>
                <a:path w="1" h="252" extrusionOk="0">
                  <a:moveTo>
                    <a:pt x="0" y="1"/>
                  </a:moveTo>
                  <a:lnTo>
                    <a:pt x="0" y="251"/>
                  </a:lnTo>
                  <a:cubicBezTo>
                    <a:pt x="0" y="251"/>
                    <a:pt x="0" y="251"/>
                    <a:pt x="0" y="251"/>
                  </a:cubicBezTo>
                  <a:lnTo>
                    <a:pt x="0" y="26"/>
                  </a:lnTo>
                  <a:cubicBezTo>
                    <a:pt x="0" y="26"/>
                    <a:pt x="0" y="26"/>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44"/>
            <p:cNvSpPr/>
            <p:nvPr/>
          </p:nvSpPr>
          <p:spPr>
            <a:xfrm>
              <a:off x="3626725" y="2442375"/>
              <a:ext cx="25" cy="5675"/>
            </a:xfrm>
            <a:custGeom>
              <a:avLst/>
              <a:gdLst/>
              <a:ahLst/>
              <a:cxnLst/>
              <a:rect l="l" t="t" r="r" b="b"/>
              <a:pathLst>
                <a:path w="1" h="227" extrusionOk="0">
                  <a:moveTo>
                    <a:pt x="0" y="1"/>
                  </a:moveTo>
                  <a:lnTo>
                    <a:pt x="0" y="226"/>
                  </a:lnTo>
                  <a:lnTo>
                    <a:pt x="0" y="226"/>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44"/>
            <p:cNvSpPr/>
            <p:nvPr/>
          </p:nvSpPr>
          <p:spPr>
            <a:xfrm>
              <a:off x="3587875" y="2441125"/>
              <a:ext cx="650" cy="6925"/>
            </a:xfrm>
            <a:custGeom>
              <a:avLst/>
              <a:gdLst/>
              <a:ahLst/>
              <a:cxnLst/>
              <a:rect l="l" t="t" r="r" b="b"/>
              <a:pathLst>
                <a:path w="26" h="277" extrusionOk="0">
                  <a:moveTo>
                    <a:pt x="0" y="1"/>
                  </a:moveTo>
                  <a:lnTo>
                    <a:pt x="0" y="251"/>
                  </a:lnTo>
                  <a:cubicBezTo>
                    <a:pt x="0" y="251"/>
                    <a:pt x="25" y="276"/>
                    <a:pt x="25" y="276"/>
                  </a:cubicBezTo>
                  <a:lnTo>
                    <a:pt x="25" y="51"/>
                  </a:lnTo>
                  <a:cubicBezTo>
                    <a:pt x="25" y="26"/>
                    <a:pt x="0" y="26"/>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44"/>
            <p:cNvSpPr/>
            <p:nvPr/>
          </p:nvSpPr>
          <p:spPr>
            <a:xfrm>
              <a:off x="3616700" y="2441750"/>
              <a:ext cx="650" cy="6925"/>
            </a:xfrm>
            <a:custGeom>
              <a:avLst/>
              <a:gdLst/>
              <a:ahLst/>
              <a:cxnLst/>
              <a:rect l="l" t="t" r="r" b="b"/>
              <a:pathLst>
                <a:path w="26" h="277" extrusionOk="0">
                  <a:moveTo>
                    <a:pt x="0" y="1"/>
                  </a:moveTo>
                  <a:lnTo>
                    <a:pt x="0" y="251"/>
                  </a:lnTo>
                  <a:cubicBezTo>
                    <a:pt x="0" y="251"/>
                    <a:pt x="25" y="251"/>
                    <a:pt x="25" y="277"/>
                  </a:cubicBezTo>
                  <a:lnTo>
                    <a:pt x="25" y="51"/>
                  </a:lnTo>
                  <a:cubicBezTo>
                    <a:pt x="25" y="26"/>
                    <a:pt x="25"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44"/>
            <p:cNvSpPr/>
            <p:nvPr/>
          </p:nvSpPr>
          <p:spPr>
            <a:xfrm>
              <a:off x="3626725" y="2442375"/>
              <a:ext cx="650" cy="6925"/>
            </a:xfrm>
            <a:custGeom>
              <a:avLst/>
              <a:gdLst/>
              <a:ahLst/>
              <a:cxnLst/>
              <a:rect l="l" t="t" r="r" b="b"/>
              <a:pathLst>
                <a:path w="26" h="277" extrusionOk="0">
                  <a:moveTo>
                    <a:pt x="0" y="1"/>
                  </a:moveTo>
                  <a:lnTo>
                    <a:pt x="0" y="226"/>
                  </a:lnTo>
                  <a:cubicBezTo>
                    <a:pt x="0" y="252"/>
                    <a:pt x="25" y="252"/>
                    <a:pt x="25" y="277"/>
                  </a:cubicBezTo>
                  <a:lnTo>
                    <a:pt x="25" y="26"/>
                  </a:lnTo>
                  <a:cubicBezTo>
                    <a:pt x="25" y="26"/>
                    <a:pt x="0" y="1"/>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44"/>
            <p:cNvSpPr/>
            <p:nvPr/>
          </p:nvSpPr>
          <p:spPr>
            <a:xfrm>
              <a:off x="3617325" y="2443000"/>
              <a:ext cx="25" cy="5675"/>
            </a:xfrm>
            <a:custGeom>
              <a:avLst/>
              <a:gdLst/>
              <a:ahLst/>
              <a:cxnLst/>
              <a:rect l="l" t="t" r="r" b="b"/>
              <a:pathLst>
                <a:path w="1" h="227" extrusionOk="0">
                  <a:moveTo>
                    <a:pt x="0" y="1"/>
                  </a:moveTo>
                  <a:lnTo>
                    <a:pt x="0" y="227"/>
                  </a:lnTo>
                  <a:lnTo>
                    <a:pt x="0" y="227"/>
                  </a:lnTo>
                  <a:lnTo>
                    <a:pt x="0"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44"/>
            <p:cNvSpPr/>
            <p:nvPr/>
          </p:nvSpPr>
          <p:spPr>
            <a:xfrm>
              <a:off x="3617325" y="244300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44"/>
            <p:cNvSpPr/>
            <p:nvPr/>
          </p:nvSpPr>
          <p:spPr>
            <a:xfrm>
              <a:off x="3617325" y="244300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44"/>
            <p:cNvSpPr/>
            <p:nvPr/>
          </p:nvSpPr>
          <p:spPr>
            <a:xfrm>
              <a:off x="3617325" y="2443000"/>
              <a:ext cx="25" cy="6300"/>
            </a:xfrm>
            <a:custGeom>
              <a:avLst/>
              <a:gdLst/>
              <a:ahLst/>
              <a:cxnLst/>
              <a:rect l="l" t="t" r="r" b="b"/>
              <a:pathLst>
                <a:path w="1" h="252" extrusionOk="0">
                  <a:moveTo>
                    <a:pt x="0" y="1"/>
                  </a:moveTo>
                  <a:lnTo>
                    <a:pt x="0" y="227"/>
                  </a:lnTo>
                  <a:cubicBezTo>
                    <a:pt x="0" y="252"/>
                    <a:pt x="0" y="252"/>
                    <a:pt x="0" y="252"/>
                  </a:cubicBezTo>
                  <a:lnTo>
                    <a:pt x="0" y="1"/>
                  </a:lnTo>
                  <a:cubicBezTo>
                    <a:pt x="0" y="1"/>
                    <a:pt x="0" y="1"/>
                    <a:pt x="0"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44"/>
            <p:cNvSpPr/>
            <p:nvPr/>
          </p:nvSpPr>
          <p:spPr>
            <a:xfrm>
              <a:off x="3617325" y="2443000"/>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44"/>
            <p:cNvSpPr/>
            <p:nvPr/>
          </p:nvSpPr>
          <p:spPr>
            <a:xfrm>
              <a:off x="3616700" y="2443000"/>
              <a:ext cx="650" cy="6300"/>
            </a:xfrm>
            <a:custGeom>
              <a:avLst/>
              <a:gdLst/>
              <a:ahLst/>
              <a:cxnLst/>
              <a:rect l="l" t="t" r="r" b="b"/>
              <a:pathLst>
                <a:path w="26" h="252" extrusionOk="0">
                  <a:moveTo>
                    <a:pt x="25" y="1"/>
                  </a:moveTo>
                  <a:cubicBezTo>
                    <a:pt x="0" y="26"/>
                    <a:pt x="0" y="26"/>
                    <a:pt x="0" y="26"/>
                  </a:cubicBezTo>
                  <a:lnTo>
                    <a:pt x="0" y="252"/>
                  </a:lnTo>
                  <a:lnTo>
                    <a:pt x="25" y="252"/>
                  </a:lnTo>
                  <a:lnTo>
                    <a:pt x="25"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44"/>
            <p:cNvSpPr/>
            <p:nvPr/>
          </p:nvSpPr>
          <p:spPr>
            <a:xfrm>
              <a:off x="3616700" y="24436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44"/>
            <p:cNvSpPr/>
            <p:nvPr/>
          </p:nvSpPr>
          <p:spPr>
            <a:xfrm>
              <a:off x="3616700" y="2443650"/>
              <a:ext cx="25" cy="6275"/>
            </a:xfrm>
            <a:custGeom>
              <a:avLst/>
              <a:gdLst/>
              <a:ahLst/>
              <a:cxnLst/>
              <a:rect l="l" t="t" r="r" b="b"/>
              <a:pathLst>
                <a:path w="1" h="251" extrusionOk="0">
                  <a:moveTo>
                    <a:pt x="0" y="0"/>
                  </a:moveTo>
                  <a:lnTo>
                    <a:pt x="0" y="226"/>
                  </a:lnTo>
                  <a:lnTo>
                    <a:pt x="0" y="251"/>
                  </a:lnTo>
                  <a:lnTo>
                    <a:pt x="0" y="0"/>
                  </a:lnTo>
                  <a:cubicBezTo>
                    <a:pt x="0" y="0"/>
                    <a:pt x="0" y="0"/>
                    <a:pt x="0"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44"/>
            <p:cNvSpPr/>
            <p:nvPr/>
          </p:nvSpPr>
          <p:spPr>
            <a:xfrm>
              <a:off x="3622950" y="2445525"/>
              <a:ext cx="650" cy="6275"/>
            </a:xfrm>
            <a:custGeom>
              <a:avLst/>
              <a:gdLst/>
              <a:ahLst/>
              <a:cxnLst/>
              <a:rect l="l" t="t" r="r" b="b"/>
              <a:pathLst>
                <a:path w="26" h="251" extrusionOk="0">
                  <a:moveTo>
                    <a:pt x="1" y="0"/>
                  </a:moveTo>
                  <a:lnTo>
                    <a:pt x="1" y="226"/>
                  </a:lnTo>
                  <a:cubicBezTo>
                    <a:pt x="1" y="251"/>
                    <a:pt x="1" y="251"/>
                    <a:pt x="26" y="251"/>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44"/>
            <p:cNvSpPr/>
            <p:nvPr/>
          </p:nvSpPr>
          <p:spPr>
            <a:xfrm>
              <a:off x="3622950" y="2445525"/>
              <a:ext cx="25" cy="5650"/>
            </a:xfrm>
            <a:custGeom>
              <a:avLst/>
              <a:gdLst/>
              <a:ahLst/>
              <a:cxnLst/>
              <a:rect l="l" t="t" r="r" b="b"/>
              <a:pathLst>
                <a:path w="1" h="226" extrusionOk="0">
                  <a:moveTo>
                    <a:pt x="1" y="0"/>
                  </a:moveTo>
                  <a:lnTo>
                    <a:pt x="1" y="226"/>
                  </a:lnTo>
                  <a:lnTo>
                    <a:pt x="1" y="226"/>
                  </a:ln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44"/>
            <p:cNvSpPr/>
            <p:nvPr/>
          </p:nvSpPr>
          <p:spPr>
            <a:xfrm>
              <a:off x="3622325" y="244552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44"/>
            <p:cNvSpPr/>
            <p:nvPr/>
          </p:nvSpPr>
          <p:spPr>
            <a:xfrm>
              <a:off x="3622325" y="2445525"/>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44"/>
            <p:cNvSpPr/>
            <p:nvPr/>
          </p:nvSpPr>
          <p:spPr>
            <a:xfrm>
              <a:off x="3621700" y="244552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44"/>
            <p:cNvSpPr/>
            <p:nvPr/>
          </p:nvSpPr>
          <p:spPr>
            <a:xfrm>
              <a:off x="3621700" y="24455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44"/>
            <p:cNvSpPr/>
            <p:nvPr/>
          </p:nvSpPr>
          <p:spPr>
            <a:xfrm>
              <a:off x="3621700" y="2445525"/>
              <a:ext cx="25" cy="5650"/>
            </a:xfrm>
            <a:custGeom>
              <a:avLst/>
              <a:gdLst/>
              <a:ahLst/>
              <a:cxnLst/>
              <a:rect l="l" t="t" r="r" b="b"/>
              <a:pathLst>
                <a:path w="1" h="226" extrusionOk="0">
                  <a:moveTo>
                    <a:pt x="1" y="0"/>
                  </a:moveTo>
                  <a:lnTo>
                    <a:pt x="1" y="226"/>
                  </a:lnTo>
                  <a:lnTo>
                    <a:pt x="1" y="226"/>
                  </a:ln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44"/>
            <p:cNvSpPr/>
            <p:nvPr/>
          </p:nvSpPr>
          <p:spPr>
            <a:xfrm>
              <a:off x="3621075" y="244552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44"/>
            <p:cNvSpPr/>
            <p:nvPr/>
          </p:nvSpPr>
          <p:spPr>
            <a:xfrm>
              <a:off x="3621075" y="24455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44"/>
            <p:cNvSpPr/>
            <p:nvPr/>
          </p:nvSpPr>
          <p:spPr>
            <a:xfrm>
              <a:off x="3620450" y="244552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44"/>
            <p:cNvSpPr/>
            <p:nvPr/>
          </p:nvSpPr>
          <p:spPr>
            <a:xfrm>
              <a:off x="3619825" y="2445525"/>
              <a:ext cx="650" cy="6275"/>
            </a:xfrm>
            <a:custGeom>
              <a:avLst/>
              <a:gdLst/>
              <a:ahLst/>
              <a:cxnLst/>
              <a:rect l="l" t="t" r="r" b="b"/>
              <a:pathLst>
                <a:path w="26" h="251" extrusionOk="0">
                  <a:moveTo>
                    <a:pt x="0" y="0"/>
                  </a:moveTo>
                  <a:lnTo>
                    <a:pt x="0" y="251"/>
                  </a:lnTo>
                  <a:cubicBezTo>
                    <a:pt x="26" y="251"/>
                    <a:pt x="26" y="226"/>
                    <a:pt x="26" y="226"/>
                  </a:cubicBez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44"/>
            <p:cNvSpPr/>
            <p:nvPr/>
          </p:nvSpPr>
          <p:spPr>
            <a:xfrm>
              <a:off x="3605425" y="2443650"/>
              <a:ext cx="11300" cy="12550"/>
            </a:xfrm>
            <a:custGeom>
              <a:avLst/>
              <a:gdLst/>
              <a:ahLst/>
              <a:cxnLst/>
              <a:rect l="l" t="t" r="r" b="b"/>
              <a:pathLst>
                <a:path w="452" h="502" extrusionOk="0">
                  <a:moveTo>
                    <a:pt x="451" y="0"/>
                  </a:moveTo>
                  <a:lnTo>
                    <a:pt x="0" y="251"/>
                  </a:lnTo>
                  <a:lnTo>
                    <a:pt x="0" y="501"/>
                  </a:lnTo>
                  <a:lnTo>
                    <a:pt x="451" y="251"/>
                  </a:lnTo>
                  <a:lnTo>
                    <a:pt x="451"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44"/>
            <p:cNvSpPr/>
            <p:nvPr/>
          </p:nvSpPr>
          <p:spPr>
            <a:xfrm>
              <a:off x="3588500" y="2442375"/>
              <a:ext cx="13800" cy="13825"/>
            </a:xfrm>
            <a:custGeom>
              <a:avLst/>
              <a:gdLst/>
              <a:ahLst/>
              <a:cxnLst/>
              <a:rect l="l" t="t" r="r" b="b"/>
              <a:pathLst>
                <a:path w="552" h="553" extrusionOk="0">
                  <a:moveTo>
                    <a:pt x="0" y="1"/>
                  </a:moveTo>
                  <a:lnTo>
                    <a:pt x="0" y="226"/>
                  </a:lnTo>
                  <a:lnTo>
                    <a:pt x="552" y="552"/>
                  </a:lnTo>
                  <a:lnTo>
                    <a:pt x="552" y="302"/>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44"/>
            <p:cNvSpPr/>
            <p:nvPr/>
          </p:nvSpPr>
          <p:spPr>
            <a:xfrm>
              <a:off x="3587875" y="2433775"/>
              <a:ext cx="29475" cy="16625"/>
            </a:xfrm>
            <a:custGeom>
              <a:avLst/>
              <a:gdLst/>
              <a:ahLst/>
              <a:cxnLst/>
              <a:rect l="l" t="t" r="r" b="b"/>
              <a:pathLst>
                <a:path w="1179" h="665" extrusionOk="0">
                  <a:moveTo>
                    <a:pt x="539" y="0"/>
                  </a:moveTo>
                  <a:cubicBezTo>
                    <a:pt x="514" y="0"/>
                    <a:pt x="489" y="7"/>
                    <a:pt x="476" y="19"/>
                  </a:cubicBezTo>
                  <a:lnTo>
                    <a:pt x="25" y="270"/>
                  </a:lnTo>
                  <a:cubicBezTo>
                    <a:pt x="0" y="295"/>
                    <a:pt x="0" y="320"/>
                    <a:pt x="25" y="345"/>
                  </a:cubicBezTo>
                  <a:lnTo>
                    <a:pt x="577" y="646"/>
                  </a:lnTo>
                  <a:cubicBezTo>
                    <a:pt x="589" y="658"/>
                    <a:pt x="614" y="664"/>
                    <a:pt x="639" y="664"/>
                  </a:cubicBezTo>
                  <a:cubicBezTo>
                    <a:pt x="664" y="664"/>
                    <a:pt x="689" y="658"/>
                    <a:pt x="702" y="646"/>
                  </a:cubicBezTo>
                  <a:lnTo>
                    <a:pt x="1153" y="395"/>
                  </a:lnTo>
                  <a:cubicBezTo>
                    <a:pt x="1178" y="370"/>
                    <a:pt x="1178" y="345"/>
                    <a:pt x="1153" y="320"/>
                  </a:cubicBezTo>
                  <a:lnTo>
                    <a:pt x="602" y="19"/>
                  </a:lnTo>
                  <a:cubicBezTo>
                    <a:pt x="589" y="7"/>
                    <a:pt x="564" y="0"/>
                    <a:pt x="539"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44"/>
            <p:cNvSpPr/>
            <p:nvPr/>
          </p:nvSpPr>
          <p:spPr>
            <a:xfrm>
              <a:off x="3589125" y="2433625"/>
              <a:ext cx="26975" cy="15050"/>
            </a:xfrm>
            <a:custGeom>
              <a:avLst/>
              <a:gdLst/>
              <a:ahLst/>
              <a:cxnLst/>
              <a:rect l="l" t="t" r="r" b="b"/>
              <a:pathLst>
                <a:path w="1079" h="602" extrusionOk="0">
                  <a:moveTo>
                    <a:pt x="452" y="0"/>
                  </a:moveTo>
                  <a:cubicBezTo>
                    <a:pt x="452" y="0"/>
                    <a:pt x="0" y="276"/>
                    <a:pt x="0" y="276"/>
                  </a:cubicBezTo>
                  <a:lnTo>
                    <a:pt x="552" y="576"/>
                  </a:lnTo>
                  <a:cubicBezTo>
                    <a:pt x="552" y="602"/>
                    <a:pt x="577" y="602"/>
                    <a:pt x="602" y="602"/>
                  </a:cubicBezTo>
                  <a:cubicBezTo>
                    <a:pt x="602" y="602"/>
                    <a:pt x="627" y="602"/>
                    <a:pt x="627" y="576"/>
                  </a:cubicBezTo>
                  <a:lnTo>
                    <a:pt x="1078" y="326"/>
                  </a:lnTo>
                  <a:lnTo>
                    <a:pt x="527"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44"/>
            <p:cNvSpPr/>
            <p:nvPr/>
          </p:nvSpPr>
          <p:spPr>
            <a:xfrm>
              <a:off x="3604775" y="2449900"/>
              <a:ext cx="650" cy="6300"/>
            </a:xfrm>
            <a:custGeom>
              <a:avLst/>
              <a:gdLst/>
              <a:ahLst/>
              <a:cxnLst/>
              <a:rect l="l" t="t" r="r" b="b"/>
              <a:pathLst>
                <a:path w="26" h="252" extrusionOk="0">
                  <a:moveTo>
                    <a:pt x="26" y="1"/>
                  </a:moveTo>
                  <a:cubicBezTo>
                    <a:pt x="26" y="1"/>
                    <a:pt x="26" y="26"/>
                    <a:pt x="1" y="26"/>
                  </a:cubicBezTo>
                  <a:lnTo>
                    <a:pt x="1" y="251"/>
                  </a:lnTo>
                  <a:lnTo>
                    <a:pt x="26" y="251"/>
                  </a:ln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44"/>
            <p:cNvSpPr/>
            <p:nvPr/>
          </p:nvSpPr>
          <p:spPr>
            <a:xfrm>
              <a:off x="3604775" y="24505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44"/>
            <p:cNvSpPr/>
            <p:nvPr/>
          </p:nvSpPr>
          <p:spPr>
            <a:xfrm>
              <a:off x="3604150" y="2450525"/>
              <a:ext cx="650" cy="5675"/>
            </a:xfrm>
            <a:custGeom>
              <a:avLst/>
              <a:gdLst/>
              <a:ahLst/>
              <a:cxnLst/>
              <a:rect l="l" t="t" r="r" b="b"/>
              <a:pathLst>
                <a:path w="26" h="227" extrusionOk="0">
                  <a:moveTo>
                    <a:pt x="1" y="1"/>
                  </a:moveTo>
                  <a:lnTo>
                    <a:pt x="1" y="226"/>
                  </a:lnTo>
                  <a:lnTo>
                    <a:pt x="26" y="226"/>
                  </a:lnTo>
                  <a:lnTo>
                    <a:pt x="26"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44"/>
            <p:cNvSpPr/>
            <p:nvPr/>
          </p:nvSpPr>
          <p:spPr>
            <a:xfrm>
              <a:off x="3604150" y="24505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44"/>
            <p:cNvSpPr/>
            <p:nvPr/>
          </p:nvSpPr>
          <p:spPr>
            <a:xfrm>
              <a:off x="3603525" y="2450525"/>
              <a:ext cx="650" cy="5675"/>
            </a:xfrm>
            <a:custGeom>
              <a:avLst/>
              <a:gdLst/>
              <a:ahLst/>
              <a:cxnLst/>
              <a:rect l="l" t="t" r="r" b="b"/>
              <a:pathLst>
                <a:path w="26" h="227" extrusionOk="0">
                  <a:moveTo>
                    <a:pt x="1" y="1"/>
                  </a:moveTo>
                  <a:lnTo>
                    <a:pt x="1" y="226"/>
                  </a:lnTo>
                  <a:lnTo>
                    <a:pt x="26" y="226"/>
                  </a:lnTo>
                  <a:lnTo>
                    <a:pt x="26"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44"/>
            <p:cNvSpPr/>
            <p:nvPr/>
          </p:nvSpPr>
          <p:spPr>
            <a:xfrm>
              <a:off x="3603525" y="24505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44"/>
            <p:cNvSpPr/>
            <p:nvPr/>
          </p:nvSpPr>
          <p:spPr>
            <a:xfrm>
              <a:off x="3603525" y="2450525"/>
              <a:ext cx="25" cy="5675"/>
            </a:xfrm>
            <a:custGeom>
              <a:avLst/>
              <a:gdLst/>
              <a:ahLst/>
              <a:cxnLst/>
              <a:rect l="l" t="t" r="r" b="b"/>
              <a:pathLst>
                <a:path w="1" h="227" extrusionOk="0">
                  <a:moveTo>
                    <a:pt x="1" y="1"/>
                  </a:moveTo>
                  <a:lnTo>
                    <a:pt x="1" y="226"/>
                  </a:lnTo>
                  <a:lnTo>
                    <a:pt x="1" y="226"/>
                  </a:ln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44"/>
            <p:cNvSpPr/>
            <p:nvPr/>
          </p:nvSpPr>
          <p:spPr>
            <a:xfrm>
              <a:off x="3602900" y="2450525"/>
              <a:ext cx="650" cy="5675"/>
            </a:xfrm>
            <a:custGeom>
              <a:avLst/>
              <a:gdLst/>
              <a:ahLst/>
              <a:cxnLst/>
              <a:rect l="l" t="t" r="r" b="b"/>
              <a:pathLst>
                <a:path w="26" h="227" extrusionOk="0">
                  <a:moveTo>
                    <a:pt x="1" y="1"/>
                  </a:moveTo>
                  <a:lnTo>
                    <a:pt x="1" y="226"/>
                  </a:lnTo>
                  <a:lnTo>
                    <a:pt x="26" y="226"/>
                  </a:lnTo>
                  <a:lnTo>
                    <a:pt x="26" y="1"/>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44"/>
            <p:cNvSpPr/>
            <p:nvPr/>
          </p:nvSpPr>
          <p:spPr>
            <a:xfrm>
              <a:off x="3602900" y="24505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44"/>
            <p:cNvSpPr/>
            <p:nvPr/>
          </p:nvSpPr>
          <p:spPr>
            <a:xfrm>
              <a:off x="3602275" y="2450525"/>
              <a:ext cx="650" cy="5675"/>
            </a:xfrm>
            <a:custGeom>
              <a:avLst/>
              <a:gdLst/>
              <a:ahLst/>
              <a:cxnLst/>
              <a:rect l="l" t="t" r="r" b="b"/>
              <a:pathLst>
                <a:path w="26" h="227" extrusionOk="0">
                  <a:moveTo>
                    <a:pt x="1" y="1"/>
                  </a:moveTo>
                  <a:lnTo>
                    <a:pt x="1" y="226"/>
                  </a:lnTo>
                  <a:lnTo>
                    <a:pt x="26" y="226"/>
                  </a:lnTo>
                  <a:lnTo>
                    <a:pt x="26" y="1"/>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44"/>
            <p:cNvSpPr/>
            <p:nvPr/>
          </p:nvSpPr>
          <p:spPr>
            <a:xfrm>
              <a:off x="3602275" y="2449900"/>
              <a:ext cx="25" cy="6300"/>
            </a:xfrm>
            <a:custGeom>
              <a:avLst/>
              <a:gdLst/>
              <a:ahLst/>
              <a:cxnLst/>
              <a:rect l="l" t="t" r="r" b="b"/>
              <a:pathLst>
                <a:path w="1" h="252" extrusionOk="0">
                  <a:moveTo>
                    <a:pt x="1" y="26"/>
                  </a:moveTo>
                  <a:lnTo>
                    <a:pt x="1" y="251"/>
                  </a:lnTo>
                  <a:cubicBezTo>
                    <a:pt x="1" y="251"/>
                    <a:pt x="1" y="251"/>
                    <a:pt x="1" y="251"/>
                  </a:cubicBezTo>
                  <a:lnTo>
                    <a:pt x="1" y="1"/>
                  </a:lnTo>
                  <a:cubicBezTo>
                    <a:pt x="1" y="1"/>
                    <a:pt x="1" y="26"/>
                    <a:pt x="1" y="26"/>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44"/>
            <p:cNvSpPr/>
            <p:nvPr/>
          </p:nvSpPr>
          <p:spPr>
            <a:xfrm>
              <a:off x="3683100" y="2434250"/>
              <a:ext cx="30100" cy="23200"/>
            </a:xfrm>
            <a:custGeom>
              <a:avLst/>
              <a:gdLst/>
              <a:ahLst/>
              <a:cxnLst/>
              <a:rect l="l" t="t" r="r" b="b"/>
              <a:pathLst>
                <a:path w="1204" h="928" extrusionOk="0">
                  <a:moveTo>
                    <a:pt x="1204" y="0"/>
                  </a:moveTo>
                  <a:lnTo>
                    <a:pt x="1" y="702"/>
                  </a:lnTo>
                  <a:lnTo>
                    <a:pt x="1" y="927"/>
                  </a:lnTo>
                  <a:lnTo>
                    <a:pt x="1204" y="251"/>
                  </a:lnTo>
                  <a:lnTo>
                    <a:pt x="1204"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44"/>
            <p:cNvSpPr/>
            <p:nvPr/>
          </p:nvSpPr>
          <p:spPr>
            <a:xfrm>
              <a:off x="3653650" y="2436750"/>
              <a:ext cx="26350" cy="21325"/>
            </a:xfrm>
            <a:custGeom>
              <a:avLst/>
              <a:gdLst/>
              <a:ahLst/>
              <a:cxnLst/>
              <a:rect l="l" t="t" r="r" b="b"/>
              <a:pathLst>
                <a:path w="1054" h="853" extrusionOk="0">
                  <a:moveTo>
                    <a:pt x="1" y="0"/>
                  </a:moveTo>
                  <a:lnTo>
                    <a:pt x="1" y="226"/>
                  </a:lnTo>
                  <a:lnTo>
                    <a:pt x="1053" y="852"/>
                  </a:lnTo>
                  <a:lnTo>
                    <a:pt x="1053" y="602"/>
                  </a:lnTo>
                  <a:lnTo>
                    <a:pt x="1"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44"/>
            <p:cNvSpPr/>
            <p:nvPr/>
          </p:nvSpPr>
          <p:spPr>
            <a:xfrm>
              <a:off x="3609175" y="2445525"/>
              <a:ext cx="10675" cy="12550"/>
            </a:xfrm>
            <a:custGeom>
              <a:avLst/>
              <a:gdLst/>
              <a:ahLst/>
              <a:cxnLst/>
              <a:rect l="l" t="t" r="r" b="b"/>
              <a:pathLst>
                <a:path w="427" h="502" extrusionOk="0">
                  <a:moveTo>
                    <a:pt x="426" y="0"/>
                  </a:moveTo>
                  <a:lnTo>
                    <a:pt x="0" y="276"/>
                  </a:lnTo>
                  <a:lnTo>
                    <a:pt x="0" y="501"/>
                  </a:lnTo>
                  <a:lnTo>
                    <a:pt x="426" y="251"/>
                  </a:lnTo>
                  <a:lnTo>
                    <a:pt x="4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44"/>
            <p:cNvSpPr/>
            <p:nvPr/>
          </p:nvSpPr>
          <p:spPr>
            <a:xfrm>
              <a:off x="3683100" y="2451775"/>
              <a:ext cx="25" cy="6300"/>
            </a:xfrm>
            <a:custGeom>
              <a:avLst/>
              <a:gdLst/>
              <a:ahLst/>
              <a:cxnLst/>
              <a:rect l="l" t="t" r="r" b="b"/>
              <a:pathLst>
                <a:path w="1" h="252" extrusionOk="0">
                  <a:moveTo>
                    <a:pt x="1" y="1"/>
                  </a:moveTo>
                  <a:lnTo>
                    <a:pt x="1" y="226"/>
                  </a:lnTo>
                  <a:cubicBezTo>
                    <a:pt x="1" y="251"/>
                    <a:pt x="1" y="251"/>
                    <a:pt x="1" y="251"/>
                  </a:cubicBezTo>
                  <a:lnTo>
                    <a:pt x="1" y="1"/>
                  </a:lnTo>
                  <a:cubicBezTo>
                    <a:pt x="1" y="1"/>
                    <a:pt x="1" y="1"/>
                    <a:pt x="1"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44"/>
            <p:cNvSpPr/>
            <p:nvPr/>
          </p:nvSpPr>
          <p:spPr>
            <a:xfrm>
              <a:off x="3682475" y="2451775"/>
              <a:ext cx="650" cy="6300"/>
            </a:xfrm>
            <a:custGeom>
              <a:avLst/>
              <a:gdLst/>
              <a:ahLst/>
              <a:cxnLst/>
              <a:rect l="l" t="t" r="r" b="b"/>
              <a:pathLst>
                <a:path w="26" h="252" extrusionOk="0">
                  <a:moveTo>
                    <a:pt x="26" y="1"/>
                  </a:moveTo>
                  <a:cubicBezTo>
                    <a:pt x="1" y="1"/>
                    <a:pt x="1" y="26"/>
                    <a:pt x="1" y="26"/>
                  </a:cubicBezTo>
                  <a:lnTo>
                    <a:pt x="1" y="251"/>
                  </a:lnTo>
                  <a:lnTo>
                    <a:pt x="26" y="251"/>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44"/>
            <p:cNvSpPr/>
            <p:nvPr/>
          </p:nvSpPr>
          <p:spPr>
            <a:xfrm>
              <a:off x="3681850" y="2452400"/>
              <a:ext cx="650" cy="5675"/>
            </a:xfrm>
            <a:custGeom>
              <a:avLst/>
              <a:gdLst/>
              <a:ahLst/>
              <a:cxnLst/>
              <a:rect l="l" t="t" r="r" b="b"/>
              <a:pathLst>
                <a:path w="26" h="227" extrusionOk="0">
                  <a:moveTo>
                    <a:pt x="1" y="1"/>
                  </a:moveTo>
                  <a:lnTo>
                    <a:pt x="1" y="226"/>
                  </a:lnTo>
                  <a:lnTo>
                    <a:pt x="26" y="226"/>
                  </a:lnTo>
                  <a:lnTo>
                    <a:pt x="26"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44"/>
            <p:cNvSpPr/>
            <p:nvPr/>
          </p:nvSpPr>
          <p:spPr>
            <a:xfrm>
              <a:off x="3681850" y="24524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44"/>
            <p:cNvSpPr/>
            <p:nvPr/>
          </p:nvSpPr>
          <p:spPr>
            <a:xfrm>
              <a:off x="3681850" y="2452400"/>
              <a:ext cx="25" cy="5675"/>
            </a:xfrm>
            <a:custGeom>
              <a:avLst/>
              <a:gdLst/>
              <a:ahLst/>
              <a:cxnLst/>
              <a:rect l="l" t="t" r="r" b="b"/>
              <a:pathLst>
                <a:path w="1" h="227" extrusionOk="0">
                  <a:moveTo>
                    <a:pt x="1" y="1"/>
                  </a:moveTo>
                  <a:lnTo>
                    <a:pt x="1" y="226"/>
                  </a:lnTo>
                  <a:lnTo>
                    <a:pt x="1" y="226"/>
                  </a:ln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44"/>
            <p:cNvSpPr/>
            <p:nvPr/>
          </p:nvSpPr>
          <p:spPr>
            <a:xfrm>
              <a:off x="3681225" y="2452400"/>
              <a:ext cx="650" cy="5675"/>
            </a:xfrm>
            <a:custGeom>
              <a:avLst/>
              <a:gdLst/>
              <a:ahLst/>
              <a:cxnLst/>
              <a:rect l="l" t="t" r="r" b="b"/>
              <a:pathLst>
                <a:path w="26" h="227" extrusionOk="0">
                  <a:moveTo>
                    <a:pt x="1" y="1"/>
                  </a:moveTo>
                  <a:lnTo>
                    <a:pt x="1" y="226"/>
                  </a:lnTo>
                  <a:lnTo>
                    <a:pt x="26" y="226"/>
                  </a:lnTo>
                  <a:lnTo>
                    <a:pt x="26"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44"/>
            <p:cNvSpPr/>
            <p:nvPr/>
          </p:nvSpPr>
          <p:spPr>
            <a:xfrm>
              <a:off x="3681225" y="24524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44"/>
            <p:cNvSpPr/>
            <p:nvPr/>
          </p:nvSpPr>
          <p:spPr>
            <a:xfrm>
              <a:off x="3681225" y="245240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44"/>
            <p:cNvSpPr/>
            <p:nvPr/>
          </p:nvSpPr>
          <p:spPr>
            <a:xfrm>
              <a:off x="3680600" y="2451775"/>
              <a:ext cx="650" cy="6300"/>
            </a:xfrm>
            <a:custGeom>
              <a:avLst/>
              <a:gdLst/>
              <a:ahLst/>
              <a:cxnLst/>
              <a:rect l="l" t="t" r="r" b="b"/>
              <a:pathLst>
                <a:path w="26" h="252" extrusionOk="0">
                  <a:moveTo>
                    <a:pt x="1" y="1"/>
                  </a:moveTo>
                  <a:lnTo>
                    <a:pt x="1" y="251"/>
                  </a:lnTo>
                  <a:lnTo>
                    <a:pt x="26" y="251"/>
                  </a:lnTo>
                  <a:lnTo>
                    <a:pt x="26" y="26"/>
                  </a:lnTo>
                  <a:cubicBezTo>
                    <a:pt x="1" y="1"/>
                    <a:pt x="1" y="1"/>
                    <a:pt x="1"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44"/>
            <p:cNvSpPr/>
            <p:nvPr/>
          </p:nvSpPr>
          <p:spPr>
            <a:xfrm>
              <a:off x="3680600" y="2451775"/>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44"/>
            <p:cNvSpPr/>
            <p:nvPr/>
          </p:nvSpPr>
          <p:spPr>
            <a:xfrm>
              <a:off x="3679975" y="2451775"/>
              <a:ext cx="650" cy="6300"/>
            </a:xfrm>
            <a:custGeom>
              <a:avLst/>
              <a:gdLst/>
              <a:ahLst/>
              <a:cxnLst/>
              <a:rect l="l" t="t" r="r" b="b"/>
              <a:pathLst>
                <a:path w="26" h="252" extrusionOk="0">
                  <a:moveTo>
                    <a:pt x="0" y="1"/>
                  </a:moveTo>
                  <a:lnTo>
                    <a:pt x="0" y="251"/>
                  </a:lnTo>
                  <a:lnTo>
                    <a:pt x="26" y="251"/>
                  </a:lnTo>
                  <a:lnTo>
                    <a:pt x="26"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44"/>
            <p:cNvSpPr/>
            <p:nvPr/>
          </p:nvSpPr>
          <p:spPr>
            <a:xfrm>
              <a:off x="3652400" y="2412475"/>
              <a:ext cx="61425" cy="39800"/>
            </a:xfrm>
            <a:custGeom>
              <a:avLst/>
              <a:gdLst/>
              <a:ahLst/>
              <a:cxnLst/>
              <a:rect l="l" t="t" r="r" b="b"/>
              <a:pathLst>
                <a:path w="2457" h="1592" extrusionOk="0">
                  <a:moveTo>
                    <a:pt x="1016" y="0"/>
                  </a:moveTo>
                  <a:cubicBezTo>
                    <a:pt x="991" y="0"/>
                    <a:pt x="966" y="6"/>
                    <a:pt x="953" y="19"/>
                  </a:cubicBezTo>
                  <a:lnTo>
                    <a:pt x="502" y="295"/>
                  </a:lnTo>
                  <a:cubicBezTo>
                    <a:pt x="477" y="295"/>
                    <a:pt x="477" y="345"/>
                    <a:pt x="502" y="370"/>
                  </a:cubicBezTo>
                  <a:lnTo>
                    <a:pt x="728" y="495"/>
                  </a:lnTo>
                  <a:lnTo>
                    <a:pt x="51" y="896"/>
                  </a:lnTo>
                  <a:cubicBezTo>
                    <a:pt x="1" y="896"/>
                    <a:pt x="1" y="946"/>
                    <a:pt x="51" y="971"/>
                  </a:cubicBezTo>
                  <a:lnTo>
                    <a:pt x="1103" y="1573"/>
                  </a:lnTo>
                  <a:cubicBezTo>
                    <a:pt x="1129" y="1585"/>
                    <a:pt x="1154" y="1592"/>
                    <a:pt x="1176" y="1592"/>
                  </a:cubicBezTo>
                  <a:cubicBezTo>
                    <a:pt x="1197" y="1592"/>
                    <a:pt x="1216" y="1585"/>
                    <a:pt x="1229" y="1573"/>
                  </a:cubicBezTo>
                  <a:lnTo>
                    <a:pt x="2432" y="871"/>
                  </a:lnTo>
                  <a:cubicBezTo>
                    <a:pt x="2457" y="871"/>
                    <a:pt x="2457" y="821"/>
                    <a:pt x="2432" y="796"/>
                  </a:cubicBezTo>
                  <a:lnTo>
                    <a:pt x="1078" y="19"/>
                  </a:lnTo>
                  <a:cubicBezTo>
                    <a:pt x="1066" y="6"/>
                    <a:pt x="1041" y="0"/>
                    <a:pt x="1016"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44"/>
            <p:cNvSpPr/>
            <p:nvPr/>
          </p:nvSpPr>
          <p:spPr>
            <a:xfrm>
              <a:off x="3653650" y="2412925"/>
              <a:ext cx="58925" cy="37625"/>
            </a:xfrm>
            <a:custGeom>
              <a:avLst/>
              <a:gdLst/>
              <a:ahLst/>
              <a:cxnLst/>
              <a:rect l="l" t="t" r="r" b="b"/>
              <a:pathLst>
                <a:path w="2357" h="1505" extrusionOk="0">
                  <a:moveTo>
                    <a:pt x="928" y="1"/>
                  </a:moveTo>
                  <a:lnTo>
                    <a:pt x="477" y="252"/>
                  </a:lnTo>
                  <a:cubicBezTo>
                    <a:pt x="477" y="252"/>
                    <a:pt x="477" y="277"/>
                    <a:pt x="477" y="277"/>
                  </a:cubicBezTo>
                  <a:lnTo>
                    <a:pt x="703" y="402"/>
                  </a:lnTo>
                  <a:cubicBezTo>
                    <a:pt x="703" y="402"/>
                    <a:pt x="728" y="427"/>
                    <a:pt x="728" y="427"/>
                  </a:cubicBezTo>
                  <a:cubicBezTo>
                    <a:pt x="728" y="452"/>
                    <a:pt x="703" y="452"/>
                    <a:pt x="703" y="452"/>
                  </a:cubicBezTo>
                  <a:cubicBezTo>
                    <a:pt x="703" y="452"/>
                    <a:pt x="1" y="853"/>
                    <a:pt x="1" y="853"/>
                  </a:cubicBezTo>
                  <a:cubicBezTo>
                    <a:pt x="1" y="878"/>
                    <a:pt x="1" y="878"/>
                    <a:pt x="26" y="878"/>
                  </a:cubicBezTo>
                  <a:lnTo>
                    <a:pt x="1079" y="1480"/>
                  </a:lnTo>
                  <a:cubicBezTo>
                    <a:pt x="1104" y="1480"/>
                    <a:pt x="1104" y="1505"/>
                    <a:pt x="1129" y="1505"/>
                  </a:cubicBezTo>
                  <a:cubicBezTo>
                    <a:pt x="1154" y="1505"/>
                    <a:pt x="1154" y="1480"/>
                    <a:pt x="1179" y="1480"/>
                  </a:cubicBezTo>
                  <a:cubicBezTo>
                    <a:pt x="1179" y="1480"/>
                    <a:pt x="2357" y="778"/>
                    <a:pt x="2357" y="778"/>
                  </a:cubicBezTo>
                  <a:lnTo>
                    <a:pt x="1003"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44"/>
            <p:cNvSpPr/>
            <p:nvPr/>
          </p:nvSpPr>
          <p:spPr>
            <a:xfrm>
              <a:off x="3609175" y="2452400"/>
              <a:ext cx="25" cy="5675"/>
            </a:xfrm>
            <a:custGeom>
              <a:avLst/>
              <a:gdLst/>
              <a:ahLst/>
              <a:cxnLst/>
              <a:rect l="l" t="t" r="r" b="b"/>
              <a:pathLst>
                <a:path w="1" h="227" extrusionOk="0">
                  <a:moveTo>
                    <a:pt x="0" y="1"/>
                  </a:moveTo>
                  <a:lnTo>
                    <a:pt x="0" y="226"/>
                  </a:lnTo>
                  <a:cubicBezTo>
                    <a:pt x="0" y="226"/>
                    <a:pt x="0" y="226"/>
                    <a:pt x="0" y="226"/>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44"/>
            <p:cNvSpPr/>
            <p:nvPr/>
          </p:nvSpPr>
          <p:spPr>
            <a:xfrm>
              <a:off x="3608550" y="2452400"/>
              <a:ext cx="650" cy="5675"/>
            </a:xfrm>
            <a:custGeom>
              <a:avLst/>
              <a:gdLst/>
              <a:ahLst/>
              <a:cxnLst/>
              <a:rect l="l" t="t" r="r" b="b"/>
              <a:pathLst>
                <a:path w="26" h="227" extrusionOk="0">
                  <a:moveTo>
                    <a:pt x="0" y="1"/>
                  </a:moveTo>
                  <a:lnTo>
                    <a:pt x="0" y="226"/>
                  </a:lnTo>
                  <a:lnTo>
                    <a:pt x="25" y="226"/>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44"/>
            <p:cNvSpPr/>
            <p:nvPr/>
          </p:nvSpPr>
          <p:spPr>
            <a:xfrm>
              <a:off x="3608550" y="2452400"/>
              <a:ext cx="25" cy="6300"/>
            </a:xfrm>
            <a:custGeom>
              <a:avLst/>
              <a:gdLst/>
              <a:ahLst/>
              <a:cxnLst/>
              <a:rect l="l" t="t" r="r" b="b"/>
              <a:pathLst>
                <a:path w="1" h="252" extrusionOk="0">
                  <a:moveTo>
                    <a:pt x="0" y="1"/>
                  </a:moveTo>
                  <a:lnTo>
                    <a:pt x="0" y="226"/>
                  </a:lnTo>
                  <a:cubicBezTo>
                    <a:pt x="0" y="226"/>
                    <a:pt x="0" y="252"/>
                    <a:pt x="0" y="252"/>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44"/>
            <p:cNvSpPr/>
            <p:nvPr/>
          </p:nvSpPr>
          <p:spPr>
            <a:xfrm>
              <a:off x="3608550" y="2452400"/>
              <a:ext cx="25" cy="6300"/>
            </a:xfrm>
            <a:custGeom>
              <a:avLst/>
              <a:gdLst/>
              <a:ahLst/>
              <a:cxnLst/>
              <a:rect l="l" t="t" r="r" b="b"/>
              <a:pathLst>
                <a:path w="1" h="252" extrusionOk="0">
                  <a:moveTo>
                    <a:pt x="0" y="1"/>
                  </a:moveTo>
                  <a:lnTo>
                    <a:pt x="0" y="252"/>
                  </a:lnTo>
                  <a:cubicBezTo>
                    <a:pt x="0" y="252"/>
                    <a:pt x="0" y="252"/>
                    <a:pt x="0" y="252"/>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44"/>
            <p:cNvSpPr/>
            <p:nvPr/>
          </p:nvSpPr>
          <p:spPr>
            <a:xfrm>
              <a:off x="3608550" y="2452400"/>
              <a:ext cx="25" cy="6300"/>
            </a:xfrm>
            <a:custGeom>
              <a:avLst/>
              <a:gdLst/>
              <a:ahLst/>
              <a:cxnLst/>
              <a:rect l="l" t="t" r="r" b="b"/>
              <a:pathLst>
                <a:path w="1" h="252" extrusionOk="0">
                  <a:moveTo>
                    <a:pt x="0" y="1"/>
                  </a:moveTo>
                  <a:lnTo>
                    <a:pt x="0" y="252"/>
                  </a:lnTo>
                  <a:cubicBezTo>
                    <a:pt x="0" y="252"/>
                    <a:pt x="0" y="252"/>
                    <a:pt x="0" y="252"/>
                  </a:cubicBezTo>
                  <a:lnTo>
                    <a:pt x="0" y="26"/>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44"/>
            <p:cNvSpPr/>
            <p:nvPr/>
          </p:nvSpPr>
          <p:spPr>
            <a:xfrm>
              <a:off x="3608550" y="2453025"/>
              <a:ext cx="25" cy="5675"/>
            </a:xfrm>
            <a:custGeom>
              <a:avLst/>
              <a:gdLst/>
              <a:ahLst/>
              <a:cxnLst/>
              <a:rect l="l" t="t" r="r" b="b"/>
              <a:pathLst>
                <a:path w="1" h="227" extrusionOk="0">
                  <a:moveTo>
                    <a:pt x="0" y="1"/>
                  </a:moveTo>
                  <a:lnTo>
                    <a:pt x="0" y="227"/>
                  </a:lnTo>
                  <a:lnTo>
                    <a:pt x="0" y="227"/>
                  </a:ln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44"/>
            <p:cNvSpPr/>
            <p:nvPr/>
          </p:nvSpPr>
          <p:spPr>
            <a:xfrm>
              <a:off x="3608550" y="2453025"/>
              <a:ext cx="25" cy="5675"/>
            </a:xfrm>
            <a:custGeom>
              <a:avLst/>
              <a:gdLst/>
              <a:ahLst/>
              <a:cxnLst/>
              <a:rect l="l" t="t" r="r" b="b"/>
              <a:pathLst>
                <a:path w="1" h="227" extrusionOk="0">
                  <a:moveTo>
                    <a:pt x="0" y="1"/>
                  </a:moveTo>
                  <a:lnTo>
                    <a:pt x="0" y="227"/>
                  </a:lnTo>
                  <a:lnTo>
                    <a:pt x="0" y="227"/>
                  </a:ln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44"/>
            <p:cNvSpPr/>
            <p:nvPr/>
          </p:nvSpPr>
          <p:spPr>
            <a:xfrm>
              <a:off x="3608550" y="2453025"/>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44"/>
            <p:cNvSpPr/>
            <p:nvPr/>
          </p:nvSpPr>
          <p:spPr>
            <a:xfrm>
              <a:off x="3608550" y="2453025"/>
              <a:ext cx="25" cy="5675"/>
            </a:xfrm>
            <a:custGeom>
              <a:avLst/>
              <a:gdLst/>
              <a:ahLst/>
              <a:cxnLst/>
              <a:rect l="l" t="t" r="r" b="b"/>
              <a:pathLst>
                <a:path w="1" h="227" extrusionOk="0">
                  <a:moveTo>
                    <a:pt x="0" y="1"/>
                  </a:moveTo>
                  <a:lnTo>
                    <a:pt x="0" y="227"/>
                  </a:lnTo>
                  <a:lnTo>
                    <a:pt x="0" y="22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44"/>
            <p:cNvSpPr/>
            <p:nvPr/>
          </p:nvSpPr>
          <p:spPr>
            <a:xfrm>
              <a:off x="3627350" y="2443000"/>
              <a:ext cx="33850" cy="25725"/>
            </a:xfrm>
            <a:custGeom>
              <a:avLst/>
              <a:gdLst/>
              <a:ahLst/>
              <a:cxnLst/>
              <a:rect l="l" t="t" r="r" b="b"/>
              <a:pathLst>
                <a:path w="1354" h="1029" extrusionOk="0">
                  <a:moveTo>
                    <a:pt x="0" y="1"/>
                  </a:moveTo>
                  <a:lnTo>
                    <a:pt x="0" y="252"/>
                  </a:lnTo>
                  <a:lnTo>
                    <a:pt x="1354" y="1029"/>
                  </a:lnTo>
                  <a:lnTo>
                    <a:pt x="1354" y="778"/>
                  </a:lnTo>
                  <a:lnTo>
                    <a:pt x="0"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44"/>
            <p:cNvSpPr/>
            <p:nvPr/>
          </p:nvSpPr>
          <p:spPr>
            <a:xfrm>
              <a:off x="3623575" y="2445525"/>
              <a:ext cx="13200" cy="13800"/>
            </a:xfrm>
            <a:custGeom>
              <a:avLst/>
              <a:gdLst/>
              <a:ahLst/>
              <a:cxnLst/>
              <a:rect l="l" t="t" r="r" b="b"/>
              <a:pathLst>
                <a:path w="528" h="552" extrusionOk="0">
                  <a:moveTo>
                    <a:pt x="1" y="0"/>
                  </a:moveTo>
                  <a:lnTo>
                    <a:pt x="1" y="251"/>
                  </a:lnTo>
                  <a:lnTo>
                    <a:pt x="527" y="552"/>
                  </a:lnTo>
                  <a:lnTo>
                    <a:pt x="527" y="326"/>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44"/>
            <p:cNvSpPr/>
            <p:nvPr/>
          </p:nvSpPr>
          <p:spPr>
            <a:xfrm>
              <a:off x="3608550" y="2453025"/>
              <a:ext cx="650" cy="6925"/>
            </a:xfrm>
            <a:custGeom>
              <a:avLst/>
              <a:gdLst/>
              <a:ahLst/>
              <a:cxnLst/>
              <a:rect l="l" t="t" r="r" b="b"/>
              <a:pathLst>
                <a:path w="26" h="277" extrusionOk="0">
                  <a:moveTo>
                    <a:pt x="0" y="1"/>
                  </a:moveTo>
                  <a:lnTo>
                    <a:pt x="0" y="227"/>
                  </a:lnTo>
                  <a:cubicBezTo>
                    <a:pt x="0" y="252"/>
                    <a:pt x="0" y="277"/>
                    <a:pt x="25" y="277"/>
                  </a:cubicBezTo>
                  <a:lnTo>
                    <a:pt x="25" y="51"/>
                  </a:lnTo>
                  <a:cubicBezTo>
                    <a:pt x="0" y="26"/>
                    <a:pt x="0" y="26"/>
                    <a:pt x="0"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44"/>
            <p:cNvSpPr/>
            <p:nvPr/>
          </p:nvSpPr>
          <p:spPr>
            <a:xfrm>
              <a:off x="3641750" y="2434875"/>
              <a:ext cx="33875" cy="25700"/>
            </a:xfrm>
            <a:custGeom>
              <a:avLst/>
              <a:gdLst/>
              <a:ahLst/>
              <a:cxnLst/>
              <a:rect l="l" t="t" r="r" b="b"/>
              <a:pathLst>
                <a:path w="1355" h="1028" extrusionOk="0">
                  <a:moveTo>
                    <a:pt x="1" y="0"/>
                  </a:moveTo>
                  <a:lnTo>
                    <a:pt x="1" y="226"/>
                  </a:lnTo>
                  <a:lnTo>
                    <a:pt x="1354" y="1028"/>
                  </a:lnTo>
                  <a:lnTo>
                    <a:pt x="1354" y="7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44"/>
            <p:cNvSpPr/>
            <p:nvPr/>
          </p:nvSpPr>
          <p:spPr>
            <a:xfrm>
              <a:off x="3636750" y="2453675"/>
              <a:ext cx="650" cy="6900"/>
            </a:xfrm>
            <a:custGeom>
              <a:avLst/>
              <a:gdLst/>
              <a:ahLst/>
              <a:cxnLst/>
              <a:rect l="l" t="t" r="r" b="b"/>
              <a:pathLst>
                <a:path w="26" h="276" extrusionOk="0">
                  <a:moveTo>
                    <a:pt x="0" y="0"/>
                  </a:moveTo>
                  <a:lnTo>
                    <a:pt x="0" y="226"/>
                  </a:lnTo>
                  <a:cubicBezTo>
                    <a:pt x="25" y="251"/>
                    <a:pt x="25" y="251"/>
                    <a:pt x="25" y="276"/>
                  </a:cubicBezTo>
                  <a:lnTo>
                    <a:pt x="25" y="25"/>
                  </a:lnTo>
                  <a:cubicBezTo>
                    <a:pt x="25" y="25"/>
                    <a:pt x="25"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44"/>
            <p:cNvSpPr/>
            <p:nvPr/>
          </p:nvSpPr>
          <p:spPr>
            <a:xfrm>
              <a:off x="3449400" y="2426100"/>
              <a:ext cx="48275" cy="33850"/>
            </a:xfrm>
            <a:custGeom>
              <a:avLst/>
              <a:gdLst/>
              <a:ahLst/>
              <a:cxnLst/>
              <a:rect l="l" t="t" r="r" b="b"/>
              <a:pathLst>
                <a:path w="1931" h="1354" extrusionOk="0">
                  <a:moveTo>
                    <a:pt x="0" y="0"/>
                  </a:moveTo>
                  <a:lnTo>
                    <a:pt x="0" y="251"/>
                  </a:lnTo>
                  <a:lnTo>
                    <a:pt x="1930" y="1354"/>
                  </a:lnTo>
                  <a:lnTo>
                    <a:pt x="1930" y="1128"/>
                  </a:lnTo>
                  <a:lnTo>
                    <a:pt x="0" y="0"/>
                  </a:lnTo>
                  <a:close/>
                </a:path>
              </a:pathLst>
            </a:custGeom>
            <a:solidFill>
              <a:srgbClr val="DDDC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44"/>
            <p:cNvSpPr/>
            <p:nvPr/>
          </p:nvSpPr>
          <p:spPr>
            <a:xfrm>
              <a:off x="3497650" y="2432350"/>
              <a:ext cx="37600" cy="27600"/>
            </a:xfrm>
            <a:custGeom>
              <a:avLst/>
              <a:gdLst/>
              <a:ahLst/>
              <a:cxnLst/>
              <a:rect l="l" t="t" r="r" b="b"/>
              <a:pathLst>
                <a:path w="1504" h="1104" extrusionOk="0">
                  <a:moveTo>
                    <a:pt x="1504" y="1"/>
                  </a:moveTo>
                  <a:lnTo>
                    <a:pt x="0" y="878"/>
                  </a:lnTo>
                  <a:lnTo>
                    <a:pt x="0" y="1104"/>
                  </a:lnTo>
                  <a:lnTo>
                    <a:pt x="1479" y="252"/>
                  </a:lnTo>
                  <a:lnTo>
                    <a:pt x="15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44"/>
            <p:cNvSpPr/>
            <p:nvPr/>
          </p:nvSpPr>
          <p:spPr>
            <a:xfrm>
              <a:off x="3675600" y="2454300"/>
              <a:ext cx="650" cy="6900"/>
            </a:xfrm>
            <a:custGeom>
              <a:avLst/>
              <a:gdLst/>
              <a:ahLst/>
              <a:cxnLst/>
              <a:rect l="l" t="t" r="r" b="b"/>
              <a:pathLst>
                <a:path w="26" h="276" extrusionOk="0">
                  <a:moveTo>
                    <a:pt x="0" y="0"/>
                  </a:moveTo>
                  <a:lnTo>
                    <a:pt x="0" y="251"/>
                  </a:lnTo>
                  <a:cubicBezTo>
                    <a:pt x="25" y="251"/>
                    <a:pt x="25" y="276"/>
                    <a:pt x="25" y="276"/>
                  </a:cubicBezTo>
                  <a:lnTo>
                    <a:pt x="25" y="50"/>
                  </a:lnTo>
                  <a:cubicBezTo>
                    <a:pt x="25" y="25"/>
                    <a:pt x="25"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44"/>
            <p:cNvSpPr/>
            <p:nvPr/>
          </p:nvSpPr>
          <p:spPr>
            <a:xfrm>
              <a:off x="3637375" y="2454300"/>
              <a:ext cx="25" cy="6275"/>
            </a:xfrm>
            <a:custGeom>
              <a:avLst/>
              <a:gdLst/>
              <a:ahLst/>
              <a:cxnLst/>
              <a:rect l="l" t="t" r="r" b="b"/>
              <a:pathLst>
                <a:path w="1" h="251" extrusionOk="0">
                  <a:moveTo>
                    <a:pt x="0" y="0"/>
                  </a:moveTo>
                  <a:lnTo>
                    <a:pt x="0" y="251"/>
                  </a:lnTo>
                  <a:lnTo>
                    <a:pt x="0" y="251"/>
                  </a:lnTo>
                  <a:lnTo>
                    <a:pt x="0"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44"/>
            <p:cNvSpPr/>
            <p:nvPr/>
          </p:nvSpPr>
          <p:spPr>
            <a:xfrm>
              <a:off x="3637375" y="24543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44"/>
            <p:cNvSpPr/>
            <p:nvPr/>
          </p:nvSpPr>
          <p:spPr>
            <a:xfrm>
              <a:off x="3637375" y="2454300"/>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25"/>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44"/>
            <p:cNvSpPr/>
            <p:nvPr/>
          </p:nvSpPr>
          <p:spPr>
            <a:xfrm>
              <a:off x="3637375" y="24549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44"/>
            <p:cNvSpPr/>
            <p:nvPr/>
          </p:nvSpPr>
          <p:spPr>
            <a:xfrm>
              <a:off x="3637375" y="2454925"/>
              <a:ext cx="25" cy="6275"/>
            </a:xfrm>
            <a:custGeom>
              <a:avLst/>
              <a:gdLst/>
              <a:ahLst/>
              <a:cxnLst/>
              <a:rect l="l" t="t" r="r" b="b"/>
              <a:pathLst>
                <a:path w="1" h="251" extrusionOk="0">
                  <a:moveTo>
                    <a:pt x="0" y="0"/>
                  </a:moveTo>
                  <a:lnTo>
                    <a:pt x="0" y="226"/>
                  </a:lnTo>
                  <a:cubicBezTo>
                    <a:pt x="0" y="226"/>
                    <a:pt x="0" y="251"/>
                    <a:pt x="0" y="251"/>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7" name="Google Shape;5527;p44"/>
            <p:cNvSpPr/>
            <p:nvPr/>
          </p:nvSpPr>
          <p:spPr>
            <a:xfrm>
              <a:off x="3637375" y="245492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8" name="Google Shape;5528;p44"/>
            <p:cNvSpPr/>
            <p:nvPr/>
          </p:nvSpPr>
          <p:spPr>
            <a:xfrm>
              <a:off x="3636750" y="2454925"/>
              <a:ext cx="650" cy="6275"/>
            </a:xfrm>
            <a:custGeom>
              <a:avLst/>
              <a:gdLst/>
              <a:ahLst/>
              <a:cxnLst/>
              <a:rect l="l" t="t" r="r" b="b"/>
              <a:pathLst>
                <a:path w="26" h="251" extrusionOk="0">
                  <a:moveTo>
                    <a:pt x="25" y="0"/>
                  </a:moveTo>
                  <a:cubicBezTo>
                    <a:pt x="25" y="0"/>
                    <a:pt x="0" y="25"/>
                    <a:pt x="0" y="25"/>
                  </a:cubicBezTo>
                  <a:lnTo>
                    <a:pt x="0" y="251"/>
                  </a:lnTo>
                  <a:lnTo>
                    <a:pt x="25" y="251"/>
                  </a:ln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9" name="Google Shape;5529;p44"/>
            <p:cNvSpPr/>
            <p:nvPr/>
          </p:nvSpPr>
          <p:spPr>
            <a:xfrm>
              <a:off x="3636750" y="24555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0" name="Google Shape;5530;p44"/>
            <p:cNvSpPr/>
            <p:nvPr/>
          </p:nvSpPr>
          <p:spPr>
            <a:xfrm>
              <a:off x="3676225" y="2455550"/>
              <a:ext cx="25" cy="5650"/>
            </a:xfrm>
            <a:custGeom>
              <a:avLst/>
              <a:gdLst/>
              <a:ahLst/>
              <a:cxnLst/>
              <a:rect l="l" t="t" r="r" b="b"/>
              <a:pathLst>
                <a:path w="1" h="226" extrusionOk="0">
                  <a:moveTo>
                    <a:pt x="0" y="0"/>
                  </a:moveTo>
                  <a:lnTo>
                    <a:pt x="0" y="226"/>
                  </a:lnTo>
                  <a:lnTo>
                    <a:pt x="0" y="226"/>
                  </a:lnTo>
                  <a:lnTo>
                    <a:pt x="0"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1" name="Google Shape;5531;p44"/>
            <p:cNvSpPr/>
            <p:nvPr/>
          </p:nvSpPr>
          <p:spPr>
            <a:xfrm>
              <a:off x="3676225" y="24555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2" name="Google Shape;5532;p44"/>
            <p:cNvSpPr/>
            <p:nvPr/>
          </p:nvSpPr>
          <p:spPr>
            <a:xfrm>
              <a:off x="3676225" y="2455550"/>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3" name="Google Shape;5533;p44"/>
            <p:cNvSpPr/>
            <p:nvPr/>
          </p:nvSpPr>
          <p:spPr>
            <a:xfrm>
              <a:off x="3676225" y="2455550"/>
              <a:ext cx="25" cy="6275"/>
            </a:xfrm>
            <a:custGeom>
              <a:avLst/>
              <a:gdLst/>
              <a:ahLst/>
              <a:cxnLst/>
              <a:rect l="l" t="t" r="r" b="b"/>
              <a:pathLst>
                <a:path w="1" h="251" extrusionOk="0">
                  <a:moveTo>
                    <a:pt x="0" y="0"/>
                  </a:moveTo>
                  <a:lnTo>
                    <a:pt x="0" y="226"/>
                  </a:lnTo>
                  <a:cubicBezTo>
                    <a:pt x="0" y="251"/>
                    <a:pt x="0" y="251"/>
                    <a:pt x="0" y="251"/>
                  </a:cubicBezTo>
                  <a:lnTo>
                    <a:pt x="0" y="0"/>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4" name="Google Shape;5534;p44"/>
            <p:cNvSpPr/>
            <p:nvPr/>
          </p:nvSpPr>
          <p:spPr>
            <a:xfrm>
              <a:off x="3676225" y="245555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5" name="Google Shape;5535;p44"/>
            <p:cNvSpPr/>
            <p:nvPr/>
          </p:nvSpPr>
          <p:spPr>
            <a:xfrm>
              <a:off x="3676225" y="2455550"/>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25"/>
                    <a:pt x="0"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6" name="Google Shape;5536;p44"/>
            <p:cNvSpPr/>
            <p:nvPr/>
          </p:nvSpPr>
          <p:spPr>
            <a:xfrm>
              <a:off x="3675600" y="2456175"/>
              <a:ext cx="650" cy="6275"/>
            </a:xfrm>
            <a:custGeom>
              <a:avLst/>
              <a:gdLst/>
              <a:ahLst/>
              <a:cxnLst/>
              <a:rect l="l" t="t" r="r" b="b"/>
              <a:pathLst>
                <a:path w="26" h="251" extrusionOk="0">
                  <a:moveTo>
                    <a:pt x="0" y="0"/>
                  </a:moveTo>
                  <a:lnTo>
                    <a:pt x="0" y="251"/>
                  </a:lnTo>
                  <a:cubicBezTo>
                    <a:pt x="25" y="226"/>
                    <a:pt x="25" y="226"/>
                    <a:pt x="25" y="226"/>
                  </a:cubicBezTo>
                  <a:lnTo>
                    <a:pt x="25"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7" name="Google Shape;5537;p44"/>
            <p:cNvSpPr/>
            <p:nvPr/>
          </p:nvSpPr>
          <p:spPr>
            <a:xfrm>
              <a:off x="3675600" y="2456175"/>
              <a:ext cx="25" cy="6275"/>
            </a:xfrm>
            <a:custGeom>
              <a:avLst/>
              <a:gdLst/>
              <a:ahLst/>
              <a:cxnLst/>
              <a:rect l="l" t="t" r="r" b="b"/>
              <a:pathLst>
                <a:path w="1" h="251" extrusionOk="0">
                  <a:moveTo>
                    <a:pt x="0" y="0"/>
                  </a:moveTo>
                  <a:lnTo>
                    <a:pt x="0" y="251"/>
                  </a:lnTo>
                  <a:cubicBezTo>
                    <a:pt x="0" y="251"/>
                    <a:pt x="0" y="251"/>
                    <a:pt x="0" y="251"/>
                  </a:cubicBezTo>
                  <a:lnTo>
                    <a:pt x="0" y="0"/>
                  </a:lnTo>
                  <a:lnTo>
                    <a:pt x="0"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8" name="Google Shape;5538;p44"/>
            <p:cNvSpPr/>
            <p:nvPr/>
          </p:nvSpPr>
          <p:spPr>
            <a:xfrm>
              <a:off x="3643000" y="2457425"/>
              <a:ext cx="650" cy="5650"/>
            </a:xfrm>
            <a:custGeom>
              <a:avLst/>
              <a:gdLst/>
              <a:ahLst/>
              <a:cxnLst/>
              <a:rect l="l" t="t" r="r" b="b"/>
              <a:pathLst>
                <a:path w="26" h="226" extrusionOk="0">
                  <a:moveTo>
                    <a:pt x="1"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9" name="Google Shape;5539;p44"/>
            <p:cNvSpPr/>
            <p:nvPr/>
          </p:nvSpPr>
          <p:spPr>
            <a:xfrm>
              <a:off x="3643000" y="2457425"/>
              <a:ext cx="25" cy="5650"/>
            </a:xfrm>
            <a:custGeom>
              <a:avLst/>
              <a:gdLst/>
              <a:ahLst/>
              <a:cxnLst/>
              <a:rect l="l" t="t" r="r" b="b"/>
              <a:pathLst>
                <a:path w="1" h="226" extrusionOk="0">
                  <a:moveTo>
                    <a:pt x="1" y="0"/>
                  </a:moveTo>
                  <a:lnTo>
                    <a:pt x="1" y="226"/>
                  </a:lnTo>
                  <a:cubicBezTo>
                    <a:pt x="1" y="226"/>
                    <a:pt x="1" y="226"/>
                    <a:pt x="1" y="226"/>
                  </a:cubicBez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0" name="Google Shape;5540;p44"/>
            <p:cNvSpPr/>
            <p:nvPr/>
          </p:nvSpPr>
          <p:spPr>
            <a:xfrm>
              <a:off x="3643000" y="2456800"/>
              <a:ext cx="25" cy="6275"/>
            </a:xfrm>
            <a:custGeom>
              <a:avLst/>
              <a:gdLst/>
              <a:ahLst/>
              <a:cxnLst/>
              <a:rect l="l" t="t" r="r" b="b"/>
              <a:pathLst>
                <a:path w="1" h="251" extrusionOk="0">
                  <a:moveTo>
                    <a:pt x="1" y="25"/>
                  </a:moveTo>
                  <a:lnTo>
                    <a:pt x="1" y="251"/>
                  </a:lnTo>
                  <a:cubicBezTo>
                    <a:pt x="1" y="251"/>
                    <a:pt x="1" y="251"/>
                    <a:pt x="1" y="251"/>
                  </a:cubicBezTo>
                  <a:lnTo>
                    <a:pt x="1" y="0"/>
                  </a:lnTo>
                  <a:cubicBezTo>
                    <a:pt x="1" y="0"/>
                    <a:pt x="1" y="0"/>
                    <a:pt x="1" y="2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1" name="Google Shape;5541;p44"/>
            <p:cNvSpPr/>
            <p:nvPr/>
          </p:nvSpPr>
          <p:spPr>
            <a:xfrm>
              <a:off x="3642375" y="2456800"/>
              <a:ext cx="650" cy="6275"/>
            </a:xfrm>
            <a:custGeom>
              <a:avLst/>
              <a:gdLst/>
              <a:ahLst/>
              <a:cxnLst/>
              <a:rect l="l" t="t" r="r" b="b"/>
              <a:pathLst>
                <a:path w="26"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2" name="Google Shape;5542;p44"/>
            <p:cNvSpPr/>
            <p:nvPr/>
          </p:nvSpPr>
          <p:spPr>
            <a:xfrm>
              <a:off x="3642375" y="24568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3" name="Google Shape;5543;p44"/>
            <p:cNvSpPr/>
            <p:nvPr/>
          </p:nvSpPr>
          <p:spPr>
            <a:xfrm>
              <a:off x="3641750" y="2456800"/>
              <a:ext cx="650" cy="6275"/>
            </a:xfrm>
            <a:custGeom>
              <a:avLst/>
              <a:gdLst/>
              <a:ahLst/>
              <a:cxnLst/>
              <a:rect l="l" t="t" r="r" b="b"/>
              <a:pathLst>
                <a:path w="26"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4" name="Google Shape;5544;p44"/>
            <p:cNvSpPr/>
            <p:nvPr/>
          </p:nvSpPr>
          <p:spPr>
            <a:xfrm>
              <a:off x="3641750" y="2456800"/>
              <a:ext cx="25" cy="6275"/>
            </a:xfrm>
            <a:custGeom>
              <a:avLst/>
              <a:gdLst/>
              <a:ahLst/>
              <a:cxnLst/>
              <a:rect l="l" t="t" r="r" b="b"/>
              <a:pathLst>
                <a:path w="1" h="251" extrusionOk="0">
                  <a:moveTo>
                    <a:pt x="1" y="0"/>
                  </a:moveTo>
                  <a:lnTo>
                    <a:pt x="1" y="251"/>
                  </a:lnTo>
                  <a:lnTo>
                    <a:pt x="1" y="251"/>
                  </a:ln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5" name="Google Shape;5545;p44"/>
            <p:cNvSpPr/>
            <p:nvPr/>
          </p:nvSpPr>
          <p:spPr>
            <a:xfrm>
              <a:off x="3641750" y="2456800"/>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6" name="Google Shape;5546;p44"/>
            <p:cNvSpPr/>
            <p:nvPr/>
          </p:nvSpPr>
          <p:spPr>
            <a:xfrm>
              <a:off x="3641125" y="2456800"/>
              <a:ext cx="650" cy="6275"/>
            </a:xfrm>
            <a:custGeom>
              <a:avLst/>
              <a:gdLst/>
              <a:ahLst/>
              <a:cxnLst/>
              <a:rect l="l" t="t" r="r" b="b"/>
              <a:pathLst>
                <a:path w="26" h="251" extrusionOk="0">
                  <a:moveTo>
                    <a:pt x="1" y="0"/>
                  </a:moveTo>
                  <a:lnTo>
                    <a:pt x="1" y="251"/>
                  </a:lnTo>
                  <a:lnTo>
                    <a:pt x="26" y="251"/>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7" name="Google Shape;5547;p44"/>
            <p:cNvSpPr/>
            <p:nvPr/>
          </p:nvSpPr>
          <p:spPr>
            <a:xfrm>
              <a:off x="3640500" y="2457425"/>
              <a:ext cx="650" cy="5650"/>
            </a:xfrm>
            <a:custGeom>
              <a:avLst/>
              <a:gdLst/>
              <a:ahLst/>
              <a:cxnLst/>
              <a:rect l="l" t="t" r="r" b="b"/>
              <a:pathLst>
                <a:path w="26" h="226" extrusionOk="0">
                  <a:moveTo>
                    <a:pt x="26" y="0"/>
                  </a:moveTo>
                  <a:lnTo>
                    <a:pt x="1" y="226"/>
                  </a:lnTo>
                  <a:lnTo>
                    <a:pt x="26"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8" name="Google Shape;5548;p44"/>
            <p:cNvSpPr/>
            <p:nvPr/>
          </p:nvSpPr>
          <p:spPr>
            <a:xfrm>
              <a:off x="3640500" y="2457425"/>
              <a:ext cx="650" cy="5650"/>
            </a:xfrm>
            <a:custGeom>
              <a:avLst/>
              <a:gdLst/>
              <a:ahLst/>
              <a:cxnLst/>
              <a:rect l="l" t="t" r="r" b="b"/>
              <a:pathLst>
                <a:path w="26" h="226" extrusionOk="0">
                  <a:moveTo>
                    <a:pt x="1" y="0"/>
                  </a:moveTo>
                  <a:lnTo>
                    <a:pt x="1" y="226"/>
                  </a:lnTo>
                  <a:lnTo>
                    <a:pt x="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9" name="Google Shape;5549;p44"/>
            <p:cNvSpPr/>
            <p:nvPr/>
          </p:nvSpPr>
          <p:spPr>
            <a:xfrm>
              <a:off x="3625475" y="2455550"/>
              <a:ext cx="11300" cy="11925"/>
            </a:xfrm>
            <a:custGeom>
              <a:avLst/>
              <a:gdLst/>
              <a:ahLst/>
              <a:cxnLst/>
              <a:rect l="l" t="t" r="r" b="b"/>
              <a:pathLst>
                <a:path w="452" h="477" extrusionOk="0">
                  <a:moveTo>
                    <a:pt x="451" y="0"/>
                  </a:moveTo>
                  <a:lnTo>
                    <a:pt x="0" y="251"/>
                  </a:lnTo>
                  <a:lnTo>
                    <a:pt x="0" y="476"/>
                  </a:lnTo>
                  <a:lnTo>
                    <a:pt x="451" y="226"/>
                  </a:lnTo>
                  <a:lnTo>
                    <a:pt x="451"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0" name="Google Shape;5550;p44"/>
            <p:cNvSpPr/>
            <p:nvPr/>
          </p:nvSpPr>
          <p:spPr>
            <a:xfrm>
              <a:off x="3609175" y="2454300"/>
              <a:ext cx="13175" cy="13175"/>
            </a:xfrm>
            <a:custGeom>
              <a:avLst/>
              <a:gdLst/>
              <a:ahLst/>
              <a:cxnLst/>
              <a:rect l="l" t="t" r="r" b="b"/>
              <a:pathLst>
                <a:path w="527" h="527" extrusionOk="0">
                  <a:moveTo>
                    <a:pt x="0" y="0"/>
                  </a:moveTo>
                  <a:lnTo>
                    <a:pt x="0" y="226"/>
                  </a:lnTo>
                  <a:lnTo>
                    <a:pt x="527" y="526"/>
                  </a:lnTo>
                  <a:lnTo>
                    <a:pt x="527" y="301"/>
                  </a:lnTo>
                  <a:lnTo>
                    <a:pt x="0"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1" name="Google Shape;5551;p44"/>
            <p:cNvSpPr/>
            <p:nvPr/>
          </p:nvSpPr>
          <p:spPr>
            <a:xfrm>
              <a:off x="3625475" y="2461800"/>
              <a:ext cx="25" cy="6300"/>
            </a:xfrm>
            <a:custGeom>
              <a:avLst/>
              <a:gdLst/>
              <a:ahLst/>
              <a:cxnLst/>
              <a:rect l="l" t="t" r="r" b="b"/>
              <a:pathLst>
                <a:path w="1" h="252" extrusionOk="0">
                  <a:moveTo>
                    <a:pt x="0" y="1"/>
                  </a:moveTo>
                  <a:lnTo>
                    <a:pt x="0" y="226"/>
                  </a:lnTo>
                  <a:cubicBezTo>
                    <a:pt x="0" y="251"/>
                    <a:pt x="0" y="251"/>
                    <a:pt x="0" y="251"/>
                  </a:cubicBezTo>
                  <a:lnTo>
                    <a:pt x="0" y="1"/>
                  </a:lnTo>
                  <a:cubicBezTo>
                    <a:pt x="0" y="1"/>
                    <a:pt x="0" y="1"/>
                    <a:pt x="0" y="1"/>
                  </a:cubicBez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2" name="Google Shape;5552;p44"/>
            <p:cNvSpPr/>
            <p:nvPr/>
          </p:nvSpPr>
          <p:spPr>
            <a:xfrm>
              <a:off x="3624825" y="2461800"/>
              <a:ext cx="675" cy="6300"/>
            </a:xfrm>
            <a:custGeom>
              <a:avLst/>
              <a:gdLst/>
              <a:ahLst/>
              <a:cxnLst/>
              <a:rect l="l" t="t" r="r" b="b"/>
              <a:pathLst>
                <a:path w="27" h="252" extrusionOk="0">
                  <a:moveTo>
                    <a:pt x="26" y="1"/>
                  </a:moveTo>
                  <a:cubicBezTo>
                    <a:pt x="1" y="1"/>
                    <a:pt x="1" y="1"/>
                    <a:pt x="1" y="26"/>
                  </a:cubicBezTo>
                  <a:lnTo>
                    <a:pt x="1" y="251"/>
                  </a:lnTo>
                  <a:lnTo>
                    <a:pt x="26" y="251"/>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3" name="Google Shape;5553;p44"/>
            <p:cNvSpPr/>
            <p:nvPr/>
          </p:nvSpPr>
          <p:spPr>
            <a:xfrm>
              <a:off x="3624200" y="2462425"/>
              <a:ext cx="650" cy="5675"/>
            </a:xfrm>
            <a:custGeom>
              <a:avLst/>
              <a:gdLst/>
              <a:ahLst/>
              <a:cxnLst/>
              <a:rect l="l" t="t" r="r" b="b"/>
              <a:pathLst>
                <a:path w="26" h="227" extrusionOk="0">
                  <a:moveTo>
                    <a:pt x="26" y="1"/>
                  </a:moveTo>
                  <a:lnTo>
                    <a:pt x="1" y="226"/>
                  </a:lnTo>
                  <a:lnTo>
                    <a:pt x="26" y="226"/>
                  </a:lnTo>
                  <a:lnTo>
                    <a:pt x="26" y="1"/>
                  </a:ln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4" name="Google Shape;5554;p44"/>
            <p:cNvSpPr/>
            <p:nvPr/>
          </p:nvSpPr>
          <p:spPr>
            <a:xfrm>
              <a:off x="3624200" y="2462425"/>
              <a:ext cx="650" cy="5675"/>
            </a:xfrm>
            <a:custGeom>
              <a:avLst/>
              <a:gdLst/>
              <a:ahLst/>
              <a:cxnLst/>
              <a:rect l="l" t="t" r="r" b="b"/>
              <a:pathLst>
                <a:path w="26" h="227" extrusionOk="0">
                  <a:moveTo>
                    <a:pt x="1" y="1"/>
                  </a:moveTo>
                  <a:lnTo>
                    <a:pt x="1" y="226"/>
                  </a:lnTo>
                  <a:lnTo>
                    <a:pt x="26"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5" name="Google Shape;5555;p44"/>
            <p:cNvSpPr/>
            <p:nvPr/>
          </p:nvSpPr>
          <p:spPr>
            <a:xfrm>
              <a:off x="3624200" y="2462425"/>
              <a:ext cx="25" cy="5675"/>
            </a:xfrm>
            <a:custGeom>
              <a:avLst/>
              <a:gdLst/>
              <a:ahLst/>
              <a:cxnLst/>
              <a:rect l="l" t="t" r="r" b="b"/>
              <a:pathLst>
                <a:path w="1" h="227" extrusionOk="0">
                  <a:moveTo>
                    <a:pt x="1" y="1"/>
                  </a:moveTo>
                  <a:lnTo>
                    <a:pt x="1" y="226"/>
                  </a:lnTo>
                  <a:lnTo>
                    <a:pt x="1" y="226"/>
                  </a:ln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6" name="Google Shape;5556;p44"/>
            <p:cNvSpPr/>
            <p:nvPr/>
          </p:nvSpPr>
          <p:spPr>
            <a:xfrm>
              <a:off x="3623575" y="2462425"/>
              <a:ext cx="650" cy="5675"/>
            </a:xfrm>
            <a:custGeom>
              <a:avLst/>
              <a:gdLst/>
              <a:ahLst/>
              <a:cxnLst/>
              <a:rect l="l" t="t" r="r" b="b"/>
              <a:pathLst>
                <a:path w="26" h="227" extrusionOk="0">
                  <a:moveTo>
                    <a:pt x="1" y="1"/>
                  </a:moveTo>
                  <a:lnTo>
                    <a:pt x="1" y="226"/>
                  </a:lnTo>
                  <a:lnTo>
                    <a:pt x="26" y="226"/>
                  </a:lnTo>
                  <a:lnTo>
                    <a:pt x="26"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7" name="Google Shape;5557;p44"/>
            <p:cNvSpPr/>
            <p:nvPr/>
          </p:nvSpPr>
          <p:spPr>
            <a:xfrm>
              <a:off x="3623575" y="24624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8" name="Google Shape;5558;p44"/>
            <p:cNvSpPr/>
            <p:nvPr/>
          </p:nvSpPr>
          <p:spPr>
            <a:xfrm>
              <a:off x="3623575" y="2462425"/>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9" name="Google Shape;5559;p44"/>
            <p:cNvSpPr/>
            <p:nvPr/>
          </p:nvSpPr>
          <p:spPr>
            <a:xfrm>
              <a:off x="3622950" y="2461800"/>
              <a:ext cx="650" cy="6300"/>
            </a:xfrm>
            <a:custGeom>
              <a:avLst/>
              <a:gdLst/>
              <a:ahLst/>
              <a:cxnLst/>
              <a:rect l="l" t="t" r="r" b="b"/>
              <a:pathLst>
                <a:path w="26" h="252" extrusionOk="0">
                  <a:moveTo>
                    <a:pt x="1" y="1"/>
                  </a:moveTo>
                  <a:lnTo>
                    <a:pt x="1" y="251"/>
                  </a:lnTo>
                  <a:lnTo>
                    <a:pt x="26" y="251"/>
                  </a:lnTo>
                  <a:lnTo>
                    <a:pt x="26" y="26"/>
                  </a:lnTo>
                  <a:cubicBezTo>
                    <a:pt x="26" y="1"/>
                    <a:pt x="1" y="1"/>
                    <a:pt x="1" y="1"/>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0" name="Google Shape;5560;p44"/>
            <p:cNvSpPr/>
            <p:nvPr/>
          </p:nvSpPr>
          <p:spPr>
            <a:xfrm>
              <a:off x="3622950" y="2461800"/>
              <a:ext cx="25" cy="6300"/>
            </a:xfrm>
            <a:custGeom>
              <a:avLst/>
              <a:gdLst/>
              <a:ahLst/>
              <a:cxnLst/>
              <a:rect l="l" t="t" r="r" b="b"/>
              <a:pathLst>
                <a:path w="1" h="252" extrusionOk="0">
                  <a:moveTo>
                    <a:pt x="1" y="1"/>
                  </a:moveTo>
                  <a:lnTo>
                    <a:pt x="1" y="251"/>
                  </a:lnTo>
                  <a:cubicBezTo>
                    <a:pt x="1" y="251"/>
                    <a:pt x="1" y="251"/>
                    <a:pt x="1" y="251"/>
                  </a:cubicBezTo>
                  <a:lnTo>
                    <a:pt x="1" y="1"/>
                  </a:lnTo>
                  <a:cubicBezTo>
                    <a:pt x="1" y="1"/>
                    <a:pt x="1" y="1"/>
                    <a:pt x="1"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1" name="Google Shape;5561;p44"/>
            <p:cNvSpPr/>
            <p:nvPr/>
          </p:nvSpPr>
          <p:spPr>
            <a:xfrm>
              <a:off x="3622325" y="2461800"/>
              <a:ext cx="650" cy="6300"/>
            </a:xfrm>
            <a:custGeom>
              <a:avLst/>
              <a:gdLst/>
              <a:ahLst/>
              <a:cxnLst/>
              <a:rect l="l" t="t" r="r" b="b"/>
              <a:pathLst>
                <a:path w="26" h="252" extrusionOk="0">
                  <a:moveTo>
                    <a:pt x="1" y="1"/>
                  </a:moveTo>
                  <a:lnTo>
                    <a:pt x="1" y="226"/>
                  </a:lnTo>
                  <a:cubicBezTo>
                    <a:pt x="1" y="251"/>
                    <a:pt x="26" y="251"/>
                    <a:pt x="26" y="251"/>
                  </a:cubicBezTo>
                  <a:lnTo>
                    <a:pt x="26" y="1"/>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2" name="Google Shape;5562;p44"/>
            <p:cNvSpPr/>
            <p:nvPr/>
          </p:nvSpPr>
          <p:spPr>
            <a:xfrm>
              <a:off x="3607925" y="2445050"/>
              <a:ext cx="30100" cy="17250"/>
            </a:xfrm>
            <a:custGeom>
              <a:avLst/>
              <a:gdLst/>
              <a:ahLst/>
              <a:cxnLst/>
              <a:rect l="l" t="t" r="r" b="b"/>
              <a:pathLst>
                <a:path w="1204" h="690" extrusionOk="0">
                  <a:moveTo>
                    <a:pt x="552" y="0"/>
                  </a:moveTo>
                  <a:cubicBezTo>
                    <a:pt x="527" y="0"/>
                    <a:pt x="502" y="7"/>
                    <a:pt x="476" y="19"/>
                  </a:cubicBezTo>
                  <a:lnTo>
                    <a:pt x="50" y="295"/>
                  </a:lnTo>
                  <a:cubicBezTo>
                    <a:pt x="0" y="295"/>
                    <a:pt x="0" y="345"/>
                    <a:pt x="50" y="370"/>
                  </a:cubicBezTo>
                  <a:lnTo>
                    <a:pt x="577" y="671"/>
                  </a:lnTo>
                  <a:cubicBezTo>
                    <a:pt x="602" y="683"/>
                    <a:pt x="627" y="690"/>
                    <a:pt x="649" y="690"/>
                  </a:cubicBezTo>
                  <a:cubicBezTo>
                    <a:pt x="671" y="690"/>
                    <a:pt x="689" y="683"/>
                    <a:pt x="702" y="671"/>
                  </a:cubicBezTo>
                  <a:lnTo>
                    <a:pt x="1153" y="420"/>
                  </a:lnTo>
                  <a:cubicBezTo>
                    <a:pt x="1203" y="395"/>
                    <a:pt x="1203" y="370"/>
                    <a:pt x="1153" y="345"/>
                  </a:cubicBezTo>
                  <a:lnTo>
                    <a:pt x="627" y="19"/>
                  </a:lnTo>
                  <a:cubicBezTo>
                    <a:pt x="602" y="7"/>
                    <a:pt x="577" y="0"/>
                    <a:pt x="552"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3" name="Google Shape;5563;p44"/>
            <p:cNvSpPr/>
            <p:nvPr/>
          </p:nvSpPr>
          <p:spPr>
            <a:xfrm>
              <a:off x="3609175" y="2445525"/>
              <a:ext cx="26975" cy="15050"/>
            </a:xfrm>
            <a:custGeom>
              <a:avLst/>
              <a:gdLst/>
              <a:ahLst/>
              <a:cxnLst/>
              <a:rect l="l" t="t" r="r" b="b"/>
              <a:pathLst>
                <a:path w="1079" h="602" extrusionOk="0">
                  <a:moveTo>
                    <a:pt x="452" y="0"/>
                  </a:moveTo>
                  <a:cubicBezTo>
                    <a:pt x="452" y="0"/>
                    <a:pt x="0" y="251"/>
                    <a:pt x="0" y="251"/>
                  </a:cubicBezTo>
                  <a:cubicBezTo>
                    <a:pt x="0" y="276"/>
                    <a:pt x="0" y="276"/>
                    <a:pt x="0" y="276"/>
                  </a:cubicBezTo>
                  <a:lnTo>
                    <a:pt x="552" y="577"/>
                  </a:lnTo>
                  <a:cubicBezTo>
                    <a:pt x="577" y="577"/>
                    <a:pt x="577" y="602"/>
                    <a:pt x="602" y="602"/>
                  </a:cubicBezTo>
                  <a:cubicBezTo>
                    <a:pt x="627" y="602"/>
                    <a:pt x="627" y="577"/>
                    <a:pt x="652" y="577"/>
                  </a:cubicBezTo>
                  <a:lnTo>
                    <a:pt x="1078" y="326"/>
                  </a:lnTo>
                  <a:lnTo>
                    <a:pt x="552"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4" name="Google Shape;5564;p44"/>
            <p:cNvSpPr/>
            <p:nvPr/>
          </p:nvSpPr>
          <p:spPr>
            <a:xfrm>
              <a:off x="3664925" y="2456175"/>
              <a:ext cx="10700" cy="12550"/>
            </a:xfrm>
            <a:custGeom>
              <a:avLst/>
              <a:gdLst/>
              <a:ahLst/>
              <a:cxnLst/>
              <a:rect l="l" t="t" r="r" b="b"/>
              <a:pathLst>
                <a:path w="428" h="502" extrusionOk="0">
                  <a:moveTo>
                    <a:pt x="427" y="0"/>
                  </a:moveTo>
                  <a:lnTo>
                    <a:pt x="1" y="251"/>
                  </a:lnTo>
                  <a:lnTo>
                    <a:pt x="1" y="502"/>
                  </a:lnTo>
                  <a:lnTo>
                    <a:pt x="427" y="251"/>
                  </a:lnTo>
                  <a:lnTo>
                    <a:pt x="427"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5" name="Google Shape;5565;p44"/>
            <p:cNvSpPr/>
            <p:nvPr/>
          </p:nvSpPr>
          <p:spPr>
            <a:xfrm>
              <a:off x="3483225" y="2454300"/>
              <a:ext cx="14450" cy="13800"/>
            </a:xfrm>
            <a:custGeom>
              <a:avLst/>
              <a:gdLst/>
              <a:ahLst/>
              <a:cxnLst/>
              <a:rect l="l" t="t" r="r" b="b"/>
              <a:pathLst>
                <a:path w="578" h="552" extrusionOk="0">
                  <a:moveTo>
                    <a:pt x="577" y="0"/>
                  </a:moveTo>
                  <a:lnTo>
                    <a:pt x="1" y="326"/>
                  </a:lnTo>
                  <a:lnTo>
                    <a:pt x="1" y="551"/>
                  </a:lnTo>
                  <a:lnTo>
                    <a:pt x="577" y="226"/>
                  </a:lnTo>
                  <a:lnTo>
                    <a:pt x="5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6" name="Google Shape;5566;p44"/>
            <p:cNvSpPr/>
            <p:nvPr/>
          </p:nvSpPr>
          <p:spPr>
            <a:xfrm>
              <a:off x="3626725" y="2434400"/>
              <a:ext cx="50150" cy="28525"/>
            </a:xfrm>
            <a:custGeom>
              <a:avLst/>
              <a:gdLst/>
              <a:ahLst/>
              <a:cxnLst/>
              <a:rect l="l" t="t" r="r" b="b"/>
              <a:pathLst>
                <a:path w="2006" h="1141" extrusionOk="0">
                  <a:moveTo>
                    <a:pt x="548" y="0"/>
                  </a:moveTo>
                  <a:cubicBezTo>
                    <a:pt x="526" y="0"/>
                    <a:pt x="501" y="7"/>
                    <a:pt x="476" y="19"/>
                  </a:cubicBezTo>
                  <a:lnTo>
                    <a:pt x="25" y="270"/>
                  </a:lnTo>
                  <a:cubicBezTo>
                    <a:pt x="0" y="295"/>
                    <a:pt x="0" y="320"/>
                    <a:pt x="25" y="345"/>
                  </a:cubicBezTo>
                  <a:lnTo>
                    <a:pt x="1379" y="1122"/>
                  </a:lnTo>
                  <a:cubicBezTo>
                    <a:pt x="1404" y="1134"/>
                    <a:pt x="1429" y="1141"/>
                    <a:pt x="1454" y="1141"/>
                  </a:cubicBezTo>
                  <a:cubicBezTo>
                    <a:pt x="1479" y="1141"/>
                    <a:pt x="1504" y="1134"/>
                    <a:pt x="1529" y="1122"/>
                  </a:cubicBezTo>
                  <a:lnTo>
                    <a:pt x="1955" y="871"/>
                  </a:lnTo>
                  <a:cubicBezTo>
                    <a:pt x="2005" y="846"/>
                    <a:pt x="2005" y="821"/>
                    <a:pt x="1955" y="796"/>
                  </a:cubicBezTo>
                  <a:lnTo>
                    <a:pt x="602" y="19"/>
                  </a:lnTo>
                  <a:cubicBezTo>
                    <a:pt x="589" y="7"/>
                    <a:pt x="570" y="0"/>
                    <a:pt x="548"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7" name="Google Shape;5567;p44"/>
            <p:cNvSpPr/>
            <p:nvPr/>
          </p:nvSpPr>
          <p:spPr>
            <a:xfrm>
              <a:off x="3627975" y="2434250"/>
              <a:ext cx="47650" cy="26950"/>
            </a:xfrm>
            <a:custGeom>
              <a:avLst/>
              <a:gdLst/>
              <a:ahLst/>
              <a:cxnLst/>
              <a:rect l="l" t="t" r="r" b="b"/>
              <a:pathLst>
                <a:path w="1906" h="1078" extrusionOk="0">
                  <a:moveTo>
                    <a:pt x="502" y="0"/>
                  </a:moveTo>
                  <a:cubicBezTo>
                    <a:pt x="476" y="0"/>
                    <a:pt x="451" y="0"/>
                    <a:pt x="451" y="25"/>
                  </a:cubicBezTo>
                  <a:cubicBezTo>
                    <a:pt x="451" y="25"/>
                    <a:pt x="0" y="276"/>
                    <a:pt x="0" y="276"/>
                  </a:cubicBezTo>
                  <a:lnTo>
                    <a:pt x="1354" y="1053"/>
                  </a:lnTo>
                  <a:cubicBezTo>
                    <a:pt x="1379" y="1078"/>
                    <a:pt x="1379" y="1078"/>
                    <a:pt x="1404" y="1078"/>
                  </a:cubicBezTo>
                  <a:cubicBezTo>
                    <a:pt x="1429" y="1078"/>
                    <a:pt x="1429" y="1078"/>
                    <a:pt x="1454" y="1053"/>
                  </a:cubicBezTo>
                  <a:cubicBezTo>
                    <a:pt x="1454" y="1053"/>
                    <a:pt x="1905" y="802"/>
                    <a:pt x="1905" y="802"/>
                  </a:cubicBezTo>
                  <a:lnTo>
                    <a:pt x="552" y="25"/>
                  </a:lnTo>
                  <a:cubicBezTo>
                    <a:pt x="527" y="0"/>
                    <a:pt x="502" y="0"/>
                    <a:pt x="502" y="0"/>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8" name="Google Shape;5568;p44"/>
            <p:cNvSpPr/>
            <p:nvPr/>
          </p:nvSpPr>
          <p:spPr>
            <a:xfrm>
              <a:off x="3664300" y="2462425"/>
              <a:ext cx="650" cy="6300"/>
            </a:xfrm>
            <a:custGeom>
              <a:avLst/>
              <a:gdLst/>
              <a:ahLst/>
              <a:cxnLst/>
              <a:rect l="l" t="t" r="r" b="b"/>
              <a:pathLst>
                <a:path w="26" h="252" extrusionOk="0">
                  <a:moveTo>
                    <a:pt x="26" y="1"/>
                  </a:moveTo>
                  <a:cubicBezTo>
                    <a:pt x="1" y="26"/>
                    <a:pt x="1" y="26"/>
                    <a:pt x="1" y="26"/>
                  </a:cubicBezTo>
                  <a:lnTo>
                    <a:pt x="1" y="252"/>
                  </a:lnTo>
                  <a:lnTo>
                    <a:pt x="26" y="252"/>
                  </a:lnTo>
                  <a:lnTo>
                    <a:pt x="26" y="1"/>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9" name="Google Shape;5569;p44"/>
            <p:cNvSpPr/>
            <p:nvPr/>
          </p:nvSpPr>
          <p:spPr>
            <a:xfrm>
              <a:off x="3663675" y="2463050"/>
              <a:ext cx="650" cy="5675"/>
            </a:xfrm>
            <a:custGeom>
              <a:avLst/>
              <a:gdLst/>
              <a:ahLst/>
              <a:cxnLst/>
              <a:rect l="l" t="t" r="r" b="b"/>
              <a:pathLst>
                <a:path w="26" h="227" extrusionOk="0">
                  <a:moveTo>
                    <a:pt x="1" y="1"/>
                  </a:moveTo>
                  <a:lnTo>
                    <a:pt x="1" y="227"/>
                  </a:lnTo>
                  <a:lnTo>
                    <a:pt x="26" y="227"/>
                  </a:lnTo>
                  <a:lnTo>
                    <a:pt x="26" y="1"/>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0" name="Google Shape;5570;p44"/>
            <p:cNvSpPr/>
            <p:nvPr/>
          </p:nvSpPr>
          <p:spPr>
            <a:xfrm>
              <a:off x="3663675" y="2463050"/>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1" name="Google Shape;5571;p44"/>
            <p:cNvSpPr/>
            <p:nvPr/>
          </p:nvSpPr>
          <p:spPr>
            <a:xfrm>
              <a:off x="3663050" y="2463050"/>
              <a:ext cx="650" cy="5675"/>
            </a:xfrm>
            <a:custGeom>
              <a:avLst/>
              <a:gdLst/>
              <a:ahLst/>
              <a:cxnLst/>
              <a:rect l="l" t="t" r="r" b="b"/>
              <a:pathLst>
                <a:path w="26" h="227" extrusionOk="0">
                  <a:moveTo>
                    <a:pt x="1" y="1"/>
                  </a:moveTo>
                  <a:lnTo>
                    <a:pt x="1" y="227"/>
                  </a:lnTo>
                  <a:lnTo>
                    <a:pt x="26" y="227"/>
                  </a:lnTo>
                  <a:lnTo>
                    <a:pt x="26" y="1"/>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2" name="Google Shape;5572;p44"/>
            <p:cNvSpPr/>
            <p:nvPr/>
          </p:nvSpPr>
          <p:spPr>
            <a:xfrm>
              <a:off x="3663050" y="2463050"/>
              <a:ext cx="25" cy="5675"/>
            </a:xfrm>
            <a:custGeom>
              <a:avLst/>
              <a:gdLst/>
              <a:ahLst/>
              <a:cxnLst/>
              <a:rect l="l" t="t" r="r" b="b"/>
              <a:pathLst>
                <a:path w="1" h="227" extrusionOk="0">
                  <a:moveTo>
                    <a:pt x="1" y="1"/>
                  </a:moveTo>
                  <a:lnTo>
                    <a:pt x="1" y="227"/>
                  </a:lnTo>
                  <a:lnTo>
                    <a:pt x="1" y="227"/>
                  </a:lnTo>
                  <a:lnTo>
                    <a:pt x="1" y="1"/>
                  </a:lnTo>
                  <a:lnTo>
                    <a:pt x="1"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3" name="Google Shape;5573;p44"/>
            <p:cNvSpPr/>
            <p:nvPr/>
          </p:nvSpPr>
          <p:spPr>
            <a:xfrm>
              <a:off x="3662425" y="2463050"/>
              <a:ext cx="650" cy="5675"/>
            </a:xfrm>
            <a:custGeom>
              <a:avLst/>
              <a:gdLst/>
              <a:ahLst/>
              <a:cxnLst/>
              <a:rect l="l" t="t" r="r" b="b"/>
              <a:pathLst>
                <a:path w="26" h="227" extrusionOk="0">
                  <a:moveTo>
                    <a:pt x="26" y="1"/>
                  </a:moveTo>
                  <a:lnTo>
                    <a:pt x="1" y="227"/>
                  </a:lnTo>
                  <a:lnTo>
                    <a:pt x="26" y="227"/>
                  </a:lnTo>
                  <a:lnTo>
                    <a:pt x="26" y="1"/>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4" name="Google Shape;5574;p44"/>
            <p:cNvSpPr/>
            <p:nvPr/>
          </p:nvSpPr>
          <p:spPr>
            <a:xfrm>
              <a:off x="3662425" y="2463050"/>
              <a:ext cx="650" cy="5675"/>
            </a:xfrm>
            <a:custGeom>
              <a:avLst/>
              <a:gdLst/>
              <a:ahLst/>
              <a:cxnLst/>
              <a:rect l="l" t="t" r="r" b="b"/>
              <a:pathLst>
                <a:path w="26" h="227" extrusionOk="0">
                  <a:moveTo>
                    <a:pt x="1" y="1"/>
                  </a:moveTo>
                  <a:lnTo>
                    <a:pt x="1" y="227"/>
                  </a:lnTo>
                  <a:lnTo>
                    <a:pt x="26" y="1"/>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5" name="Google Shape;5575;p44"/>
            <p:cNvSpPr/>
            <p:nvPr/>
          </p:nvSpPr>
          <p:spPr>
            <a:xfrm>
              <a:off x="3662425" y="2463050"/>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6" name="Google Shape;5576;p44"/>
            <p:cNvSpPr/>
            <p:nvPr/>
          </p:nvSpPr>
          <p:spPr>
            <a:xfrm>
              <a:off x="3661800" y="2463050"/>
              <a:ext cx="650" cy="5675"/>
            </a:xfrm>
            <a:custGeom>
              <a:avLst/>
              <a:gdLst/>
              <a:ahLst/>
              <a:cxnLst/>
              <a:rect l="l" t="t" r="r" b="b"/>
              <a:pathLst>
                <a:path w="26" h="227" extrusionOk="0">
                  <a:moveTo>
                    <a:pt x="1" y="1"/>
                  </a:moveTo>
                  <a:lnTo>
                    <a:pt x="1" y="227"/>
                  </a:lnTo>
                  <a:lnTo>
                    <a:pt x="26" y="227"/>
                  </a:lnTo>
                  <a:lnTo>
                    <a:pt x="26" y="1"/>
                  </a:ln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7" name="Google Shape;5577;p44"/>
            <p:cNvSpPr/>
            <p:nvPr/>
          </p:nvSpPr>
          <p:spPr>
            <a:xfrm>
              <a:off x="3661800" y="2463050"/>
              <a:ext cx="25" cy="5675"/>
            </a:xfrm>
            <a:custGeom>
              <a:avLst/>
              <a:gdLst/>
              <a:ahLst/>
              <a:cxnLst/>
              <a:rect l="l" t="t" r="r" b="b"/>
              <a:pathLst>
                <a:path w="1" h="227" extrusionOk="0">
                  <a:moveTo>
                    <a:pt x="1" y="1"/>
                  </a:moveTo>
                  <a:lnTo>
                    <a:pt x="1" y="227"/>
                  </a:lnTo>
                  <a:cubicBezTo>
                    <a:pt x="1" y="227"/>
                    <a:pt x="1" y="227"/>
                    <a:pt x="1" y="227"/>
                  </a:cubicBezTo>
                  <a:lnTo>
                    <a:pt x="1" y="1"/>
                  </a:lnTo>
                  <a:cubicBezTo>
                    <a:pt x="1" y="1"/>
                    <a:pt x="1" y="1"/>
                    <a:pt x="1" y="1"/>
                  </a:cubicBez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8" name="Google Shape;5578;p44"/>
            <p:cNvSpPr/>
            <p:nvPr/>
          </p:nvSpPr>
          <p:spPr>
            <a:xfrm>
              <a:off x="3661175" y="2462425"/>
              <a:ext cx="650" cy="6300"/>
            </a:xfrm>
            <a:custGeom>
              <a:avLst/>
              <a:gdLst/>
              <a:ahLst/>
              <a:cxnLst/>
              <a:rect l="l" t="t" r="r" b="b"/>
              <a:pathLst>
                <a:path w="26" h="252" extrusionOk="0">
                  <a:moveTo>
                    <a:pt x="1" y="1"/>
                  </a:moveTo>
                  <a:lnTo>
                    <a:pt x="1" y="252"/>
                  </a:lnTo>
                  <a:lnTo>
                    <a:pt x="26" y="252"/>
                  </a:lnTo>
                  <a:lnTo>
                    <a:pt x="26" y="26"/>
                  </a:lnTo>
                  <a:cubicBezTo>
                    <a:pt x="26" y="26"/>
                    <a:pt x="26" y="1"/>
                    <a:pt x="1" y="1"/>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9" name="Google Shape;5579;p44"/>
            <p:cNvSpPr/>
            <p:nvPr/>
          </p:nvSpPr>
          <p:spPr>
            <a:xfrm>
              <a:off x="3384225" y="2397900"/>
              <a:ext cx="113450" cy="65025"/>
            </a:xfrm>
            <a:custGeom>
              <a:avLst/>
              <a:gdLst/>
              <a:ahLst/>
              <a:cxnLst/>
              <a:rect l="l" t="t" r="r" b="b"/>
              <a:pathLst>
                <a:path w="4538" h="2601" extrusionOk="0">
                  <a:moveTo>
                    <a:pt x="627" y="0"/>
                  </a:moveTo>
                  <a:lnTo>
                    <a:pt x="51" y="326"/>
                  </a:lnTo>
                  <a:cubicBezTo>
                    <a:pt x="1" y="351"/>
                    <a:pt x="1" y="401"/>
                    <a:pt x="51" y="452"/>
                  </a:cubicBezTo>
                  <a:lnTo>
                    <a:pt x="1863" y="1500"/>
                  </a:lnTo>
                  <a:lnTo>
                    <a:pt x="1863" y="1500"/>
                  </a:lnTo>
                  <a:lnTo>
                    <a:pt x="2532" y="1103"/>
                  </a:lnTo>
                  <a:lnTo>
                    <a:pt x="627" y="0"/>
                  </a:lnTo>
                  <a:close/>
                  <a:moveTo>
                    <a:pt x="1863" y="1500"/>
                  </a:moveTo>
                  <a:lnTo>
                    <a:pt x="1855" y="1504"/>
                  </a:lnTo>
                  <a:lnTo>
                    <a:pt x="1893" y="1517"/>
                  </a:lnTo>
                  <a:lnTo>
                    <a:pt x="1893" y="1517"/>
                  </a:lnTo>
                  <a:lnTo>
                    <a:pt x="1863" y="1500"/>
                  </a:lnTo>
                  <a:close/>
                  <a:moveTo>
                    <a:pt x="2607" y="1128"/>
                  </a:moveTo>
                  <a:lnTo>
                    <a:pt x="1931" y="1529"/>
                  </a:lnTo>
                  <a:lnTo>
                    <a:pt x="1893" y="1517"/>
                  </a:lnTo>
                  <a:lnTo>
                    <a:pt x="1893" y="1517"/>
                  </a:lnTo>
                  <a:lnTo>
                    <a:pt x="3735" y="2582"/>
                  </a:lnTo>
                  <a:cubicBezTo>
                    <a:pt x="3773" y="2594"/>
                    <a:pt x="3817" y="2601"/>
                    <a:pt x="3857" y="2601"/>
                  </a:cubicBezTo>
                  <a:cubicBezTo>
                    <a:pt x="3898" y="2601"/>
                    <a:pt x="3936" y="2594"/>
                    <a:pt x="3961" y="2582"/>
                  </a:cubicBezTo>
                  <a:lnTo>
                    <a:pt x="4537" y="2256"/>
                  </a:lnTo>
                  <a:lnTo>
                    <a:pt x="2607" y="1128"/>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0" name="Google Shape;5580;p44"/>
            <p:cNvSpPr/>
            <p:nvPr/>
          </p:nvSpPr>
          <p:spPr>
            <a:xfrm>
              <a:off x="3385475" y="2375025"/>
              <a:ext cx="151050" cy="79300"/>
            </a:xfrm>
            <a:custGeom>
              <a:avLst/>
              <a:gdLst/>
              <a:ahLst/>
              <a:cxnLst/>
              <a:rect l="l" t="t" r="r" b="b"/>
              <a:pathLst>
                <a:path w="6042" h="3172" extrusionOk="0">
                  <a:moveTo>
                    <a:pt x="2178" y="1"/>
                  </a:moveTo>
                  <a:cubicBezTo>
                    <a:pt x="2138" y="1"/>
                    <a:pt x="2094" y="13"/>
                    <a:pt x="2056" y="38"/>
                  </a:cubicBezTo>
                  <a:lnTo>
                    <a:pt x="1" y="1241"/>
                  </a:lnTo>
                  <a:lnTo>
                    <a:pt x="577" y="915"/>
                  </a:lnTo>
                  <a:lnTo>
                    <a:pt x="2482" y="2018"/>
                  </a:lnTo>
                  <a:lnTo>
                    <a:pt x="2557" y="2043"/>
                  </a:lnTo>
                  <a:lnTo>
                    <a:pt x="4487" y="3171"/>
                  </a:lnTo>
                  <a:lnTo>
                    <a:pt x="5991" y="2294"/>
                  </a:lnTo>
                  <a:cubicBezTo>
                    <a:pt x="6041" y="2269"/>
                    <a:pt x="6041" y="2194"/>
                    <a:pt x="5966" y="2169"/>
                  </a:cubicBezTo>
                  <a:lnTo>
                    <a:pt x="2282" y="38"/>
                  </a:lnTo>
                  <a:cubicBezTo>
                    <a:pt x="2257" y="13"/>
                    <a:pt x="2219" y="1"/>
                    <a:pt x="21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1" name="Google Shape;5581;p44"/>
            <p:cNvSpPr/>
            <p:nvPr/>
          </p:nvSpPr>
          <p:spPr>
            <a:xfrm>
              <a:off x="3482600" y="2462425"/>
              <a:ext cx="650" cy="6300"/>
            </a:xfrm>
            <a:custGeom>
              <a:avLst/>
              <a:gdLst/>
              <a:ahLst/>
              <a:cxnLst/>
              <a:rect l="l" t="t" r="r" b="b"/>
              <a:pathLst>
                <a:path w="26" h="252" extrusionOk="0">
                  <a:moveTo>
                    <a:pt x="1" y="1"/>
                  </a:moveTo>
                  <a:lnTo>
                    <a:pt x="1" y="252"/>
                  </a:lnTo>
                  <a:cubicBezTo>
                    <a:pt x="26" y="252"/>
                    <a:pt x="26" y="226"/>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2" name="Google Shape;5582;p44"/>
            <p:cNvSpPr/>
            <p:nvPr/>
          </p:nvSpPr>
          <p:spPr>
            <a:xfrm>
              <a:off x="3481975" y="2462425"/>
              <a:ext cx="650" cy="6300"/>
            </a:xfrm>
            <a:custGeom>
              <a:avLst/>
              <a:gdLst/>
              <a:ahLst/>
              <a:cxnLst/>
              <a:rect l="l" t="t" r="r" b="b"/>
              <a:pathLst>
                <a:path w="26" h="252" extrusionOk="0">
                  <a:moveTo>
                    <a:pt x="26" y="1"/>
                  </a:moveTo>
                  <a:cubicBezTo>
                    <a:pt x="26" y="26"/>
                    <a:pt x="1" y="26"/>
                    <a:pt x="1" y="26"/>
                  </a:cubicBezTo>
                  <a:lnTo>
                    <a:pt x="1" y="252"/>
                  </a:lnTo>
                  <a:lnTo>
                    <a:pt x="26" y="252"/>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3" name="Google Shape;5583;p44"/>
            <p:cNvSpPr/>
            <p:nvPr/>
          </p:nvSpPr>
          <p:spPr>
            <a:xfrm>
              <a:off x="3481350" y="2463050"/>
              <a:ext cx="650" cy="5675"/>
            </a:xfrm>
            <a:custGeom>
              <a:avLst/>
              <a:gdLst/>
              <a:ahLst/>
              <a:cxnLst/>
              <a:rect l="l" t="t" r="r" b="b"/>
              <a:pathLst>
                <a:path w="26" h="227" extrusionOk="0">
                  <a:moveTo>
                    <a:pt x="1" y="1"/>
                  </a:moveTo>
                  <a:lnTo>
                    <a:pt x="1"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4" name="Google Shape;5584;p44"/>
            <p:cNvSpPr/>
            <p:nvPr/>
          </p:nvSpPr>
          <p:spPr>
            <a:xfrm>
              <a:off x="3480725" y="2463050"/>
              <a:ext cx="650" cy="5675"/>
            </a:xfrm>
            <a:custGeom>
              <a:avLst/>
              <a:gdLst/>
              <a:ahLst/>
              <a:cxnLst/>
              <a:rect l="l" t="t" r="r" b="b"/>
              <a:pathLst>
                <a:path w="26" h="227" extrusionOk="0">
                  <a:moveTo>
                    <a:pt x="1" y="1"/>
                  </a:moveTo>
                  <a:lnTo>
                    <a:pt x="1"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5" name="Google Shape;5585;p44"/>
            <p:cNvSpPr/>
            <p:nvPr/>
          </p:nvSpPr>
          <p:spPr>
            <a:xfrm>
              <a:off x="3480725" y="2463050"/>
              <a:ext cx="25" cy="5675"/>
            </a:xfrm>
            <a:custGeom>
              <a:avLst/>
              <a:gdLst/>
              <a:ahLst/>
              <a:cxnLst/>
              <a:rect l="l" t="t" r="r" b="b"/>
              <a:pathLst>
                <a:path w="1" h="227" extrusionOk="0">
                  <a:moveTo>
                    <a:pt x="1" y="1"/>
                  </a:moveTo>
                  <a:lnTo>
                    <a:pt x="1" y="227"/>
                  </a:lnTo>
                  <a:lnTo>
                    <a:pt x="1" y="227"/>
                  </a:ln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6" name="Google Shape;5586;p44"/>
            <p:cNvSpPr/>
            <p:nvPr/>
          </p:nvSpPr>
          <p:spPr>
            <a:xfrm>
              <a:off x="3480100" y="2463050"/>
              <a:ext cx="650" cy="5675"/>
            </a:xfrm>
            <a:custGeom>
              <a:avLst/>
              <a:gdLst/>
              <a:ahLst/>
              <a:cxnLst/>
              <a:rect l="l" t="t" r="r" b="b"/>
              <a:pathLst>
                <a:path w="26" h="227" extrusionOk="0">
                  <a:moveTo>
                    <a:pt x="0" y="1"/>
                  </a:moveTo>
                  <a:lnTo>
                    <a:pt x="0"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7" name="Google Shape;5587;p44"/>
            <p:cNvSpPr/>
            <p:nvPr/>
          </p:nvSpPr>
          <p:spPr>
            <a:xfrm>
              <a:off x="3479475" y="2463050"/>
              <a:ext cx="650" cy="5675"/>
            </a:xfrm>
            <a:custGeom>
              <a:avLst/>
              <a:gdLst/>
              <a:ahLst/>
              <a:cxnLst/>
              <a:rect l="l" t="t" r="r" b="b"/>
              <a:pathLst>
                <a:path w="26" h="227" extrusionOk="0">
                  <a:moveTo>
                    <a:pt x="0" y="1"/>
                  </a:moveTo>
                  <a:lnTo>
                    <a:pt x="0" y="227"/>
                  </a:lnTo>
                  <a:lnTo>
                    <a:pt x="25" y="227"/>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8" name="Google Shape;5588;p44"/>
            <p:cNvSpPr/>
            <p:nvPr/>
          </p:nvSpPr>
          <p:spPr>
            <a:xfrm>
              <a:off x="3479475" y="246305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9" name="Google Shape;5589;p44"/>
            <p:cNvSpPr/>
            <p:nvPr/>
          </p:nvSpPr>
          <p:spPr>
            <a:xfrm>
              <a:off x="3478850" y="2462425"/>
              <a:ext cx="650" cy="6300"/>
            </a:xfrm>
            <a:custGeom>
              <a:avLst/>
              <a:gdLst/>
              <a:ahLst/>
              <a:cxnLst/>
              <a:rect l="l" t="t" r="r" b="b"/>
              <a:pathLst>
                <a:path w="26" h="252" extrusionOk="0">
                  <a:moveTo>
                    <a:pt x="0" y="1"/>
                  </a:moveTo>
                  <a:lnTo>
                    <a:pt x="0" y="252"/>
                  </a:lnTo>
                  <a:lnTo>
                    <a:pt x="25" y="252"/>
                  </a:lnTo>
                  <a:lnTo>
                    <a:pt x="25" y="26"/>
                  </a:lnTo>
                  <a:cubicBezTo>
                    <a:pt x="25" y="26"/>
                    <a:pt x="0" y="26"/>
                    <a:pt x="0" y="1"/>
                  </a:cubicBezTo>
                  <a:close/>
                </a:path>
              </a:pathLst>
            </a:custGeom>
            <a:solidFill>
              <a:srgbClr val="DCDB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0" name="Google Shape;5590;p44"/>
            <p:cNvSpPr/>
            <p:nvPr/>
          </p:nvSpPr>
          <p:spPr>
            <a:xfrm>
              <a:off x="3478225" y="2462425"/>
              <a:ext cx="650" cy="6300"/>
            </a:xfrm>
            <a:custGeom>
              <a:avLst/>
              <a:gdLst/>
              <a:ahLst/>
              <a:cxnLst/>
              <a:rect l="l" t="t" r="r" b="b"/>
              <a:pathLst>
                <a:path w="26" h="252" extrusionOk="0">
                  <a:moveTo>
                    <a:pt x="0" y="1"/>
                  </a:moveTo>
                  <a:lnTo>
                    <a:pt x="0" y="252"/>
                  </a:lnTo>
                  <a:lnTo>
                    <a:pt x="25" y="252"/>
                  </a:lnTo>
                  <a:lnTo>
                    <a:pt x="25" y="1"/>
                  </a:lnTo>
                  <a:close/>
                </a:path>
              </a:pathLst>
            </a:custGeom>
            <a:solidFill>
              <a:srgbClr val="DBDA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1" name="Google Shape;5591;p44"/>
            <p:cNvSpPr/>
            <p:nvPr/>
          </p:nvSpPr>
          <p:spPr>
            <a:xfrm>
              <a:off x="3477600" y="2462425"/>
              <a:ext cx="650" cy="6300"/>
            </a:xfrm>
            <a:custGeom>
              <a:avLst/>
              <a:gdLst/>
              <a:ahLst/>
              <a:cxnLst/>
              <a:rect l="l" t="t" r="r" b="b"/>
              <a:pathLst>
                <a:path w="26" h="252" extrusionOk="0">
                  <a:moveTo>
                    <a:pt x="0" y="1"/>
                  </a:moveTo>
                  <a:lnTo>
                    <a:pt x="0" y="226"/>
                  </a:lnTo>
                  <a:cubicBezTo>
                    <a:pt x="25" y="226"/>
                    <a:pt x="25" y="252"/>
                    <a:pt x="25" y="252"/>
                  </a:cubicBezTo>
                  <a:lnTo>
                    <a:pt x="25" y="1"/>
                  </a:lnTo>
                  <a:close/>
                </a:path>
              </a:pathLst>
            </a:custGeom>
            <a:solidFill>
              <a:srgbClr val="DCD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2" name="Google Shape;5592;p44"/>
            <p:cNvSpPr/>
            <p:nvPr/>
          </p:nvSpPr>
          <p:spPr>
            <a:xfrm>
              <a:off x="3482600" y="2462425"/>
              <a:ext cx="650" cy="6300"/>
            </a:xfrm>
            <a:custGeom>
              <a:avLst/>
              <a:gdLst/>
              <a:ahLst/>
              <a:cxnLst/>
              <a:rect l="l" t="t" r="r" b="b"/>
              <a:pathLst>
                <a:path w="26" h="252" extrusionOk="0">
                  <a:moveTo>
                    <a:pt x="1" y="1"/>
                  </a:moveTo>
                  <a:lnTo>
                    <a:pt x="1" y="252"/>
                  </a:lnTo>
                  <a:cubicBezTo>
                    <a:pt x="26" y="252"/>
                    <a:pt x="26" y="226"/>
                    <a:pt x="26" y="2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3" name="Google Shape;5593;p44"/>
            <p:cNvSpPr/>
            <p:nvPr/>
          </p:nvSpPr>
          <p:spPr>
            <a:xfrm>
              <a:off x="3481975" y="2462425"/>
              <a:ext cx="650" cy="6300"/>
            </a:xfrm>
            <a:custGeom>
              <a:avLst/>
              <a:gdLst/>
              <a:ahLst/>
              <a:cxnLst/>
              <a:rect l="l" t="t" r="r" b="b"/>
              <a:pathLst>
                <a:path w="26" h="252" extrusionOk="0">
                  <a:moveTo>
                    <a:pt x="26" y="1"/>
                  </a:moveTo>
                  <a:cubicBezTo>
                    <a:pt x="26" y="26"/>
                    <a:pt x="1" y="26"/>
                    <a:pt x="1" y="26"/>
                  </a:cubicBezTo>
                  <a:lnTo>
                    <a:pt x="1" y="252"/>
                  </a:lnTo>
                  <a:lnTo>
                    <a:pt x="26" y="252"/>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4" name="Google Shape;5594;p44"/>
            <p:cNvSpPr/>
            <p:nvPr/>
          </p:nvSpPr>
          <p:spPr>
            <a:xfrm>
              <a:off x="3481350" y="2463050"/>
              <a:ext cx="650" cy="5675"/>
            </a:xfrm>
            <a:custGeom>
              <a:avLst/>
              <a:gdLst/>
              <a:ahLst/>
              <a:cxnLst/>
              <a:rect l="l" t="t" r="r" b="b"/>
              <a:pathLst>
                <a:path w="26" h="227" extrusionOk="0">
                  <a:moveTo>
                    <a:pt x="1" y="1"/>
                  </a:moveTo>
                  <a:lnTo>
                    <a:pt x="1"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5" name="Google Shape;5595;p44"/>
            <p:cNvSpPr/>
            <p:nvPr/>
          </p:nvSpPr>
          <p:spPr>
            <a:xfrm>
              <a:off x="3480725" y="2463050"/>
              <a:ext cx="650" cy="5675"/>
            </a:xfrm>
            <a:custGeom>
              <a:avLst/>
              <a:gdLst/>
              <a:ahLst/>
              <a:cxnLst/>
              <a:rect l="l" t="t" r="r" b="b"/>
              <a:pathLst>
                <a:path w="26" h="227" extrusionOk="0">
                  <a:moveTo>
                    <a:pt x="1" y="1"/>
                  </a:moveTo>
                  <a:lnTo>
                    <a:pt x="1"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6" name="Google Shape;5596;p44"/>
            <p:cNvSpPr/>
            <p:nvPr/>
          </p:nvSpPr>
          <p:spPr>
            <a:xfrm>
              <a:off x="3480725" y="2463050"/>
              <a:ext cx="25" cy="5675"/>
            </a:xfrm>
            <a:custGeom>
              <a:avLst/>
              <a:gdLst/>
              <a:ahLst/>
              <a:cxnLst/>
              <a:rect l="l" t="t" r="r" b="b"/>
              <a:pathLst>
                <a:path w="1" h="227" extrusionOk="0">
                  <a:moveTo>
                    <a:pt x="1" y="1"/>
                  </a:moveTo>
                  <a:lnTo>
                    <a:pt x="1" y="227"/>
                  </a:lnTo>
                  <a:lnTo>
                    <a:pt x="1" y="227"/>
                  </a:ln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7" name="Google Shape;5597;p44"/>
            <p:cNvSpPr/>
            <p:nvPr/>
          </p:nvSpPr>
          <p:spPr>
            <a:xfrm>
              <a:off x="3480100" y="2463050"/>
              <a:ext cx="650" cy="5675"/>
            </a:xfrm>
            <a:custGeom>
              <a:avLst/>
              <a:gdLst/>
              <a:ahLst/>
              <a:cxnLst/>
              <a:rect l="l" t="t" r="r" b="b"/>
              <a:pathLst>
                <a:path w="26" h="227" extrusionOk="0">
                  <a:moveTo>
                    <a:pt x="0" y="1"/>
                  </a:moveTo>
                  <a:lnTo>
                    <a:pt x="0" y="227"/>
                  </a:lnTo>
                  <a:lnTo>
                    <a:pt x="26" y="227"/>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8" name="Google Shape;5598;p44"/>
            <p:cNvSpPr/>
            <p:nvPr/>
          </p:nvSpPr>
          <p:spPr>
            <a:xfrm>
              <a:off x="3479475" y="2463050"/>
              <a:ext cx="650" cy="5675"/>
            </a:xfrm>
            <a:custGeom>
              <a:avLst/>
              <a:gdLst/>
              <a:ahLst/>
              <a:cxnLst/>
              <a:rect l="l" t="t" r="r" b="b"/>
              <a:pathLst>
                <a:path w="26" h="227" extrusionOk="0">
                  <a:moveTo>
                    <a:pt x="0" y="1"/>
                  </a:moveTo>
                  <a:lnTo>
                    <a:pt x="0" y="227"/>
                  </a:lnTo>
                  <a:lnTo>
                    <a:pt x="25" y="227"/>
                  </a:ln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9" name="Google Shape;5599;p44"/>
            <p:cNvSpPr/>
            <p:nvPr/>
          </p:nvSpPr>
          <p:spPr>
            <a:xfrm>
              <a:off x="3479475" y="2463050"/>
              <a:ext cx="25" cy="5675"/>
            </a:xfrm>
            <a:custGeom>
              <a:avLst/>
              <a:gdLst/>
              <a:ahLst/>
              <a:cxnLst/>
              <a:rect l="l" t="t" r="r" b="b"/>
              <a:pathLst>
                <a:path w="1" h="227" extrusionOk="0">
                  <a:moveTo>
                    <a:pt x="0" y="1"/>
                  </a:moveTo>
                  <a:lnTo>
                    <a:pt x="0" y="227"/>
                  </a:lnTo>
                  <a:cubicBezTo>
                    <a:pt x="0" y="227"/>
                    <a:pt x="0" y="227"/>
                    <a:pt x="0" y="227"/>
                  </a:cubicBezTo>
                  <a:lnTo>
                    <a:pt x="0" y="1"/>
                  </a:lnTo>
                  <a:cubicBezTo>
                    <a:pt x="0" y="1"/>
                    <a:pt x="0" y="1"/>
                    <a:pt x="0" y="1"/>
                  </a:cubicBezTo>
                  <a:close/>
                </a:path>
              </a:pathLst>
            </a:custGeom>
            <a:solidFill>
              <a:srgbClr val="DFDC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0" name="Google Shape;5600;p44"/>
            <p:cNvSpPr/>
            <p:nvPr/>
          </p:nvSpPr>
          <p:spPr>
            <a:xfrm>
              <a:off x="3478850" y="2462425"/>
              <a:ext cx="650" cy="6300"/>
            </a:xfrm>
            <a:custGeom>
              <a:avLst/>
              <a:gdLst/>
              <a:ahLst/>
              <a:cxnLst/>
              <a:rect l="l" t="t" r="r" b="b"/>
              <a:pathLst>
                <a:path w="26" h="252" extrusionOk="0">
                  <a:moveTo>
                    <a:pt x="0" y="1"/>
                  </a:moveTo>
                  <a:lnTo>
                    <a:pt x="0" y="252"/>
                  </a:lnTo>
                  <a:lnTo>
                    <a:pt x="25" y="252"/>
                  </a:lnTo>
                  <a:lnTo>
                    <a:pt x="25" y="26"/>
                  </a:lnTo>
                  <a:cubicBezTo>
                    <a:pt x="25" y="26"/>
                    <a:pt x="0" y="26"/>
                    <a:pt x="0" y="1"/>
                  </a:cubicBezTo>
                  <a:close/>
                </a:path>
              </a:pathLst>
            </a:custGeom>
            <a:solidFill>
              <a:srgbClr val="DFDD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1" name="Google Shape;5601;p44"/>
            <p:cNvSpPr/>
            <p:nvPr/>
          </p:nvSpPr>
          <p:spPr>
            <a:xfrm>
              <a:off x="3478225" y="2462425"/>
              <a:ext cx="650" cy="6300"/>
            </a:xfrm>
            <a:custGeom>
              <a:avLst/>
              <a:gdLst/>
              <a:ahLst/>
              <a:cxnLst/>
              <a:rect l="l" t="t" r="r" b="b"/>
              <a:pathLst>
                <a:path w="26" h="252" extrusionOk="0">
                  <a:moveTo>
                    <a:pt x="0" y="1"/>
                  </a:moveTo>
                  <a:lnTo>
                    <a:pt x="0" y="252"/>
                  </a:lnTo>
                  <a:lnTo>
                    <a:pt x="25" y="252"/>
                  </a:lnTo>
                  <a:lnTo>
                    <a:pt x="25" y="1"/>
                  </a:lnTo>
                  <a:close/>
                </a:path>
              </a:pathLst>
            </a:custGeom>
            <a:solidFill>
              <a:srgbClr val="DDD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2" name="Google Shape;5602;p44"/>
            <p:cNvSpPr/>
            <p:nvPr/>
          </p:nvSpPr>
          <p:spPr>
            <a:xfrm>
              <a:off x="3477600" y="2462425"/>
              <a:ext cx="650" cy="6300"/>
            </a:xfrm>
            <a:custGeom>
              <a:avLst/>
              <a:gdLst/>
              <a:ahLst/>
              <a:cxnLst/>
              <a:rect l="l" t="t" r="r" b="b"/>
              <a:pathLst>
                <a:path w="26" h="252" extrusionOk="0">
                  <a:moveTo>
                    <a:pt x="0" y="1"/>
                  </a:moveTo>
                  <a:lnTo>
                    <a:pt x="0" y="226"/>
                  </a:lnTo>
                  <a:cubicBezTo>
                    <a:pt x="25" y="226"/>
                    <a:pt x="25" y="252"/>
                    <a:pt x="25" y="252"/>
                  </a:cubicBezTo>
                  <a:lnTo>
                    <a:pt x="25" y="1"/>
                  </a:lnTo>
                  <a:close/>
                </a:path>
              </a:pathLst>
            </a:custGeom>
            <a:solidFill>
              <a:srgbClr val="DDDB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3" name="Google Shape;5603;p44"/>
            <p:cNvSpPr/>
            <p:nvPr/>
          </p:nvSpPr>
          <p:spPr>
            <a:xfrm>
              <a:off x="3629225" y="2457425"/>
              <a:ext cx="11300" cy="12550"/>
            </a:xfrm>
            <a:custGeom>
              <a:avLst/>
              <a:gdLst/>
              <a:ahLst/>
              <a:cxnLst/>
              <a:rect l="l" t="t" r="r" b="b"/>
              <a:pathLst>
                <a:path w="452" h="502" extrusionOk="0">
                  <a:moveTo>
                    <a:pt x="452" y="0"/>
                  </a:moveTo>
                  <a:lnTo>
                    <a:pt x="0" y="251"/>
                  </a:lnTo>
                  <a:lnTo>
                    <a:pt x="0" y="502"/>
                  </a:lnTo>
                  <a:lnTo>
                    <a:pt x="452" y="226"/>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4" name="Google Shape;5604;p44"/>
            <p:cNvSpPr/>
            <p:nvPr/>
          </p:nvSpPr>
          <p:spPr>
            <a:xfrm>
              <a:off x="3629225" y="2463700"/>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5" name="Google Shape;5605;p44"/>
            <p:cNvSpPr/>
            <p:nvPr/>
          </p:nvSpPr>
          <p:spPr>
            <a:xfrm>
              <a:off x="3628600" y="2464325"/>
              <a:ext cx="650" cy="5650"/>
            </a:xfrm>
            <a:custGeom>
              <a:avLst/>
              <a:gdLst/>
              <a:ahLst/>
              <a:cxnLst/>
              <a:rect l="l" t="t" r="r" b="b"/>
              <a:pathLst>
                <a:path w="26" h="226" extrusionOk="0">
                  <a:moveTo>
                    <a:pt x="25" y="0"/>
                  </a:moveTo>
                  <a:lnTo>
                    <a:pt x="0" y="226"/>
                  </a:lnTo>
                  <a:lnTo>
                    <a:pt x="25"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6" name="Google Shape;5606;p44"/>
            <p:cNvSpPr/>
            <p:nvPr/>
          </p:nvSpPr>
          <p:spPr>
            <a:xfrm>
              <a:off x="3628600" y="2464325"/>
              <a:ext cx="650" cy="5650"/>
            </a:xfrm>
            <a:custGeom>
              <a:avLst/>
              <a:gdLst/>
              <a:ahLst/>
              <a:cxnLst/>
              <a:rect l="l" t="t" r="r" b="b"/>
              <a:pathLst>
                <a:path w="26" h="226" extrusionOk="0">
                  <a:moveTo>
                    <a:pt x="0" y="0"/>
                  </a:moveTo>
                  <a:lnTo>
                    <a:pt x="0" y="226"/>
                  </a:lnTo>
                  <a:lnTo>
                    <a:pt x="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7" name="Google Shape;5607;p44"/>
            <p:cNvSpPr/>
            <p:nvPr/>
          </p:nvSpPr>
          <p:spPr>
            <a:xfrm>
              <a:off x="3628600" y="2464325"/>
              <a:ext cx="25" cy="6275"/>
            </a:xfrm>
            <a:custGeom>
              <a:avLst/>
              <a:gdLst/>
              <a:ahLst/>
              <a:cxnLst/>
              <a:rect l="l" t="t" r="r" b="b"/>
              <a:pathLst>
                <a:path w="1" h="251" extrusionOk="0">
                  <a:moveTo>
                    <a:pt x="0" y="0"/>
                  </a:moveTo>
                  <a:lnTo>
                    <a:pt x="0" y="226"/>
                  </a:lnTo>
                  <a:cubicBezTo>
                    <a:pt x="0" y="226"/>
                    <a:pt x="0" y="226"/>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8" name="Google Shape;5608;p44"/>
            <p:cNvSpPr/>
            <p:nvPr/>
          </p:nvSpPr>
          <p:spPr>
            <a:xfrm>
              <a:off x="3628600" y="2464325"/>
              <a:ext cx="25" cy="6275"/>
            </a:xfrm>
            <a:custGeom>
              <a:avLst/>
              <a:gdLst/>
              <a:ahLst/>
              <a:cxnLst/>
              <a:rect l="l" t="t" r="r" b="b"/>
              <a:pathLst>
                <a:path w="1" h="251" extrusionOk="0">
                  <a:moveTo>
                    <a:pt x="0" y="0"/>
                  </a:moveTo>
                  <a:lnTo>
                    <a:pt x="0" y="251"/>
                  </a:lnTo>
                  <a:cubicBezTo>
                    <a:pt x="0" y="251"/>
                    <a:pt x="0" y="251"/>
                    <a:pt x="0" y="251"/>
                  </a:cubicBez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9" name="Google Shape;5609;p44"/>
            <p:cNvSpPr/>
            <p:nvPr/>
          </p:nvSpPr>
          <p:spPr>
            <a:xfrm>
              <a:off x="3628600" y="2464325"/>
              <a:ext cx="25" cy="6275"/>
            </a:xfrm>
            <a:custGeom>
              <a:avLst/>
              <a:gdLst/>
              <a:ahLst/>
              <a:cxnLst/>
              <a:rect l="l" t="t" r="r" b="b"/>
              <a:pathLst>
                <a:path w="1" h="251" extrusionOk="0">
                  <a:moveTo>
                    <a:pt x="0" y="0"/>
                  </a:moveTo>
                  <a:lnTo>
                    <a:pt x="0" y="251"/>
                  </a:lnTo>
                  <a:cubicBezTo>
                    <a:pt x="0" y="251"/>
                    <a:pt x="0" y="251"/>
                    <a:pt x="0" y="251"/>
                  </a:cubicBezTo>
                  <a:lnTo>
                    <a:pt x="0" y="0"/>
                  </a:lnTo>
                  <a:cubicBezTo>
                    <a:pt x="0" y="0"/>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0" name="Google Shape;5610;p44"/>
            <p:cNvSpPr/>
            <p:nvPr/>
          </p:nvSpPr>
          <p:spPr>
            <a:xfrm>
              <a:off x="3628600" y="2464325"/>
              <a:ext cx="25" cy="6275"/>
            </a:xfrm>
            <a:custGeom>
              <a:avLst/>
              <a:gdLst/>
              <a:ahLst/>
              <a:cxnLst/>
              <a:rect l="l" t="t" r="r" b="b"/>
              <a:pathLst>
                <a:path w="1" h="251" extrusionOk="0">
                  <a:moveTo>
                    <a:pt x="0" y="0"/>
                  </a:moveTo>
                  <a:lnTo>
                    <a:pt x="0" y="251"/>
                  </a:lnTo>
                  <a:cubicBezTo>
                    <a:pt x="0" y="251"/>
                    <a:pt x="0" y="251"/>
                    <a:pt x="0" y="251"/>
                  </a:cubicBezTo>
                  <a:lnTo>
                    <a:pt x="0" y="25"/>
                  </a:lnTo>
                  <a:cubicBezTo>
                    <a:pt x="0" y="25"/>
                    <a:pt x="0" y="2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1" name="Google Shape;5611;p44"/>
            <p:cNvSpPr/>
            <p:nvPr/>
          </p:nvSpPr>
          <p:spPr>
            <a:xfrm>
              <a:off x="3628600" y="2464950"/>
              <a:ext cx="25" cy="5650"/>
            </a:xfrm>
            <a:custGeom>
              <a:avLst/>
              <a:gdLst/>
              <a:ahLst/>
              <a:cxnLst/>
              <a:rect l="l" t="t" r="r" b="b"/>
              <a:pathLst>
                <a:path w="1" h="226" extrusionOk="0">
                  <a:moveTo>
                    <a:pt x="0" y="0"/>
                  </a:moveTo>
                  <a:lnTo>
                    <a:pt x="0" y="226"/>
                  </a:lnTo>
                  <a:lnTo>
                    <a:pt x="0" y="22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2" name="Google Shape;5612;p44"/>
            <p:cNvSpPr/>
            <p:nvPr/>
          </p:nvSpPr>
          <p:spPr>
            <a:xfrm>
              <a:off x="3643625" y="2457425"/>
              <a:ext cx="13825" cy="13800"/>
            </a:xfrm>
            <a:custGeom>
              <a:avLst/>
              <a:gdLst/>
              <a:ahLst/>
              <a:cxnLst/>
              <a:rect l="l" t="t" r="r" b="b"/>
              <a:pathLst>
                <a:path w="553" h="552" extrusionOk="0">
                  <a:moveTo>
                    <a:pt x="1" y="0"/>
                  </a:moveTo>
                  <a:lnTo>
                    <a:pt x="1" y="226"/>
                  </a:lnTo>
                  <a:lnTo>
                    <a:pt x="527" y="552"/>
                  </a:lnTo>
                  <a:lnTo>
                    <a:pt x="552" y="30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3" name="Google Shape;5613;p44"/>
            <p:cNvSpPr/>
            <p:nvPr/>
          </p:nvSpPr>
          <p:spPr>
            <a:xfrm>
              <a:off x="3628600" y="2464950"/>
              <a:ext cx="650" cy="6900"/>
            </a:xfrm>
            <a:custGeom>
              <a:avLst/>
              <a:gdLst/>
              <a:ahLst/>
              <a:cxnLst/>
              <a:rect l="l" t="t" r="r" b="b"/>
              <a:pathLst>
                <a:path w="26" h="276" extrusionOk="0">
                  <a:moveTo>
                    <a:pt x="0" y="0"/>
                  </a:moveTo>
                  <a:lnTo>
                    <a:pt x="0" y="226"/>
                  </a:lnTo>
                  <a:cubicBezTo>
                    <a:pt x="0" y="251"/>
                    <a:pt x="0" y="251"/>
                    <a:pt x="25" y="276"/>
                  </a:cubicBezTo>
                  <a:lnTo>
                    <a:pt x="25" y="25"/>
                  </a:lnTo>
                  <a:cubicBezTo>
                    <a:pt x="0" y="25"/>
                    <a:pt x="0" y="0"/>
                    <a:pt x="0"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4" name="Google Shape;5614;p44"/>
            <p:cNvSpPr/>
            <p:nvPr/>
          </p:nvSpPr>
          <p:spPr>
            <a:xfrm>
              <a:off x="3656800" y="2464950"/>
              <a:ext cx="1275" cy="6900"/>
            </a:xfrm>
            <a:custGeom>
              <a:avLst/>
              <a:gdLst/>
              <a:ahLst/>
              <a:cxnLst/>
              <a:rect l="l" t="t" r="r" b="b"/>
              <a:pathLst>
                <a:path w="51" h="276" extrusionOk="0">
                  <a:moveTo>
                    <a:pt x="25" y="0"/>
                  </a:moveTo>
                  <a:lnTo>
                    <a:pt x="0" y="251"/>
                  </a:lnTo>
                  <a:cubicBezTo>
                    <a:pt x="25" y="251"/>
                    <a:pt x="50" y="276"/>
                    <a:pt x="50" y="276"/>
                  </a:cubicBezTo>
                  <a:lnTo>
                    <a:pt x="50" y="50"/>
                  </a:lnTo>
                  <a:cubicBezTo>
                    <a:pt x="50" y="25"/>
                    <a:pt x="25" y="25"/>
                    <a:pt x="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5" name="Google Shape;5615;p44"/>
            <p:cNvSpPr/>
            <p:nvPr/>
          </p:nvSpPr>
          <p:spPr>
            <a:xfrm>
              <a:off x="3658050" y="2466200"/>
              <a:ext cx="25" cy="5650"/>
            </a:xfrm>
            <a:custGeom>
              <a:avLst/>
              <a:gdLst/>
              <a:ahLst/>
              <a:cxnLst/>
              <a:rect l="l" t="t" r="r" b="b"/>
              <a:pathLst>
                <a:path w="1" h="226" extrusionOk="0">
                  <a:moveTo>
                    <a:pt x="0" y="0"/>
                  </a:moveTo>
                  <a:lnTo>
                    <a:pt x="0" y="226"/>
                  </a:lnTo>
                  <a:lnTo>
                    <a:pt x="0" y="226"/>
                  </a:lnTo>
                  <a:lnTo>
                    <a:pt x="0" y="0"/>
                  </a:ln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6" name="Google Shape;5616;p44"/>
            <p:cNvSpPr/>
            <p:nvPr/>
          </p:nvSpPr>
          <p:spPr>
            <a:xfrm>
              <a:off x="3658050" y="2466200"/>
              <a:ext cx="25" cy="6275"/>
            </a:xfrm>
            <a:custGeom>
              <a:avLst/>
              <a:gdLst/>
              <a:ahLst/>
              <a:cxnLst/>
              <a:rect l="l" t="t" r="r" b="b"/>
              <a:pathLst>
                <a:path w="1" h="251" extrusionOk="0">
                  <a:moveTo>
                    <a:pt x="0" y="0"/>
                  </a:moveTo>
                  <a:lnTo>
                    <a:pt x="0" y="226"/>
                  </a:lnTo>
                  <a:cubicBezTo>
                    <a:pt x="0" y="226"/>
                    <a:pt x="0" y="251"/>
                    <a:pt x="0" y="251"/>
                  </a:cubicBezTo>
                  <a:lnTo>
                    <a:pt x="0" y="0"/>
                  </a:lnTo>
                  <a:cubicBezTo>
                    <a:pt x="0" y="0"/>
                    <a:pt x="0" y="0"/>
                    <a:pt x="0" y="0"/>
                  </a:cubicBez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7" name="Google Shape;5617;p44"/>
            <p:cNvSpPr/>
            <p:nvPr/>
          </p:nvSpPr>
          <p:spPr>
            <a:xfrm>
              <a:off x="3657425" y="2466200"/>
              <a:ext cx="650" cy="6275"/>
            </a:xfrm>
            <a:custGeom>
              <a:avLst/>
              <a:gdLst/>
              <a:ahLst/>
              <a:cxnLst/>
              <a:rect l="l" t="t" r="r" b="b"/>
              <a:pathLst>
                <a:path w="26" h="251" extrusionOk="0">
                  <a:moveTo>
                    <a:pt x="0" y="0"/>
                  </a:moveTo>
                  <a:lnTo>
                    <a:pt x="0" y="251"/>
                  </a:lnTo>
                  <a:lnTo>
                    <a:pt x="25" y="251"/>
                  </a:lnTo>
                  <a:lnTo>
                    <a:pt x="25"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8" name="Google Shape;5618;p44"/>
            <p:cNvSpPr/>
            <p:nvPr/>
          </p:nvSpPr>
          <p:spPr>
            <a:xfrm>
              <a:off x="3657425" y="2466200"/>
              <a:ext cx="25" cy="6275"/>
            </a:xfrm>
            <a:custGeom>
              <a:avLst/>
              <a:gdLst/>
              <a:ahLst/>
              <a:cxnLst/>
              <a:rect l="l" t="t" r="r" b="b"/>
              <a:pathLst>
                <a:path w="1" h="251" extrusionOk="0">
                  <a:moveTo>
                    <a:pt x="0" y="0"/>
                  </a:moveTo>
                  <a:lnTo>
                    <a:pt x="0" y="251"/>
                  </a:lnTo>
                  <a:cubicBezTo>
                    <a:pt x="0" y="251"/>
                    <a:pt x="0" y="251"/>
                    <a:pt x="0" y="251"/>
                  </a:cubicBezTo>
                  <a:lnTo>
                    <a:pt x="0" y="25"/>
                  </a:lnTo>
                  <a:cubicBezTo>
                    <a:pt x="0" y="0"/>
                    <a:pt x="0" y="0"/>
                    <a:pt x="0"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9" name="Google Shape;5619;p44"/>
            <p:cNvSpPr/>
            <p:nvPr/>
          </p:nvSpPr>
          <p:spPr>
            <a:xfrm>
              <a:off x="3657425" y="24668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0" name="Google Shape;5620;p44"/>
            <p:cNvSpPr/>
            <p:nvPr/>
          </p:nvSpPr>
          <p:spPr>
            <a:xfrm>
              <a:off x="3657425" y="2466825"/>
              <a:ext cx="25" cy="5650"/>
            </a:xfrm>
            <a:custGeom>
              <a:avLst/>
              <a:gdLst/>
              <a:ahLst/>
              <a:cxnLst/>
              <a:rect l="l" t="t" r="r" b="b"/>
              <a:pathLst>
                <a:path w="1" h="226" extrusionOk="0">
                  <a:moveTo>
                    <a:pt x="0" y="0"/>
                  </a:moveTo>
                  <a:lnTo>
                    <a:pt x="0" y="226"/>
                  </a:lnTo>
                  <a:cubicBezTo>
                    <a:pt x="0" y="226"/>
                    <a:pt x="0" y="226"/>
                    <a:pt x="0" y="226"/>
                  </a:cubicBezTo>
                  <a:lnTo>
                    <a:pt x="0" y="0"/>
                  </a:lnTo>
                  <a:cubicBezTo>
                    <a:pt x="0" y="0"/>
                    <a:pt x="0" y="0"/>
                    <a:pt x="0"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1" name="Google Shape;5621;p44"/>
            <p:cNvSpPr/>
            <p:nvPr/>
          </p:nvSpPr>
          <p:spPr>
            <a:xfrm>
              <a:off x="3657425" y="2466825"/>
              <a:ext cx="25" cy="6275"/>
            </a:xfrm>
            <a:custGeom>
              <a:avLst/>
              <a:gdLst/>
              <a:ahLst/>
              <a:cxnLst/>
              <a:rect l="l" t="t" r="r" b="b"/>
              <a:pathLst>
                <a:path w="1" h="251" extrusionOk="0">
                  <a:moveTo>
                    <a:pt x="0" y="0"/>
                  </a:moveTo>
                  <a:lnTo>
                    <a:pt x="0" y="226"/>
                  </a:lnTo>
                  <a:cubicBezTo>
                    <a:pt x="0" y="251"/>
                    <a:pt x="0" y="251"/>
                    <a:pt x="0" y="251"/>
                  </a:cubicBezTo>
                  <a:lnTo>
                    <a:pt x="0" y="0"/>
                  </a:lnTo>
                  <a:cubicBezTo>
                    <a:pt x="0" y="0"/>
                    <a:pt x="0" y="0"/>
                    <a:pt x="0" y="0"/>
                  </a:cubicBez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2" name="Google Shape;5622;p44"/>
            <p:cNvSpPr/>
            <p:nvPr/>
          </p:nvSpPr>
          <p:spPr>
            <a:xfrm>
              <a:off x="3656800" y="2466825"/>
              <a:ext cx="650" cy="6275"/>
            </a:xfrm>
            <a:custGeom>
              <a:avLst/>
              <a:gdLst/>
              <a:ahLst/>
              <a:cxnLst/>
              <a:rect l="l" t="t" r="r" b="b"/>
              <a:pathLst>
                <a:path w="26" h="251" extrusionOk="0">
                  <a:moveTo>
                    <a:pt x="25" y="0"/>
                  </a:moveTo>
                  <a:lnTo>
                    <a:pt x="0" y="251"/>
                  </a:lnTo>
                  <a:lnTo>
                    <a:pt x="25" y="251"/>
                  </a:lnTo>
                  <a:lnTo>
                    <a:pt x="25"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3" name="Google Shape;5623;p44"/>
            <p:cNvSpPr/>
            <p:nvPr/>
          </p:nvSpPr>
          <p:spPr>
            <a:xfrm>
              <a:off x="3646150" y="2466825"/>
              <a:ext cx="11300" cy="12550"/>
            </a:xfrm>
            <a:custGeom>
              <a:avLst/>
              <a:gdLst/>
              <a:ahLst/>
              <a:cxnLst/>
              <a:rect l="l" t="t" r="r" b="b"/>
              <a:pathLst>
                <a:path w="452" h="502" extrusionOk="0">
                  <a:moveTo>
                    <a:pt x="451" y="0"/>
                  </a:moveTo>
                  <a:lnTo>
                    <a:pt x="0" y="276"/>
                  </a:lnTo>
                  <a:lnTo>
                    <a:pt x="0" y="502"/>
                  </a:lnTo>
                  <a:lnTo>
                    <a:pt x="426" y="251"/>
                  </a:lnTo>
                  <a:lnTo>
                    <a:pt x="451" y="0"/>
                  </a:lnTo>
                  <a:close/>
                </a:path>
              </a:pathLst>
            </a:custGeom>
            <a:solidFill>
              <a:srgbClr val="2A39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4" name="Google Shape;5624;p44"/>
            <p:cNvSpPr/>
            <p:nvPr/>
          </p:nvSpPr>
          <p:spPr>
            <a:xfrm>
              <a:off x="3629225" y="2465575"/>
              <a:ext cx="13800" cy="13800"/>
            </a:xfrm>
            <a:custGeom>
              <a:avLst/>
              <a:gdLst/>
              <a:ahLst/>
              <a:cxnLst/>
              <a:rect l="l" t="t" r="r" b="b"/>
              <a:pathLst>
                <a:path w="552" h="552" extrusionOk="0">
                  <a:moveTo>
                    <a:pt x="0" y="0"/>
                  </a:moveTo>
                  <a:lnTo>
                    <a:pt x="0" y="251"/>
                  </a:lnTo>
                  <a:lnTo>
                    <a:pt x="552" y="552"/>
                  </a:lnTo>
                  <a:lnTo>
                    <a:pt x="552" y="326"/>
                  </a:lnTo>
                  <a:lnTo>
                    <a:pt x="0" y="0"/>
                  </a:ln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5" name="Google Shape;5625;p44"/>
            <p:cNvSpPr/>
            <p:nvPr/>
          </p:nvSpPr>
          <p:spPr>
            <a:xfrm>
              <a:off x="3645525" y="2473725"/>
              <a:ext cx="650" cy="5650"/>
            </a:xfrm>
            <a:custGeom>
              <a:avLst/>
              <a:gdLst/>
              <a:ahLst/>
              <a:cxnLst/>
              <a:rect l="l" t="t" r="r" b="b"/>
              <a:pathLst>
                <a:path w="26" h="226" extrusionOk="0">
                  <a:moveTo>
                    <a:pt x="0" y="0"/>
                  </a:moveTo>
                  <a:lnTo>
                    <a:pt x="0" y="226"/>
                  </a:lnTo>
                  <a:lnTo>
                    <a:pt x="25" y="226"/>
                  </a:lnTo>
                  <a:lnTo>
                    <a:pt x="25" y="0"/>
                  </a:lnTo>
                  <a:close/>
                </a:path>
              </a:pathLst>
            </a:custGeom>
            <a:solidFill>
              <a:srgbClr val="2737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6" name="Google Shape;5626;p44"/>
            <p:cNvSpPr/>
            <p:nvPr/>
          </p:nvSpPr>
          <p:spPr>
            <a:xfrm>
              <a:off x="3644875" y="2473725"/>
              <a:ext cx="675" cy="6275"/>
            </a:xfrm>
            <a:custGeom>
              <a:avLst/>
              <a:gdLst/>
              <a:ahLst/>
              <a:cxnLst/>
              <a:rect l="l" t="t" r="r" b="b"/>
              <a:pathLst>
                <a:path w="27" h="251" extrusionOk="0">
                  <a:moveTo>
                    <a:pt x="1" y="0"/>
                  </a:moveTo>
                  <a:lnTo>
                    <a:pt x="1" y="251"/>
                  </a:lnTo>
                  <a:lnTo>
                    <a:pt x="26" y="251"/>
                  </a:lnTo>
                  <a:lnTo>
                    <a:pt x="26" y="0"/>
                  </a:lnTo>
                  <a:close/>
                </a:path>
              </a:pathLst>
            </a:custGeom>
            <a:solidFill>
              <a:srgbClr val="27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7" name="Google Shape;5627;p44"/>
            <p:cNvSpPr/>
            <p:nvPr/>
          </p:nvSpPr>
          <p:spPr>
            <a:xfrm>
              <a:off x="3644875" y="24737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53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8" name="Google Shape;5628;p44"/>
            <p:cNvSpPr/>
            <p:nvPr/>
          </p:nvSpPr>
          <p:spPr>
            <a:xfrm>
              <a:off x="3644250" y="2473725"/>
              <a:ext cx="650" cy="6275"/>
            </a:xfrm>
            <a:custGeom>
              <a:avLst/>
              <a:gdLst/>
              <a:ahLst/>
              <a:cxnLst/>
              <a:rect l="l" t="t" r="r" b="b"/>
              <a:pathLst>
                <a:path w="26" h="251" extrusionOk="0">
                  <a:moveTo>
                    <a:pt x="1" y="0"/>
                  </a:moveTo>
                  <a:lnTo>
                    <a:pt x="1" y="251"/>
                  </a:lnTo>
                  <a:lnTo>
                    <a:pt x="26" y="251"/>
                  </a:lnTo>
                  <a:lnTo>
                    <a:pt x="26" y="0"/>
                  </a:lnTo>
                  <a:close/>
                </a:path>
              </a:pathLst>
            </a:custGeom>
            <a:solidFill>
              <a:srgbClr val="253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9" name="Google Shape;5629;p44"/>
            <p:cNvSpPr/>
            <p:nvPr/>
          </p:nvSpPr>
          <p:spPr>
            <a:xfrm>
              <a:off x="3644250" y="2473725"/>
              <a:ext cx="25" cy="6275"/>
            </a:xfrm>
            <a:custGeom>
              <a:avLst/>
              <a:gdLst/>
              <a:ahLst/>
              <a:cxnLst/>
              <a:rect l="l" t="t" r="r" b="b"/>
              <a:pathLst>
                <a:path w="1" h="251" extrusionOk="0">
                  <a:moveTo>
                    <a:pt x="1" y="0"/>
                  </a:moveTo>
                  <a:lnTo>
                    <a:pt x="1" y="251"/>
                  </a:lnTo>
                  <a:lnTo>
                    <a:pt x="1" y="251"/>
                  </a:lnTo>
                  <a:lnTo>
                    <a:pt x="1" y="0"/>
                  </a:lnTo>
                  <a:lnTo>
                    <a:pt x="1" y="0"/>
                  </a:ln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0" name="Google Shape;5630;p44"/>
            <p:cNvSpPr/>
            <p:nvPr/>
          </p:nvSpPr>
          <p:spPr>
            <a:xfrm>
              <a:off x="3644250" y="24737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3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1" name="Google Shape;5631;p44"/>
            <p:cNvSpPr/>
            <p:nvPr/>
          </p:nvSpPr>
          <p:spPr>
            <a:xfrm>
              <a:off x="3643625" y="2473725"/>
              <a:ext cx="650" cy="6275"/>
            </a:xfrm>
            <a:custGeom>
              <a:avLst/>
              <a:gdLst/>
              <a:ahLst/>
              <a:cxnLst/>
              <a:rect l="l" t="t" r="r" b="b"/>
              <a:pathLst>
                <a:path w="26" h="251" extrusionOk="0">
                  <a:moveTo>
                    <a:pt x="1" y="0"/>
                  </a:moveTo>
                  <a:lnTo>
                    <a:pt x="1" y="251"/>
                  </a:lnTo>
                  <a:lnTo>
                    <a:pt x="26" y="251"/>
                  </a:lnTo>
                  <a:lnTo>
                    <a:pt x="26" y="0"/>
                  </a:lnTo>
                  <a:close/>
                </a:path>
              </a:pathLst>
            </a:custGeom>
            <a:solidFill>
              <a:srgbClr val="213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2" name="Google Shape;5632;p44"/>
            <p:cNvSpPr/>
            <p:nvPr/>
          </p:nvSpPr>
          <p:spPr>
            <a:xfrm>
              <a:off x="3643625" y="24737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3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3" name="Google Shape;5633;p44"/>
            <p:cNvSpPr/>
            <p:nvPr/>
          </p:nvSpPr>
          <p:spPr>
            <a:xfrm>
              <a:off x="3643625" y="2473725"/>
              <a:ext cx="25" cy="6275"/>
            </a:xfrm>
            <a:custGeom>
              <a:avLst/>
              <a:gdLst/>
              <a:ahLst/>
              <a:cxnLst/>
              <a:rect l="l" t="t" r="r" b="b"/>
              <a:pathLst>
                <a:path w="1" h="251" extrusionOk="0">
                  <a:moveTo>
                    <a:pt x="1" y="0"/>
                  </a:moveTo>
                  <a:lnTo>
                    <a:pt x="1" y="251"/>
                  </a:lnTo>
                  <a:cubicBezTo>
                    <a:pt x="1" y="251"/>
                    <a:pt x="1" y="251"/>
                    <a:pt x="1" y="251"/>
                  </a:cubicBezTo>
                  <a:lnTo>
                    <a:pt x="1" y="0"/>
                  </a:lnTo>
                  <a:cubicBezTo>
                    <a:pt x="1" y="0"/>
                    <a:pt x="1" y="0"/>
                    <a:pt x="1" y="0"/>
                  </a:cubicBezTo>
                  <a:close/>
                </a:path>
              </a:pathLst>
            </a:custGeom>
            <a:solidFill>
              <a:srgbClr val="2132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4" name="Google Shape;5634;p44"/>
            <p:cNvSpPr/>
            <p:nvPr/>
          </p:nvSpPr>
          <p:spPr>
            <a:xfrm>
              <a:off x="3643000" y="2473725"/>
              <a:ext cx="650" cy="6275"/>
            </a:xfrm>
            <a:custGeom>
              <a:avLst/>
              <a:gdLst/>
              <a:ahLst/>
              <a:cxnLst/>
              <a:rect l="l" t="t" r="r" b="b"/>
              <a:pathLst>
                <a:path w="26" h="251" extrusionOk="0">
                  <a:moveTo>
                    <a:pt x="1" y="0"/>
                  </a:moveTo>
                  <a:lnTo>
                    <a:pt x="1" y="226"/>
                  </a:lnTo>
                  <a:cubicBezTo>
                    <a:pt x="1" y="226"/>
                    <a:pt x="1" y="251"/>
                    <a:pt x="26" y="251"/>
                  </a:cubicBezTo>
                  <a:lnTo>
                    <a:pt x="26" y="0"/>
                  </a:lnTo>
                  <a:close/>
                </a:path>
              </a:pathLst>
            </a:custGeom>
            <a:solidFill>
              <a:srgbClr val="213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5" name="Google Shape;5635;p44"/>
            <p:cNvSpPr/>
            <p:nvPr/>
          </p:nvSpPr>
          <p:spPr>
            <a:xfrm>
              <a:off x="3643000" y="2473725"/>
              <a:ext cx="25" cy="5650"/>
            </a:xfrm>
            <a:custGeom>
              <a:avLst/>
              <a:gdLst/>
              <a:ahLst/>
              <a:cxnLst/>
              <a:rect l="l" t="t" r="r" b="b"/>
              <a:pathLst>
                <a:path w="1" h="226" extrusionOk="0">
                  <a:moveTo>
                    <a:pt x="1" y="0"/>
                  </a:moveTo>
                  <a:lnTo>
                    <a:pt x="1" y="226"/>
                  </a:lnTo>
                  <a:cubicBezTo>
                    <a:pt x="1" y="226"/>
                    <a:pt x="1" y="226"/>
                    <a:pt x="1" y="226"/>
                  </a:cubicBezTo>
                  <a:lnTo>
                    <a:pt x="1" y="0"/>
                  </a:lnTo>
                  <a:cubicBezTo>
                    <a:pt x="1" y="0"/>
                    <a:pt x="1" y="0"/>
                    <a:pt x="1" y="0"/>
                  </a:cubicBezTo>
                  <a:close/>
                </a:path>
              </a:pathLst>
            </a:custGeom>
            <a:solidFill>
              <a:srgbClr val="202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6" name="Google Shape;5636;p44"/>
            <p:cNvSpPr/>
            <p:nvPr/>
          </p:nvSpPr>
          <p:spPr>
            <a:xfrm>
              <a:off x="3628600" y="2456950"/>
              <a:ext cx="29475" cy="17250"/>
            </a:xfrm>
            <a:custGeom>
              <a:avLst/>
              <a:gdLst/>
              <a:ahLst/>
              <a:cxnLst/>
              <a:rect l="l" t="t" r="r" b="b"/>
              <a:pathLst>
                <a:path w="1179" h="690" extrusionOk="0">
                  <a:moveTo>
                    <a:pt x="530" y="1"/>
                  </a:moveTo>
                  <a:cubicBezTo>
                    <a:pt x="508" y="1"/>
                    <a:pt x="489" y="7"/>
                    <a:pt x="477" y="19"/>
                  </a:cubicBezTo>
                  <a:lnTo>
                    <a:pt x="25" y="270"/>
                  </a:lnTo>
                  <a:cubicBezTo>
                    <a:pt x="0" y="295"/>
                    <a:pt x="0" y="320"/>
                    <a:pt x="25" y="345"/>
                  </a:cubicBezTo>
                  <a:lnTo>
                    <a:pt x="577" y="671"/>
                  </a:lnTo>
                  <a:cubicBezTo>
                    <a:pt x="589" y="684"/>
                    <a:pt x="608" y="690"/>
                    <a:pt x="630" y="690"/>
                  </a:cubicBezTo>
                  <a:cubicBezTo>
                    <a:pt x="652" y="690"/>
                    <a:pt x="677" y="684"/>
                    <a:pt x="702" y="671"/>
                  </a:cubicBezTo>
                  <a:lnTo>
                    <a:pt x="1153" y="395"/>
                  </a:lnTo>
                  <a:cubicBezTo>
                    <a:pt x="1178" y="395"/>
                    <a:pt x="1178" y="345"/>
                    <a:pt x="1153" y="320"/>
                  </a:cubicBezTo>
                  <a:lnTo>
                    <a:pt x="602" y="19"/>
                  </a:lnTo>
                  <a:cubicBezTo>
                    <a:pt x="577" y="7"/>
                    <a:pt x="552" y="1"/>
                    <a:pt x="530"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7" name="Google Shape;5637;p44"/>
            <p:cNvSpPr/>
            <p:nvPr/>
          </p:nvSpPr>
          <p:spPr>
            <a:xfrm>
              <a:off x="3629850" y="2456800"/>
              <a:ext cx="26975" cy="15050"/>
            </a:xfrm>
            <a:custGeom>
              <a:avLst/>
              <a:gdLst/>
              <a:ahLst/>
              <a:cxnLst/>
              <a:rect l="l" t="t" r="r" b="b"/>
              <a:pathLst>
                <a:path w="1079" h="602" extrusionOk="0">
                  <a:moveTo>
                    <a:pt x="477" y="0"/>
                  </a:moveTo>
                  <a:cubicBezTo>
                    <a:pt x="477" y="0"/>
                    <a:pt x="452" y="0"/>
                    <a:pt x="427" y="25"/>
                  </a:cubicBezTo>
                  <a:cubicBezTo>
                    <a:pt x="427" y="25"/>
                    <a:pt x="0" y="276"/>
                    <a:pt x="0" y="276"/>
                  </a:cubicBezTo>
                  <a:lnTo>
                    <a:pt x="527" y="602"/>
                  </a:lnTo>
                  <a:lnTo>
                    <a:pt x="627" y="602"/>
                  </a:lnTo>
                  <a:cubicBezTo>
                    <a:pt x="627" y="602"/>
                    <a:pt x="1078" y="326"/>
                    <a:pt x="1078" y="326"/>
                  </a:cubicBezTo>
                  <a:lnTo>
                    <a:pt x="527" y="25"/>
                  </a:lnTo>
                  <a:cubicBezTo>
                    <a:pt x="527" y="0"/>
                    <a:pt x="502" y="0"/>
                    <a:pt x="477" y="0"/>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8" name="Google Shape;5638;p44"/>
            <p:cNvSpPr/>
            <p:nvPr/>
          </p:nvSpPr>
          <p:spPr>
            <a:xfrm>
              <a:off x="3646150" y="2416700"/>
              <a:ext cx="110925" cy="70200"/>
            </a:xfrm>
            <a:custGeom>
              <a:avLst/>
              <a:gdLst/>
              <a:ahLst/>
              <a:cxnLst/>
              <a:rect l="l" t="t" r="r" b="b"/>
              <a:pathLst>
                <a:path w="4437" h="2808" extrusionOk="0">
                  <a:moveTo>
                    <a:pt x="4436" y="0"/>
                  </a:moveTo>
                  <a:lnTo>
                    <a:pt x="0" y="2582"/>
                  </a:lnTo>
                  <a:lnTo>
                    <a:pt x="0" y="2807"/>
                  </a:lnTo>
                  <a:lnTo>
                    <a:pt x="4436" y="226"/>
                  </a:lnTo>
                  <a:lnTo>
                    <a:pt x="44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9" name="Google Shape;5639;p44"/>
            <p:cNvSpPr/>
            <p:nvPr/>
          </p:nvSpPr>
          <p:spPr>
            <a:xfrm>
              <a:off x="3352900" y="2315825"/>
              <a:ext cx="286375" cy="171075"/>
            </a:xfrm>
            <a:custGeom>
              <a:avLst/>
              <a:gdLst/>
              <a:ahLst/>
              <a:cxnLst/>
              <a:rect l="l" t="t" r="r" b="b"/>
              <a:pathLst>
                <a:path w="11455" h="6843" extrusionOk="0">
                  <a:moveTo>
                    <a:pt x="1" y="0"/>
                  </a:moveTo>
                  <a:lnTo>
                    <a:pt x="1" y="226"/>
                  </a:lnTo>
                  <a:lnTo>
                    <a:pt x="11454" y="6842"/>
                  </a:lnTo>
                  <a:lnTo>
                    <a:pt x="11454" y="661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0" name="Google Shape;5640;p44"/>
            <p:cNvSpPr/>
            <p:nvPr/>
          </p:nvSpPr>
          <p:spPr>
            <a:xfrm>
              <a:off x="3644875" y="2481225"/>
              <a:ext cx="1300" cy="6300"/>
            </a:xfrm>
            <a:custGeom>
              <a:avLst/>
              <a:gdLst/>
              <a:ahLst/>
              <a:cxnLst/>
              <a:rect l="l" t="t" r="r" b="b"/>
              <a:pathLst>
                <a:path w="52" h="252" extrusionOk="0">
                  <a:moveTo>
                    <a:pt x="1" y="1"/>
                  </a:moveTo>
                  <a:lnTo>
                    <a:pt x="1" y="251"/>
                  </a:lnTo>
                  <a:cubicBezTo>
                    <a:pt x="26" y="251"/>
                    <a:pt x="51" y="226"/>
                    <a:pt x="51" y="226"/>
                  </a:cubicBezTo>
                  <a:lnTo>
                    <a:pt x="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1" name="Google Shape;5641;p44"/>
            <p:cNvSpPr/>
            <p:nvPr/>
          </p:nvSpPr>
          <p:spPr>
            <a:xfrm>
              <a:off x="3644250" y="2481225"/>
              <a:ext cx="650" cy="6300"/>
            </a:xfrm>
            <a:custGeom>
              <a:avLst/>
              <a:gdLst/>
              <a:ahLst/>
              <a:cxnLst/>
              <a:rect l="l" t="t" r="r" b="b"/>
              <a:pathLst>
                <a:path w="26" h="252" extrusionOk="0">
                  <a:moveTo>
                    <a:pt x="26" y="1"/>
                  </a:moveTo>
                  <a:cubicBezTo>
                    <a:pt x="26" y="26"/>
                    <a:pt x="26" y="26"/>
                    <a:pt x="1" y="26"/>
                  </a:cubicBezTo>
                  <a:lnTo>
                    <a:pt x="1" y="251"/>
                  </a:lnTo>
                  <a:lnTo>
                    <a:pt x="26" y="251"/>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2" name="Google Shape;5642;p44"/>
            <p:cNvSpPr/>
            <p:nvPr/>
          </p:nvSpPr>
          <p:spPr>
            <a:xfrm>
              <a:off x="3638625" y="3941775"/>
              <a:ext cx="114675" cy="53050"/>
            </a:xfrm>
            <a:custGeom>
              <a:avLst/>
              <a:gdLst/>
              <a:ahLst/>
              <a:cxnLst/>
              <a:rect l="l" t="t" r="r" b="b"/>
              <a:pathLst>
                <a:path w="4587" h="2122" extrusionOk="0">
                  <a:moveTo>
                    <a:pt x="3334" y="0"/>
                  </a:moveTo>
                  <a:cubicBezTo>
                    <a:pt x="3284" y="0"/>
                    <a:pt x="3233" y="25"/>
                    <a:pt x="3158" y="25"/>
                  </a:cubicBezTo>
                  <a:cubicBezTo>
                    <a:pt x="3158" y="25"/>
                    <a:pt x="3133" y="50"/>
                    <a:pt x="3108" y="50"/>
                  </a:cubicBezTo>
                  <a:cubicBezTo>
                    <a:pt x="3058" y="50"/>
                    <a:pt x="2983" y="75"/>
                    <a:pt x="2908" y="100"/>
                  </a:cubicBezTo>
                  <a:lnTo>
                    <a:pt x="2883" y="100"/>
                  </a:lnTo>
                  <a:cubicBezTo>
                    <a:pt x="2832" y="125"/>
                    <a:pt x="2782" y="151"/>
                    <a:pt x="2707" y="176"/>
                  </a:cubicBezTo>
                  <a:cubicBezTo>
                    <a:pt x="2682" y="201"/>
                    <a:pt x="2682" y="201"/>
                    <a:pt x="2657" y="201"/>
                  </a:cubicBezTo>
                  <a:cubicBezTo>
                    <a:pt x="2582" y="251"/>
                    <a:pt x="2507" y="276"/>
                    <a:pt x="2431" y="326"/>
                  </a:cubicBezTo>
                  <a:lnTo>
                    <a:pt x="226" y="1604"/>
                  </a:lnTo>
                  <a:cubicBezTo>
                    <a:pt x="101" y="1679"/>
                    <a:pt x="0" y="1830"/>
                    <a:pt x="0" y="1980"/>
                  </a:cubicBezTo>
                  <a:cubicBezTo>
                    <a:pt x="0" y="1980"/>
                    <a:pt x="0" y="2005"/>
                    <a:pt x="0" y="2030"/>
                  </a:cubicBezTo>
                  <a:lnTo>
                    <a:pt x="25" y="2030"/>
                  </a:lnTo>
                  <a:cubicBezTo>
                    <a:pt x="25" y="2030"/>
                    <a:pt x="25" y="2055"/>
                    <a:pt x="25" y="2055"/>
                  </a:cubicBezTo>
                  <a:cubicBezTo>
                    <a:pt x="25" y="2055"/>
                    <a:pt x="25" y="2055"/>
                    <a:pt x="25" y="2080"/>
                  </a:cubicBezTo>
                  <a:lnTo>
                    <a:pt x="50" y="2080"/>
                  </a:lnTo>
                  <a:cubicBezTo>
                    <a:pt x="50" y="2080"/>
                    <a:pt x="50" y="2080"/>
                    <a:pt x="50" y="2105"/>
                  </a:cubicBezTo>
                  <a:cubicBezTo>
                    <a:pt x="71" y="2116"/>
                    <a:pt x="92" y="2122"/>
                    <a:pt x="115" y="2122"/>
                  </a:cubicBezTo>
                  <a:cubicBezTo>
                    <a:pt x="146" y="2122"/>
                    <a:pt x="182" y="2110"/>
                    <a:pt x="226" y="2080"/>
                  </a:cubicBezTo>
                  <a:lnTo>
                    <a:pt x="2456" y="802"/>
                  </a:lnTo>
                  <a:cubicBezTo>
                    <a:pt x="2759" y="621"/>
                    <a:pt x="3061" y="537"/>
                    <a:pt x="3337" y="537"/>
                  </a:cubicBezTo>
                  <a:cubicBezTo>
                    <a:pt x="3404" y="537"/>
                    <a:pt x="3470" y="542"/>
                    <a:pt x="3534" y="552"/>
                  </a:cubicBezTo>
                  <a:cubicBezTo>
                    <a:pt x="3634" y="577"/>
                    <a:pt x="3735" y="627"/>
                    <a:pt x="3835" y="677"/>
                  </a:cubicBezTo>
                  <a:cubicBezTo>
                    <a:pt x="3860" y="702"/>
                    <a:pt x="3860" y="702"/>
                    <a:pt x="3885" y="727"/>
                  </a:cubicBezTo>
                  <a:cubicBezTo>
                    <a:pt x="3910" y="727"/>
                    <a:pt x="3910" y="727"/>
                    <a:pt x="3935" y="752"/>
                  </a:cubicBezTo>
                  <a:cubicBezTo>
                    <a:pt x="3935" y="752"/>
                    <a:pt x="3960" y="777"/>
                    <a:pt x="3985" y="802"/>
                  </a:cubicBezTo>
                  <a:cubicBezTo>
                    <a:pt x="3985" y="802"/>
                    <a:pt x="4010" y="802"/>
                    <a:pt x="4010" y="827"/>
                  </a:cubicBezTo>
                  <a:cubicBezTo>
                    <a:pt x="4035" y="852"/>
                    <a:pt x="4061" y="852"/>
                    <a:pt x="4061" y="877"/>
                  </a:cubicBezTo>
                  <a:cubicBezTo>
                    <a:pt x="4086" y="902"/>
                    <a:pt x="4086" y="902"/>
                    <a:pt x="4086" y="902"/>
                  </a:cubicBezTo>
                  <a:cubicBezTo>
                    <a:pt x="4111" y="953"/>
                    <a:pt x="4136" y="978"/>
                    <a:pt x="4161" y="1003"/>
                  </a:cubicBezTo>
                  <a:cubicBezTo>
                    <a:pt x="4161" y="1028"/>
                    <a:pt x="4186" y="1028"/>
                    <a:pt x="4211" y="1053"/>
                  </a:cubicBezTo>
                  <a:cubicBezTo>
                    <a:pt x="4221" y="1063"/>
                    <a:pt x="4236" y="1069"/>
                    <a:pt x="4255" y="1069"/>
                  </a:cubicBezTo>
                  <a:cubicBezTo>
                    <a:pt x="4282" y="1069"/>
                    <a:pt x="4317" y="1057"/>
                    <a:pt x="4361" y="1028"/>
                  </a:cubicBezTo>
                  <a:cubicBezTo>
                    <a:pt x="4386" y="1003"/>
                    <a:pt x="4411" y="978"/>
                    <a:pt x="4462" y="953"/>
                  </a:cubicBezTo>
                  <a:cubicBezTo>
                    <a:pt x="4562" y="827"/>
                    <a:pt x="4587" y="652"/>
                    <a:pt x="4537" y="577"/>
                  </a:cubicBezTo>
                  <a:cubicBezTo>
                    <a:pt x="4411" y="376"/>
                    <a:pt x="4261" y="226"/>
                    <a:pt x="4086" y="151"/>
                  </a:cubicBezTo>
                  <a:cubicBezTo>
                    <a:pt x="4061" y="125"/>
                    <a:pt x="4010" y="100"/>
                    <a:pt x="3960" y="75"/>
                  </a:cubicBezTo>
                  <a:lnTo>
                    <a:pt x="3935" y="75"/>
                  </a:lnTo>
                  <a:cubicBezTo>
                    <a:pt x="3885" y="50"/>
                    <a:pt x="3835" y="25"/>
                    <a:pt x="3785" y="25"/>
                  </a:cubicBezTo>
                  <a:lnTo>
                    <a:pt x="3735" y="25"/>
                  </a:lnTo>
                  <a:cubicBezTo>
                    <a:pt x="3685" y="0"/>
                    <a:pt x="3634" y="0"/>
                    <a:pt x="35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3" name="Google Shape;5643;p44"/>
            <p:cNvSpPr/>
            <p:nvPr/>
          </p:nvSpPr>
          <p:spPr>
            <a:xfrm>
              <a:off x="3643625" y="2481850"/>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4" name="Google Shape;5644;p44"/>
            <p:cNvSpPr/>
            <p:nvPr/>
          </p:nvSpPr>
          <p:spPr>
            <a:xfrm>
              <a:off x="3643000" y="2481850"/>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5" name="Google Shape;5645;p44"/>
            <p:cNvSpPr/>
            <p:nvPr/>
          </p:nvSpPr>
          <p:spPr>
            <a:xfrm>
              <a:off x="3642375" y="2481850"/>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6" name="Google Shape;5646;p44"/>
            <p:cNvSpPr/>
            <p:nvPr/>
          </p:nvSpPr>
          <p:spPr>
            <a:xfrm>
              <a:off x="3642375" y="2481850"/>
              <a:ext cx="25" cy="5675"/>
            </a:xfrm>
            <a:custGeom>
              <a:avLst/>
              <a:gdLst/>
              <a:ahLst/>
              <a:cxnLst/>
              <a:rect l="l" t="t" r="r" b="b"/>
              <a:pathLst>
                <a:path w="1" h="227" extrusionOk="0">
                  <a:moveTo>
                    <a:pt x="1" y="1"/>
                  </a:moveTo>
                  <a:lnTo>
                    <a:pt x="1" y="226"/>
                  </a:lnTo>
                  <a:cubicBezTo>
                    <a:pt x="1" y="226"/>
                    <a:pt x="1" y="226"/>
                    <a:pt x="1" y="226"/>
                  </a:cubicBezTo>
                  <a:lnTo>
                    <a:pt x="1" y="1"/>
                  </a:lnTo>
                  <a:cubicBezTo>
                    <a:pt x="1" y="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7" name="Google Shape;5647;p44"/>
            <p:cNvSpPr/>
            <p:nvPr/>
          </p:nvSpPr>
          <p:spPr>
            <a:xfrm>
              <a:off x="3641750" y="2481850"/>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8" name="Google Shape;5648;p44"/>
            <p:cNvSpPr/>
            <p:nvPr/>
          </p:nvSpPr>
          <p:spPr>
            <a:xfrm>
              <a:off x="3641125" y="2481850"/>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9" name="Google Shape;5649;p44"/>
            <p:cNvSpPr/>
            <p:nvPr/>
          </p:nvSpPr>
          <p:spPr>
            <a:xfrm>
              <a:off x="3640500" y="2481850"/>
              <a:ext cx="650" cy="5675"/>
            </a:xfrm>
            <a:custGeom>
              <a:avLst/>
              <a:gdLst/>
              <a:ahLst/>
              <a:cxnLst/>
              <a:rect l="l" t="t" r="r" b="b"/>
              <a:pathLst>
                <a:path w="26" h="227" extrusionOk="0">
                  <a:moveTo>
                    <a:pt x="1" y="1"/>
                  </a:moveTo>
                  <a:lnTo>
                    <a:pt x="1" y="226"/>
                  </a:lnTo>
                  <a:lnTo>
                    <a:pt x="26" y="226"/>
                  </a:ln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0" name="Google Shape;5650;p44"/>
            <p:cNvSpPr/>
            <p:nvPr/>
          </p:nvSpPr>
          <p:spPr>
            <a:xfrm>
              <a:off x="3639875" y="2481225"/>
              <a:ext cx="650" cy="6300"/>
            </a:xfrm>
            <a:custGeom>
              <a:avLst/>
              <a:gdLst/>
              <a:ahLst/>
              <a:cxnLst/>
              <a:rect l="l" t="t" r="r" b="b"/>
              <a:pathLst>
                <a:path w="26" h="252" extrusionOk="0">
                  <a:moveTo>
                    <a:pt x="0" y="1"/>
                  </a:moveTo>
                  <a:lnTo>
                    <a:pt x="0" y="251"/>
                  </a:lnTo>
                  <a:lnTo>
                    <a:pt x="26" y="251"/>
                  </a:lnTo>
                  <a:lnTo>
                    <a:pt x="26" y="26"/>
                  </a:lnTo>
                  <a:cubicBezTo>
                    <a:pt x="26" y="1"/>
                    <a:pt x="26"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1" name="Google Shape;5651;p44"/>
            <p:cNvSpPr/>
            <p:nvPr/>
          </p:nvSpPr>
          <p:spPr>
            <a:xfrm>
              <a:off x="3639250" y="2481225"/>
              <a:ext cx="650" cy="6300"/>
            </a:xfrm>
            <a:custGeom>
              <a:avLst/>
              <a:gdLst/>
              <a:ahLst/>
              <a:cxnLst/>
              <a:rect l="l" t="t" r="r" b="b"/>
              <a:pathLst>
                <a:path w="26" h="252" extrusionOk="0">
                  <a:moveTo>
                    <a:pt x="0" y="1"/>
                  </a:moveTo>
                  <a:lnTo>
                    <a:pt x="0" y="226"/>
                  </a:lnTo>
                  <a:cubicBezTo>
                    <a:pt x="0" y="226"/>
                    <a:pt x="25" y="251"/>
                    <a:pt x="25" y="251"/>
                  </a:cubicBezTo>
                  <a:lnTo>
                    <a:pt x="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2" name="Google Shape;5652;p44"/>
            <p:cNvSpPr/>
            <p:nvPr/>
          </p:nvSpPr>
          <p:spPr>
            <a:xfrm>
              <a:off x="3263925" y="2226225"/>
              <a:ext cx="530100" cy="305775"/>
            </a:xfrm>
            <a:custGeom>
              <a:avLst/>
              <a:gdLst/>
              <a:ahLst/>
              <a:cxnLst/>
              <a:rect l="l" t="t" r="r" b="b"/>
              <a:pathLst>
                <a:path w="21204" h="12231" extrusionOk="0">
                  <a:moveTo>
                    <a:pt x="7040" y="5953"/>
                  </a:moveTo>
                  <a:cubicBezTo>
                    <a:pt x="7081" y="5953"/>
                    <a:pt x="7119" y="5965"/>
                    <a:pt x="7144" y="5990"/>
                  </a:cubicBezTo>
                  <a:lnTo>
                    <a:pt x="10828" y="8121"/>
                  </a:lnTo>
                  <a:cubicBezTo>
                    <a:pt x="10903" y="8146"/>
                    <a:pt x="10903" y="8221"/>
                    <a:pt x="10853" y="8246"/>
                  </a:cubicBezTo>
                  <a:lnTo>
                    <a:pt x="9349" y="9123"/>
                  </a:lnTo>
                  <a:lnTo>
                    <a:pt x="8773" y="9449"/>
                  </a:lnTo>
                  <a:cubicBezTo>
                    <a:pt x="8748" y="9461"/>
                    <a:pt x="8710" y="9468"/>
                    <a:pt x="8669" y="9468"/>
                  </a:cubicBezTo>
                  <a:cubicBezTo>
                    <a:pt x="8629" y="9468"/>
                    <a:pt x="8585" y="9461"/>
                    <a:pt x="8547" y="9449"/>
                  </a:cubicBezTo>
                  <a:lnTo>
                    <a:pt x="4863" y="7319"/>
                  </a:lnTo>
                  <a:cubicBezTo>
                    <a:pt x="4813" y="7268"/>
                    <a:pt x="4813" y="7218"/>
                    <a:pt x="4863" y="7193"/>
                  </a:cubicBezTo>
                  <a:lnTo>
                    <a:pt x="6918" y="5990"/>
                  </a:lnTo>
                  <a:cubicBezTo>
                    <a:pt x="6956" y="5965"/>
                    <a:pt x="7000" y="5953"/>
                    <a:pt x="7040" y="5953"/>
                  </a:cubicBezTo>
                  <a:close/>
                  <a:moveTo>
                    <a:pt x="8134" y="809"/>
                  </a:moveTo>
                  <a:cubicBezTo>
                    <a:pt x="8184" y="809"/>
                    <a:pt x="8234" y="815"/>
                    <a:pt x="8272" y="827"/>
                  </a:cubicBezTo>
                  <a:lnTo>
                    <a:pt x="19725" y="7444"/>
                  </a:lnTo>
                  <a:cubicBezTo>
                    <a:pt x="19800" y="7494"/>
                    <a:pt x="19800" y="7569"/>
                    <a:pt x="19725" y="7619"/>
                  </a:cubicBezTo>
                  <a:lnTo>
                    <a:pt x="15289" y="10201"/>
                  </a:lnTo>
                  <a:cubicBezTo>
                    <a:pt x="15251" y="10213"/>
                    <a:pt x="15201" y="10220"/>
                    <a:pt x="15151" y="10220"/>
                  </a:cubicBezTo>
                  <a:cubicBezTo>
                    <a:pt x="15101" y="10220"/>
                    <a:pt x="15051" y="10213"/>
                    <a:pt x="15013" y="10201"/>
                  </a:cubicBezTo>
                  <a:lnTo>
                    <a:pt x="3560" y="3584"/>
                  </a:lnTo>
                  <a:cubicBezTo>
                    <a:pt x="3485" y="3534"/>
                    <a:pt x="3485" y="3459"/>
                    <a:pt x="3560" y="3409"/>
                  </a:cubicBezTo>
                  <a:lnTo>
                    <a:pt x="7996" y="827"/>
                  </a:lnTo>
                  <a:cubicBezTo>
                    <a:pt x="8033" y="815"/>
                    <a:pt x="8084" y="809"/>
                    <a:pt x="8134" y="809"/>
                  </a:cubicBezTo>
                  <a:close/>
                  <a:moveTo>
                    <a:pt x="8535" y="0"/>
                  </a:moveTo>
                  <a:cubicBezTo>
                    <a:pt x="8422" y="0"/>
                    <a:pt x="8309" y="25"/>
                    <a:pt x="8221" y="75"/>
                  </a:cubicBezTo>
                  <a:lnTo>
                    <a:pt x="176" y="4762"/>
                  </a:lnTo>
                  <a:cubicBezTo>
                    <a:pt x="1" y="4862"/>
                    <a:pt x="1" y="5038"/>
                    <a:pt x="176" y="5138"/>
                  </a:cubicBezTo>
                  <a:lnTo>
                    <a:pt x="12332" y="12156"/>
                  </a:lnTo>
                  <a:cubicBezTo>
                    <a:pt x="12419" y="12206"/>
                    <a:pt x="12538" y="12231"/>
                    <a:pt x="12654" y="12231"/>
                  </a:cubicBezTo>
                  <a:cubicBezTo>
                    <a:pt x="12770" y="12231"/>
                    <a:pt x="12883" y="12206"/>
                    <a:pt x="12958" y="12156"/>
                  </a:cubicBezTo>
                  <a:lnTo>
                    <a:pt x="21028" y="7469"/>
                  </a:lnTo>
                  <a:cubicBezTo>
                    <a:pt x="21204" y="7369"/>
                    <a:pt x="21204" y="7218"/>
                    <a:pt x="21028" y="7118"/>
                  </a:cubicBezTo>
                  <a:lnTo>
                    <a:pt x="17896" y="5314"/>
                  </a:lnTo>
                  <a:lnTo>
                    <a:pt x="17695" y="5439"/>
                  </a:lnTo>
                  <a:lnTo>
                    <a:pt x="11755" y="2005"/>
                  </a:lnTo>
                  <a:lnTo>
                    <a:pt x="11981" y="1905"/>
                  </a:lnTo>
                  <a:lnTo>
                    <a:pt x="8848" y="75"/>
                  </a:lnTo>
                  <a:cubicBezTo>
                    <a:pt x="8760" y="25"/>
                    <a:pt x="8647" y="0"/>
                    <a:pt x="85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3" name="Google Shape;5653;p44"/>
            <p:cNvSpPr/>
            <p:nvPr/>
          </p:nvSpPr>
          <p:spPr>
            <a:xfrm>
              <a:off x="3621700" y="2366725"/>
              <a:ext cx="30100" cy="16775"/>
            </a:xfrm>
            <a:custGeom>
              <a:avLst/>
              <a:gdLst/>
              <a:ahLst/>
              <a:cxnLst/>
              <a:rect l="l" t="t" r="r" b="b"/>
              <a:pathLst>
                <a:path w="1204" h="671" extrusionOk="0">
                  <a:moveTo>
                    <a:pt x="555" y="1"/>
                  </a:moveTo>
                  <a:cubicBezTo>
                    <a:pt x="533" y="1"/>
                    <a:pt x="514" y="7"/>
                    <a:pt x="502" y="19"/>
                  </a:cubicBezTo>
                  <a:lnTo>
                    <a:pt x="51" y="270"/>
                  </a:lnTo>
                  <a:cubicBezTo>
                    <a:pt x="1" y="295"/>
                    <a:pt x="1" y="320"/>
                    <a:pt x="51" y="345"/>
                  </a:cubicBezTo>
                  <a:lnTo>
                    <a:pt x="602" y="671"/>
                  </a:lnTo>
                  <a:lnTo>
                    <a:pt x="727" y="671"/>
                  </a:lnTo>
                  <a:lnTo>
                    <a:pt x="1154" y="395"/>
                  </a:lnTo>
                  <a:cubicBezTo>
                    <a:pt x="1204" y="395"/>
                    <a:pt x="1204" y="345"/>
                    <a:pt x="1154" y="320"/>
                  </a:cubicBezTo>
                  <a:lnTo>
                    <a:pt x="627" y="19"/>
                  </a:lnTo>
                  <a:cubicBezTo>
                    <a:pt x="602" y="7"/>
                    <a:pt x="577" y="1"/>
                    <a:pt x="555"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4" name="Google Shape;5654;p44"/>
            <p:cNvSpPr/>
            <p:nvPr/>
          </p:nvSpPr>
          <p:spPr>
            <a:xfrm>
              <a:off x="3622950" y="2366575"/>
              <a:ext cx="27600" cy="15050"/>
            </a:xfrm>
            <a:custGeom>
              <a:avLst/>
              <a:gdLst/>
              <a:ahLst/>
              <a:cxnLst/>
              <a:rect l="l" t="t" r="r" b="b"/>
              <a:pathLst>
                <a:path w="1104" h="602" extrusionOk="0">
                  <a:moveTo>
                    <a:pt x="502" y="0"/>
                  </a:moveTo>
                  <a:cubicBezTo>
                    <a:pt x="502" y="0"/>
                    <a:pt x="477" y="0"/>
                    <a:pt x="452" y="25"/>
                  </a:cubicBezTo>
                  <a:cubicBezTo>
                    <a:pt x="452" y="25"/>
                    <a:pt x="26" y="276"/>
                    <a:pt x="1" y="276"/>
                  </a:cubicBezTo>
                  <a:lnTo>
                    <a:pt x="26" y="276"/>
                  </a:lnTo>
                  <a:lnTo>
                    <a:pt x="552" y="602"/>
                  </a:lnTo>
                  <a:lnTo>
                    <a:pt x="652" y="602"/>
                  </a:lnTo>
                  <a:cubicBezTo>
                    <a:pt x="652" y="602"/>
                    <a:pt x="1104" y="326"/>
                    <a:pt x="1104" y="326"/>
                  </a:cubicBezTo>
                  <a:lnTo>
                    <a:pt x="552" y="25"/>
                  </a:lnTo>
                  <a:cubicBezTo>
                    <a:pt x="552" y="0"/>
                    <a:pt x="527" y="0"/>
                    <a:pt x="502" y="0"/>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5" name="Google Shape;5655;p44"/>
            <p:cNvSpPr/>
            <p:nvPr/>
          </p:nvSpPr>
          <p:spPr>
            <a:xfrm>
              <a:off x="3683100" y="2401825"/>
              <a:ext cx="29475" cy="17250"/>
            </a:xfrm>
            <a:custGeom>
              <a:avLst/>
              <a:gdLst/>
              <a:ahLst/>
              <a:cxnLst/>
              <a:rect l="l" t="t" r="r" b="b"/>
              <a:pathLst>
                <a:path w="1179" h="690" extrusionOk="0">
                  <a:moveTo>
                    <a:pt x="530" y="0"/>
                  </a:moveTo>
                  <a:cubicBezTo>
                    <a:pt x="508" y="0"/>
                    <a:pt x="490" y="6"/>
                    <a:pt x="477" y="19"/>
                  </a:cubicBezTo>
                  <a:lnTo>
                    <a:pt x="26" y="270"/>
                  </a:lnTo>
                  <a:cubicBezTo>
                    <a:pt x="1" y="295"/>
                    <a:pt x="1" y="320"/>
                    <a:pt x="26" y="345"/>
                  </a:cubicBezTo>
                  <a:lnTo>
                    <a:pt x="577" y="671"/>
                  </a:lnTo>
                  <a:cubicBezTo>
                    <a:pt x="590" y="683"/>
                    <a:pt x="609" y="689"/>
                    <a:pt x="630" y="689"/>
                  </a:cubicBezTo>
                  <a:cubicBezTo>
                    <a:pt x="652" y="689"/>
                    <a:pt x="677" y="683"/>
                    <a:pt x="703" y="671"/>
                  </a:cubicBezTo>
                  <a:lnTo>
                    <a:pt x="1129" y="395"/>
                  </a:lnTo>
                  <a:cubicBezTo>
                    <a:pt x="1179" y="395"/>
                    <a:pt x="1179" y="345"/>
                    <a:pt x="1129" y="320"/>
                  </a:cubicBezTo>
                  <a:lnTo>
                    <a:pt x="602" y="19"/>
                  </a:lnTo>
                  <a:cubicBezTo>
                    <a:pt x="577" y="6"/>
                    <a:pt x="552" y="0"/>
                    <a:pt x="530"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6" name="Google Shape;5656;p44"/>
            <p:cNvSpPr/>
            <p:nvPr/>
          </p:nvSpPr>
          <p:spPr>
            <a:xfrm>
              <a:off x="3683725" y="2401650"/>
              <a:ext cx="27600" cy="15075"/>
            </a:xfrm>
            <a:custGeom>
              <a:avLst/>
              <a:gdLst/>
              <a:ahLst/>
              <a:cxnLst/>
              <a:rect l="l" t="t" r="r" b="b"/>
              <a:pathLst>
                <a:path w="1104" h="603" extrusionOk="0">
                  <a:moveTo>
                    <a:pt x="502" y="1"/>
                  </a:moveTo>
                  <a:cubicBezTo>
                    <a:pt x="502" y="1"/>
                    <a:pt x="477" y="1"/>
                    <a:pt x="452" y="26"/>
                  </a:cubicBezTo>
                  <a:cubicBezTo>
                    <a:pt x="452" y="26"/>
                    <a:pt x="26" y="277"/>
                    <a:pt x="1" y="277"/>
                  </a:cubicBezTo>
                  <a:lnTo>
                    <a:pt x="26" y="277"/>
                  </a:lnTo>
                  <a:lnTo>
                    <a:pt x="552" y="602"/>
                  </a:lnTo>
                  <a:lnTo>
                    <a:pt x="652" y="602"/>
                  </a:lnTo>
                  <a:cubicBezTo>
                    <a:pt x="652" y="602"/>
                    <a:pt x="1104" y="327"/>
                    <a:pt x="1104" y="327"/>
                  </a:cubicBezTo>
                  <a:lnTo>
                    <a:pt x="552" y="26"/>
                  </a:lnTo>
                  <a:cubicBezTo>
                    <a:pt x="552" y="1"/>
                    <a:pt x="527" y="1"/>
                    <a:pt x="502" y="1"/>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7" name="Google Shape;5657;p44"/>
            <p:cNvSpPr/>
            <p:nvPr/>
          </p:nvSpPr>
          <p:spPr>
            <a:xfrm>
              <a:off x="3351025" y="2246275"/>
              <a:ext cx="407300" cy="235600"/>
            </a:xfrm>
            <a:custGeom>
              <a:avLst/>
              <a:gdLst/>
              <a:ahLst/>
              <a:cxnLst/>
              <a:rect l="l" t="t" r="r" b="b"/>
              <a:pathLst>
                <a:path w="16292" h="9424" extrusionOk="0">
                  <a:moveTo>
                    <a:pt x="4587" y="307"/>
                  </a:moveTo>
                  <a:cubicBezTo>
                    <a:pt x="4606" y="307"/>
                    <a:pt x="4625" y="314"/>
                    <a:pt x="4637" y="326"/>
                  </a:cubicBezTo>
                  <a:lnTo>
                    <a:pt x="5214" y="652"/>
                  </a:lnTo>
                  <a:cubicBezTo>
                    <a:pt x="5239" y="677"/>
                    <a:pt x="5239" y="702"/>
                    <a:pt x="5214" y="702"/>
                  </a:cubicBezTo>
                  <a:lnTo>
                    <a:pt x="4988" y="852"/>
                  </a:lnTo>
                  <a:lnTo>
                    <a:pt x="4888" y="852"/>
                  </a:lnTo>
                  <a:lnTo>
                    <a:pt x="4311" y="502"/>
                  </a:lnTo>
                  <a:cubicBezTo>
                    <a:pt x="4286" y="502"/>
                    <a:pt x="4286" y="476"/>
                    <a:pt x="4311" y="451"/>
                  </a:cubicBezTo>
                  <a:lnTo>
                    <a:pt x="4537" y="326"/>
                  </a:lnTo>
                  <a:cubicBezTo>
                    <a:pt x="4549" y="314"/>
                    <a:pt x="4568" y="307"/>
                    <a:pt x="4587" y="307"/>
                  </a:cubicBezTo>
                  <a:close/>
                  <a:moveTo>
                    <a:pt x="4086" y="608"/>
                  </a:moveTo>
                  <a:cubicBezTo>
                    <a:pt x="4111" y="608"/>
                    <a:pt x="4136" y="614"/>
                    <a:pt x="4161" y="627"/>
                  </a:cubicBezTo>
                  <a:lnTo>
                    <a:pt x="4687" y="928"/>
                  </a:lnTo>
                  <a:cubicBezTo>
                    <a:pt x="4737" y="953"/>
                    <a:pt x="4737" y="978"/>
                    <a:pt x="4687" y="1003"/>
                  </a:cubicBezTo>
                  <a:lnTo>
                    <a:pt x="4261" y="1278"/>
                  </a:lnTo>
                  <a:lnTo>
                    <a:pt x="4111" y="1278"/>
                  </a:lnTo>
                  <a:lnTo>
                    <a:pt x="3584" y="953"/>
                  </a:lnTo>
                  <a:cubicBezTo>
                    <a:pt x="3534" y="928"/>
                    <a:pt x="3534" y="903"/>
                    <a:pt x="3584" y="877"/>
                  </a:cubicBezTo>
                  <a:lnTo>
                    <a:pt x="4011" y="627"/>
                  </a:lnTo>
                  <a:cubicBezTo>
                    <a:pt x="4036" y="614"/>
                    <a:pt x="4061" y="608"/>
                    <a:pt x="4086" y="608"/>
                  </a:cubicBezTo>
                  <a:close/>
                  <a:moveTo>
                    <a:pt x="5389" y="783"/>
                  </a:moveTo>
                  <a:cubicBezTo>
                    <a:pt x="5408" y="783"/>
                    <a:pt x="5427" y="790"/>
                    <a:pt x="5439" y="802"/>
                  </a:cubicBezTo>
                  <a:lnTo>
                    <a:pt x="6016" y="1128"/>
                  </a:lnTo>
                  <a:cubicBezTo>
                    <a:pt x="6041" y="1153"/>
                    <a:pt x="6041" y="1178"/>
                    <a:pt x="6016" y="1178"/>
                  </a:cubicBezTo>
                  <a:lnTo>
                    <a:pt x="5790" y="1304"/>
                  </a:lnTo>
                  <a:cubicBezTo>
                    <a:pt x="5777" y="1316"/>
                    <a:pt x="5759" y="1322"/>
                    <a:pt x="5740" y="1322"/>
                  </a:cubicBezTo>
                  <a:cubicBezTo>
                    <a:pt x="5721" y="1322"/>
                    <a:pt x="5702" y="1316"/>
                    <a:pt x="5690" y="1304"/>
                  </a:cubicBezTo>
                  <a:lnTo>
                    <a:pt x="5113" y="978"/>
                  </a:lnTo>
                  <a:cubicBezTo>
                    <a:pt x="5088" y="953"/>
                    <a:pt x="5088" y="928"/>
                    <a:pt x="5113" y="928"/>
                  </a:cubicBezTo>
                  <a:lnTo>
                    <a:pt x="5339" y="802"/>
                  </a:lnTo>
                  <a:cubicBezTo>
                    <a:pt x="5351" y="790"/>
                    <a:pt x="5370" y="783"/>
                    <a:pt x="5389" y="783"/>
                  </a:cubicBezTo>
                  <a:close/>
                  <a:moveTo>
                    <a:pt x="4963" y="1078"/>
                  </a:moveTo>
                  <a:lnTo>
                    <a:pt x="5514" y="1404"/>
                  </a:lnTo>
                  <a:cubicBezTo>
                    <a:pt x="5539" y="1429"/>
                    <a:pt x="5539" y="1454"/>
                    <a:pt x="5514" y="1479"/>
                  </a:cubicBezTo>
                  <a:lnTo>
                    <a:pt x="5063" y="1730"/>
                  </a:lnTo>
                  <a:cubicBezTo>
                    <a:pt x="5051" y="1742"/>
                    <a:pt x="5026" y="1748"/>
                    <a:pt x="5001" y="1748"/>
                  </a:cubicBezTo>
                  <a:cubicBezTo>
                    <a:pt x="4975" y="1748"/>
                    <a:pt x="4950" y="1742"/>
                    <a:pt x="4938" y="1730"/>
                  </a:cubicBezTo>
                  <a:lnTo>
                    <a:pt x="4387" y="1429"/>
                  </a:lnTo>
                  <a:cubicBezTo>
                    <a:pt x="4361" y="1404"/>
                    <a:pt x="4361" y="1379"/>
                    <a:pt x="4387" y="1354"/>
                  </a:cubicBezTo>
                  <a:lnTo>
                    <a:pt x="4838" y="1078"/>
                  </a:lnTo>
                  <a:close/>
                  <a:moveTo>
                    <a:pt x="6241" y="1253"/>
                  </a:moveTo>
                  <a:lnTo>
                    <a:pt x="6818" y="1604"/>
                  </a:lnTo>
                  <a:cubicBezTo>
                    <a:pt x="6843" y="1604"/>
                    <a:pt x="6843" y="1629"/>
                    <a:pt x="6818" y="1654"/>
                  </a:cubicBezTo>
                  <a:lnTo>
                    <a:pt x="6592" y="1780"/>
                  </a:lnTo>
                  <a:cubicBezTo>
                    <a:pt x="6579" y="1792"/>
                    <a:pt x="6567" y="1799"/>
                    <a:pt x="6554" y="1799"/>
                  </a:cubicBezTo>
                  <a:cubicBezTo>
                    <a:pt x="6542" y="1799"/>
                    <a:pt x="6529" y="1792"/>
                    <a:pt x="6517" y="1780"/>
                  </a:cubicBezTo>
                  <a:lnTo>
                    <a:pt x="5940" y="1454"/>
                  </a:lnTo>
                  <a:cubicBezTo>
                    <a:pt x="5915" y="1429"/>
                    <a:pt x="5915" y="1404"/>
                    <a:pt x="5940" y="1404"/>
                  </a:cubicBezTo>
                  <a:lnTo>
                    <a:pt x="6166" y="1253"/>
                  </a:lnTo>
                  <a:close/>
                  <a:moveTo>
                    <a:pt x="2657" y="1479"/>
                  </a:moveTo>
                  <a:lnTo>
                    <a:pt x="3209" y="1805"/>
                  </a:lnTo>
                  <a:cubicBezTo>
                    <a:pt x="3234" y="1830"/>
                    <a:pt x="3234" y="1855"/>
                    <a:pt x="3209" y="1880"/>
                  </a:cubicBezTo>
                  <a:lnTo>
                    <a:pt x="2757" y="2131"/>
                  </a:lnTo>
                  <a:cubicBezTo>
                    <a:pt x="2745" y="2143"/>
                    <a:pt x="2720" y="2149"/>
                    <a:pt x="2695" y="2149"/>
                  </a:cubicBezTo>
                  <a:cubicBezTo>
                    <a:pt x="2670" y="2149"/>
                    <a:pt x="2645" y="2143"/>
                    <a:pt x="2632" y="2131"/>
                  </a:cubicBezTo>
                  <a:lnTo>
                    <a:pt x="2081" y="1830"/>
                  </a:lnTo>
                  <a:cubicBezTo>
                    <a:pt x="2056" y="1805"/>
                    <a:pt x="2056" y="1780"/>
                    <a:pt x="2081" y="1755"/>
                  </a:cubicBezTo>
                  <a:lnTo>
                    <a:pt x="2532" y="1479"/>
                  </a:lnTo>
                  <a:close/>
                  <a:moveTo>
                    <a:pt x="3346" y="1059"/>
                  </a:moveTo>
                  <a:cubicBezTo>
                    <a:pt x="3378" y="1059"/>
                    <a:pt x="3409" y="1065"/>
                    <a:pt x="3434" y="1078"/>
                  </a:cubicBezTo>
                  <a:lnTo>
                    <a:pt x="4762" y="1830"/>
                  </a:lnTo>
                  <a:cubicBezTo>
                    <a:pt x="4788" y="1855"/>
                    <a:pt x="4788" y="1880"/>
                    <a:pt x="4762" y="1905"/>
                  </a:cubicBezTo>
                  <a:lnTo>
                    <a:pt x="4311" y="2181"/>
                  </a:lnTo>
                  <a:lnTo>
                    <a:pt x="4186" y="2181"/>
                  </a:lnTo>
                  <a:lnTo>
                    <a:pt x="2858" y="1404"/>
                  </a:lnTo>
                  <a:cubicBezTo>
                    <a:pt x="2808" y="1379"/>
                    <a:pt x="2808" y="1329"/>
                    <a:pt x="2858" y="1304"/>
                  </a:cubicBezTo>
                  <a:lnTo>
                    <a:pt x="3259" y="1078"/>
                  </a:lnTo>
                  <a:cubicBezTo>
                    <a:pt x="3284" y="1065"/>
                    <a:pt x="3315" y="1059"/>
                    <a:pt x="3346" y="1059"/>
                  </a:cubicBezTo>
                  <a:close/>
                  <a:moveTo>
                    <a:pt x="5712" y="1535"/>
                  </a:moveTo>
                  <a:cubicBezTo>
                    <a:pt x="5734" y="1535"/>
                    <a:pt x="5752" y="1542"/>
                    <a:pt x="5765" y="1554"/>
                  </a:cubicBezTo>
                  <a:lnTo>
                    <a:pt x="6316" y="1880"/>
                  </a:lnTo>
                  <a:cubicBezTo>
                    <a:pt x="6341" y="1880"/>
                    <a:pt x="6341" y="1930"/>
                    <a:pt x="6316" y="1955"/>
                  </a:cubicBezTo>
                  <a:lnTo>
                    <a:pt x="5865" y="2206"/>
                  </a:lnTo>
                  <a:cubicBezTo>
                    <a:pt x="5853" y="2218"/>
                    <a:pt x="5834" y="2225"/>
                    <a:pt x="5812" y="2225"/>
                  </a:cubicBezTo>
                  <a:cubicBezTo>
                    <a:pt x="5790" y="2225"/>
                    <a:pt x="5765" y="2218"/>
                    <a:pt x="5740" y="2206"/>
                  </a:cubicBezTo>
                  <a:lnTo>
                    <a:pt x="5189" y="1880"/>
                  </a:lnTo>
                  <a:cubicBezTo>
                    <a:pt x="5163" y="1880"/>
                    <a:pt x="5163" y="1830"/>
                    <a:pt x="5189" y="1805"/>
                  </a:cubicBezTo>
                  <a:lnTo>
                    <a:pt x="5640" y="1554"/>
                  </a:lnTo>
                  <a:cubicBezTo>
                    <a:pt x="5665" y="1542"/>
                    <a:pt x="5690" y="1535"/>
                    <a:pt x="5712" y="1535"/>
                  </a:cubicBezTo>
                  <a:close/>
                  <a:moveTo>
                    <a:pt x="7018" y="1711"/>
                  </a:moveTo>
                  <a:cubicBezTo>
                    <a:pt x="7037" y="1711"/>
                    <a:pt x="7056" y="1717"/>
                    <a:pt x="7068" y="1730"/>
                  </a:cubicBezTo>
                  <a:lnTo>
                    <a:pt x="7645" y="2055"/>
                  </a:lnTo>
                  <a:cubicBezTo>
                    <a:pt x="7670" y="2080"/>
                    <a:pt x="7670" y="2106"/>
                    <a:pt x="7645" y="2131"/>
                  </a:cubicBezTo>
                  <a:lnTo>
                    <a:pt x="7419" y="2256"/>
                  </a:lnTo>
                  <a:lnTo>
                    <a:pt x="7319" y="2256"/>
                  </a:lnTo>
                  <a:lnTo>
                    <a:pt x="6742" y="1905"/>
                  </a:lnTo>
                  <a:cubicBezTo>
                    <a:pt x="6717" y="1905"/>
                    <a:pt x="6717" y="1880"/>
                    <a:pt x="6742" y="1855"/>
                  </a:cubicBezTo>
                  <a:lnTo>
                    <a:pt x="6968" y="1730"/>
                  </a:lnTo>
                  <a:cubicBezTo>
                    <a:pt x="6981" y="1717"/>
                    <a:pt x="6999" y="1711"/>
                    <a:pt x="7018" y="1711"/>
                  </a:cubicBezTo>
                  <a:close/>
                  <a:moveTo>
                    <a:pt x="1843" y="1911"/>
                  </a:moveTo>
                  <a:cubicBezTo>
                    <a:pt x="1868" y="1911"/>
                    <a:pt x="1893" y="1918"/>
                    <a:pt x="1905" y="1930"/>
                  </a:cubicBezTo>
                  <a:lnTo>
                    <a:pt x="2457" y="2231"/>
                  </a:lnTo>
                  <a:cubicBezTo>
                    <a:pt x="2482" y="2256"/>
                    <a:pt x="2482" y="2281"/>
                    <a:pt x="2457" y="2306"/>
                  </a:cubicBezTo>
                  <a:lnTo>
                    <a:pt x="2006" y="2582"/>
                  </a:lnTo>
                  <a:lnTo>
                    <a:pt x="1880" y="2582"/>
                  </a:lnTo>
                  <a:lnTo>
                    <a:pt x="1329" y="2256"/>
                  </a:lnTo>
                  <a:cubicBezTo>
                    <a:pt x="1304" y="2231"/>
                    <a:pt x="1304" y="2206"/>
                    <a:pt x="1329" y="2181"/>
                  </a:cubicBezTo>
                  <a:lnTo>
                    <a:pt x="1780" y="1930"/>
                  </a:lnTo>
                  <a:cubicBezTo>
                    <a:pt x="1793" y="1918"/>
                    <a:pt x="1818" y="1911"/>
                    <a:pt x="1843" y="1911"/>
                  </a:cubicBezTo>
                  <a:close/>
                  <a:moveTo>
                    <a:pt x="3406" y="1936"/>
                  </a:moveTo>
                  <a:cubicBezTo>
                    <a:pt x="3428" y="1936"/>
                    <a:pt x="3447" y="1943"/>
                    <a:pt x="3459" y="1955"/>
                  </a:cubicBezTo>
                  <a:lnTo>
                    <a:pt x="4011" y="2281"/>
                  </a:lnTo>
                  <a:cubicBezTo>
                    <a:pt x="4036" y="2281"/>
                    <a:pt x="4036" y="2331"/>
                    <a:pt x="4011" y="2356"/>
                  </a:cubicBezTo>
                  <a:lnTo>
                    <a:pt x="3559" y="2607"/>
                  </a:lnTo>
                  <a:cubicBezTo>
                    <a:pt x="3547" y="2619"/>
                    <a:pt x="3528" y="2626"/>
                    <a:pt x="3506" y="2626"/>
                  </a:cubicBezTo>
                  <a:cubicBezTo>
                    <a:pt x="3484" y="2626"/>
                    <a:pt x="3459" y="2619"/>
                    <a:pt x="3434" y="2607"/>
                  </a:cubicBezTo>
                  <a:lnTo>
                    <a:pt x="2883" y="2281"/>
                  </a:lnTo>
                  <a:cubicBezTo>
                    <a:pt x="2858" y="2281"/>
                    <a:pt x="2858" y="2231"/>
                    <a:pt x="2883" y="2206"/>
                  </a:cubicBezTo>
                  <a:lnTo>
                    <a:pt x="3334" y="1955"/>
                  </a:lnTo>
                  <a:cubicBezTo>
                    <a:pt x="3359" y="1943"/>
                    <a:pt x="3384" y="1936"/>
                    <a:pt x="3406" y="1936"/>
                  </a:cubicBezTo>
                  <a:close/>
                  <a:moveTo>
                    <a:pt x="5038" y="1980"/>
                  </a:moveTo>
                  <a:lnTo>
                    <a:pt x="5564" y="2306"/>
                  </a:lnTo>
                  <a:cubicBezTo>
                    <a:pt x="5615" y="2331"/>
                    <a:pt x="5615" y="2356"/>
                    <a:pt x="5564" y="2381"/>
                  </a:cubicBezTo>
                  <a:lnTo>
                    <a:pt x="5113" y="2632"/>
                  </a:lnTo>
                  <a:cubicBezTo>
                    <a:pt x="5101" y="2644"/>
                    <a:pt x="5082" y="2651"/>
                    <a:pt x="5060" y="2651"/>
                  </a:cubicBezTo>
                  <a:cubicBezTo>
                    <a:pt x="5038" y="2651"/>
                    <a:pt x="5013" y="2644"/>
                    <a:pt x="4988" y="2632"/>
                  </a:cubicBezTo>
                  <a:lnTo>
                    <a:pt x="4462" y="2331"/>
                  </a:lnTo>
                  <a:cubicBezTo>
                    <a:pt x="4412" y="2306"/>
                    <a:pt x="4412" y="2281"/>
                    <a:pt x="4462" y="2256"/>
                  </a:cubicBezTo>
                  <a:lnTo>
                    <a:pt x="4888" y="2005"/>
                  </a:lnTo>
                  <a:cubicBezTo>
                    <a:pt x="4938" y="1980"/>
                    <a:pt x="4988" y="1980"/>
                    <a:pt x="5038" y="1980"/>
                  </a:cubicBezTo>
                  <a:close/>
                  <a:moveTo>
                    <a:pt x="6520" y="2012"/>
                  </a:moveTo>
                  <a:cubicBezTo>
                    <a:pt x="6542" y="2012"/>
                    <a:pt x="6567" y="2018"/>
                    <a:pt x="6592" y="2030"/>
                  </a:cubicBezTo>
                  <a:lnTo>
                    <a:pt x="7118" y="2331"/>
                  </a:lnTo>
                  <a:cubicBezTo>
                    <a:pt x="7168" y="2356"/>
                    <a:pt x="7168" y="2406"/>
                    <a:pt x="7118" y="2406"/>
                  </a:cubicBezTo>
                  <a:lnTo>
                    <a:pt x="6692" y="2682"/>
                  </a:lnTo>
                  <a:lnTo>
                    <a:pt x="6542" y="2682"/>
                  </a:lnTo>
                  <a:lnTo>
                    <a:pt x="6016" y="2356"/>
                  </a:lnTo>
                  <a:cubicBezTo>
                    <a:pt x="5965" y="2331"/>
                    <a:pt x="5965" y="2306"/>
                    <a:pt x="6016" y="2281"/>
                  </a:cubicBezTo>
                  <a:lnTo>
                    <a:pt x="6467" y="2030"/>
                  </a:lnTo>
                  <a:cubicBezTo>
                    <a:pt x="6479" y="2018"/>
                    <a:pt x="6498" y="2012"/>
                    <a:pt x="6520" y="2012"/>
                  </a:cubicBezTo>
                  <a:close/>
                  <a:moveTo>
                    <a:pt x="7820" y="2187"/>
                  </a:moveTo>
                  <a:cubicBezTo>
                    <a:pt x="7839" y="2187"/>
                    <a:pt x="7858" y="2193"/>
                    <a:pt x="7870" y="2206"/>
                  </a:cubicBezTo>
                  <a:lnTo>
                    <a:pt x="8447" y="2532"/>
                  </a:lnTo>
                  <a:cubicBezTo>
                    <a:pt x="8472" y="2557"/>
                    <a:pt x="8472" y="2582"/>
                    <a:pt x="8447" y="2582"/>
                  </a:cubicBezTo>
                  <a:lnTo>
                    <a:pt x="8221" y="2707"/>
                  </a:lnTo>
                  <a:cubicBezTo>
                    <a:pt x="8209" y="2720"/>
                    <a:pt x="8190" y="2726"/>
                    <a:pt x="8171" y="2726"/>
                  </a:cubicBezTo>
                  <a:cubicBezTo>
                    <a:pt x="8152" y="2726"/>
                    <a:pt x="8133" y="2720"/>
                    <a:pt x="8121" y="2707"/>
                  </a:cubicBezTo>
                  <a:lnTo>
                    <a:pt x="7544" y="2381"/>
                  </a:lnTo>
                  <a:cubicBezTo>
                    <a:pt x="7519" y="2356"/>
                    <a:pt x="7519" y="2331"/>
                    <a:pt x="7544" y="2331"/>
                  </a:cubicBezTo>
                  <a:lnTo>
                    <a:pt x="7770" y="2206"/>
                  </a:lnTo>
                  <a:cubicBezTo>
                    <a:pt x="7783" y="2193"/>
                    <a:pt x="7801" y="2187"/>
                    <a:pt x="7820" y="2187"/>
                  </a:cubicBezTo>
                  <a:close/>
                  <a:moveTo>
                    <a:pt x="1100" y="2337"/>
                  </a:moveTo>
                  <a:cubicBezTo>
                    <a:pt x="1122" y="2337"/>
                    <a:pt x="1141" y="2344"/>
                    <a:pt x="1153" y="2356"/>
                  </a:cubicBezTo>
                  <a:lnTo>
                    <a:pt x="1705" y="2682"/>
                  </a:lnTo>
                  <a:cubicBezTo>
                    <a:pt x="1730" y="2682"/>
                    <a:pt x="1730" y="2732"/>
                    <a:pt x="1705" y="2757"/>
                  </a:cubicBezTo>
                  <a:lnTo>
                    <a:pt x="1254" y="3008"/>
                  </a:lnTo>
                  <a:cubicBezTo>
                    <a:pt x="1241" y="3020"/>
                    <a:pt x="1222" y="3027"/>
                    <a:pt x="1200" y="3027"/>
                  </a:cubicBezTo>
                  <a:cubicBezTo>
                    <a:pt x="1178" y="3027"/>
                    <a:pt x="1153" y="3020"/>
                    <a:pt x="1128" y="3008"/>
                  </a:cubicBezTo>
                  <a:lnTo>
                    <a:pt x="602" y="2682"/>
                  </a:lnTo>
                  <a:cubicBezTo>
                    <a:pt x="552" y="2682"/>
                    <a:pt x="552" y="2632"/>
                    <a:pt x="577" y="2607"/>
                  </a:cubicBezTo>
                  <a:lnTo>
                    <a:pt x="1028" y="2356"/>
                  </a:lnTo>
                  <a:cubicBezTo>
                    <a:pt x="1053" y="2344"/>
                    <a:pt x="1078" y="2337"/>
                    <a:pt x="1100" y="2337"/>
                  </a:cubicBezTo>
                  <a:close/>
                  <a:moveTo>
                    <a:pt x="2732" y="2381"/>
                  </a:moveTo>
                  <a:lnTo>
                    <a:pt x="3259" y="2707"/>
                  </a:lnTo>
                  <a:cubicBezTo>
                    <a:pt x="3309" y="2732"/>
                    <a:pt x="3309" y="2757"/>
                    <a:pt x="3259" y="2782"/>
                  </a:cubicBezTo>
                  <a:lnTo>
                    <a:pt x="2808" y="3033"/>
                  </a:lnTo>
                  <a:cubicBezTo>
                    <a:pt x="2795" y="3045"/>
                    <a:pt x="2776" y="3052"/>
                    <a:pt x="2754" y="3052"/>
                  </a:cubicBezTo>
                  <a:cubicBezTo>
                    <a:pt x="2732" y="3052"/>
                    <a:pt x="2707" y="3045"/>
                    <a:pt x="2682" y="3033"/>
                  </a:cubicBezTo>
                  <a:lnTo>
                    <a:pt x="2156" y="2732"/>
                  </a:lnTo>
                  <a:cubicBezTo>
                    <a:pt x="2106" y="2707"/>
                    <a:pt x="2106" y="2682"/>
                    <a:pt x="2156" y="2657"/>
                  </a:cubicBezTo>
                  <a:lnTo>
                    <a:pt x="2582" y="2381"/>
                  </a:lnTo>
                  <a:close/>
                  <a:moveTo>
                    <a:pt x="4214" y="2413"/>
                  </a:moveTo>
                  <a:cubicBezTo>
                    <a:pt x="4236" y="2413"/>
                    <a:pt x="4261" y="2419"/>
                    <a:pt x="4286" y="2431"/>
                  </a:cubicBezTo>
                  <a:lnTo>
                    <a:pt x="4813" y="2732"/>
                  </a:lnTo>
                  <a:cubicBezTo>
                    <a:pt x="4863" y="2757"/>
                    <a:pt x="4863" y="2782"/>
                    <a:pt x="4813" y="2807"/>
                  </a:cubicBezTo>
                  <a:lnTo>
                    <a:pt x="4387" y="3083"/>
                  </a:lnTo>
                  <a:lnTo>
                    <a:pt x="4236" y="3083"/>
                  </a:lnTo>
                  <a:lnTo>
                    <a:pt x="3710" y="2757"/>
                  </a:lnTo>
                  <a:cubicBezTo>
                    <a:pt x="3660" y="2732"/>
                    <a:pt x="3660" y="2707"/>
                    <a:pt x="3710" y="2682"/>
                  </a:cubicBezTo>
                  <a:lnTo>
                    <a:pt x="4161" y="2431"/>
                  </a:lnTo>
                  <a:cubicBezTo>
                    <a:pt x="4173" y="2419"/>
                    <a:pt x="4192" y="2413"/>
                    <a:pt x="4214" y="2413"/>
                  </a:cubicBezTo>
                  <a:close/>
                  <a:moveTo>
                    <a:pt x="5768" y="2438"/>
                  </a:moveTo>
                  <a:cubicBezTo>
                    <a:pt x="5790" y="2438"/>
                    <a:pt x="5815" y="2444"/>
                    <a:pt x="5840" y="2456"/>
                  </a:cubicBezTo>
                  <a:lnTo>
                    <a:pt x="6392" y="2782"/>
                  </a:lnTo>
                  <a:cubicBezTo>
                    <a:pt x="6417" y="2782"/>
                    <a:pt x="6417" y="2832"/>
                    <a:pt x="6392" y="2857"/>
                  </a:cubicBezTo>
                  <a:lnTo>
                    <a:pt x="5940" y="3108"/>
                  </a:lnTo>
                  <a:cubicBezTo>
                    <a:pt x="5915" y="3121"/>
                    <a:pt x="5890" y="3127"/>
                    <a:pt x="5868" y="3127"/>
                  </a:cubicBezTo>
                  <a:cubicBezTo>
                    <a:pt x="5846" y="3127"/>
                    <a:pt x="5828" y="3121"/>
                    <a:pt x="5815" y="3108"/>
                  </a:cubicBezTo>
                  <a:lnTo>
                    <a:pt x="5264" y="2782"/>
                  </a:lnTo>
                  <a:cubicBezTo>
                    <a:pt x="5239" y="2782"/>
                    <a:pt x="5239" y="2732"/>
                    <a:pt x="5264" y="2707"/>
                  </a:cubicBezTo>
                  <a:lnTo>
                    <a:pt x="5715" y="2456"/>
                  </a:lnTo>
                  <a:cubicBezTo>
                    <a:pt x="5727" y="2444"/>
                    <a:pt x="5746" y="2438"/>
                    <a:pt x="5768" y="2438"/>
                  </a:cubicBezTo>
                  <a:close/>
                  <a:moveTo>
                    <a:pt x="7331" y="2488"/>
                  </a:moveTo>
                  <a:cubicBezTo>
                    <a:pt x="7356" y="2488"/>
                    <a:pt x="7382" y="2494"/>
                    <a:pt x="7394" y="2507"/>
                  </a:cubicBezTo>
                  <a:lnTo>
                    <a:pt x="7945" y="2807"/>
                  </a:lnTo>
                  <a:cubicBezTo>
                    <a:pt x="7970" y="2832"/>
                    <a:pt x="7970" y="2857"/>
                    <a:pt x="7945" y="2882"/>
                  </a:cubicBezTo>
                  <a:lnTo>
                    <a:pt x="7494" y="3133"/>
                  </a:lnTo>
                  <a:cubicBezTo>
                    <a:pt x="7482" y="3146"/>
                    <a:pt x="7457" y="3152"/>
                    <a:pt x="7432" y="3152"/>
                  </a:cubicBezTo>
                  <a:cubicBezTo>
                    <a:pt x="7407" y="3152"/>
                    <a:pt x="7382" y="3146"/>
                    <a:pt x="7369" y="3133"/>
                  </a:cubicBezTo>
                  <a:lnTo>
                    <a:pt x="6818" y="2832"/>
                  </a:lnTo>
                  <a:cubicBezTo>
                    <a:pt x="6793" y="2807"/>
                    <a:pt x="6793" y="2782"/>
                    <a:pt x="6818" y="2757"/>
                  </a:cubicBezTo>
                  <a:lnTo>
                    <a:pt x="7269" y="2507"/>
                  </a:lnTo>
                  <a:cubicBezTo>
                    <a:pt x="7281" y="2494"/>
                    <a:pt x="7306" y="2488"/>
                    <a:pt x="7331" y="2488"/>
                  </a:cubicBezTo>
                  <a:close/>
                  <a:moveTo>
                    <a:pt x="8672" y="2657"/>
                  </a:moveTo>
                  <a:lnTo>
                    <a:pt x="9249" y="3008"/>
                  </a:lnTo>
                  <a:cubicBezTo>
                    <a:pt x="9274" y="3008"/>
                    <a:pt x="9274" y="3033"/>
                    <a:pt x="9249" y="3058"/>
                  </a:cubicBezTo>
                  <a:lnTo>
                    <a:pt x="9023" y="3183"/>
                  </a:lnTo>
                  <a:cubicBezTo>
                    <a:pt x="9011" y="3196"/>
                    <a:pt x="8998" y="3202"/>
                    <a:pt x="8986" y="3202"/>
                  </a:cubicBezTo>
                  <a:cubicBezTo>
                    <a:pt x="8973" y="3202"/>
                    <a:pt x="8960" y="3196"/>
                    <a:pt x="8948" y="3183"/>
                  </a:cubicBezTo>
                  <a:lnTo>
                    <a:pt x="8371" y="2857"/>
                  </a:lnTo>
                  <a:cubicBezTo>
                    <a:pt x="8346" y="2832"/>
                    <a:pt x="8346" y="2807"/>
                    <a:pt x="8371" y="2807"/>
                  </a:cubicBezTo>
                  <a:lnTo>
                    <a:pt x="8597" y="2657"/>
                  </a:lnTo>
                  <a:close/>
                  <a:moveTo>
                    <a:pt x="1908" y="2814"/>
                  </a:moveTo>
                  <a:cubicBezTo>
                    <a:pt x="1930" y="2814"/>
                    <a:pt x="1955" y="2820"/>
                    <a:pt x="1980" y="2832"/>
                  </a:cubicBezTo>
                  <a:lnTo>
                    <a:pt x="2507" y="3133"/>
                  </a:lnTo>
                  <a:cubicBezTo>
                    <a:pt x="2557" y="3158"/>
                    <a:pt x="2557" y="3183"/>
                    <a:pt x="2507" y="3208"/>
                  </a:cubicBezTo>
                  <a:lnTo>
                    <a:pt x="2081" y="3484"/>
                  </a:lnTo>
                  <a:lnTo>
                    <a:pt x="1930" y="3484"/>
                  </a:lnTo>
                  <a:lnTo>
                    <a:pt x="1404" y="3158"/>
                  </a:lnTo>
                  <a:cubicBezTo>
                    <a:pt x="1354" y="3133"/>
                    <a:pt x="1354" y="3108"/>
                    <a:pt x="1404" y="3083"/>
                  </a:cubicBezTo>
                  <a:lnTo>
                    <a:pt x="1855" y="2832"/>
                  </a:lnTo>
                  <a:cubicBezTo>
                    <a:pt x="1868" y="2820"/>
                    <a:pt x="1886" y="2814"/>
                    <a:pt x="1908" y="2814"/>
                  </a:cubicBezTo>
                  <a:close/>
                  <a:moveTo>
                    <a:pt x="3462" y="2839"/>
                  </a:moveTo>
                  <a:cubicBezTo>
                    <a:pt x="3484" y="2839"/>
                    <a:pt x="3509" y="2845"/>
                    <a:pt x="3534" y="2857"/>
                  </a:cubicBezTo>
                  <a:lnTo>
                    <a:pt x="4086" y="3183"/>
                  </a:lnTo>
                  <a:cubicBezTo>
                    <a:pt x="4111" y="3183"/>
                    <a:pt x="4111" y="3233"/>
                    <a:pt x="4086" y="3258"/>
                  </a:cubicBezTo>
                  <a:lnTo>
                    <a:pt x="3635" y="3509"/>
                  </a:lnTo>
                  <a:cubicBezTo>
                    <a:pt x="3610" y="3522"/>
                    <a:pt x="3584" y="3528"/>
                    <a:pt x="3563" y="3528"/>
                  </a:cubicBezTo>
                  <a:cubicBezTo>
                    <a:pt x="3541" y="3528"/>
                    <a:pt x="3522" y="3522"/>
                    <a:pt x="3509" y="3509"/>
                  </a:cubicBezTo>
                  <a:lnTo>
                    <a:pt x="2958" y="3183"/>
                  </a:lnTo>
                  <a:cubicBezTo>
                    <a:pt x="2933" y="3183"/>
                    <a:pt x="2933" y="3133"/>
                    <a:pt x="2958" y="3108"/>
                  </a:cubicBezTo>
                  <a:lnTo>
                    <a:pt x="3409" y="2857"/>
                  </a:lnTo>
                  <a:cubicBezTo>
                    <a:pt x="3422" y="2845"/>
                    <a:pt x="3440" y="2839"/>
                    <a:pt x="3462" y="2839"/>
                  </a:cubicBezTo>
                  <a:close/>
                  <a:moveTo>
                    <a:pt x="5026" y="2889"/>
                  </a:moveTo>
                  <a:cubicBezTo>
                    <a:pt x="5051" y="2889"/>
                    <a:pt x="5076" y="2895"/>
                    <a:pt x="5088" y="2908"/>
                  </a:cubicBezTo>
                  <a:lnTo>
                    <a:pt x="5640" y="3208"/>
                  </a:lnTo>
                  <a:cubicBezTo>
                    <a:pt x="5665" y="3233"/>
                    <a:pt x="5665" y="3258"/>
                    <a:pt x="5640" y="3283"/>
                  </a:cubicBezTo>
                  <a:lnTo>
                    <a:pt x="5189" y="3534"/>
                  </a:lnTo>
                  <a:cubicBezTo>
                    <a:pt x="5176" y="3547"/>
                    <a:pt x="5151" y="3553"/>
                    <a:pt x="5126" y="3553"/>
                  </a:cubicBezTo>
                  <a:cubicBezTo>
                    <a:pt x="5101" y="3553"/>
                    <a:pt x="5076" y="3547"/>
                    <a:pt x="5063" y="3534"/>
                  </a:cubicBezTo>
                  <a:lnTo>
                    <a:pt x="4512" y="3233"/>
                  </a:lnTo>
                  <a:cubicBezTo>
                    <a:pt x="4487" y="3208"/>
                    <a:pt x="4487" y="3183"/>
                    <a:pt x="4512" y="3158"/>
                  </a:cubicBezTo>
                  <a:lnTo>
                    <a:pt x="4963" y="2908"/>
                  </a:lnTo>
                  <a:cubicBezTo>
                    <a:pt x="4975" y="2895"/>
                    <a:pt x="5001" y="2889"/>
                    <a:pt x="5026" y="2889"/>
                  </a:cubicBezTo>
                  <a:close/>
                  <a:moveTo>
                    <a:pt x="6579" y="2914"/>
                  </a:moveTo>
                  <a:cubicBezTo>
                    <a:pt x="6605" y="2914"/>
                    <a:pt x="6630" y="2920"/>
                    <a:pt x="6642" y="2933"/>
                  </a:cubicBezTo>
                  <a:lnTo>
                    <a:pt x="7194" y="3233"/>
                  </a:lnTo>
                  <a:cubicBezTo>
                    <a:pt x="7219" y="3258"/>
                    <a:pt x="7219" y="3309"/>
                    <a:pt x="7194" y="3309"/>
                  </a:cubicBezTo>
                  <a:lnTo>
                    <a:pt x="6742" y="3584"/>
                  </a:lnTo>
                  <a:lnTo>
                    <a:pt x="6617" y="3584"/>
                  </a:lnTo>
                  <a:lnTo>
                    <a:pt x="6066" y="3258"/>
                  </a:lnTo>
                  <a:cubicBezTo>
                    <a:pt x="6041" y="3233"/>
                    <a:pt x="6041" y="3208"/>
                    <a:pt x="6066" y="3183"/>
                  </a:cubicBezTo>
                  <a:lnTo>
                    <a:pt x="6517" y="2933"/>
                  </a:lnTo>
                  <a:cubicBezTo>
                    <a:pt x="6529" y="2920"/>
                    <a:pt x="6554" y="2914"/>
                    <a:pt x="6579" y="2914"/>
                  </a:cubicBezTo>
                  <a:close/>
                  <a:moveTo>
                    <a:pt x="8143" y="2939"/>
                  </a:moveTo>
                  <a:cubicBezTo>
                    <a:pt x="8165" y="2939"/>
                    <a:pt x="8184" y="2945"/>
                    <a:pt x="8196" y="2958"/>
                  </a:cubicBezTo>
                  <a:lnTo>
                    <a:pt x="8747" y="3283"/>
                  </a:lnTo>
                  <a:cubicBezTo>
                    <a:pt x="8772" y="3309"/>
                    <a:pt x="8772" y="3334"/>
                    <a:pt x="8747" y="3359"/>
                  </a:cubicBezTo>
                  <a:lnTo>
                    <a:pt x="8296" y="3609"/>
                  </a:lnTo>
                  <a:cubicBezTo>
                    <a:pt x="8284" y="3622"/>
                    <a:pt x="8265" y="3628"/>
                    <a:pt x="8243" y="3628"/>
                  </a:cubicBezTo>
                  <a:cubicBezTo>
                    <a:pt x="8221" y="3628"/>
                    <a:pt x="8196" y="3622"/>
                    <a:pt x="8171" y="3609"/>
                  </a:cubicBezTo>
                  <a:lnTo>
                    <a:pt x="7645" y="3283"/>
                  </a:lnTo>
                  <a:cubicBezTo>
                    <a:pt x="7595" y="3283"/>
                    <a:pt x="7595" y="3233"/>
                    <a:pt x="7645" y="3208"/>
                  </a:cubicBezTo>
                  <a:lnTo>
                    <a:pt x="8071" y="2958"/>
                  </a:lnTo>
                  <a:cubicBezTo>
                    <a:pt x="8096" y="2945"/>
                    <a:pt x="8121" y="2939"/>
                    <a:pt x="8143" y="2939"/>
                  </a:cubicBezTo>
                  <a:close/>
                  <a:moveTo>
                    <a:pt x="9449" y="3114"/>
                  </a:moveTo>
                  <a:cubicBezTo>
                    <a:pt x="9468" y="3114"/>
                    <a:pt x="9487" y="3121"/>
                    <a:pt x="9499" y="3133"/>
                  </a:cubicBezTo>
                  <a:lnTo>
                    <a:pt x="10076" y="3459"/>
                  </a:lnTo>
                  <a:cubicBezTo>
                    <a:pt x="10101" y="3484"/>
                    <a:pt x="10101" y="3509"/>
                    <a:pt x="10076" y="3534"/>
                  </a:cubicBezTo>
                  <a:lnTo>
                    <a:pt x="9850" y="3659"/>
                  </a:lnTo>
                  <a:lnTo>
                    <a:pt x="9750" y="3659"/>
                  </a:lnTo>
                  <a:lnTo>
                    <a:pt x="9173" y="3309"/>
                  </a:lnTo>
                  <a:cubicBezTo>
                    <a:pt x="9148" y="3309"/>
                    <a:pt x="9148" y="3283"/>
                    <a:pt x="9173" y="3258"/>
                  </a:cubicBezTo>
                  <a:lnTo>
                    <a:pt x="9399" y="3133"/>
                  </a:lnTo>
                  <a:cubicBezTo>
                    <a:pt x="9412" y="3121"/>
                    <a:pt x="9430" y="3114"/>
                    <a:pt x="9449" y="3114"/>
                  </a:cubicBezTo>
                  <a:close/>
                  <a:moveTo>
                    <a:pt x="2782" y="3283"/>
                  </a:moveTo>
                  <a:lnTo>
                    <a:pt x="3334" y="3609"/>
                  </a:lnTo>
                  <a:cubicBezTo>
                    <a:pt x="3359" y="3634"/>
                    <a:pt x="3359" y="3659"/>
                    <a:pt x="3334" y="3684"/>
                  </a:cubicBezTo>
                  <a:lnTo>
                    <a:pt x="2883" y="3935"/>
                  </a:lnTo>
                  <a:cubicBezTo>
                    <a:pt x="2870" y="3948"/>
                    <a:pt x="2845" y="3954"/>
                    <a:pt x="2820" y="3954"/>
                  </a:cubicBezTo>
                  <a:cubicBezTo>
                    <a:pt x="2795" y="3954"/>
                    <a:pt x="2770" y="3948"/>
                    <a:pt x="2757" y="3935"/>
                  </a:cubicBezTo>
                  <a:lnTo>
                    <a:pt x="2206" y="3634"/>
                  </a:lnTo>
                  <a:cubicBezTo>
                    <a:pt x="2181" y="3609"/>
                    <a:pt x="2181" y="3584"/>
                    <a:pt x="2206" y="3559"/>
                  </a:cubicBezTo>
                  <a:lnTo>
                    <a:pt x="2657" y="3309"/>
                  </a:lnTo>
                  <a:cubicBezTo>
                    <a:pt x="2682" y="3283"/>
                    <a:pt x="2757" y="3283"/>
                    <a:pt x="2782" y="3283"/>
                  </a:cubicBezTo>
                  <a:close/>
                  <a:moveTo>
                    <a:pt x="4274" y="3315"/>
                  </a:moveTo>
                  <a:cubicBezTo>
                    <a:pt x="4299" y="3315"/>
                    <a:pt x="4324" y="3321"/>
                    <a:pt x="4336" y="3334"/>
                  </a:cubicBezTo>
                  <a:lnTo>
                    <a:pt x="4888" y="3634"/>
                  </a:lnTo>
                  <a:cubicBezTo>
                    <a:pt x="4913" y="3659"/>
                    <a:pt x="4913" y="3684"/>
                    <a:pt x="4888" y="3710"/>
                  </a:cubicBezTo>
                  <a:lnTo>
                    <a:pt x="4437" y="3985"/>
                  </a:lnTo>
                  <a:lnTo>
                    <a:pt x="4311" y="3985"/>
                  </a:lnTo>
                  <a:lnTo>
                    <a:pt x="3760" y="3659"/>
                  </a:lnTo>
                  <a:cubicBezTo>
                    <a:pt x="3735" y="3634"/>
                    <a:pt x="3735" y="3609"/>
                    <a:pt x="3760" y="3584"/>
                  </a:cubicBezTo>
                  <a:lnTo>
                    <a:pt x="4211" y="3334"/>
                  </a:lnTo>
                  <a:cubicBezTo>
                    <a:pt x="4224" y="3321"/>
                    <a:pt x="4249" y="3315"/>
                    <a:pt x="4274" y="3315"/>
                  </a:cubicBezTo>
                  <a:close/>
                  <a:moveTo>
                    <a:pt x="5837" y="3340"/>
                  </a:moveTo>
                  <a:cubicBezTo>
                    <a:pt x="5859" y="3340"/>
                    <a:pt x="5878" y="3346"/>
                    <a:pt x="5890" y="3359"/>
                  </a:cubicBezTo>
                  <a:lnTo>
                    <a:pt x="6442" y="3684"/>
                  </a:lnTo>
                  <a:cubicBezTo>
                    <a:pt x="6467" y="3684"/>
                    <a:pt x="6467" y="3735"/>
                    <a:pt x="6442" y="3760"/>
                  </a:cubicBezTo>
                  <a:lnTo>
                    <a:pt x="5991" y="4010"/>
                  </a:lnTo>
                  <a:cubicBezTo>
                    <a:pt x="5978" y="4023"/>
                    <a:pt x="5959" y="4029"/>
                    <a:pt x="5937" y="4029"/>
                  </a:cubicBezTo>
                  <a:cubicBezTo>
                    <a:pt x="5915" y="4029"/>
                    <a:pt x="5890" y="4023"/>
                    <a:pt x="5865" y="4010"/>
                  </a:cubicBezTo>
                  <a:lnTo>
                    <a:pt x="5339" y="3684"/>
                  </a:lnTo>
                  <a:cubicBezTo>
                    <a:pt x="5289" y="3684"/>
                    <a:pt x="5289" y="3634"/>
                    <a:pt x="5339" y="3609"/>
                  </a:cubicBezTo>
                  <a:lnTo>
                    <a:pt x="5765" y="3359"/>
                  </a:lnTo>
                  <a:cubicBezTo>
                    <a:pt x="5790" y="3346"/>
                    <a:pt x="5815" y="3340"/>
                    <a:pt x="5837" y="3340"/>
                  </a:cubicBezTo>
                  <a:close/>
                  <a:moveTo>
                    <a:pt x="7394" y="3390"/>
                  </a:moveTo>
                  <a:cubicBezTo>
                    <a:pt x="7419" y="3390"/>
                    <a:pt x="7444" y="3396"/>
                    <a:pt x="7469" y="3409"/>
                  </a:cubicBezTo>
                  <a:lnTo>
                    <a:pt x="7996" y="3710"/>
                  </a:lnTo>
                  <a:cubicBezTo>
                    <a:pt x="8046" y="3735"/>
                    <a:pt x="8046" y="3760"/>
                    <a:pt x="7996" y="3785"/>
                  </a:cubicBezTo>
                  <a:lnTo>
                    <a:pt x="7544" y="4035"/>
                  </a:lnTo>
                  <a:cubicBezTo>
                    <a:pt x="7532" y="4048"/>
                    <a:pt x="7513" y="4054"/>
                    <a:pt x="7491" y="4054"/>
                  </a:cubicBezTo>
                  <a:cubicBezTo>
                    <a:pt x="7469" y="4054"/>
                    <a:pt x="7444" y="4048"/>
                    <a:pt x="7419" y="4035"/>
                  </a:cubicBezTo>
                  <a:lnTo>
                    <a:pt x="6893" y="3735"/>
                  </a:lnTo>
                  <a:cubicBezTo>
                    <a:pt x="6843" y="3710"/>
                    <a:pt x="6843" y="3684"/>
                    <a:pt x="6893" y="3659"/>
                  </a:cubicBezTo>
                  <a:lnTo>
                    <a:pt x="7319" y="3409"/>
                  </a:lnTo>
                  <a:cubicBezTo>
                    <a:pt x="7344" y="3396"/>
                    <a:pt x="7369" y="3390"/>
                    <a:pt x="7394" y="3390"/>
                  </a:cubicBezTo>
                  <a:close/>
                  <a:moveTo>
                    <a:pt x="8951" y="3415"/>
                  </a:moveTo>
                  <a:cubicBezTo>
                    <a:pt x="8973" y="3415"/>
                    <a:pt x="8998" y="3421"/>
                    <a:pt x="9023" y="3434"/>
                  </a:cubicBezTo>
                  <a:lnTo>
                    <a:pt x="9549" y="3735"/>
                  </a:lnTo>
                  <a:cubicBezTo>
                    <a:pt x="9600" y="3760"/>
                    <a:pt x="9600" y="3810"/>
                    <a:pt x="9549" y="3810"/>
                  </a:cubicBezTo>
                  <a:lnTo>
                    <a:pt x="9123" y="4085"/>
                  </a:lnTo>
                  <a:lnTo>
                    <a:pt x="8998" y="4085"/>
                  </a:lnTo>
                  <a:lnTo>
                    <a:pt x="8447" y="3760"/>
                  </a:lnTo>
                  <a:cubicBezTo>
                    <a:pt x="8397" y="3735"/>
                    <a:pt x="8397" y="3710"/>
                    <a:pt x="8447" y="3684"/>
                  </a:cubicBezTo>
                  <a:lnTo>
                    <a:pt x="8898" y="3434"/>
                  </a:lnTo>
                  <a:cubicBezTo>
                    <a:pt x="8910" y="3421"/>
                    <a:pt x="8929" y="3415"/>
                    <a:pt x="8951" y="3415"/>
                  </a:cubicBezTo>
                  <a:close/>
                  <a:moveTo>
                    <a:pt x="10251" y="3590"/>
                  </a:moveTo>
                  <a:cubicBezTo>
                    <a:pt x="10270" y="3590"/>
                    <a:pt x="10289" y="3597"/>
                    <a:pt x="10301" y="3609"/>
                  </a:cubicBezTo>
                  <a:lnTo>
                    <a:pt x="10878" y="3935"/>
                  </a:lnTo>
                  <a:cubicBezTo>
                    <a:pt x="10903" y="3960"/>
                    <a:pt x="10903" y="3985"/>
                    <a:pt x="10878" y="3985"/>
                  </a:cubicBezTo>
                  <a:lnTo>
                    <a:pt x="10652" y="4111"/>
                  </a:lnTo>
                  <a:cubicBezTo>
                    <a:pt x="10640" y="4123"/>
                    <a:pt x="10621" y="4129"/>
                    <a:pt x="10602" y="4129"/>
                  </a:cubicBezTo>
                  <a:cubicBezTo>
                    <a:pt x="10583" y="4129"/>
                    <a:pt x="10564" y="4123"/>
                    <a:pt x="10552" y="4111"/>
                  </a:cubicBezTo>
                  <a:lnTo>
                    <a:pt x="9976" y="3785"/>
                  </a:lnTo>
                  <a:cubicBezTo>
                    <a:pt x="9950" y="3785"/>
                    <a:pt x="9950" y="3760"/>
                    <a:pt x="9976" y="3735"/>
                  </a:cubicBezTo>
                  <a:lnTo>
                    <a:pt x="10201" y="3609"/>
                  </a:lnTo>
                  <a:cubicBezTo>
                    <a:pt x="10214" y="3597"/>
                    <a:pt x="10232" y="3590"/>
                    <a:pt x="10251" y="3590"/>
                  </a:cubicBezTo>
                  <a:close/>
                  <a:moveTo>
                    <a:pt x="3531" y="3741"/>
                  </a:moveTo>
                  <a:cubicBezTo>
                    <a:pt x="3553" y="3741"/>
                    <a:pt x="3572" y="3747"/>
                    <a:pt x="3584" y="3760"/>
                  </a:cubicBezTo>
                  <a:lnTo>
                    <a:pt x="4136" y="4085"/>
                  </a:lnTo>
                  <a:cubicBezTo>
                    <a:pt x="4161" y="4085"/>
                    <a:pt x="4161" y="4136"/>
                    <a:pt x="4136" y="4161"/>
                  </a:cubicBezTo>
                  <a:lnTo>
                    <a:pt x="3685" y="4411"/>
                  </a:lnTo>
                  <a:cubicBezTo>
                    <a:pt x="3672" y="4424"/>
                    <a:pt x="3653" y="4430"/>
                    <a:pt x="3631" y="4430"/>
                  </a:cubicBezTo>
                  <a:cubicBezTo>
                    <a:pt x="3610" y="4430"/>
                    <a:pt x="3584" y="4424"/>
                    <a:pt x="3559" y="4411"/>
                  </a:cubicBezTo>
                  <a:lnTo>
                    <a:pt x="3033" y="4085"/>
                  </a:lnTo>
                  <a:cubicBezTo>
                    <a:pt x="2983" y="4085"/>
                    <a:pt x="2983" y="4035"/>
                    <a:pt x="3033" y="4010"/>
                  </a:cubicBezTo>
                  <a:lnTo>
                    <a:pt x="3459" y="3760"/>
                  </a:lnTo>
                  <a:cubicBezTo>
                    <a:pt x="3484" y="3747"/>
                    <a:pt x="3509" y="3741"/>
                    <a:pt x="3531" y="3741"/>
                  </a:cubicBezTo>
                  <a:close/>
                  <a:moveTo>
                    <a:pt x="5088" y="3791"/>
                  </a:moveTo>
                  <a:cubicBezTo>
                    <a:pt x="5113" y="3791"/>
                    <a:pt x="5138" y="3797"/>
                    <a:pt x="5163" y="3810"/>
                  </a:cubicBezTo>
                  <a:lnTo>
                    <a:pt x="5690" y="4111"/>
                  </a:lnTo>
                  <a:cubicBezTo>
                    <a:pt x="5740" y="4136"/>
                    <a:pt x="5740" y="4161"/>
                    <a:pt x="5690" y="4186"/>
                  </a:cubicBezTo>
                  <a:lnTo>
                    <a:pt x="5264" y="4436"/>
                  </a:lnTo>
                  <a:cubicBezTo>
                    <a:pt x="5239" y="4449"/>
                    <a:pt x="5214" y="4455"/>
                    <a:pt x="5189" y="4455"/>
                  </a:cubicBezTo>
                  <a:cubicBezTo>
                    <a:pt x="5163" y="4455"/>
                    <a:pt x="5138" y="4449"/>
                    <a:pt x="5113" y="4436"/>
                  </a:cubicBezTo>
                  <a:lnTo>
                    <a:pt x="4587" y="4136"/>
                  </a:lnTo>
                  <a:cubicBezTo>
                    <a:pt x="4537" y="4111"/>
                    <a:pt x="4537" y="4085"/>
                    <a:pt x="4587" y="4060"/>
                  </a:cubicBezTo>
                  <a:lnTo>
                    <a:pt x="5013" y="3810"/>
                  </a:lnTo>
                  <a:cubicBezTo>
                    <a:pt x="5038" y="3797"/>
                    <a:pt x="5063" y="3791"/>
                    <a:pt x="5088" y="3791"/>
                  </a:cubicBezTo>
                  <a:close/>
                  <a:moveTo>
                    <a:pt x="6645" y="3816"/>
                  </a:moveTo>
                  <a:cubicBezTo>
                    <a:pt x="6667" y="3816"/>
                    <a:pt x="6692" y="3822"/>
                    <a:pt x="6717" y="3835"/>
                  </a:cubicBezTo>
                  <a:lnTo>
                    <a:pt x="7244" y="4136"/>
                  </a:lnTo>
                  <a:cubicBezTo>
                    <a:pt x="7294" y="4161"/>
                    <a:pt x="7294" y="4211"/>
                    <a:pt x="7244" y="4211"/>
                  </a:cubicBezTo>
                  <a:lnTo>
                    <a:pt x="6818" y="4486"/>
                  </a:lnTo>
                  <a:lnTo>
                    <a:pt x="6692" y="4486"/>
                  </a:lnTo>
                  <a:lnTo>
                    <a:pt x="6141" y="4161"/>
                  </a:lnTo>
                  <a:cubicBezTo>
                    <a:pt x="6091" y="4136"/>
                    <a:pt x="6091" y="4111"/>
                    <a:pt x="6141" y="4085"/>
                  </a:cubicBezTo>
                  <a:lnTo>
                    <a:pt x="6592" y="3835"/>
                  </a:lnTo>
                  <a:cubicBezTo>
                    <a:pt x="6605" y="3822"/>
                    <a:pt x="6623" y="3816"/>
                    <a:pt x="6645" y="3816"/>
                  </a:cubicBezTo>
                  <a:close/>
                  <a:moveTo>
                    <a:pt x="8199" y="3841"/>
                  </a:moveTo>
                  <a:cubicBezTo>
                    <a:pt x="8221" y="3841"/>
                    <a:pt x="8246" y="3847"/>
                    <a:pt x="8271" y="3860"/>
                  </a:cubicBezTo>
                  <a:lnTo>
                    <a:pt x="8823" y="4186"/>
                  </a:lnTo>
                  <a:cubicBezTo>
                    <a:pt x="8848" y="4211"/>
                    <a:pt x="8848" y="4236"/>
                    <a:pt x="8823" y="4261"/>
                  </a:cubicBezTo>
                  <a:lnTo>
                    <a:pt x="8371" y="4512"/>
                  </a:lnTo>
                  <a:cubicBezTo>
                    <a:pt x="8346" y="4524"/>
                    <a:pt x="8321" y="4530"/>
                    <a:pt x="8299" y="4530"/>
                  </a:cubicBezTo>
                  <a:cubicBezTo>
                    <a:pt x="8277" y="4530"/>
                    <a:pt x="8259" y="4524"/>
                    <a:pt x="8246" y="4512"/>
                  </a:cubicBezTo>
                  <a:lnTo>
                    <a:pt x="7695" y="4186"/>
                  </a:lnTo>
                  <a:cubicBezTo>
                    <a:pt x="7670" y="4186"/>
                    <a:pt x="7670" y="4136"/>
                    <a:pt x="7695" y="4136"/>
                  </a:cubicBezTo>
                  <a:lnTo>
                    <a:pt x="8146" y="3860"/>
                  </a:lnTo>
                  <a:cubicBezTo>
                    <a:pt x="8158" y="3847"/>
                    <a:pt x="8177" y="3841"/>
                    <a:pt x="8199" y="3841"/>
                  </a:cubicBezTo>
                  <a:close/>
                  <a:moveTo>
                    <a:pt x="9762" y="3891"/>
                  </a:moveTo>
                  <a:cubicBezTo>
                    <a:pt x="9788" y="3891"/>
                    <a:pt x="9813" y="3898"/>
                    <a:pt x="9825" y="3910"/>
                  </a:cubicBezTo>
                  <a:lnTo>
                    <a:pt x="10377" y="4211"/>
                  </a:lnTo>
                  <a:cubicBezTo>
                    <a:pt x="10402" y="4236"/>
                    <a:pt x="10402" y="4261"/>
                    <a:pt x="10377" y="4286"/>
                  </a:cubicBezTo>
                  <a:lnTo>
                    <a:pt x="9925" y="4537"/>
                  </a:lnTo>
                  <a:cubicBezTo>
                    <a:pt x="9913" y="4549"/>
                    <a:pt x="9888" y="4555"/>
                    <a:pt x="9863" y="4555"/>
                  </a:cubicBezTo>
                  <a:cubicBezTo>
                    <a:pt x="9838" y="4555"/>
                    <a:pt x="9813" y="4549"/>
                    <a:pt x="9800" y="4537"/>
                  </a:cubicBezTo>
                  <a:lnTo>
                    <a:pt x="9249" y="4236"/>
                  </a:lnTo>
                  <a:cubicBezTo>
                    <a:pt x="9224" y="4211"/>
                    <a:pt x="9224" y="4186"/>
                    <a:pt x="9249" y="4161"/>
                  </a:cubicBezTo>
                  <a:lnTo>
                    <a:pt x="9700" y="3910"/>
                  </a:lnTo>
                  <a:cubicBezTo>
                    <a:pt x="9712" y="3898"/>
                    <a:pt x="9737" y="3891"/>
                    <a:pt x="9762" y="3891"/>
                  </a:cubicBezTo>
                  <a:close/>
                  <a:moveTo>
                    <a:pt x="11103" y="4060"/>
                  </a:moveTo>
                  <a:lnTo>
                    <a:pt x="11680" y="4411"/>
                  </a:lnTo>
                  <a:cubicBezTo>
                    <a:pt x="11705" y="4411"/>
                    <a:pt x="11705" y="4436"/>
                    <a:pt x="11680" y="4461"/>
                  </a:cubicBezTo>
                  <a:lnTo>
                    <a:pt x="11479" y="4587"/>
                  </a:lnTo>
                  <a:cubicBezTo>
                    <a:pt x="11454" y="4599"/>
                    <a:pt x="11435" y="4606"/>
                    <a:pt x="11420" y="4606"/>
                  </a:cubicBezTo>
                  <a:cubicBezTo>
                    <a:pt x="11404" y="4606"/>
                    <a:pt x="11392" y="4599"/>
                    <a:pt x="11379" y="4587"/>
                  </a:cubicBezTo>
                  <a:lnTo>
                    <a:pt x="10803" y="4261"/>
                  </a:lnTo>
                  <a:cubicBezTo>
                    <a:pt x="10778" y="4236"/>
                    <a:pt x="10778" y="4211"/>
                    <a:pt x="10803" y="4211"/>
                  </a:cubicBezTo>
                  <a:lnTo>
                    <a:pt x="11028" y="4060"/>
                  </a:lnTo>
                  <a:close/>
                  <a:moveTo>
                    <a:pt x="5893" y="4242"/>
                  </a:moveTo>
                  <a:cubicBezTo>
                    <a:pt x="5915" y="4242"/>
                    <a:pt x="5940" y="4248"/>
                    <a:pt x="5965" y="4261"/>
                  </a:cubicBezTo>
                  <a:lnTo>
                    <a:pt x="6517" y="4587"/>
                  </a:lnTo>
                  <a:cubicBezTo>
                    <a:pt x="6542" y="4612"/>
                    <a:pt x="6542" y="4637"/>
                    <a:pt x="6517" y="4662"/>
                  </a:cubicBezTo>
                  <a:lnTo>
                    <a:pt x="6066" y="4913"/>
                  </a:lnTo>
                  <a:cubicBezTo>
                    <a:pt x="6041" y="4925"/>
                    <a:pt x="6016" y="4931"/>
                    <a:pt x="5994" y="4931"/>
                  </a:cubicBezTo>
                  <a:cubicBezTo>
                    <a:pt x="5972" y="4931"/>
                    <a:pt x="5953" y="4925"/>
                    <a:pt x="5940" y="4913"/>
                  </a:cubicBezTo>
                  <a:lnTo>
                    <a:pt x="5389" y="4587"/>
                  </a:lnTo>
                  <a:cubicBezTo>
                    <a:pt x="5364" y="4587"/>
                    <a:pt x="5364" y="4537"/>
                    <a:pt x="5389" y="4512"/>
                  </a:cubicBezTo>
                  <a:lnTo>
                    <a:pt x="5840" y="4261"/>
                  </a:lnTo>
                  <a:cubicBezTo>
                    <a:pt x="5853" y="4248"/>
                    <a:pt x="5871" y="4242"/>
                    <a:pt x="5893" y="4242"/>
                  </a:cubicBezTo>
                  <a:close/>
                  <a:moveTo>
                    <a:pt x="7457" y="4292"/>
                  </a:moveTo>
                  <a:cubicBezTo>
                    <a:pt x="7482" y="4292"/>
                    <a:pt x="7507" y="4299"/>
                    <a:pt x="7519" y="4311"/>
                  </a:cubicBezTo>
                  <a:lnTo>
                    <a:pt x="8071" y="4612"/>
                  </a:lnTo>
                  <a:cubicBezTo>
                    <a:pt x="8096" y="4637"/>
                    <a:pt x="8096" y="4662"/>
                    <a:pt x="8071" y="4687"/>
                  </a:cubicBezTo>
                  <a:lnTo>
                    <a:pt x="7620" y="4938"/>
                  </a:lnTo>
                  <a:cubicBezTo>
                    <a:pt x="7607" y="4950"/>
                    <a:pt x="7582" y="4956"/>
                    <a:pt x="7557" y="4956"/>
                  </a:cubicBezTo>
                  <a:cubicBezTo>
                    <a:pt x="7532" y="4956"/>
                    <a:pt x="7507" y="4950"/>
                    <a:pt x="7494" y="4938"/>
                  </a:cubicBezTo>
                  <a:lnTo>
                    <a:pt x="6943" y="4637"/>
                  </a:lnTo>
                  <a:cubicBezTo>
                    <a:pt x="6918" y="4612"/>
                    <a:pt x="6918" y="4587"/>
                    <a:pt x="6943" y="4562"/>
                  </a:cubicBezTo>
                  <a:lnTo>
                    <a:pt x="7394" y="4311"/>
                  </a:lnTo>
                  <a:cubicBezTo>
                    <a:pt x="7407" y="4299"/>
                    <a:pt x="7432" y="4292"/>
                    <a:pt x="7457" y="4292"/>
                  </a:cubicBezTo>
                  <a:close/>
                  <a:moveTo>
                    <a:pt x="9020" y="4317"/>
                  </a:moveTo>
                  <a:cubicBezTo>
                    <a:pt x="9042" y="4317"/>
                    <a:pt x="9061" y="4324"/>
                    <a:pt x="9073" y="4336"/>
                  </a:cubicBezTo>
                  <a:lnTo>
                    <a:pt x="9625" y="4637"/>
                  </a:lnTo>
                  <a:cubicBezTo>
                    <a:pt x="9650" y="4662"/>
                    <a:pt x="9650" y="4712"/>
                    <a:pt x="9625" y="4712"/>
                  </a:cubicBezTo>
                  <a:lnTo>
                    <a:pt x="9173" y="4988"/>
                  </a:lnTo>
                  <a:lnTo>
                    <a:pt x="9048" y="4988"/>
                  </a:lnTo>
                  <a:lnTo>
                    <a:pt x="8497" y="4662"/>
                  </a:lnTo>
                  <a:cubicBezTo>
                    <a:pt x="8472" y="4637"/>
                    <a:pt x="8472" y="4612"/>
                    <a:pt x="8497" y="4587"/>
                  </a:cubicBezTo>
                  <a:lnTo>
                    <a:pt x="8948" y="4336"/>
                  </a:lnTo>
                  <a:cubicBezTo>
                    <a:pt x="8973" y="4324"/>
                    <a:pt x="8998" y="4317"/>
                    <a:pt x="9020" y="4317"/>
                  </a:cubicBezTo>
                  <a:close/>
                  <a:moveTo>
                    <a:pt x="10574" y="4342"/>
                  </a:moveTo>
                  <a:cubicBezTo>
                    <a:pt x="10596" y="4342"/>
                    <a:pt x="10615" y="4349"/>
                    <a:pt x="10627" y="4361"/>
                  </a:cubicBezTo>
                  <a:lnTo>
                    <a:pt x="11179" y="4687"/>
                  </a:lnTo>
                  <a:cubicBezTo>
                    <a:pt x="11204" y="4712"/>
                    <a:pt x="11229" y="4737"/>
                    <a:pt x="11179" y="4762"/>
                  </a:cubicBezTo>
                  <a:lnTo>
                    <a:pt x="10727" y="5013"/>
                  </a:lnTo>
                  <a:cubicBezTo>
                    <a:pt x="10715" y="5025"/>
                    <a:pt x="10696" y="5032"/>
                    <a:pt x="10674" y="5032"/>
                  </a:cubicBezTo>
                  <a:cubicBezTo>
                    <a:pt x="10652" y="5032"/>
                    <a:pt x="10627" y="5025"/>
                    <a:pt x="10602" y="5013"/>
                  </a:cubicBezTo>
                  <a:lnTo>
                    <a:pt x="10076" y="4712"/>
                  </a:lnTo>
                  <a:cubicBezTo>
                    <a:pt x="10026" y="4687"/>
                    <a:pt x="10026" y="4637"/>
                    <a:pt x="10076" y="4637"/>
                  </a:cubicBezTo>
                  <a:lnTo>
                    <a:pt x="10502" y="4361"/>
                  </a:lnTo>
                  <a:cubicBezTo>
                    <a:pt x="10527" y="4349"/>
                    <a:pt x="10552" y="4342"/>
                    <a:pt x="10574" y="4342"/>
                  </a:cubicBezTo>
                  <a:close/>
                  <a:moveTo>
                    <a:pt x="11880" y="4518"/>
                  </a:moveTo>
                  <a:cubicBezTo>
                    <a:pt x="11899" y="4518"/>
                    <a:pt x="11918" y="4524"/>
                    <a:pt x="11930" y="4537"/>
                  </a:cubicBezTo>
                  <a:lnTo>
                    <a:pt x="12507" y="4862"/>
                  </a:lnTo>
                  <a:cubicBezTo>
                    <a:pt x="12532" y="4887"/>
                    <a:pt x="12532" y="4913"/>
                    <a:pt x="12507" y="4938"/>
                  </a:cubicBezTo>
                  <a:lnTo>
                    <a:pt x="12281" y="5063"/>
                  </a:lnTo>
                  <a:lnTo>
                    <a:pt x="12181" y="5063"/>
                  </a:lnTo>
                  <a:lnTo>
                    <a:pt x="11605" y="4712"/>
                  </a:lnTo>
                  <a:cubicBezTo>
                    <a:pt x="11580" y="4712"/>
                    <a:pt x="11580" y="4687"/>
                    <a:pt x="11605" y="4662"/>
                  </a:cubicBezTo>
                  <a:lnTo>
                    <a:pt x="11830" y="4537"/>
                  </a:lnTo>
                  <a:cubicBezTo>
                    <a:pt x="11843" y="4524"/>
                    <a:pt x="11861" y="4518"/>
                    <a:pt x="11880" y="4518"/>
                  </a:cubicBezTo>
                  <a:close/>
                  <a:moveTo>
                    <a:pt x="6714" y="4718"/>
                  </a:moveTo>
                  <a:cubicBezTo>
                    <a:pt x="6736" y="4718"/>
                    <a:pt x="6755" y="4725"/>
                    <a:pt x="6767" y="4737"/>
                  </a:cubicBezTo>
                  <a:lnTo>
                    <a:pt x="7319" y="5038"/>
                  </a:lnTo>
                  <a:cubicBezTo>
                    <a:pt x="7344" y="5063"/>
                    <a:pt x="7344" y="5113"/>
                    <a:pt x="7319" y="5113"/>
                  </a:cubicBezTo>
                  <a:lnTo>
                    <a:pt x="6868" y="5389"/>
                  </a:lnTo>
                  <a:lnTo>
                    <a:pt x="6742" y="5389"/>
                  </a:lnTo>
                  <a:lnTo>
                    <a:pt x="6191" y="5063"/>
                  </a:lnTo>
                  <a:cubicBezTo>
                    <a:pt x="6166" y="5038"/>
                    <a:pt x="6166" y="5013"/>
                    <a:pt x="6191" y="4988"/>
                  </a:cubicBezTo>
                  <a:lnTo>
                    <a:pt x="6642" y="4737"/>
                  </a:lnTo>
                  <a:cubicBezTo>
                    <a:pt x="6667" y="4725"/>
                    <a:pt x="6692" y="4718"/>
                    <a:pt x="6714" y="4718"/>
                  </a:cubicBezTo>
                  <a:close/>
                  <a:moveTo>
                    <a:pt x="8259" y="4743"/>
                  </a:moveTo>
                  <a:cubicBezTo>
                    <a:pt x="8277" y="4743"/>
                    <a:pt x="8296" y="4750"/>
                    <a:pt x="8321" y="4762"/>
                  </a:cubicBezTo>
                  <a:lnTo>
                    <a:pt x="8873" y="5088"/>
                  </a:lnTo>
                  <a:cubicBezTo>
                    <a:pt x="8923" y="5113"/>
                    <a:pt x="8923" y="5138"/>
                    <a:pt x="8873" y="5163"/>
                  </a:cubicBezTo>
                  <a:lnTo>
                    <a:pt x="8422" y="5414"/>
                  </a:lnTo>
                  <a:cubicBezTo>
                    <a:pt x="8397" y="5426"/>
                    <a:pt x="8371" y="5433"/>
                    <a:pt x="8350" y="5433"/>
                  </a:cubicBezTo>
                  <a:cubicBezTo>
                    <a:pt x="8328" y="5433"/>
                    <a:pt x="8309" y="5426"/>
                    <a:pt x="8296" y="5414"/>
                  </a:cubicBezTo>
                  <a:lnTo>
                    <a:pt x="7770" y="5088"/>
                  </a:lnTo>
                  <a:cubicBezTo>
                    <a:pt x="7720" y="5088"/>
                    <a:pt x="7720" y="5038"/>
                    <a:pt x="7770" y="5013"/>
                  </a:cubicBezTo>
                  <a:lnTo>
                    <a:pt x="8196" y="4762"/>
                  </a:lnTo>
                  <a:cubicBezTo>
                    <a:pt x="8221" y="4750"/>
                    <a:pt x="8240" y="4743"/>
                    <a:pt x="8259" y="4743"/>
                  </a:cubicBezTo>
                  <a:close/>
                  <a:moveTo>
                    <a:pt x="9825" y="4794"/>
                  </a:moveTo>
                  <a:cubicBezTo>
                    <a:pt x="9850" y="4794"/>
                    <a:pt x="9875" y="4800"/>
                    <a:pt x="9900" y="4812"/>
                  </a:cubicBezTo>
                  <a:lnTo>
                    <a:pt x="10427" y="5113"/>
                  </a:lnTo>
                  <a:cubicBezTo>
                    <a:pt x="10477" y="5138"/>
                    <a:pt x="10477" y="5163"/>
                    <a:pt x="10427" y="5188"/>
                  </a:cubicBezTo>
                  <a:lnTo>
                    <a:pt x="10001" y="5439"/>
                  </a:lnTo>
                  <a:cubicBezTo>
                    <a:pt x="9976" y="5451"/>
                    <a:pt x="9950" y="5458"/>
                    <a:pt x="9925" y="5458"/>
                  </a:cubicBezTo>
                  <a:cubicBezTo>
                    <a:pt x="9900" y="5458"/>
                    <a:pt x="9875" y="5451"/>
                    <a:pt x="9850" y="5439"/>
                  </a:cubicBezTo>
                  <a:lnTo>
                    <a:pt x="9324" y="5138"/>
                  </a:lnTo>
                  <a:cubicBezTo>
                    <a:pt x="9274" y="5113"/>
                    <a:pt x="9274" y="5088"/>
                    <a:pt x="9324" y="5063"/>
                  </a:cubicBezTo>
                  <a:lnTo>
                    <a:pt x="9750" y="4812"/>
                  </a:lnTo>
                  <a:cubicBezTo>
                    <a:pt x="9775" y="4800"/>
                    <a:pt x="9800" y="4794"/>
                    <a:pt x="9825" y="4794"/>
                  </a:cubicBezTo>
                  <a:close/>
                  <a:moveTo>
                    <a:pt x="11382" y="4819"/>
                  </a:moveTo>
                  <a:cubicBezTo>
                    <a:pt x="11404" y="4819"/>
                    <a:pt x="11429" y="4825"/>
                    <a:pt x="11454" y="4837"/>
                  </a:cubicBezTo>
                  <a:lnTo>
                    <a:pt x="11981" y="5138"/>
                  </a:lnTo>
                  <a:cubicBezTo>
                    <a:pt x="12031" y="5163"/>
                    <a:pt x="12031" y="5213"/>
                    <a:pt x="11981" y="5213"/>
                  </a:cubicBezTo>
                  <a:lnTo>
                    <a:pt x="11554" y="5489"/>
                  </a:lnTo>
                  <a:lnTo>
                    <a:pt x="11429" y="5489"/>
                  </a:lnTo>
                  <a:lnTo>
                    <a:pt x="10878" y="5163"/>
                  </a:lnTo>
                  <a:cubicBezTo>
                    <a:pt x="10828" y="5138"/>
                    <a:pt x="10828" y="5113"/>
                    <a:pt x="10878" y="5088"/>
                  </a:cubicBezTo>
                  <a:lnTo>
                    <a:pt x="11329" y="4837"/>
                  </a:lnTo>
                  <a:cubicBezTo>
                    <a:pt x="11341" y="4825"/>
                    <a:pt x="11360" y="4819"/>
                    <a:pt x="11382" y="4819"/>
                  </a:cubicBezTo>
                  <a:close/>
                  <a:moveTo>
                    <a:pt x="12682" y="4994"/>
                  </a:moveTo>
                  <a:cubicBezTo>
                    <a:pt x="12701" y="4994"/>
                    <a:pt x="12720" y="5000"/>
                    <a:pt x="12732" y="5013"/>
                  </a:cubicBezTo>
                  <a:lnTo>
                    <a:pt x="13309" y="5339"/>
                  </a:lnTo>
                  <a:cubicBezTo>
                    <a:pt x="13334" y="5364"/>
                    <a:pt x="13334" y="5389"/>
                    <a:pt x="13309" y="5389"/>
                  </a:cubicBezTo>
                  <a:lnTo>
                    <a:pt x="13083" y="5514"/>
                  </a:lnTo>
                  <a:cubicBezTo>
                    <a:pt x="13071" y="5527"/>
                    <a:pt x="13052" y="5533"/>
                    <a:pt x="13033" y="5533"/>
                  </a:cubicBezTo>
                  <a:cubicBezTo>
                    <a:pt x="13014" y="5533"/>
                    <a:pt x="12996" y="5527"/>
                    <a:pt x="12983" y="5514"/>
                  </a:cubicBezTo>
                  <a:lnTo>
                    <a:pt x="12407" y="5188"/>
                  </a:lnTo>
                  <a:cubicBezTo>
                    <a:pt x="12382" y="5188"/>
                    <a:pt x="12382" y="5163"/>
                    <a:pt x="12407" y="5138"/>
                  </a:cubicBezTo>
                  <a:lnTo>
                    <a:pt x="12632" y="5013"/>
                  </a:lnTo>
                  <a:cubicBezTo>
                    <a:pt x="12645" y="5000"/>
                    <a:pt x="12663" y="4994"/>
                    <a:pt x="12682" y="4994"/>
                  </a:cubicBezTo>
                  <a:close/>
                  <a:moveTo>
                    <a:pt x="7519" y="5195"/>
                  </a:moveTo>
                  <a:cubicBezTo>
                    <a:pt x="7544" y="5195"/>
                    <a:pt x="7569" y="5201"/>
                    <a:pt x="7595" y="5213"/>
                  </a:cubicBezTo>
                  <a:lnTo>
                    <a:pt x="8121" y="5514"/>
                  </a:lnTo>
                  <a:cubicBezTo>
                    <a:pt x="8171" y="5539"/>
                    <a:pt x="8171" y="5564"/>
                    <a:pt x="8121" y="5589"/>
                  </a:cubicBezTo>
                  <a:lnTo>
                    <a:pt x="7695" y="5840"/>
                  </a:lnTo>
                  <a:cubicBezTo>
                    <a:pt x="7670" y="5852"/>
                    <a:pt x="7645" y="5859"/>
                    <a:pt x="7620" y="5859"/>
                  </a:cubicBezTo>
                  <a:cubicBezTo>
                    <a:pt x="7595" y="5859"/>
                    <a:pt x="7569" y="5852"/>
                    <a:pt x="7544" y="5840"/>
                  </a:cubicBezTo>
                  <a:lnTo>
                    <a:pt x="7018" y="5539"/>
                  </a:lnTo>
                  <a:cubicBezTo>
                    <a:pt x="6968" y="5514"/>
                    <a:pt x="6968" y="5489"/>
                    <a:pt x="7018" y="5464"/>
                  </a:cubicBezTo>
                  <a:lnTo>
                    <a:pt x="7444" y="5213"/>
                  </a:lnTo>
                  <a:cubicBezTo>
                    <a:pt x="7469" y="5201"/>
                    <a:pt x="7494" y="5195"/>
                    <a:pt x="7519" y="5195"/>
                  </a:cubicBezTo>
                  <a:close/>
                  <a:moveTo>
                    <a:pt x="9076" y="5220"/>
                  </a:moveTo>
                  <a:cubicBezTo>
                    <a:pt x="9098" y="5220"/>
                    <a:pt x="9123" y="5226"/>
                    <a:pt x="9148" y="5238"/>
                  </a:cubicBezTo>
                  <a:lnTo>
                    <a:pt x="9675" y="5539"/>
                  </a:lnTo>
                  <a:cubicBezTo>
                    <a:pt x="9725" y="5564"/>
                    <a:pt x="9725" y="5614"/>
                    <a:pt x="9675" y="5614"/>
                  </a:cubicBezTo>
                  <a:lnTo>
                    <a:pt x="9249" y="5890"/>
                  </a:lnTo>
                  <a:lnTo>
                    <a:pt x="9123" y="5890"/>
                  </a:lnTo>
                  <a:lnTo>
                    <a:pt x="8572" y="5564"/>
                  </a:lnTo>
                  <a:cubicBezTo>
                    <a:pt x="8522" y="5539"/>
                    <a:pt x="8522" y="5514"/>
                    <a:pt x="8572" y="5489"/>
                  </a:cubicBezTo>
                  <a:lnTo>
                    <a:pt x="9023" y="5238"/>
                  </a:lnTo>
                  <a:cubicBezTo>
                    <a:pt x="9036" y="5226"/>
                    <a:pt x="9054" y="5220"/>
                    <a:pt x="9076" y="5220"/>
                  </a:cubicBezTo>
                  <a:close/>
                  <a:moveTo>
                    <a:pt x="10640" y="5245"/>
                  </a:moveTo>
                  <a:cubicBezTo>
                    <a:pt x="10665" y="5245"/>
                    <a:pt x="10690" y="5251"/>
                    <a:pt x="10702" y="5263"/>
                  </a:cubicBezTo>
                  <a:lnTo>
                    <a:pt x="11254" y="5589"/>
                  </a:lnTo>
                  <a:cubicBezTo>
                    <a:pt x="11279" y="5614"/>
                    <a:pt x="11279" y="5639"/>
                    <a:pt x="11254" y="5664"/>
                  </a:cubicBezTo>
                  <a:lnTo>
                    <a:pt x="10803" y="5915"/>
                  </a:lnTo>
                  <a:cubicBezTo>
                    <a:pt x="10778" y="5928"/>
                    <a:pt x="10752" y="5934"/>
                    <a:pt x="10731" y="5934"/>
                  </a:cubicBezTo>
                  <a:cubicBezTo>
                    <a:pt x="10709" y="5934"/>
                    <a:pt x="10690" y="5928"/>
                    <a:pt x="10677" y="5915"/>
                  </a:cubicBezTo>
                  <a:lnTo>
                    <a:pt x="10126" y="5614"/>
                  </a:lnTo>
                  <a:cubicBezTo>
                    <a:pt x="10101" y="5589"/>
                    <a:pt x="10101" y="5539"/>
                    <a:pt x="10126" y="5539"/>
                  </a:cubicBezTo>
                  <a:lnTo>
                    <a:pt x="10577" y="5263"/>
                  </a:lnTo>
                  <a:cubicBezTo>
                    <a:pt x="10590" y="5251"/>
                    <a:pt x="10615" y="5245"/>
                    <a:pt x="10640" y="5245"/>
                  </a:cubicBezTo>
                  <a:close/>
                  <a:moveTo>
                    <a:pt x="12194" y="5295"/>
                  </a:moveTo>
                  <a:cubicBezTo>
                    <a:pt x="12219" y="5295"/>
                    <a:pt x="12244" y="5301"/>
                    <a:pt x="12256" y="5314"/>
                  </a:cubicBezTo>
                  <a:lnTo>
                    <a:pt x="12808" y="5614"/>
                  </a:lnTo>
                  <a:cubicBezTo>
                    <a:pt x="12833" y="5639"/>
                    <a:pt x="12833" y="5664"/>
                    <a:pt x="12808" y="5690"/>
                  </a:cubicBezTo>
                  <a:lnTo>
                    <a:pt x="12356" y="5940"/>
                  </a:lnTo>
                  <a:cubicBezTo>
                    <a:pt x="12344" y="5953"/>
                    <a:pt x="12319" y="5959"/>
                    <a:pt x="12294" y="5959"/>
                  </a:cubicBezTo>
                  <a:cubicBezTo>
                    <a:pt x="12269" y="5959"/>
                    <a:pt x="12244" y="5953"/>
                    <a:pt x="12231" y="5940"/>
                  </a:cubicBezTo>
                  <a:lnTo>
                    <a:pt x="11680" y="5639"/>
                  </a:lnTo>
                  <a:cubicBezTo>
                    <a:pt x="11655" y="5614"/>
                    <a:pt x="11655" y="5589"/>
                    <a:pt x="11680" y="5564"/>
                  </a:cubicBezTo>
                  <a:lnTo>
                    <a:pt x="12131" y="5314"/>
                  </a:lnTo>
                  <a:cubicBezTo>
                    <a:pt x="12143" y="5301"/>
                    <a:pt x="12168" y="5295"/>
                    <a:pt x="12194" y="5295"/>
                  </a:cubicBezTo>
                  <a:close/>
                  <a:moveTo>
                    <a:pt x="13559" y="5464"/>
                  </a:moveTo>
                  <a:lnTo>
                    <a:pt x="14111" y="5815"/>
                  </a:lnTo>
                  <a:cubicBezTo>
                    <a:pt x="14136" y="5815"/>
                    <a:pt x="14136" y="5815"/>
                    <a:pt x="14136" y="5840"/>
                  </a:cubicBezTo>
                  <a:cubicBezTo>
                    <a:pt x="14136" y="5840"/>
                    <a:pt x="14136" y="5865"/>
                    <a:pt x="14111" y="5865"/>
                  </a:cubicBezTo>
                  <a:lnTo>
                    <a:pt x="13910" y="5990"/>
                  </a:lnTo>
                  <a:cubicBezTo>
                    <a:pt x="13885" y="6003"/>
                    <a:pt x="13867" y="6009"/>
                    <a:pt x="13851" y="6009"/>
                  </a:cubicBezTo>
                  <a:cubicBezTo>
                    <a:pt x="13835" y="6009"/>
                    <a:pt x="13823" y="6003"/>
                    <a:pt x="13810" y="5990"/>
                  </a:cubicBezTo>
                  <a:lnTo>
                    <a:pt x="13234" y="5664"/>
                  </a:lnTo>
                  <a:cubicBezTo>
                    <a:pt x="13209" y="5639"/>
                    <a:pt x="13209" y="5614"/>
                    <a:pt x="13234" y="5614"/>
                  </a:cubicBezTo>
                  <a:lnTo>
                    <a:pt x="13459" y="5464"/>
                  </a:lnTo>
                  <a:close/>
                  <a:moveTo>
                    <a:pt x="8334" y="5646"/>
                  </a:moveTo>
                  <a:cubicBezTo>
                    <a:pt x="8359" y="5646"/>
                    <a:pt x="8384" y="5652"/>
                    <a:pt x="8397" y="5664"/>
                  </a:cubicBezTo>
                  <a:lnTo>
                    <a:pt x="8948" y="5990"/>
                  </a:lnTo>
                  <a:cubicBezTo>
                    <a:pt x="8973" y="6015"/>
                    <a:pt x="8973" y="6040"/>
                    <a:pt x="8948" y="6065"/>
                  </a:cubicBezTo>
                  <a:lnTo>
                    <a:pt x="8497" y="6316"/>
                  </a:lnTo>
                  <a:cubicBezTo>
                    <a:pt x="8472" y="6329"/>
                    <a:pt x="8447" y="6335"/>
                    <a:pt x="8425" y="6335"/>
                  </a:cubicBezTo>
                  <a:cubicBezTo>
                    <a:pt x="8403" y="6335"/>
                    <a:pt x="8384" y="6329"/>
                    <a:pt x="8371" y="6316"/>
                  </a:cubicBezTo>
                  <a:lnTo>
                    <a:pt x="7820" y="6015"/>
                  </a:lnTo>
                  <a:cubicBezTo>
                    <a:pt x="7795" y="5990"/>
                    <a:pt x="7795" y="5940"/>
                    <a:pt x="7820" y="5940"/>
                  </a:cubicBezTo>
                  <a:lnTo>
                    <a:pt x="8271" y="5664"/>
                  </a:lnTo>
                  <a:cubicBezTo>
                    <a:pt x="8284" y="5652"/>
                    <a:pt x="8309" y="5646"/>
                    <a:pt x="8334" y="5646"/>
                  </a:cubicBezTo>
                  <a:close/>
                  <a:moveTo>
                    <a:pt x="9888" y="5696"/>
                  </a:moveTo>
                  <a:cubicBezTo>
                    <a:pt x="9913" y="5696"/>
                    <a:pt x="9938" y="5702"/>
                    <a:pt x="9950" y="5715"/>
                  </a:cubicBezTo>
                  <a:lnTo>
                    <a:pt x="10502" y="6015"/>
                  </a:lnTo>
                  <a:cubicBezTo>
                    <a:pt x="10527" y="6040"/>
                    <a:pt x="10527" y="6065"/>
                    <a:pt x="10502" y="6091"/>
                  </a:cubicBezTo>
                  <a:lnTo>
                    <a:pt x="10051" y="6341"/>
                  </a:lnTo>
                  <a:cubicBezTo>
                    <a:pt x="10038" y="6354"/>
                    <a:pt x="10013" y="6360"/>
                    <a:pt x="9988" y="6360"/>
                  </a:cubicBezTo>
                  <a:cubicBezTo>
                    <a:pt x="9963" y="6360"/>
                    <a:pt x="9938" y="6354"/>
                    <a:pt x="9925" y="6341"/>
                  </a:cubicBezTo>
                  <a:lnTo>
                    <a:pt x="9374" y="6040"/>
                  </a:lnTo>
                  <a:cubicBezTo>
                    <a:pt x="9349" y="6015"/>
                    <a:pt x="9349" y="5990"/>
                    <a:pt x="9374" y="5965"/>
                  </a:cubicBezTo>
                  <a:lnTo>
                    <a:pt x="9825" y="5715"/>
                  </a:lnTo>
                  <a:cubicBezTo>
                    <a:pt x="9838" y="5702"/>
                    <a:pt x="9863" y="5696"/>
                    <a:pt x="9888" y="5696"/>
                  </a:cubicBezTo>
                  <a:close/>
                  <a:moveTo>
                    <a:pt x="11451" y="5721"/>
                  </a:moveTo>
                  <a:cubicBezTo>
                    <a:pt x="11473" y="5721"/>
                    <a:pt x="11492" y="5727"/>
                    <a:pt x="11504" y="5740"/>
                  </a:cubicBezTo>
                  <a:lnTo>
                    <a:pt x="12056" y="6040"/>
                  </a:lnTo>
                  <a:cubicBezTo>
                    <a:pt x="12081" y="6065"/>
                    <a:pt x="12081" y="6116"/>
                    <a:pt x="12056" y="6116"/>
                  </a:cubicBezTo>
                  <a:lnTo>
                    <a:pt x="11605" y="6391"/>
                  </a:lnTo>
                  <a:cubicBezTo>
                    <a:pt x="11592" y="6404"/>
                    <a:pt x="11573" y="6410"/>
                    <a:pt x="11551" y="6410"/>
                  </a:cubicBezTo>
                  <a:cubicBezTo>
                    <a:pt x="11529" y="6410"/>
                    <a:pt x="11504" y="6404"/>
                    <a:pt x="11479" y="6391"/>
                  </a:cubicBezTo>
                  <a:lnTo>
                    <a:pt x="10928" y="6065"/>
                  </a:lnTo>
                  <a:cubicBezTo>
                    <a:pt x="10903" y="6040"/>
                    <a:pt x="10903" y="6015"/>
                    <a:pt x="10928" y="5990"/>
                  </a:cubicBezTo>
                  <a:lnTo>
                    <a:pt x="11379" y="5740"/>
                  </a:lnTo>
                  <a:cubicBezTo>
                    <a:pt x="11404" y="5727"/>
                    <a:pt x="11429" y="5721"/>
                    <a:pt x="11451" y="5721"/>
                  </a:cubicBezTo>
                  <a:close/>
                  <a:moveTo>
                    <a:pt x="13005" y="5746"/>
                  </a:moveTo>
                  <a:cubicBezTo>
                    <a:pt x="13027" y="5746"/>
                    <a:pt x="13046" y="5752"/>
                    <a:pt x="13058" y="5765"/>
                  </a:cubicBezTo>
                  <a:lnTo>
                    <a:pt x="13610" y="6091"/>
                  </a:lnTo>
                  <a:cubicBezTo>
                    <a:pt x="13660" y="6116"/>
                    <a:pt x="13660" y="6141"/>
                    <a:pt x="13610" y="6166"/>
                  </a:cubicBezTo>
                  <a:lnTo>
                    <a:pt x="13158" y="6416"/>
                  </a:lnTo>
                  <a:cubicBezTo>
                    <a:pt x="13146" y="6429"/>
                    <a:pt x="13127" y="6435"/>
                    <a:pt x="13105" y="6435"/>
                  </a:cubicBezTo>
                  <a:cubicBezTo>
                    <a:pt x="13083" y="6435"/>
                    <a:pt x="13058" y="6429"/>
                    <a:pt x="13033" y="6416"/>
                  </a:cubicBezTo>
                  <a:lnTo>
                    <a:pt x="12507" y="6116"/>
                  </a:lnTo>
                  <a:cubicBezTo>
                    <a:pt x="12457" y="6091"/>
                    <a:pt x="12457" y="6040"/>
                    <a:pt x="12507" y="6040"/>
                  </a:cubicBezTo>
                  <a:lnTo>
                    <a:pt x="12933" y="5765"/>
                  </a:lnTo>
                  <a:cubicBezTo>
                    <a:pt x="12958" y="5752"/>
                    <a:pt x="12983" y="5746"/>
                    <a:pt x="13005" y="5746"/>
                  </a:cubicBezTo>
                  <a:close/>
                  <a:moveTo>
                    <a:pt x="14311" y="5921"/>
                  </a:moveTo>
                  <a:cubicBezTo>
                    <a:pt x="14330" y="5921"/>
                    <a:pt x="14349" y="5928"/>
                    <a:pt x="14361" y="5940"/>
                  </a:cubicBezTo>
                  <a:lnTo>
                    <a:pt x="14938" y="6266"/>
                  </a:lnTo>
                  <a:cubicBezTo>
                    <a:pt x="14963" y="6291"/>
                    <a:pt x="14963" y="6316"/>
                    <a:pt x="14938" y="6341"/>
                  </a:cubicBezTo>
                  <a:lnTo>
                    <a:pt x="14712" y="6466"/>
                  </a:lnTo>
                  <a:lnTo>
                    <a:pt x="14612" y="6466"/>
                  </a:lnTo>
                  <a:lnTo>
                    <a:pt x="14036" y="6141"/>
                  </a:lnTo>
                  <a:cubicBezTo>
                    <a:pt x="14011" y="6116"/>
                    <a:pt x="14011" y="6091"/>
                    <a:pt x="14036" y="6065"/>
                  </a:cubicBezTo>
                  <a:lnTo>
                    <a:pt x="14261" y="5940"/>
                  </a:lnTo>
                  <a:cubicBezTo>
                    <a:pt x="14274" y="5928"/>
                    <a:pt x="14293" y="5921"/>
                    <a:pt x="14311" y="5921"/>
                  </a:cubicBezTo>
                  <a:close/>
                  <a:moveTo>
                    <a:pt x="4340" y="4217"/>
                  </a:moveTo>
                  <a:cubicBezTo>
                    <a:pt x="4361" y="4217"/>
                    <a:pt x="4387" y="4223"/>
                    <a:pt x="4412" y="4236"/>
                  </a:cubicBezTo>
                  <a:lnTo>
                    <a:pt x="8196" y="6416"/>
                  </a:lnTo>
                  <a:cubicBezTo>
                    <a:pt x="8221" y="6441"/>
                    <a:pt x="8221" y="6466"/>
                    <a:pt x="8196" y="6492"/>
                  </a:cubicBezTo>
                  <a:lnTo>
                    <a:pt x="7745" y="6742"/>
                  </a:lnTo>
                  <a:cubicBezTo>
                    <a:pt x="7732" y="6755"/>
                    <a:pt x="7707" y="6761"/>
                    <a:pt x="7682" y="6761"/>
                  </a:cubicBezTo>
                  <a:cubicBezTo>
                    <a:pt x="7657" y="6761"/>
                    <a:pt x="7632" y="6755"/>
                    <a:pt x="7620" y="6742"/>
                  </a:cubicBezTo>
                  <a:lnTo>
                    <a:pt x="3835" y="4562"/>
                  </a:lnTo>
                  <a:cubicBezTo>
                    <a:pt x="3785" y="4537"/>
                    <a:pt x="3785" y="4512"/>
                    <a:pt x="3835" y="4486"/>
                  </a:cubicBezTo>
                  <a:lnTo>
                    <a:pt x="4286" y="4236"/>
                  </a:lnTo>
                  <a:cubicBezTo>
                    <a:pt x="4299" y="4223"/>
                    <a:pt x="4318" y="4217"/>
                    <a:pt x="4340" y="4217"/>
                  </a:cubicBezTo>
                  <a:close/>
                  <a:moveTo>
                    <a:pt x="9148" y="6116"/>
                  </a:moveTo>
                  <a:cubicBezTo>
                    <a:pt x="9173" y="6116"/>
                    <a:pt x="9199" y="6116"/>
                    <a:pt x="9199" y="6141"/>
                  </a:cubicBezTo>
                  <a:lnTo>
                    <a:pt x="9750" y="6441"/>
                  </a:lnTo>
                  <a:cubicBezTo>
                    <a:pt x="9775" y="6466"/>
                    <a:pt x="9775" y="6492"/>
                    <a:pt x="9775" y="6517"/>
                  </a:cubicBezTo>
                  <a:lnTo>
                    <a:pt x="9750" y="6517"/>
                  </a:lnTo>
                  <a:lnTo>
                    <a:pt x="9299" y="6792"/>
                  </a:lnTo>
                  <a:lnTo>
                    <a:pt x="9173" y="6792"/>
                  </a:lnTo>
                  <a:lnTo>
                    <a:pt x="8622" y="6466"/>
                  </a:lnTo>
                  <a:cubicBezTo>
                    <a:pt x="8597" y="6441"/>
                    <a:pt x="8597" y="6416"/>
                    <a:pt x="8622" y="6391"/>
                  </a:cubicBezTo>
                  <a:lnTo>
                    <a:pt x="9073" y="6141"/>
                  </a:lnTo>
                  <a:cubicBezTo>
                    <a:pt x="9098" y="6116"/>
                    <a:pt x="9123" y="6116"/>
                    <a:pt x="9148" y="6116"/>
                  </a:cubicBezTo>
                  <a:close/>
                  <a:moveTo>
                    <a:pt x="10699" y="6147"/>
                  </a:moveTo>
                  <a:cubicBezTo>
                    <a:pt x="10721" y="6147"/>
                    <a:pt x="10740" y="6153"/>
                    <a:pt x="10752" y="6166"/>
                  </a:cubicBezTo>
                  <a:lnTo>
                    <a:pt x="11304" y="6492"/>
                  </a:lnTo>
                  <a:cubicBezTo>
                    <a:pt x="11354" y="6517"/>
                    <a:pt x="11354" y="6542"/>
                    <a:pt x="11304" y="6567"/>
                  </a:cubicBezTo>
                  <a:lnTo>
                    <a:pt x="10853" y="6817"/>
                  </a:lnTo>
                  <a:cubicBezTo>
                    <a:pt x="10840" y="6830"/>
                    <a:pt x="10821" y="6836"/>
                    <a:pt x="10799" y="6836"/>
                  </a:cubicBezTo>
                  <a:cubicBezTo>
                    <a:pt x="10778" y="6836"/>
                    <a:pt x="10752" y="6830"/>
                    <a:pt x="10727" y="6817"/>
                  </a:cubicBezTo>
                  <a:lnTo>
                    <a:pt x="10201" y="6517"/>
                  </a:lnTo>
                  <a:cubicBezTo>
                    <a:pt x="10151" y="6492"/>
                    <a:pt x="10151" y="6441"/>
                    <a:pt x="10201" y="6441"/>
                  </a:cubicBezTo>
                  <a:lnTo>
                    <a:pt x="10627" y="6166"/>
                  </a:lnTo>
                  <a:cubicBezTo>
                    <a:pt x="10652" y="6153"/>
                    <a:pt x="10677" y="6147"/>
                    <a:pt x="10699" y="6147"/>
                  </a:cubicBezTo>
                  <a:close/>
                  <a:moveTo>
                    <a:pt x="12256" y="6197"/>
                  </a:moveTo>
                  <a:cubicBezTo>
                    <a:pt x="12281" y="6197"/>
                    <a:pt x="12306" y="6203"/>
                    <a:pt x="12331" y="6216"/>
                  </a:cubicBezTo>
                  <a:lnTo>
                    <a:pt x="12858" y="6517"/>
                  </a:lnTo>
                  <a:cubicBezTo>
                    <a:pt x="12908" y="6542"/>
                    <a:pt x="12908" y="6567"/>
                    <a:pt x="12858" y="6592"/>
                  </a:cubicBezTo>
                  <a:lnTo>
                    <a:pt x="12432" y="6842"/>
                  </a:lnTo>
                  <a:cubicBezTo>
                    <a:pt x="12407" y="6855"/>
                    <a:pt x="12382" y="6861"/>
                    <a:pt x="12356" y="6861"/>
                  </a:cubicBezTo>
                  <a:cubicBezTo>
                    <a:pt x="12331" y="6861"/>
                    <a:pt x="12306" y="6855"/>
                    <a:pt x="12281" y="6842"/>
                  </a:cubicBezTo>
                  <a:lnTo>
                    <a:pt x="11755" y="6542"/>
                  </a:lnTo>
                  <a:cubicBezTo>
                    <a:pt x="11705" y="6517"/>
                    <a:pt x="11705" y="6492"/>
                    <a:pt x="11755" y="6466"/>
                  </a:cubicBezTo>
                  <a:lnTo>
                    <a:pt x="12181" y="6216"/>
                  </a:lnTo>
                  <a:cubicBezTo>
                    <a:pt x="12206" y="6203"/>
                    <a:pt x="12231" y="6197"/>
                    <a:pt x="12256" y="6197"/>
                  </a:cubicBezTo>
                  <a:close/>
                  <a:moveTo>
                    <a:pt x="13813" y="6222"/>
                  </a:moveTo>
                  <a:cubicBezTo>
                    <a:pt x="13835" y="6222"/>
                    <a:pt x="13860" y="6228"/>
                    <a:pt x="13885" y="6241"/>
                  </a:cubicBezTo>
                  <a:lnTo>
                    <a:pt x="14412" y="6542"/>
                  </a:lnTo>
                  <a:cubicBezTo>
                    <a:pt x="14462" y="6567"/>
                    <a:pt x="14462" y="6617"/>
                    <a:pt x="14412" y="6617"/>
                  </a:cubicBezTo>
                  <a:lnTo>
                    <a:pt x="13986" y="6893"/>
                  </a:lnTo>
                  <a:cubicBezTo>
                    <a:pt x="13960" y="6905"/>
                    <a:pt x="13935" y="6911"/>
                    <a:pt x="13913" y="6911"/>
                  </a:cubicBezTo>
                  <a:cubicBezTo>
                    <a:pt x="13892" y="6911"/>
                    <a:pt x="13873" y="6905"/>
                    <a:pt x="13860" y="6893"/>
                  </a:cubicBezTo>
                  <a:lnTo>
                    <a:pt x="13309" y="6567"/>
                  </a:lnTo>
                  <a:cubicBezTo>
                    <a:pt x="13284" y="6542"/>
                    <a:pt x="13284" y="6517"/>
                    <a:pt x="13309" y="6492"/>
                  </a:cubicBezTo>
                  <a:lnTo>
                    <a:pt x="13760" y="6241"/>
                  </a:lnTo>
                  <a:cubicBezTo>
                    <a:pt x="13773" y="6228"/>
                    <a:pt x="13791" y="6222"/>
                    <a:pt x="13813" y="6222"/>
                  </a:cubicBezTo>
                  <a:close/>
                  <a:moveTo>
                    <a:pt x="15113" y="6398"/>
                  </a:moveTo>
                  <a:cubicBezTo>
                    <a:pt x="15132" y="6398"/>
                    <a:pt x="15151" y="6404"/>
                    <a:pt x="15164" y="6416"/>
                  </a:cubicBezTo>
                  <a:lnTo>
                    <a:pt x="15740" y="6742"/>
                  </a:lnTo>
                  <a:cubicBezTo>
                    <a:pt x="15765" y="6767"/>
                    <a:pt x="15765" y="6792"/>
                    <a:pt x="15740" y="6792"/>
                  </a:cubicBezTo>
                  <a:lnTo>
                    <a:pt x="15514" y="6918"/>
                  </a:lnTo>
                  <a:cubicBezTo>
                    <a:pt x="15502" y="6930"/>
                    <a:pt x="15483" y="6936"/>
                    <a:pt x="15464" y="6936"/>
                  </a:cubicBezTo>
                  <a:cubicBezTo>
                    <a:pt x="15445" y="6936"/>
                    <a:pt x="15427" y="6930"/>
                    <a:pt x="15414" y="6918"/>
                  </a:cubicBezTo>
                  <a:lnTo>
                    <a:pt x="14838" y="6592"/>
                  </a:lnTo>
                  <a:cubicBezTo>
                    <a:pt x="14813" y="6592"/>
                    <a:pt x="14813" y="6567"/>
                    <a:pt x="14838" y="6542"/>
                  </a:cubicBezTo>
                  <a:lnTo>
                    <a:pt x="15063" y="6416"/>
                  </a:lnTo>
                  <a:cubicBezTo>
                    <a:pt x="15076" y="6404"/>
                    <a:pt x="15095" y="6398"/>
                    <a:pt x="15113" y="6398"/>
                  </a:cubicBezTo>
                  <a:close/>
                  <a:moveTo>
                    <a:pt x="8393" y="6548"/>
                  </a:moveTo>
                  <a:cubicBezTo>
                    <a:pt x="8415" y="6548"/>
                    <a:pt x="8434" y="6554"/>
                    <a:pt x="8447" y="6567"/>
                  </a:cubicBezTo>
                  <a:lnTo>
                    <a:pt x="8998" y="6893"/>
                  </a:lnTo>
                  <a:cubicBezTo>
                    <a:pt x="9048" y="6918"/>
                    <a:pt x="9048" y="6943"/>
                    <a:pt x="8998" y="6968"/>
                  </a:cubicBezTo>
                  <a:lnTo>
                    <a:pt x="8547" y="7218"/>
                  </a:lnTo>
                  <a:cubicBezTo>
                    <a:pt x="8534" y="7231"/>
                    <a:pt x="8516" y="7237"/>
                    <a:pt x="8494" y="7237"/>
                  </a:cubicBezTo>
                  <a:cubicBezTo>
                    <a:pt x="8472" y="7237"/>
                    <a:pt x="8447" y="7231"/>
                    <a:pt x="8422" y="7218"/>
                  </a:cubicBezTo>
                  <a:lnTo>
                    <a:pt x="7895" y="6893"/>
                  </a:lnTo>
                  <a:cubicBezTo>
                    <a:pt x="7845" y="6893"/>
                    <a:pt x="7845" y="6842"/>
                    <a:pt x="7895" y="6842"/>
                  </a:cubicBezTo>
                  <a:lnTo>
                    <a:pt x="8321" y="6567"/>
                  </a:lnTo>
                  <a:cubicBezTo>
                    <a:pt x="8346" y="6554"/>
                    <a:pt x="8371" y="6548"/>
                    <a:pt x="8393" y="6548"/>
                  </a:cubicBezTo>
                  <a:close/>
                  <a:moveTo>
                    <a:pt x="9950" y="6598"/>
                  </a:moveTo>
                  <a:cubicBezTo>
                    <a:pt x="9976" y="6598"/>
                    <a:pt x="10001" y="6604"/>
                    <a:pt x="10026" y="6617"/>
                  </a:cubicBezTo>
                  <a:lnTo>
                    <a:pt x="10552" y="6918"/>
                  </a:lnTo>
                  <a:cubicBezTo>
                    <a:pt x="10602" y="6943"/>
                    <a:pt x="10602" y="6968"/>
                    <a:pt x="10552" y="6993"/>
                  </a:cubicBezTo>
                  <a:lnTo>
                    <a:pt x="10126" y="7243"/>
                  </a:lnTo>
                  <a:cubicBezTo>
                    <a:pt x="10101" y="7256"/>
                    <a:pt x="10076" y="7262"/>
                    <a:pt x="10051" y="7262"/>
                  </a:cubicBezTo>
                  <a:cubicBezTo>
                    <a:pt x="10026" y="7262"/>
                    <a:pt x="10001" y="7256"/>
                    <a:pt x="9976" y="7243"/>
                  </a:cubicBezTo>
                  <a:lnTo>
                    <a:pt x="9449" y="6943"/>
                  </a:lnTo>
                  <a:cubicBezTo>
                    <a:pt x="9399" y="6918"/>
                    <a:pt x="9399" y="6893"/>
                    <a:pt x="9449" y="6867"/>
                  </a:cubicBezTo>
                  <a:lnTo>
                    <a:pt x="9875" y="6617"/>
                  </a:lnTo>
                  <a:cubicBezTo>
                    <a:pt x="9900" y="6604"/>
                    <a:pt x="9925" y="6598"/>
                    <a:pt x="9950" y="6598"/>
                  </a:cubicBezTo>
                  <a:close/>
                  <a:moveTo>
                    <a:pt x="11507" y="6623"/>
                  </a:moveTo>
                  <a:cubicBezTo>
                    <a:pt x="11529" y="6623"/>
                    <a:pt x="11554" y="6629"/>
                    <a:pt x="11580" y="6642"/>
                  </a:cubicBezTo>
                  <a:lnTo>
                    <a:pt x="12106" y="6943"/>
                  </a:lnTo>
                  <a:cubicBezTo>
                    <a:pt x="12156" y="6968"/>
                    <a:pt x="12156" y="7018"/>
                    <a:pt x="12106" y="7018"/>
                  </a:cubicBezTo>
                  <a:lnTo>
                    <a:pt x="11680" y="7294"/>
                  </a:lnTo>
                  <a:cubicBezTo>
                    <a:pt x="11655" y="7306"/>
                    <a:pt x="11630" y="7312"/>
                    <a:pt x="11608" y="7312"/>
                  </a:cubicBezTo>
                  <a:cubicBezTo>
                    <a:pt x="11586" y="7312"/>
                    <a:pt x="11567" y="7306"/>
                    <a:pt x="11554" y="7294"/>
                  </a:cubicBezTo>
                  <a:lnTo>
                    <a:pt x="11003" y="6968"/>
                  </a:lnTo>
                  <a:cubicBezTo>
                    <a:pt x="10978" y="6943"/>
                    <a:pt x="10978" y="6918"/>
                    <a:pt x="11003" y="6893"/>
                  </a:cubicBezTo>
                  <a:lnTo>
                    <a:pt x="11454" y="6642"/>
                  </a:lnTo>
                  <a:cubicBezTo>
                    <a:pt x="11467" y="6629"/>
                    <a:pt x="11486" y="6623"/>
                    <a:pt x="11507" y="6623"/>
                  </a:cubicBezTo>
                  <a:close/>
                  <a:moveTo>
                    <a:pt x="14625" y="6698"/>
                  </a:moveTo>
                  <a:cubicBezTo>
                    <a:pt x="14650" y="6698"/>
                    <a:pt x="14675" y="6705"/>
                    <a:pt x="14687" y="6717"/>
                  </a:cubicBezTo>
                  <a:lnTo>
                    <a:pt x="15239" y="7018"/>
                  </a:lnTo>
                  <a:cubicBezTo>
                    <a:pt x="15264" y="7043"/>
                    <a:pt x="15264" y="7068"/>
                    <a:pt x="15239" y="7093"/>
                  </a:cubicBezTo>
                  <a:lnTo>
                    <a:pt x="14788" y="7344"/>
                  </a:lnTo>
                  <a:cubicBezTo>
                    <a:pt x="14775" y="7356"/>
                    <a:pt x="14750" y="7362"/>
                    <a:pt x="14725" y="7362"/>
                  </a:cubicBezTo>
                  <a:cubicBezTo>
                    <a:pt x="14700" y="7362"/>
                    <a:pt x="14675" y="7356"/>
                    <a:pt x="14662" y="7344"/>
                  </a:cubicBezTo>
                  <a:lnTo>
                    <a:pt x="14111" y="7043"/>
                  </a:lnTo>
                  <a:cubicBezTo>
                    <a:pt x="14086" y="7018"/>
                    <a:pt x="14086" y="6993"/>
                    <a:pt x="14111" y="6968"/>
                  </a:cubicBezTo>
                  <a:lnTo>
                    <a:pt x="14562" y="6717"/>
                  </a:lnTo>
                  <a:cubicBezTo>
                    <a:pt x="14575" y="6705"/>
                    <a:pt x="14600" y="6698"/>
                    <a:pt x="14625" y="6698"/>
                  </a:cubicBezTo>
                  <a:close/>
                  <a:moveTo>
                    <a:pt x="9202" y="7024"/>
                  </a:moveTo>
                  <a:cubicBezTo>
                    <a:pt x="9224" y="7024"/>
                    <a:pt x="9249" y="7030"/>
                    <a:pt x="9274" y="7043"/>
                  </a:cubicBezTo>
                  <a:lnTo>
                    <a:pt x="9800" y="7344"/>
                  </a:lnTo>
                  <a:cubicBezTo>
                    <a:pt x="9850" y="7369"/>
                    <a:pt x="9850" y="7419"/>
                    <a:pt x="9800" y="7419"/>
                  </a:cubicBezTo>
                  <a:lnTo>
                    <a:pt x="9374" y="7695"/>
                  </a:lnTo>
                  <a:lnTo>
                    <a:pt x="9249" y="7695"/>
                  </a:lnTo>
                  <a:lnTo>
                    <a:pt x="8697" y="7369"/>
                  </a:lnTo>
                  <a:cubicBezTo>
                    <a:pt x="8672" y="7344"/>
                    <a:pt x="8672" y="7319"/>
                    <a:pt x="8697" y="7294"/>
                  </a:cubicBezTo>
                  <a:lnTo>
                    <a:pt x="9148" y="7043"/>
                  </a:lnTo>
                  <a:cubicBezTo>
                    <a:pt x="9161" y="7030"/>
                    <a:pt x="9180" y="7024"/>
                    <a:pt x="9202" y="7024"/>
                  </a:cubicBezTo>
                  <a:close/>
                  <a:moveTo>
                    <a:pt x="10765" y="7049"/>
                  </a:moveTo>
                  <a:cubicBezTo>
                    <a:pt x="10790" y="7049"/>
                    <a:pt x="10815" y="7055"/>
                    <a:pt x="10828" y="7068"/>
                  </a:cubicBezTo>
                  <a:lnTo>
                    <a:pt x="11379" y="7394"/>
                  </a:lnTo>
                  <a:cubicBezTo>
                    <a:pt x="11404" y="7419"/>
                    <a:pt x="11404" y="7444"/>
                    <a:pt x="11379" y="7469"/>
                  </a:cubicBezTo>
                  <a:lnTo>
                    <a:pt x="10928" y="7720"/>
                  </a:lnTo>
                  <a:cubicBezTo>
                    <a:pt x="10915" y="7732"/>
                    <a:pt x="10890" y="7738"/>
                    <a:pt x="10865" y="7738"/>
                  </a:cubicBezTo>
                  <a:cubicBezTo>
                    <a:pt x="10840" y="7738"/>
                    <a:pt x="10815" y="7732"/>
                    <a:pt x="10803" y="7720"/>
                  </a:cubicBezTo>
                  <a:lnTo>
                    <a:pt x="10251" y="7419"/>
                  </a:lnTo>
                  <a:cubicBezTo>
                    <a:pt x="10226" y="7394"/>
                    <a:pt x="10226" y="7344"/>
                    <a:pt x="10251" y="7344"/>
                  </a:cubicBezTo>
                  <a:lnTo>
                    <a:pt x="10702" y="7068"/>
                  </a:lnTo>
                  <a:cubicBezTo>
                    <a:pt x="10715" y="7055"/>
                    <a:pt x="10740" y="7049"/>
                    <a:pt x="10765" y="7049"/>
                  </a:cubicBezTo>
                  <a:close/>
                  <a:moveTo>
                    <a:pt x="10013" y="7500"/>
                  </a:moveTo>
                  <a:cubicBezTo>
                    <a:pt x="10038" y="7500"/>
                    <a:pt x="10063" y="7507"/>
                    <a:pt x="10076" y="7519"/>
                  </a:cubicBezTo>
                  <a:lnTo>
                    <a:pt x="10627" y="7820"/>
                  </a:lnTo>
                  <a:cubicBezTo>
                    <a:pt x="10652" y="7845"/>
                    <a:pt x="10652" y="7870"/>
                    <a:pt x="10627" y="7895"/>
                  </a:cubicBezTo>
                  <a:lnTo>
                    <a:pt x="10176" y="8146"/>
                  </a:lnTo>
                  <a:cubicBezTo>
                    <a:pt x="10163" y="8158"/>
                    <a:pt x="10138" y="8164"/>
                    <a:pt x="10113" y="8164"/>
                  </a:cubicBezTo>
                  <a:cubicBezTo>
                    <a:pt x="10088" y="8164"/>
                    <a:pt x="10063" y="8158"/>
                    <a:pt x="10051" y="8146"/>
                  </a:cubicBezTo>
                  <a:lnTo>
                    <a:pt x="9499" y="7845"/>
                  </a:lnTo>
                  <a:cubicBezTo>
                    <a:pt x="9474" y="7820"/>
                    <a:pt x="9474" y="7795"/>
                    <a:pt x="9499" y="7770"/>
                  </a:cubicBezTo>
                  <a:lnTo>
                    <a:pt x="9950" y="7519"/>
                  </a:lnTo>
                  <a:cubicBezTo>
                    <a:pt x="9963" y="7507"/>
                    <a:pt x="9988" y="7500"/>
                    <a:pt x="10013" y="7500"/>
                  </a:cubicBezTo>
                  <a:close/>
                  <a:moveTo>
                    <a:pt x="13071" y="6648"/>
                  </a:moveTo>
                  <a:cubicBezTo>
                    <a:pt x="13096" y="6648"/>
                    <a:pt x="13121" y="6654"/>
                    <a:pt x="13133" y="6667"/>
                  </a:cubicBezTo>
                  <a:lnTo>
                    <a:pt x="14487" y="7444"/>
                  </a:lnTo>
                  <a:cubicBezTo>
                    <a:pt x="14512" y="7469"/>
                    <a:pt x="14512" y="7519"/>
                    <a:pt x="14487" y="7519"/>
                  </a:cubicBezTo>
                  <a:lnTo>
                    <a:pt x="13284" y="8221"/>
                  </a:lnTo>
                  <a:cubicBezTo>
                    <a:pt x="13271" y="8233"/>
                    <a:pt x="13252" y="8240"/>
                    <a:pt x="13231" y="8240"/>
                  </a:cubicBezTo>
                  <a:cubicBezTo>
                    <a:pt x="13209" y="8240"/>
                    <a:pt x="13184" y="8233"/>
                    <a:pt x="13158" y="8221"/>
                  </a:cubicBezTo>
                  <a:lnTo>
                    <a:pt x="12106" y="7619"/>
                  </a:lnTo>
                  <a:cubicBezTo>
                    <a:pt x="12056" y="7594"/>
                    <a:pt x="12056" y="7544"/>
                    <a:pt x="12106" y="7544"/>
                  </a:cubicBezTo>
                  <a:lnTo>
                    <a:pt x="12783" y="7143"/>
                  </a:lnTo>
                  <a:lnTo>
                    <a:pt x="12557" y="7018"/>
                  </a:lnTo>
                  <a:cubicBezTo>
                    <a:pt x="12532" y="6993"/>
                    <a:pt x="12532" y="6943"/>
                    <a:pt x="12557" y="6943"/>
                  </a:cubicBezTo>
                  <a:lnTo>
                    <a:pt x="13008" y="6667"/>
                  </a:lnTo>
                  <a:cubicBezTo>
                    <a:pt x="13021" y="6654"/>
                    <a:pt x="13046" y="6648"/>
                    <a:pt x="13071" y="6648"/>
                  </a:cubicBezTo>
                  <a:close/>
                  <a:moveTo>
                    <a:pt x="10828" y="7951"/>
                  </a:moveTo>
                  <a:cubicBezTo>
                    <a:pt x="10853" y="7951"/>
                    <a:pt x="10878" y="7958"/>
                    <a:pt x="10903" y="7970"/>
                  </a:cubicBezTo>
                  <a:lnTo>
                    <a:pt x="11429" y="8296"/>
                  </a:lnTo>
                  <a:cubicBezTo>
                    <a:pt x="11479" y="8321"/>
                    <a:pt x="11479" y="8346"/>
                    <a:pt x="11429" y="8371"/>
                  </a:cubicBezTo>
                  <a:lnTo>
                    <a:pt x="10978" y="8622"/>
                  </a:lnTo>
                  <a:cubicBezTo>
                    <a:pt x="10965" y="8634"/>
                    <a:pt x="10947" y="8641"/>
                    <a:pt x="10925" y="8641"/>
                  </a:cubicBezTo>
                  <a:cubicBezTo>
                    <a:pt x="10903" y="8641"/>
                    <a:pt x="10878" y="8634"/>
                    <a:pt x="10853" y="8622"/>
                  </a:cubicBezTo>
                  <a:lnTo>
                    <a:pt x="10326" y="8321"/>
                  </a:lnTo>
                  <a:cubicBezTo>
                    <a:pt x="10276" y="8296"/>
                    <a:pt x="10276" y="8246"/>
                    <a:pt x="10326" y="8246"/>
                  </a:cubicBezTo>
                  <a:lnTo>
                    <a:pt x="10752" y="7970"/>
                  </a:lnTo>
                  <a:cubicBezTo>
                    <a:pt x="10778" y="7958"/>
                    <a:pt x="10803" y="7951"/>
                    <a:pt x="10828" y="7951"/>
                  </a:cubicBezTo>
                  <a:close/>
                  <a:moveTo>
                    <a:pt x="11576" y="7525"/>
                  </a:moveTo>
                  <a:cubicBezTo>
                    <a:pt x="11598" y="7525"/>
                    <a:pt x="11617" y="7532"/>
                    <a:pt x="11630" y="7544"/>
                  </a:cubicBezTo>
                  <a:lnTo>
                    <a:pt x="12983" y="8321"/>
                  </a:lnTo>
                  <a:cubicBezTo>
                    <a:pt x="13033" y="8346"/>
                    <a:pt x="13033" y="8371"/>
                    <a:pt x="12983" y="8396"/>
                  </a:cubicBezTo>
                  <a:lnTo>
                    <a:pt x="12557" y="8647"/>
                  </a:lnTo>
                  <a:cubicBezTo>
                    <a:pt x="12532" y="8659"/>
                    <a:pt x="12507" y="8666"/>
                    <a:pt x="12482" y="8666"/>
                  </a:cubicBezTo>
                  <a:cubicBezTo>
                    <a:pt x="12457" y="8666"/>
                    <a:pt x="12432" y="8659"/>
                    <a:pt x="12407" y="8647"/>
                  </a:cubicBezTo>
                  <a:lnTo>
                    <a:pt x="11053" y="7870"/>
                  </a:lnTo>
                  <a:cubicBezTo>
                    <a:pt x="11028" y="7845"/>
                    <a:pt x="11028" y="7820"/>
                    <a:pt x="11053" y="7795"/>
                  </a:cubicBezTo>
                  <a:lnTo>
                    <a:pt x="11504" y="7544"/>
                  </a:lnTo>
                  <a:cubicBezTo>
                    <a:pt x="11529" y="7532"/>
                    <a:pt x="11554" y="7525"/>
                    <a:pt x="11576" y="7525"/>
                  </a:cubicBezTo>
                  <a:close/>
                  <a:moveTo>
                    <a:pt x="11633" y="8428"/>
                  </a:moveTo>
                  <a:cubicBezTo>
                    <a:pt x="11655" y="8428"/>
                    <a:pt x="11680" y="8434"/>
                    <a:pt x="11705" y="8446"/>
                  </a:cubicBezTo>
                  <a:lnTo>
                    <a:pt x="12256" y="8747"/>
                  </a:lnTo>
                  <a:cubicBezTo>
                    <a:pt x="12281" y="8772"/>
                    <a:pt x="12281" y="8822"/>
                    <a:pt x="12256" y="8822"/>
                  </a:cubicBezTo>
                  <a:lnTo>
                    <a:pt x="11805" y="9098"/>
                  </a:lnTo>
                  <a:cubicBezTo>
                    <a:pt x="11780" y="9111"/>
                    <a:pt x="11755" y="9117"/>
                    <a:pt x="11733" y="9117"/>
                  </a:cubicBezTo>
                  <a:cubicBezTo>
                    <a:pt x="11711" y="9117"/>
                    <a:pt x="11692" y="9111"/>
                    <a:pt x="11680" y="9098"/>
                  </a:cubicBezTo>
                  <a:lnTo>
                    <a:pt x="11128" y="8772"/>
                  </a:lnTo>
                  <a:cubicBezTo>
                    <a:pt x="11103" y="8747"/>
                    <a:pt x="11103" y="8722"/>
                    <a:pt x="11128" y="8697"/>
                  </a:cubicBezTo>
                  <a:lnTo>
                    <a:pt x="11580" y="8446"/>
                  </a:lnTo>
                  <a:cubicBezTo>
                    <a:pt x="11592" y="8434"/>
                    <a:pt x="11611" y="8428"/>
                    <a:pt x="11633" y="8428"/>
                  </a:cubicBezTo>
                  <a:close/>
                  <a:moveTo>
                    <a:pt x="4612" y="0"/>
                  </a:moveTo>
                  <a:cubicBezTo>
                    <a:pt x="4562" y="0"/>
                    <a:pt x="4537" y="25"/>
                    <a:pt x="4512" y="25"/>
                  </a:cubicBezTo>
                  <a:lnTo>
                    <a:pt x="76" y="2607"/>
                  </a:lnTo>
                  <a:cubicBezTo>
                    <a:pt x="1" y="2657"/>
                    <a:pt x="1" y="2732"/>
                    <a:pt x="76" y="2782"/>
                  </a:cubicBezTo>
                  <a:lnTo>
                    <a:pt x="11529" y="9399"/>
                  </a:lnTo>
                  <a:cubicBezTo>
                    <a:pt x="11580" y="9424"/>
                    <a:pt x="11630" y="9424"/>
                    <a:pt x="11680" y="9424"/>
                  </a:cubicBezTo>
                  <a:lnTo>
                    <a:pt x="11705" y="9424"/>
                  </a:lnTo>
                  <a:cubicBezTo>
                    <a:pt x="11730" y="9424"/>
                    <a:pt x="11755" y="9424"/>
                    <a:pt x="11780" y="9399"/>
                  </a:cubicBezTo>
                  <a:lnTo>
                    <a:pt x="11805" y="9399"/>
                  </a:lnTo>
                  <a:lnTo>
                    <a:pt x="16241" y="6817"/>
                  </a:lnTo>
                  <a:cubicBezTo>
                    <a:pt x="16291" y="6792"/>
                    <a:pt x="16291" y="6767"/>
                    <a:pt x="16291" y="6742"/>
                  </a:cubicBezTo>
                  <a:cubicBezTo>
                    <a:pt x="16291" y="6692"/>
                    <a:pt x="16291" y="6667"/>
                    <a:pt x="16241" y="6642"/>
                  </a:cubicBezTo>
                  <a:lnTo>
                    <a:pt x="4788" y="25"/>
                  </a:lnTo>
                  <a:cubicBezTo>
                    <a:pt x="4737" y="0"/>
                    <a:pt x="4662" y="0"/>
                    <a:pt x="46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8" name="Google Shape;5658;p44"/>
            <p:cNvSpPr/>
            <p:nvPr/>
          </p:nvSpPr>
          <p:spPr>
            <a:xfrm>
              <a:off x="3439375" y="2261475"/>
              <a:ext cx="30100" cy="16775"/>
            </a:xfrm>
            <a:custGeom>
              <a:avLst/>
              <a:gdLst/>
              <a:ahLst/>
              <a:cxnLst/>
              <a:rect l="l" t="t" r="r" b="b"/>
              <a:pathLst>
                <a:path w="1204" h="671" extrusionOk="0">
                  <a:moveTo>
                    <a:pt x="552" y="0"/>
                  </a:moveTo>
                  <a:cubicBezTo>
                    <a:pt x="527" y="0"/>
                    <a:pt x="502" y="6"/>
                    <a:pt x="477" y="19"/>
                  </a:cubicBezTo>
                  <a:lnTo>
                    <a:pt x="50" y="269"/>
                  </a:lnTo>
                  <a:cubicBezTo>
                    <a:pt x="0" y="295"/>
                    <a:pt x="0" y="320"/>
                    <a:pt x="50" y="345"/>
                  </a:cubicBezTo>
                  <a:lnTo>
                    <a:pt x="577" y="670"/>
                  </a:lnTo>
                  <a:lnTo>
                    <a:pt x="727" y="670"/>
                  </a:lnTo>
                  <a:lnTo>
                    <a:pt x="1153" y="395"/>
                  </a:lnTo>
                  <a:cubicBezTo>
                    <a:pt x="1203" y="370"/>
                    <a:pt x="1203" y="345"/>
                    <a:pt x="1153" y="320"/>
                  </a:cubicBezTo>
                  <a:lnTo>
                    <a:pt x="627" y="19"/>
                  </a:lnTo>
                  <a:cubicBezTo>
                    <a:pt x="602" y="6"/>
                    <a:pt x="577" y="0"/>
                    <a:pt x="552"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9" name="Google Shape;5659;p44"/>
            <p:cNvSpPr/>
            <p:nvPr/>
          </p:nvSpPr>
          <p:spPr>
            <a:xfrm>
              <a:off x="3440625" y="2261300"/>
              <a:ext cx="27600" cy="15075"/>
            </a:xfrm>
            <a:custGeom>
              <a:avLst/>
              <a:gdLst/>
              <a:ahLst/>
              <a:cxnLst/>
              <a:rect l="l" t="t" r="r" b="b"/>
              <a:pathLst>
                <a:path w="1104" h="603" extrusionOk="0">
                  <a:moveTo>
                    <a:pt x="502" y="1"/>
                  </a:moveTo>
                  <a:cubicBezTo>
                    <a:pt x="477" y="1"/>
                    <a:pt x="477" y="1"/>
                    <a:pt x="452" y="26"/>
                  </a:cubicBezTo>
                  <a:cubicBezTo>
                    <a:pt x="452" y="26"/>
                    <a:pt x="0" y="276"/>
                    <a:pt x="0" y="276"/>
                  </a:cubicBezTo>
                  <a:lnTo>
                    <a:pt x="26" y="276"/>
                  </a:lnTo>
                  <a:lnTo>
                    <a:pt x="552" y="602"/>
                  </a:lnTo>
                  <a:lnTo>
                    <a:pt x="652" y="602"/>
                  </a:lnTo>
                  <a:cubicBezTo>
                    <a:pt x="652" y="602"/>
                    <a:pt x="1103" y="327"/>
                    <a:pt x="1103" y="327"/>
                  </a:cubicBezTo>
                  <a:lnTo>
                    <a:pt x="552" y="26"/>
                  </a:lnTo>
                  <a:cubicBezTo>
                    <a:pt x="527" y="1"/>
                    <a:pt x="527" y="1"/>
                    <a:pt x="502" y="1"/>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0" name="Google Shape;5660;p44"/>
            <p:cNvSpPr/>
            <p:nvPr/>
          </p:nvSpPr>
          <p:spPr>
            <a:xfrm>
              <a:off x="3383600" y="2294050"/>
              <a:ext cx="29475" cy="16775"/>
            </a:xfrm>
            <a:custGeom>
              <a:avLst/>
              <a:gdLst/>
              <a:ahLst/>
              <a:cxnLst/>
              <a:rect l="l" t="t" r="r" b="b"/>
              <a:pathLst>
                <a:path w="1179" h="671" extrusionOk="0">
                  <a:moveTo>
                    <a:pt x="540" y="0"/>
                  </a:moveTo>
                  <a:cubicBezTo>
                    <a:pt x="515" y="0"/>
                    <a:pt x="490" y="7"/>
                    <a:pt x="477" y="19"/>
                  </a:cubicBezTo>
                  <a:lnTo>
                    <a:pt x="26" y="270"/>
                  </a:lnTo>
                  <a:cubicBezTo>
                    <a:pt x="1" y="295"/>
                    <a:pt x="1" y="320"/>
                    <a:pt x="26" y="345"/>
                  </a:cubicBezTo>
                  <a:lnTo>
                    <a:pt x="577" y="671"/>
                  </a:lnTo>
                  <a:lnTo>
                    <a:pt x="703" y="671"/>
                  </a:lnTo>
                  <a:lnTo>
                    <a:pt x="1154" y="395"/>
                  </a:lnTo>
                  <a:cubicBezTo>
                    <a:pt x="1179" y="370"/>
                    <a:pt x="1179" y="345"/>
                    <a:pt x="1154" y="320"/>
                  </a:cubicBezTo>
                  <a:lnTo>
                    <a:pt x="602" y="19"/>
                  </a:lnTo>
                  <a:cubicBezTo>
                    <a:pt x="590" y="7"/>
                    <a:pt x="565" y="0"/>
                    <a:pt x="540"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1" name="Google Shape;5661;p44"/>
            <p:cNvSpPr/>
            <p:nvPr/>
          </p:nvSpPr>
          <p:spPr>
            <a:xfrm>
              <a:off x="3384850" y="2293900"/>
              <a:ext cx="26975" cy="15050"/>
            </a:xfrm>
            <a:custGeom>
              <a:avLst/>
              <a:gdLst/>
              <a:ahLst/>
              <a:cxnLst/>
              <a:rect l="l" t="t" r="r" b="b"/>
              <a:pathLst>
                <a:path w="1079" h="602" extrusionOk="0">
                  <a:moveTo>
                    <a:pt x="502" y="0"/>
                  </a:moveTo>
                  <a:cubicBezTo>
                    <a:pt x="477" y="0"/>
                    <a:pt x="452" y="0"/>
                    <a:pt x="452" y="25"/>
                  </a:cubicBezTo>
                  <a:lnTo>
                    <a:pt x="1" y="276"/>
                  </a:lnTo>
                  <a:lnTo>
                    <a:pt x="552" y="602"/>
                  </a:lnTo>
                  <a:lnTo>
                    <a:pt x="627" y="602"/>
                  </a:lnTo>
                  <a:lnTo>
                    <a:pt x="1079" y="326"/>
                  </a:lnTo>
                  <a:lnTo>
                    <a:pt x="527" y="25"/>
                  </a:lnTo>
                  <a:cubicBezTo>
                    <a:pt x="527" y="0"/>
                    <a:pt x="502" y="0"/>
                    <a:pt x="502" y="0"/>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2" name="Google Shape;5662;p44"/>
            <p:cNvSpPr/>
            <p:nvPr/>
          </p:nvSpPr>
          <p:spPr>
            <a:xfrm>
              <a:off x="3560925" y="2331650"/>
              <a:ext cx="30100" cy="16775"/>
            </a:xfrm>
            <a:custGeom>
              <a:avLst/>
              <a:gdLst/>
              <a:ahLst/>
              <a:cxnLst/>
              <a:rect l="l" t="t" r="r" b="b"/>
              <a:pathLst>
                <a:path w="1204" h="671" extrusionOk="0">
                  <a:moveTo>
                    <a:pt x="555" y="0"/>
                  </a:moveTo>
                  <a:cubicBezTo>
                    <a:pt x="533" y="0"/>
                    <a:pt x="514" y="6"/>
                    <a:pt x="502" y="19"/>
                  </a:cubicBezTo>
                  <a:lnTo>
                    <a:pt x="51" y="269"/>
                  </a:lnTo>
                  <a:cubicBezTo>
                    <a:pt x="1" y="295"/>
                    <a:pt x="1" y="320"/>
                    <a:pt x="51" y="345"/>
                  </a:cubicBezTo>
                  <a:lnTo>
                    <a:pt x="602" y="670"/>
                  </a:lnTo>
                  <a:lnTo>
                    <a:pt x="727" y="670"/>
                  </a:lnTo>
                  <a:lnTo>
                    <a:pt x="1153" y="395"/>
                  </a:lnTo>
                  <a:cubicBezTo>
                    <a:pt x="1204" y="395"/>
                    <a:pt x="1204" y="345"/>
                    <a:pt x="1153" y="320"/>
                  </a:cubicBezTo>
                  <a:lnTo>
                    <a:pt x="627" y="19"/>
                  </a:lnTo>
                  <a:cubicBezTo>
                    <a:pt x="602" y="6"/>
                    <a:pt x="577" y="0"/>
                    <a:pt x="555"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3" name="Google Shape;5663;p44"/>
            <p:cNvSpPr/>
            <p:nvPr/>
          </p:nvSpPr>
          <p:spPr>
            <a:xfrm>
              <a:off x="3562175" y="2331475"/>
              <a:ext cx="27600" cy="15075"/>
            </a:xfrm>
            <a:custGeom>
              <a:avLst/>
              <a:gdLst/>
              <a:ahLst/>
              <a:cxnLst/>
              <a:rect l="l" t="t" r="r" b="b"/>
              <a:pathLst>
                <a:path w="1104" h="603" extrusionOk="0">
                  <a:moveTo>
                    <a:pt x="502" y="1"/>
                  </a:moveTo>
                  <a:cubicBezTo>
                    <a:pt x="477" y="1"/>
                    <a:pt x="477" y="1"/>
                    <a:pt x="452" y="26"/>
                  </a:cubicBezTo>
                  <a:cubicBezTo>
                    <a:pt x="452" y="26"/>
                    <a:pt x="1" y="276"/>
                    <a:pt x="1" y="276"/>
                  </a:cubicBezTo>
                  <a:lnTo>
                    <a:pt x="26" y="276"/>
                  </a:lnTo>
                  <a:lnTo>
                    <a:pt x="552" y="602"/>
                  </a:lnTo>
                  <a:lnTo>
                    <a:pt x="652" y="602"/>
                  </a:lnTo>
                  <a:cubicBezTo>
                    <a:pt x="652" y="602"/>
                    <a:pt x="1103" y="327"/>
                    <a:pt x="1103" y="327"/>
                  </a:cubicBezTo>
                  <a:lnTo>
                    <a:pt x="552" y="26"/>
                  </a:lnTo>
                  <a:cubicBezTo>
                    <a:pt x="552" y="1"/>
                    <a:pt x="527" y="1"/>
                    <a:pt x="502" y="1"/>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4" name="Google Shape;5664;p44"/>
            <p:cNvSpPr/>
            <p:nvPr/>
          </p:nvSpPr>
          <p:spPr>
            <a:xfrm>
              <a:off x="3557800" y="2273850"/>
              <a:ext cx="153525" cy="88350"/>
            </a:xfrm>
            <a:custGeom>
              <a:avLst/>
              <a:gdLst/>
              <a:ahLst/>
              <a:cxnLst/>
              <a:rect l="l" t="t" r="r" b="b"/>
              <a:pathLst>
                <a:path w="6141" h="3534" extrusionOk="0">
                  <a:moveTo>
                    <a:pt x="226" y="0"/>
                  </a:moveTo>
                  <a:lnTo>
                    <a:pt x="0" y="100"/>
                  </a:lnTo>
                  <a:lnTo>
                    <a:pt x="5940" y="3534"/>
                  </a:lnTo>
                  <a:lnTo>
                    <a:pt x="6141" y="3409"/>
                  </a:lnTo>
                  <a:lnTo>
                    <a:pt x="2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5" name="Google Shape;5665;p44"/>
            <p:cNvSpPr/>
            <p:nvPr/>
          </p:nvSpPr>
          <p:spPr>
            <a:xfrm>
              <a:off x="3584725" y="2388650"/>
              <a:ext cx="29475" cy="16625"/>
            </a:xfrm>
            <a:custGeom>
              <a:avLst/>
              <a:gdLst/>
              <a:ahLst/>
              <a:cxnLst/>
              <a:rect l="l" t="t" r="r" b="b"/>
              <a:pathLst>
                <a:path w="1179" h="665" extrusionOk="0">
                  <a:moveTo>
                    <a:pt x="540" y="1"/>
                  </a:moveTo>
                  <a:cubicBezTo>
                    <a:pt x="515" y="1"/>
                    <a:pt x="490" y="7"/>
                    <a:pt x="477" y="20"/>
                  </a:cubicBezTo>
                  <a:lnTo>
                    <a:pt x="26" y="270"/>
                  </a:lnTo>
                  <a:cubicBezTo>
                    <a:pt x="1" y="295"/>
                    <a:pt x="1" y="320"/>
                    <a:pt x="26" y="345"/>
                  </a:cubicBezTo>
                  <a:lnTo>
                    <a:pt x="577" y="646"/>
                  </a:lnTo>
                  <a:cubicBezTo>
                    <a:pt x="590" y="659"/>
                    <a:pt x="615" y="665"/>
                    <a:pt x="640" y="665"/>
                  </a:cubicBezTo>
                  <a:cubicBezTo>
                    <a:pt x="665" y="665"/>
                    <a:pt x="690" y="659"/>
                    <a:pt x="703" y="646"/>
                  </a:cubicBezTo>
                  <a:lnTo>
                    <a:pt x="1154" y="396"/>
                  </a:lnTo>
                  <a:cubicBezTo>
                    <a:pt x="1179" y="370"/>
                    <a:pt x="1179" y="345"/>
                    <a:pt x="1154" y="320"/>
                  </a:cubicBezTo>
                  <a:lnTo>
                    <a:pt x="602" y="20"/>
                  </a:lnTo>
                  <a:cubicBezTo>
                    <a:pt x="590" y="7"/>
                    <a:pt x="565" y="1"/>
                    <a:pt x="540"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6" name="Google Shape;5666;p44"/>
            <p:cNvSpPr/>
            <p:nvPr/>
          </p:nvSpPr>
          <p:spPr>
            <a:xfrm>
              <a:off x="3586000" y="2388500"/>
              <a:ext cx="26950" cy="15075"/>
            </a:xfrm>
            <a:custGeom>
              <a:avLst/>
              <a:gdLst/>
              <a:ahLst/>
              <a:cxnLst/>
              <a:rect l="l" t="t" r="r" b="b"/>
              <a:pathLst>
                <a:path w="1078" h="603" extrusionOk="0">
                  <a:moveTo>
                    <a:pt x="451" y="1"/>
                  </a:moveTo>
                  <a:cubicBezTo>
                    <a:pt x="451" y="1"/>
                    <a:pt x="0" y="276"/>
                    <a:pt x="0" y="276"/>
                  </a:cubicBezTo>
                  <a:lnTo>
                    <a:pt x="551" y="577"/>
                  </a:lnTo>
                  <a:cubicBezTo>
                    <a:pt x="551" y="602"/>
                    <a:pt x="577" y="602"/>
                    <a:pt x="577" y="602"/>
                  </a:cubicBezTo>
                  <a:cubicBezTo>
                    <a:pt x="602" y="602"/>
                    <a:pt x="627" y="602"/>
                    <a:pt x="627" y="577"/>
                  </a:cubicBezTo>
                  <a:cubicBezTo>
                    <a:pt x="627" y="577"/>
                    <a:pt x="1078" y="326"/>
                    <a:pt x="1078" y="326"/>
                  </a:cubicBezTo>
                  <a:lnTo>
                    <a:pt x="526"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7" name="Google Shape;5667;p44"/>
            <p:cNvSpPr/>
            <p:nvPr/>
          </p:nvSpPr>
          <p:spPr>
            <a:xfrm>
              <a:off x="3701275" y="2394300"/>
              <a:ext cx="23825" cy="13650"/>
            </a:xfrm>
            <a:custGeom>
              <a:avLst/>
              <a:gdLst/>
              <a:ahLst/>
              <a:cxnLst/>
              <a:rect l="l" t="t" r="r" b="b"/>
              <a:pathLst>
                <a:path w="953" h="546" extrusionOk="0">
                  <a:moveTo>
                    <a:pt x="301" y="0"/>
                  </a:moveTo>
                  <a:cubicBezTo>
                    <a:pt x="283" y="0"/>
                    <a:pt x="264" y="7"/>
                    <a:pt x="251" y="19"/>
                  </a:cubicBezTo>
                  <a:lnTo>
                    <a:pt x="26" y="144"/>
                  </a:lnTo>
                  <a:cubicBezTo>
                    <a:pt x="1" y="170"/>
                    <a:pt x="1" y="195"/>
                    <a:pt x="26" y="220"/>
                  </a:cubicBezTo>
                  <a:lnTo>
                    <a:pt x="602" y="545"/>
                  </a:lnTo>
                  <a:lnTo>
                    <a:pt x="702" y="545"/>
                  </a:lnTo>
                  <a:lnTo>
                    <a:pt x="928" y="420"/>
                  </a:lnTo>
                  <a:cubicBezTo>
                    <a:pt x="953" y="395"/>
                    <a:pt x="953" y="370"/>
                    <a:pt x="928" y="345"/>
                  </a:cubicBezTo>
                  <a:lnTo>
                    <a:pt x="351" y="19"/>
                  </a:lnTo>
                  <a:cubicBezTo>
                    <a:pt x="339" y="7"/>
                    <a:pt x="320" y="0"/>
                    <a:pt x="301"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8" name="Google Shape;5668;p44"/>
            <p:cNvSpPr/>
            <p:nvPr/>
          </p:nvSpPr>
          <p:spPr>
            <a:xfrm>
              <a:off x="3702525" y="2394775"/>
              <a:ext cx="21325" cy="11300"/>
            </a:xfrm>
            <a:custGeom>
              <a:avLst/>
              <a:gdLst/>
              <a:ahLst/>
              <a:cxnLst/>
              <a:rect l="l" t="t" r="r" b="b"/>
              <a:pathLst>
                <a:path w="853" h="452" extrusionOk="0">
                  <a:moveTo>
                    <a:pt x="226" y="0"/>
                  </a:moveTo>
                  <a:lnTo>
                    <a:pt x="1" y="125"/>
                  </a:lnTo>
                  <a:lnTo>
                    <a:pt x="577" y="451"/>
                  </a:lnTo>
                  <a:lnTo>
                    <a:pt x="627" y="451"/>
                  </a:lnTo>
                  <a:lnTo>
                    <a:pt x="853" y="326"/>
                  </a:lnTo>
                  <a:lnTo>
                    <a:pt x="276" y="0"/>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9" name="Google Shape;5669;p44"/>
            <p:cNvSpPr/>
            <p:nvPr/>
          </p:nvSpPr>
          <p:spPr>
            <a:xfrm>
              <a:off x="3445625" y="2351700"/>
              <a:ext cx="110950" cy="63600"/>
            </a:xfrm>
            <a:custGeom>
              <a:avLst/>
              <a:gdLst/>
              <a:ahLst/>
              <a:cxnLst/>
              <a:rect l="l" t="t" r="r" b="b"/>
              <a:pathLst>
                <a:path w="4438" h="2544" extrusionOk="0">
                  <a:moveTo>
                    <a:pt x="556" y="0"/>
                  </a:moveTo>
                  <a:cubicBezTo>
                    <a:pt x="534" y="0"/>
                    <a:pt x="515" y="6"/>
                    <a:pt x="502" y="19"/>
                  </a:cubicBezTo>
                  <a:lnTo>
                    <a:pt x="51" y="269"/>
                  </a:lnTo>
                  <a:cubicBezTo>
                    <a:pt x="1" y="295"/>
                    <a:pt x="1" y="320"/>
                    <a:pt x="51" y="345"/>
                  </a:cubicBezTo>
                  <a:lnTo>
                    <a:pt x="3836" y="2525"/>
                  </a:lnTo>
                  <a:cubicBezTo>
                    <a:pt x="3848" y="2538"/>
                    <a:pt x="3873" y="2544"/>
                    <a:pt x="3898" y="2544"/>
                  </a:cubicBezTo>
                  <a:cubicBezTo>
                    <a:pt x="3923" y="2544"/>
                    <a:pt x="3948" y="2538"/>
                    <a:pt x="3961" y="2525"/>
                  </a:cubicBezTo>
                  <a:lnTo>
                    <a:pt x="4412" y="2275"/>
                  </a:lnTo>
                  <a:cubicBezTo>
                    <a:pt x="4437" y="2249"/>
                    <a:pt x="4437" y="2224"/>
                    <a:pt x="4412" y="2199"/>
                  </a:cubicBezTo>
                  <a:lnTo>
                    <a:pt x="628" y="19"/>
                  </a:lnTo>
                  <a:cubicBezTo>
                    <a:pt x="603" y="6"/>
                    <a:pt x="577" y="0"/>
                    <a:pt x="556"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0" name="Google Shape;5670;p44"/>
            <p:cNvSpPr/>
            <p:nvPr/>
          </p:nvSpPr>
          <p:spPr>
            <a:xfrm>
              <a:off x="3446900" y="2351525"/>
              <a:ext cx="108400" cy="62075"/>
            </a:xfrm>
            <a:custGeom>
              <a:avLst/>
              <a:gdLst/>
              <a:ahLst/>
              <a:cxnLst/>
              <a:rect l="l" t="t" r="r" b="b"/>
              <a:pathLst>
                <a:path w="4336" h="2483" extrusionOk="0">
                  <a:moveTo>
                    <a:pt x="501" y="1"/>
                  </a:moveTo>
                  <a:cubicBezTo>
                    <a:pt x="476" y="1"/>
                    <a:pt x="476" y="1"/>
                    <a:pt x="451" y="26"/>
                  </a:cubicBezTo>
                  <a:cubicBezTo>
                    <a:pt x="451" y="26"/>
                    <a:pt x="0" y="276"/>
                    <a:pt x="0" y="276"/>
                  </a:cubicBezTo>
                  <a:lnTo>
                    <a:pt x="25" y="276"/>
                  </a:lnTo>
                  <a:lnTo>
                    <a:pt x="3810" y="2457"/>
                  </a:lnTo>
                  <a:cubicBezTo>
                    <a:pt x="3810" y="2482"/>
                    <a:pt x="3835" y="2482"/>
                    <a:pt x="3860" y="2482"/>
                  </a:cubicBezTo>
                  <a:cubicBezTo>
                    <a:pt x="3860" y="2482"/>
                    <a:pt x="3885" y="2482"/>
                    <a:pt x="3885" y="2457"/>
                  </a:cubicBezTo>
                  <a:cubicBezTo>
                    <a:pt x="3885" y="2457"/>
                    <a:pt x="4336" y="2206"/>
                    <a:pt x="4336" y="2206"/>
                  </a:cubicBezTo>
                  <a:lnTo>
                    <a:pt x="552" y="26"/>
                  </a:lnTo>
                  <a:cubicBezTo>
                    <a:pt x="552" y="1"/>
                    <a:pt x="526" y="1"/>
                    <a:pt x="501" y="1"/>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1" name="Google Shape;5671;p44"/>
            <p:cNvSpPr/>
            <p:nvPr/>
          </p:nvSpPr>
          <p:spPr>
            <a:xfrm>
              <a:off x="3721325" y="2406200"/>
              <a:ext cx="23825" cy="13500"/>
            </a:xfrm>
            <a:custGeom>
              <a:avLst/>
              <a:gdLst/>
              <a:ahLst/>
              <a:cxnLst/>
              <a:rect l="l" t="t" r="r" b="b"/>
              <a:pathLst>
                <a:path w="953" h="540" extrusionOk="0">
                  <a:moveTo>
                    <a:pt x="301" y="1"/>
                  </a:moveTo>
                  <a:cubicBezTo>
                    <a:pt x="283" y="1"/>
                    <a:pt x="264" y="7"/>
                    <a:pt x="251" y="19"/>
                  </a:cubicBezTo>
                  <a:lnTo>
                    <a:pt x="26" y="145"/>
                  </a:lnTo>
                  <a:cubicBezTo>
                    <a:pt x="1" y="170"/>
                    <a:pt x="1" y="195"/>
                    <a:pt x="26" y="195"/>
                  </a:cubicBezTo>
                  <a:lnTo>
                    <a:pt x="602" y="521"/>
                  </a:lnTo>
                  <a:cubicBezTo>
                    <a:pt x="615" y="533"/>
                    <a:pt x="633" y="539"/>
                    <a:pt x="652" y="539"/>
                  </a:cubicBezTo>
                  <a:cubicBezTo>
                    <a:pt x="671" y="539"/>
                    <a:pt x="690" y="533"/>
                    <a:pt x="702" y="521"/>
                  </a:cubicBezTo>
                  <a:lnTo>
                    <a:pt x="928" y="395"/>
                  </a:lnTo>
                  <a:cubicBezTo>
                    <a:pt x="953" y="395"/>
                    <a:pt x="953" y="370"/>
                    <a:pt x="928" y="345"/>
                  </a:cubicBezTo>
                  <a:lnTo>
                    <a:pt x="352" y="19"/>
                  </a:lnTo>
                  <a:cubicBezTo>
                    <a:pt x="339" y="7"/>
                    <a:pt x="320" y="1"/>
                    <a:pt x="301" y="1"/>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2" name="Google Shape;5672;p44"/>
            <p:cNvSpPr/>
            <p:nvPr/>
          </p:nvSpPr>
          <p:spPr>
            <a:xfrm>
              <a:off x="3723200" y="2406050"/>
              <a:ext cx="20700" cy="11925"/>
            </a:xfrm>
            <a:custGeom>
              <a:avLst/>
              <a:gdLst/>
              <a:ahLst/>
              <a:cxnLst/>
              <a:rect l="l" t="t" r="r" b="b"/>
              <a:pathLst>
                <a:path w="828" h="477" extrusionOk="0">
                  <a:moveTo>
                    <a:pt x="226" y="0"/>
                  </a:moveTo>
                  <a:cubicBezTo>
                    <a:pt x="226" y="0"/>
                    <a:pt x="201" y="0"/>
                    <a:pt x="201" y="25"/>
                  </a:cubicBezTo>
                  <a:lnTo>
                    <a:pt x="1" y="151"/>
                  </a:lnTo>
                  <a:lnTo>
                    <a:pt x="552" y="476"/>
                  </a:lnTo>
                  <a:lnTo>
                    <a:pt x="602" y="476"/>
                  </a:lnTo>
                  <a:lnTo>
                    <a:pt x="828" y="351"/>
                  </a:lnTo>
                  <a:lnTo>
                    <a:pt x="251" y="25"/>
                  </a:lnTo>
                  <a:cubicBezTo>
                    <a:pt x="251" y="0"/>
                    <a:pt x="251" y="0"/>
                    <a:pt x="226" y="0"/>
                  </a:cubicBez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3" name="Google Shape;5673;p44"/>
            <p:cNvSpPr/>
            <p:nvPr/>
          </p:nvSpPr>
          <p:spPr>
            <a:xfrm>
              <a:off x="3586000" y="2411225"/>
              <a:ext cx="30100" cy="16625"/>
            </a:xfrm>
            <a:custGeom>
              <a:avLst/>
              <a:gdLst/>
              <a:ahLst/>
              <a:cxnLst/>
              <a:rect l="l" t="t" r="r" b="b"/>
              <a:pathLst>
                <a:path w="1204" h="665" extrusionOk="0">
                  <a:moveTo>
                    <a:pt x="551" y="0"/>
                  </a:moveTo>
                  <a:cubicBezTo>
                    <a:pt x="526" y="0"/>
                    <a:pt x="501" y="6"/>
                    <a:pt x="476" y="19"/>
                  </a:cubicBezTo>
                  <a:lnTo>
                    <a:pt x="50" y="269"/>
                  </a:lnTo>
                  <a:cubicBezTo>
                    <a:pt x="0" y="295"/>
                    <a:pt x="0" y="320"/>
                    <a:pt x="50" y="345"/>
                  </a:cubicBezTo>
                  <a:lnTo>
                    <a:pt x="577" y="645"/>
                  </a:lnTo>
                  <a:cubicBezTo>
                    <a:pt x="602" y="658"/>
                    <a:pt x="627" y="664"/>
                    <a:pt x="652" y="664"/>
                  </a:cubicBezTo>
                  <a:cubicBezTo>
                    <a:pt x="677" y="664"/>
                    <a:pt x="702" y="658"/>
                    <a:pt x="727" y="645"/>
                  </a:cubicBezTo>
                  <a:lnTo>
                    <a:pt x="1153" y="395"/>
                  </a:lnTo>
                  <a:cubicBezTo>
                    <a:pt x="1203" y="370"/>
                    <a:pt x="1203" y="345"/>
                    <a:pt x="1153" y="320"/>
                  </a:cubicBezTo>
                  <a:lnTo>
                    <a:pt x="627" y="19"/>
                  </a:lnTo>
                  <a:cubicBezTo>
                    <a:pt x="602" y="6"/>
                    <a:pt x="577" y="0"/>
                    <a:pt x="551" y="0"/>
                  </a:cubicBezTo>
                  <a:close/>
                </a:path>
              </a:pathLst>
            </a:custGeom>
            <a:solidFill>
              <a:srgbClr val="6EA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4" name="Google Shape;5674;p44"/>
            <p:cNvSpPr/>
            <p:nvPr/>
          </p:nvSpPr>
          <p:spPr>
            <a:xfrm>
              <a:off x="3587250" y="2411050"/>
              <a:ext cx="27575" cy="15075"/>
            </a:xfrm>
            <a:custGeom>
              <a:avLst/>
              <a:gdLst/>
              <a:ahLst/>
              <a:cxnLst/>
              <a:rect l="l" t="t" r="r" b="b"/>
              <a:pathLst>
                <a:path w="1103" h="603" extrusionOk="0">
                  <a:moveTo>
                    <a:pt x="451" y="1"/>
                  </a:moveTo>
                  <a:cubicBezTo>
                    <a:pt x="451" y="1"/>
                    <a:pt x="0" y="276"/>
                    <a:pt x="0" y="276"/>
                  </a:cubicBezTo>
                  <a:lnTo>
                    <a:pt x="25" y="276"/>
                  </a:lnTo>
                  <a:lnTo>
                    <a:pt x="552" y="577"/>
                  </a:lnTo>
                  <a:cubicBezTo>
                    <a:pt x="577" y="602"/>
                    <a:pt x="577" y="602"/>
                    <a:pt x="602" y="602"/>
                  </a:cubicBezTo>
                  <a:cubicBezTo>
                    <a:pt x="627" y="602"/>
                    <a:pt x="627" y="602"/>
                    <a:pt x="652" y="577"/>
                  </a:cubicBezTo>
                  <a:cubicBezTo>
                    <a:pt x="652" y="577"/>
                    <a:pt x="1103" y="327"/>
                    <a:pt x="1103" y="327"/>
                  </a:cubicBezTo>
                  <a:lnTo>
                    <a:pt x="552" y="1"/>
                  </a:lnTo>
                  <a:close/>
                </a:path>
              </a:pathLst>
            </a:custGeom>
            <a:solidFill>
              <a:srgbClr val="C7DF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5" name="Google Shape;5675;p44"/>
            <p:cNvSpPr/>
            <p:nvPr/>
          </p:nvSpPr>
          <p:spPr>
            <a:xfrm>
              <a:off x="3587875" y="2412925"/>
              <a:ext cx="201775" cy="122850"/>
            </a:xfrm>
            <a:custGeom>
              <a:avLst/>
              <a:gdLst/>
              <a:ahLst/>
              <a:cxnLst/>
              <a:rect l="l" t="t" r="r" b="b"/>
              <a:pathLst>
                <a:path w="8071" h="4914" extrusionOk="0">
                  <a:moveTo>
                    <a:pt x="8070" y="1"/>
                  </a:moveTo>
                  <a:lnTo>
                    <a:pt x="0" y="4688"/>
                  </a:lnTo>
                  <a:lnTo>
                    <a:pt x="0" y="4913"/>
                  </a:lnTo>
                  <a:lnTo>
                    <a:pt x="8070" y="252"/>
                  </a:lnTo>
                  <a:lnTo>
                    <a:pt x="8070" y="1"/>
                  </a:ln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6" name="Google Shape;5676;p44"/>
            <p:cNvSpPr/>
            <p:nvPr/>
          </p:nvSpPr>
          <p:spPr>
            <a:xfrm>
              <a:off x="3268325" y="2354675"/>
              <a:ext cx="303900" cy="181100"/>
            </a:xfrm>
            <a:custGeom>
              <a:avLst/>
              <a:gdLst/>
              <a:ahLst/>
              <a:cxnLst/>
              <a:rect l="l" t="t" r="r" b="b"/>
              <a:pathLst>
                <a:path w="12156" h="7244" extrusionOk="0">
                  <a:moveTo>
                    <a:pt x="0" y="0"/>
                  </a:moveTo>
                  <a:lnTo>
                    <a:pt x="0" y="226"/>
                  </a:lnTo>
                  <a:lnTo>
                    <a:pt x="12156" y="7243"/>
                  </a:lnTo>
                  <a:lnTo>
                    <a:pt x="12156" y="7018"/>
                  </a:lnTo>
                  <a:lnTo>
                    <a:pt x="0" y="0"/>
                  </a:ln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7" name="Google Shape;5677;p44"/>
            <p:cNvSpPr/>
            <p:nvPr/>
          </p:nvSpPr>
          <p:spPr>
            <a:xfrm>
              <a:off x="3572200" y="2530100"/>
              <a:ext cx="15700" cy="7550"/>
            </a:xfrm>
            <a:custGeom>
              <a:avLst/>
              <a:gdLst/>
              <a:ahLst/>
              <a:cxnLst/>
              <a:rect l="l" t="t" r="r" b="b"/>
              <a:pathLst>
                <a:path w="628" h="302" extrusionOk="0">
                  <a:moveTo>
                    <a:pt x="1" y="1"/>
                  </a:moveTo>
                  <a:lnTo>
                    <a:pt x="1" y="226"/>
                  </a:lnTo>
                  <a:cubicBezTo>
                    <a:pt x="88" y="276"/>
                    <a:pt x="207" y="301"/>
                    <a:pt x="323" y="301"/>
                  </a:cubicBezTo>
                  <a:cubicBezTo>
                    <a:pt x="439" y="301"/>
                    <a:pt x="552" y="276"/>
                    <a:pt x="627" y="226"/>
                  </a:cubicBezTo>
                  <a:lnTo>
                    <a:pt x="627" y="1"/>
                  </a:lnTo>
                  <a:cubicBezTo>
                    <a:pt x="552" y="51"/>
                    <a:pt x="439" y="76"/>
                    <a:pt x="323" y="76"/>
                  </a:cubicBezTo>
                  <a:cubicBezTo>
                    <a:pt x="207" y="76"/>
                    <a:pt x="88" y="51"/>
                    <a:pt x="1" y="1"/>
                  </a:cubicBez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8" name="Google Shape;5678;p44"/>
            <p:cNvSpPr/>
            <p:nvPr/>
          </p:nvSpPr>
          <p:spPr>
            <a:xfrm>
              <a:off x="3586000" y="2530100"/>
              <a:ext cx="1900" cy="6925"/>
            </a:xfrm>
            <a:custGeom>
              <a:avLst/>
              <a:gdLst/>
              <a:ahLst/>
              <a:cxnLst/>
              <a:rect l="l" t="t" r="r" b="b"/>
              <a:pathLst>
                <a:path w="76" h="277" extrusionOk="0">
                  <a:moveTo>
                    <a:pt x="75" y="1"/>
                  </a:moveTo>
                  <a:cubicBezTo>
                    <a:pt x="50" y="26"/>
                    <a:pt x="25" y="26"/>
                    <a:pt x="0" y="51"/>
                  </a:cubicBezTo>
                  <a:lnTo>
                    <a:pt x="0" y="276"/>
                  </a:lnTo>
                  <a:cubicBezTo>
                    <a:pt x="25" y="276"/>
                    <a:pt x="50" y="251"/>
                    <a:pt x="75" y="226"/>
                  </a:cubicBezTo>
                  <a:lnTo>
                    <a:pt x="75" y="1"/>
                  </a:ln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9" name="Google Shape;5679;p44"/>
            <p:cNvSpPr/>
            <p:nvPr/>
          </p:nvSpPr>
          <p:spPr>
            <a:xfrm>
              <a:off x="3582225" y="2531975"/>
              <a:ext cx="1275" cy="5675"/>
            </a:xfrm>
            <a:custGeom>
              <a:avLst/>
              <a:gdLst/>
              <a:ahLst/>
              <a:cxnLst/>
              <a:rect l="l" t="t" r="r" b="b"/>
              <a:pathLst>
                <a:path w="51" h="227" extrusionOk="0">
                  <a:moveTo>
                    <a:pt x="1" y="1"/>
                  </a:moveTo>
                  <a:lnTo>
                    <a:pt x="1" y="226"/>
                  </a:lnTo>
                  <a:lnTo>
                    <a:pt x="51" y="226"/>
                  </a:lnTo>
                  <a:lnTo>
                    <a:pt x="51" y="1"/>
                  </a:ln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0" name="Google Shape;5680;p44"/>
            <p:cNvSpPr/>
            <p:nvPr/>
          </p:nvSpPr>
          <p:spPr>
            <a:xfrm>
              <a:off x="3580975" y="2531975"/>
              <a:ext cx="1275" cy="5675"/>
            </a:xfrm>
            <a:custGeom>
              <a:avLst/>
              <a:gdLst/>
              <a:ahLst/>
              <a:cxnLst/>
              <a:rect l="l" t="t" r="r" b="b"/>
              <a:pathLst>
                <a:path w="51" h="227" extrusionOk="0">
                  <a:moveTo>
                    <a:pt x="1" y="1"/>
                  </a:moveTo>
                  <a:lnTo>
                    <a:pt x="1" y="226"/>
                  </a:lnTo>
                  <a:lnTo>
                    <a:pt x="51" y="226"/>
                  </a:lnTo>
                  <a:lnTo>
                    <a:pt x="51" y="1"/>
                  </a:ln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1" name="Google Shape;5681;p44"/>
            <p:cNvSpPr/>
            <p:nvPr/>
          </p:nvSpPr>
          <p:spPr>
            <a:xfrm>
              <a:off x="3579725" y="2531975"/>
              <a:ext cx="1275" cy="5675"/>
            </a:xfrm>
            <a:custGeom>
              <a:avLst/>
              <a:gdLst/>
              <a:ahLst/>
              <a:cxnLst/>
              <a:rect l="l" t="t" r="r" b="b"/>
              <a:pathLst>
                <a:path w="51" h="227" extrusionOk="0">
                  <a:moveTo>
                    <a:pt x="0" y="1"/>
                  </a:moveTo>
                  <a:lnTo>
                    <a:pt x="0" y="226"/>
                  </a:lnTo>
                  <a:lnTo>
                    <a:pt x="51" y="226"/>
                  </a:lnTo>
                  <a:lnTo>
                    <a:pt x="51" y="1"/>
                  </a:ln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2" name="Google Shape;5682;p44"/>
            <p:cNvSpPr/>
            <p:nvPr/>
          </p:nvSpPr>
          <p:spPr>
            <a:xfrm>
              <a:off x="3578475" y="2531975"/>
              <a:ext cx="1275" cy="5675"/>
            </a:xfrm>
            <a:custGeom>
              <a:avLst/>
              <a:gdLst/>
              <a:ahLst/>
              <a:cxnLst/>
              <a:rect l="l" t="t" r="r" b="b"/>
              <a:pathLst>
                <a:path w="51" h="227" extrusionOk="0">
                  <a:moveTo>
                    <a:pt x="0" y="1"/>
                  </a:moveTo>
                  <a:lnTo>
                    <a:pt x="0" y="226"/>
                  </a:lnTo>
                  <a:lnTo>
                    <a:pt x="50" y="226"/>
                  </a:lnTo>
                  <a:lnTo>
                    <a:pt x="50" y="1"/>
                  </a:ln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3" name="Google Shape;5683;p44"/>
            <p:cNvSpPr/>
            <p:nvPr/>
          </p:nvSpPr>
          <p:spPr>
            <a:xfrm>
              <a:off x="3577850" y="2531975"/>
              <a:ext cx="650" cy="5675"/>
            </a:xfrm>
            <a:custGeom>
              <a:avLst/>
              <a:gdLst/>
              <a:ahLst/>
              <a:cxnLst/>
              <a:rect l="l" t="t" r="r" b="b"/>
              <a:pathLst>
                <a:path w="26" h="227" extrusionOk="0">
                  <a:moveTo>
                    <a:pt x="0" y="1"/>
                  </a:moveTo>
                  <a:lnTo>
                    <a:pt x="0" y="226"/>
                  </a:lnTo>
                  <a:lnTo>
                    <a:pt x="25" y="226"/>
                  </a:lnTo>
                  <a:lnTo>
                    <a:pt x="25" y="1"/>
                  </a:ln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4" name="Google Shape;5684;p44"/>
            <p:cNvSpPr/>
            <p:nvPr/>
          </p:nvSpPr>
          <p:spPr>
            <a:xfrm>
              <a:off x="3576600" y="2531350"/>
              <a:ext cx="1275" cy="6300"/>
            </a:xfrm>
            <a:custGeom>
              <a:avLst/>
              <a:gdLst/>
              <a:ahLst/>
              <a:cxnLst/>
              <a:rect l="l" t="t" r="r" b="b"/>
              <a:pathLst>
                <a:path w="51" h="252" extrusionOk="0">
                  <a:moveTo>
                    <a:pt x="0" y="1"/>
                  </a:moveTo>
                  <a:lnTo>
                    <a:pt x="0" y="251"/>
                  </a:lnTo>
                  <a:lnTo>
                    <a:pt x="50" y="251"/>
                  </a:lnTo>
                  <a:lnTo>
                    <a:pt x="50" y="26"/>
                  </a:lnTo>
                  <a:cubicBezTo>
                    <a:pt x="25" y="26"/>
                    <a:pt x="25" y="26"/>
                    <a:pt x="0" y="1"/>
                  </a:cubicBez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5" name="Google Shape;5685;p44"/>
            <p:cNvSpPr/>
            <p:nvPr/>
          </p:nvSpPr>
          <p:spPr>
            <a:xfrm>
              <a:off x="3575325" y="2531350"/>
              <a:ext cx="1300" cy="6300"/>
            </a:xfrm>
            <a:custGeom>
              <a:avLst/>
              <a:gdLst/>
              <a:ahLst/>
              <a:cxnLst/>
              <a:rect l="l" t="t" r="r" b="b"/>
              <a:pathLst>
                <a:path w="52" h="252" extrusionOk="0">
                  <a:moveTo>
                    <a:pt x="1" y="1"/>
                  </a:moveTo>
                  <a:lnTo>
                    <a:pt x="1" y="226"/>
                  </a:lnTo>
                  <a:cubicBezTo>
                    <a:pt x="26" y="251"/>
                    <a:pt x="26" y="251"/>
                    <a:pt x="51" y="251"/>
                  </a:cubicBezTo>
                  <a:lnTo>
                    <a:pt x="51" y="1"/>
                  </a:ln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6" name="Google Shape;5686;p44"/>
            <p:cNvSpPr/>
            <p:nvPr/>
          </p:nvSpPr>
          <p:spPr>
            <a:xfrm>
              <a:off x="3574075" y="2530725"/>
              <a:ext cx="1275" cy="6300"/>
            </a:xfrm>
            <a:custGeom>
              <a:avLst/>
              <a:gdLst/>
              <a:ahLst/>
              <a:cxnLst/>
              <a:rect l="l" t="t" r="r" b="b"/>
              <a:pathLst>
                <a:path w="51" h="252" extrusionOk="0">
                  <a:moveTo>
                    <a:pt x="1" y="1"/>
                  </a:moveTo>
                  <a:lnTo>
                    <a:pt x="1" y="251"/>
                  </a:lnTo>
                  <a:lnTo>
                    <a:pt x="51" y="251"/>
                  </a:lnTo>
                  <a:lnTo>
                    <a:pt x="51" y="26"/>
                  </a:lnTo>
                  <a:cubicBezTo>
                    <a:pt x="26" y="26"/>
                    <a:pt x="26" y="1"/>
                    <a:pt x="1" y="1"/>
                  </a:cubicBez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7" name="Google Shape;5687;p44"/>
            <p:cNvSpPr/>
            <p:nvPr/>
          </p:nvSpPr>
          <p:spPr>
            <a:xfrm>
              <a:off x="3572200" y="2530100"/>
              <a:ext cx="1900" cy="6925"/>
            </a:xfrm>
            <a:custGeom>
              <a:avLst/>
              <a:gdLst/>
              <a:ahLst/>
              <a:cxnLst/>
              <a:rect l="l" t="t" r="r" b="b"/>
              <a:pathLst>
                <a:path w="76" h="277" extrusionOk="0">
                  <a:moveTo>
                    <a:pt x="1" y="1"/>
                  </a:moveTo>
                  <a:lnTo>
                    <a:pt x="1" y="226"/>
                  </a:lnTo>
                  <a:cubicBezTo>
                    <a:pt x="26" y="251"/>
                    <a:pt x="51" y="251"/>
                    <a:pt x="76" y="276"/>
                  </a:cubicBezTo>
                  <a:lnTo>
                    <a:pt x="76" y="26"/>
                  </a:lnTo>
                  <a:cubicBezTo>
                    <a:pt x="51" y="26"/>
                    <a:pt x="26" y="1"/>
                    <a:pt x="1" y="1"/>
                  </a:cubicBezTo>
                  <a:close/>
                </a:path>
              </a:pathLst>
            </a:custGeom>
            <a:solidFill>
              <a:srgbClr val="2E45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8" name="Google Shape;5688;p44"/>
            <p:cNvSpPr/>
            <p:nvPr/>
          </p:nvSpPr>
          <p:spPr>
            <a:xfrm>
              <a:off x="3570325" y="2092300"/>
              <a:ext cx="120950" cy="181575"/>
            </a:xfrm>
            <a:custGeom>
              <a:avLst/>
              <a:gdLst/>
              <a:ahLst/>
              <a:cxnLst/>
              <a:rect l="l" t="t" r="r" b="b"/>
              <a:pathLst>
                <a:path w="4838" h="7263" extrusionOk="0">
                  <a:moveTo>
                    <a:pt x="1610" y="1985"/>
                  </a:moveTo>
                  <a:cubicBezTo>
                    <a:pt x="1690" y="1985"/>
                    <a:pt x="1782" y="2013"/>
                    <a:pt x="1880" y="2074"/>
                  </a:cubicBezTo>
                  <a:cubicBezTo>
                    <a:pt x="2131" y="2199"/>
                    <a:pt x="2331" y="2500"/>
                    <a:pt x="2432" y="2801"/>
                  </a:cubicBezTo>
                  <a:cubicBezTo>
                    <a:pt x="2477" y="2679"/>
                    <a:pt x="2578" y="2613"/>
                    <a:pt x="2700" y="2613"/>
                  </a:cubicBezTo>
                  <a:cubicBezTo>
                    <a:pt x="2780" y="2613"/>
                    <a:pt x="2869" y="2641"/>
                    <a:pt x="2958" y="2701"/>
                  </a:cubicBezTo>
                  <a:cubicBezTo>
                    <a:pt x="3284" y="2876"/>
                    <a:pt x="3559" y="3327"/>
                    <a:pt x="3559" y="3703"/>
                  </a:cubicBezTo>
                  <a:cubicBezTo>
                    <a:pt x="3559" y="4590"/>
                    <a:pt x="2611" y="4631"/>
                    <a:pt x="2435" y="4631"/>
                  </a:cubicBezTo>
                  <a:cubicBezTo>
                    <a:pt x="2416" y="4631"/>
                    <a:pt x="2407" y="4630"/>
                    <a:pt x="2407" y="4630"/>
                  </a:cubicBezTo>
                  <a:cubicBezTo>
                    <a:pt x="2407" y="4630"/>
                    <a:pt x="1279" y="3427"/>
                    <a:pt x="1304" y="2400"/>
                  </a:cubicBezTo>
                  <a:cubicBezTo>
                    <a:pt x="1304" y="2137"/>
                    <a:pt x="1426" y="1985"/>
                    <a:pt x="1610" y="1985"/>
                  </a:cubicBezTo>
                  <a:close/>
                  <a:moveTo>
                    <a:pt x="468" y="1"/>
                  </a:moveTo>
                  <a:cubicBezTo>
                    <a:pt x="189" y="1"/>
                    <a:pt x="0" y="223"/>
                    <a:pt x="0" y="595"/>
                  </a:cubicBezTo>
                  <a:lnTo>
                    <a:pt x="0" y="3653"/>
                  </a:lnTo>
                  <a:cubicBezTo>
                    <a:pt x="0" y="4179"/>
                    <a:pt x="376" y="4806"/>
                    <a:pt x="828" y="5082"/>
                  </a:cubicBezTo>
                  <a:lnTo>
                    <a:pt x="1780" y="5633"/>
                  </a:lnTo>
                  <a:lnTo>
                    <a:pt x="2407" y="7262"/>
                  </a:lnTo>
                  <a:lnTo>
                    <a:pt x="3058" y="6360"/>
                  </a:lnTo>
                  <a:lnTo>
                    <a:pt x="4011" y="6911"/>
                  </a:lnTo>
                  <a:cubicBezTo>
                    <a:pt x="4142" y="6992"/>
                    <a:pt x="4268" y="7029"/>
                    <a:pt x="4379" y="7029"/>
                  </a:cubicBezTo>
                  <a:cubicBezTo>
                    <a:pt x="4649" y="7029"/>
                    <a:pt x="4838" y="6808"/>
                    <a:pt x="4838" y="6435"/>
                  </a:cubicBezTo>
                  <a:lnTo>
                    <a:pt x="4838" y="3377"/>
                  </a:lnTo>
                  <a:cubicBezTo>
                    <a:pt x="4838" y="2851"/>
                    <a:pt x="4487" y="2199"/>
                    <a:pt x="4011" y="1949"/>
                  </a:cubicBezTo>
                  <a:lnTo>
                    <a:pt x="3885" y="1874"/>
                  </a:lnTo>
                  <a:lnTo>
                    <a:pt x="853" y="119"/>
                  </a:lnTo>
                  <a:cubicBezTo>
                    <a:pt x="714" y="39"/>
                    <a:pt x="583" y="1"/>
                    <a:pt x="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9" name="Google Shape;5689;p44"/>
            <p:cNvSpPr/>
            <p:nvPr/>
          </p:nvSpPr>
          <p:spPr>
            <a:xfrm>
              <a:off x="3602275" y="2141900"/>
              <a:ext cx="57050" cy="66175"/>
            </a:xfrm>
            <a:custGeom>
              <a:avLst/>
              <a:gdLst/>
              <a:ahLst/>
              <a:cxnLst/>
              <a:rect l="l" t="t" r="r" b="b"/>
              <a:pathLst>
                <a:path w="2282" h="2647" extrusionOk="0">
                  <a:moveTo>
                    <a:pt x="332" y="1"/>
                  </a:moveTo>
                  <a:cubicBezTo>
                    <a:pt x="148" y="1"/>
                    <a:pt x="26" y="153"/>
                    <a:pt x="26" y="416"/>
                  </a:cubicBezTo>
                  <a:cubicBezTo>
                    <a:pt x="1" y="1443"/>
                    <a:pt x="1129" y="2646"/>
                    <a:pt x="1129" y="2646"/>
                  </a:cubicBezTo>
                  <a:cubicBezTo>
                    <a:pt x="1129" y="2646"/>
                    <a:pt x="1138" y="2647"/>
                    <a:pt x="1157" y="2647"/>
                  </a:cubicBezTo>
                  <a:cubicBezTo>
                    <a:pt x="1333" y="2647"/>
                    <a:pt x="2281" y="2606"/>
                    <a:pt x="2281" y="1719"/>
                  </a:cubicBezTo>
                  <a:cubicBezTo>
                    <a:pt x="2281" y="1343"/>
                    <a:pt x="2006" y="892"/>
                    <a:pt x="1680" y="717"/>
                  </a:cubicBezTo>
                  <a:cubicBezTo>
                    <a:pt x="1591" y="657"/>
                    <a:pt x="1502" y="629"/>
                    <a:pt x="1422" y="629"/>
                  </a:cubicBezTo>
                  <a:cubicBezTo>
                    <a:pt x="1300" y="629"/>
                    <a:pt x="1199" y="695"/>
                    <a:pt x="1154" y="817"/>
                  </a:cubicBezTo>
                  <a:cubicBezTo>
                    <a:pt x="1053" y="516"/>
                    <a:pt x="853" y="215"/>
                    <a:pt x="602" y="90"/>
                  </a:cubicBezTo>
                  <a:cubicBezTo>
                    <a:pt x="504" y="29"/>
                    <a:pt x="412" y="1"/>
                    <a:pt x="3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0" name="Google Shape;5690;p44"/>
            <p:cNvSpPr/>
            <p:nvPr/>
          </p:nvSpPr>
          <p:spPr>
            <a:xfrm>
              <a:off x="3611050" y="3957600"/>
              <a:ext cx="88375" cy="83825"/>
            </a:xfrm>
            <a:custGeom>
              <a:avLst/>
              <a:gdLst/>
              <a:ahLst/>
              <a:cxnLst/>
              <a:rect l="l" t="t" r="r" b="b"/>
              <a:pathLst>
                <a:path w="3535" h="3353" extrusionOk="0">
                  <a:moveTo>
                    <a:pt x="37" y="397"/>
                  </a:moveTo>
                  <a:cubicBezTo>
                    <a:pt x="27" y="400"/>
                    <a:pt x="14" y="406"/>
                    <a:pt x="1" y="420"/>
                  </a:cubicBezTo>
                  <a:lnTo>
                    <a:pt x="37" y="397"/>
                  </a:lnTo>
                  <a:close/>
                  <a:moveTo>
                    <a:pt x="917" y="1"/>
                  </a:moveTo>
                  <a:cubicBezTo>
                    <a:pt x="771" y="1"/>
                    <a:pt x="639" y="33"/>
                    <a:pt x="527" y="94"/>
                  </a:cubicBezTo>
                  <a:lnTo>
                    <a:pt x="37" y="397"/>
                  </a:lnTo>
                  <a:lnTo>
                    <a:pt x="37" y="397"/>
                  </a:lnTo>
                  <a:cubicBezTo>
                    <a:pt x="45" y="395"/>
                    <a:pt x="51" y="395"/>
                    <a:pt x="51" y="395"/>
                  </a:cubicBezTo>
                  <a:cubicBezTo>
                    <a:pt x="76" y="370"/>
                    <a:pt x="101" y="370"/>
                    <a:pt x="126" y="370"/>
                  </a:cubicBezTo>
                  <a:cubicBezTo>
                    <a:pt x="126" y="345"/>
                    <a:pt x="151" y="345"/>
                    <a:pt x="176" y="345"/>
                  </a:cubicBezTo>
                  <a:cubicBezTo>
                    <a:pt x="201" y="345"/>
                    <a:pt x="226" y="320"/>
                    <a:pt x="226" y="320"/>
                  </a:cubicBezTo>
                  <a:lnTo>
                    <a:pt x="351" y="320"/>
                  </a:lnTo>
                  <a:cubicBezTo>
                    <a:pt x="360" y="311"/>
                    <a:pt x="368" y="308"/>
                    <a:pt x="377" y="308"/>
                  </a:cubicBezTo>
                  <a:cubicBezTo>
                    <a:pt x="393" y="308"/>
                    <a:pt x="410" y="320"/>
                    <a:pt x="427" y="320"/>
                  </a:cubicBezTo>
                  <a:lnTo>
                    <a:pt x="577" y="320"/>
                  </a:lnTo>
                  <a:cubicBezTo>
                    <a:pt x="602" y="320"/>
                    <a:pt x="627" y="320"/>
                    <a:pt x="652" y="345"/>
                  </a:cubicBezTo>
                  <a:cubicBezTo>
                    <a:pt x="677" y="345"/>
                    <a:pt x="702" y="345"/>
                    <a:pt x="727" y="370"/>
                  </a:cubicBezTo>
                  <a:lnTo>
                    <a:pt x="803" y="370"/>
                  </a:lnTo>
                  <a:cubicBezTo>
                    <a:pt x="828" y="395"/>
                    <a:pt x="853" y="395"/>
                    <a:pt x="903" y="420"/>
                  </a:cubicBezTo>
                  <a:cubicBezTo>
                    <a:pt x="903" y="420"/>
                    <a:pt x="928" y="420"/>
                    <a:pt x="953" y="445"/>
                  </a:cubicBezTo>
                  <a:cubicBezTo>
                    <a:pt x="1003" y="470"/>
                    <a:pt x="1053" y="495"/>
                    <a:pt x="1103" y="520"/>
                  </a:cubicBezTo>
                  <a:cubicBezTo>
                    <a:pt x="1880" y="971"/>
                    <a:pt x="2532" y="2024"/>
                    <a:pt x="2632" y="2951"/>
                  </a:cubicBezTo>
                  <a:lnTo>
                    <a:pt x="3334" y="3352"/>
                  </a:lnTo>
                  <a:cubicBezTo>
                    <a:pt x="3384" y="3152"/>
                    <a:pt x="3434" y="2976"/>
                    <a:pt x="3534" y="2851"/>
                  </a:cubicBezTo>
                  <a:lnTo>
                    <a:pt x="3158" y="2625"/>
                  </a:lnTo>
                  <a:cubicBezTo>
                    <a:pt x="3058" y="1698"/>
                    <a:pt x="2407" y="670"/>
                    <a:pt x="1630" y="219"/>
                  </a:cubicBezTo>
                  <a:cubicBezTo>
                    <a:pt x="1376" y="70"/>
                    <a:pt x="1132" y="1"/>
                    <a:pt x="9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1" name="Google Shape;5691;p44"/>
            <p:cNvSpPr/>
            <p:nvPr/>
          </p:nvSpPr>
          <p:spPr>
            <a:xfrm>
              <a:off x="3599775" y="3965300"/>
              <a:ext cx="172325" cy="154225"/>
            </a:xfrm>
            <a:custGeom>
              <a:avLst/>
              <a:gdLst/>
              <a:ahLst/>
              <a:cxnLst/>
              <a:rect l="l" t="t" r="r" b="b"/>
              <a:pathLst>
                <a:path w="6893" h="6169" extrusionOk="0">
                  <a:moveTo>
                    <a:pt x="1103" y="538"/>
                  </a:moveTo>
                  <a:cubicBezTo>
                    <a:pt x="1128" y="538"/>
                    <a:pt x="1153" y="563"/>
                    <a:pt x="1178" y="563"/>
                  </a:cubicBezTo>
                  <a:lnTo>
                    <a:pt x="1203" y="563"/>
                  </a:lnTo>
                  <a:cubicBezTo>
                    <a:pt x="1329" y="588"/>
                    <a:pt x="1429" y="638"/>
                    <a:pt x="1554" y="688"/>
                  </a:cubicBezTo>
                  <a:cubicBezTo>
                    <a:pt x="1855" y="889"/>
                    <a:pt x="2156" y="1190"/>
                    <a:pt x="2356" y="1540"/>
                  </a:cubicBezTo>
                  <a:cubicBezTo>
                    <a:pt x="2557" y="1891"/>
                    <a:pt x="2682" y="2292"/>
                    <a:pt x="2682" y="2643"/>
                  </a:cubicBezTo>
                  <a:cubicBezTo>
                    <a:pt x="2682" y="3158"/>
                    <a:pt x="2431" y="3446"/>
                    <a:pt x="2062" y="3446"/>
                  </a:cubicBezTo>
                  <a:cubicBezTo>
                    <a:pt x="1909" y="3446"/>
                    <a:pt x="1737" y="3397"/>
                    <a:pt x="1554" y="3295"/>
                  </a:cubicBezTo>
                  <a:cubicBezTo>
                    <a:pt x="1479" y="3245"/>
                    <a:pt x="1404" y="3195"/>
                    <a:pt x="1329" y="3144"/>
                  </a:cubicBezTo>
                  <a:cubicBezTo>
                    <a:pt x="1103" y="2944"/>
                    <a:pt x="903" y="2718"/>
                    <a:pt x="752" y="2443"/>
                  </a:cubicBezTo>
                  <a:cubicBezTo>
                    <a:pt x="702" y="2367"/>
                    <a:pt x="652" y="2267"/>
                    <a:pt x="627" y="2167"/>
                  </a:cubicBezTo>
                  <a:cubicBezTo>
                    <a:pt x="577" y="2092"/>
                    <a:pt x="552" y="1992"/>
                    <a:pt x="502" y="1891"/>
                  </a:cubicBezTo>
                  <a:cubicBezTo>
                    <a:pt x="502" y="1841"/>
                    <a:pt x="477" y="1816"/>
                    <a:pt x="477" y="1766"/>
                  </a:cubicBezTo>
                  <a:cubicBezTo>
                    <a:pt x="452" y="1616"/>
                    <a:pt x="427" y="1490"/>
                    <a:pt x="427" y="1340"/>
                  </a:cubicBezTo>
                  <a:cubicBezTo>
                    <a:pt x="427" y="1290"/>
                    <a:pt x="427" y="1265"/>
                    <a:pt x="427" y="1215"/>
                  </a:cubicBezTo>
                  <a:cubicBezTo>
                    <a:pt x="427" y="1215"/>
                    <a:pt x="427" y="1190"/>
                    <a:pt x="427" y="1190"/>
                  </a:cubicBezTo>
                  <a:cubicBezTo>
                    <a:pt x="452" y="1164"/>
                    <a:pt x="452" y="1114"/>
                    <a:pt x="452" y="1089"/>
                  </a:cubicBezTo>
                  <a:cubicBezTo>
                    <a:pt x="452" y="1089"/>
                    <a:pt x="452" y="1064"/>
                    <a:pt x="452" y="1064"/>
                  </a:cubicBezTo>
                  <a:cubicBezTo>
                    <a:pt x="477" y="1039"/>
                    <a:pt x="477" y="1014"/>
                    <a:pt x="477" y="989"/>
                  </a:cubicBezTo>
                  <a:cubicBezTo>
                    <a:pt x="477" y="964"/>
                    <a:pt x="477" y="964"/>
                    <a:pt x="502" y="939"/>
                  </a:cubicBezTo>
                  <a:cubicBezTo>
                    <a:pt x="502" y="939"/>
                    <a:pt x="502" y="914"/>
                    <a:pt x="527" y="889"/>
                  </a:cubicBezTo>
                  <a:cubicBezTo>
                    <a:pt x="527" y="889"/>
                    <a:pt x="527" y="864"/>
                    <a:pt x="527" y="864"/>
                  </a:cubicBezTo>
                  <a:cubicBezTo>
                    <a:pt x="552" y="839"/>
                    <a:pt x="552" y="814"/>
                    <a:pt x="552" y="814"/>
                  </a:cubicBezTo>
                  <a:cubicBezTo>
                    <a:pt x="577" y="789"/>
                    <a:pt x="577" y="789"/>
                    <a:pt x="577" y="763"/>
                  </a:cubicBezTo>
                  <a:cubicBezTo>
                    <a:pt x="602" y="763"/>
                    <a:pt x="602" y="738"/>
                    <a:pt x="627" y="738"/>
                  </a:cubicBezTo>
                  <a:cubicBezTo>
                    <a:pt x="627" y="713"/>
                    <a:pt x="627" y="713"/>
                    <a:pt x="652" y="713"/>
                  </a:cubicBezTo>
                  <a:cubicBezTo>
                    <a:pt x="652" y="688"/>
                    <a:pt x="677" y="688"/>
                    <a:pt x="677" y="663"/>
                  </a:cubicBezTo>
                  <a:cubicBezTo>
                    <a:pt x="702" y="663"/>
                    <a:pt x="702" y="663"/>
                    <a:pt x="727" y="638"/>
                  </a:cubicBezTo>
                  <a:cubicBezTo>
                    <a:pt x="727" y="638"/>
                    <a:pt x="752" y="638"/>
                    <a:pt x="752" y="613"/>
                  </a:cubicBezTo>
                  <a:cubicBezTo>
                    <a:pt x="777" y="613"/>
                    <a:pt x="777" y="613"/>
                    <a:pt x="802" y="588"/>
                  </a:cubicBezTo>
                  <a:lnTo>
                    <a:pt x="828" y="588"/>
                  </a:lnTo>
                  <a:cubicBezTo>
                    <a:pt x="853" y="588"/>
                    <a:pt x="878" y="563"/>
                    <a:pt x="878" y="563"/>
                  </a:cubicBezTo>
                  <a:lnTo>
                    <a:pt x="978" y="563"/>
                  </a:lnTo>
                  <a:cubicBezTo>
                    <a:pt x="978" y="538"/>
                    <a:pt x="1003" y="538"/>
                    <a:pt x="1028" y="538"/>
                  </a:cubicBezTo>
                  <a:close/>
                  <a:moveTo>
                    <a:pt x="4888" y="2718"/>
                  </a:moveTo>
                  <a:cubicBezTo>
                    <a:pt x="4913" y="2743"/>
                    <a:pt x="4938" y="2743"/>
                    <a:pt x="4963" y="2743"/>
                  </a:cubicBezTo>
                  <a:lnTo>
                    <a:pt x="4988" y="2743"/>
                  </a:lnTo>
                  <a:cubicBezTo>
                    <a:pt x="5013" y="2743"/>
                    <a:pt x="5038" y="2768"/>
                    <a:pt x="5063" y="2768"/>
                  </a:cubicBezTo>
                  <a:lnTo>
                    <a:pt x="5113" y="2768"/>
                  </a:lnTo>
                  <a:cubicBezTo>
                    <a:pt x="5138" y="2794"/>
                    <a:pt x="5163" y="2794"/>
                    <a:pt x="5188" y="2819"/>
                  </a:cubicBezTo>
                  <a:lnTo>
                    <a:pt x="5214" y="2819"/>
                  </a:lnTo>
                  <a:cubicBezTo>
                    <a:pt x="5264" y="2844"/>
                    <a:pt x="5289" y="2869"/>
                    <a:pt x="5339" y="2894"/>
                  </a:cubicBezTo>
                  <a:cubicBezTo>
                    <a:pt x="5965" y="3245"/>
                    <a:pt x="6467" y="4122"/>
                    <a:pt x="6467" y="4824"/>
                  </a:cubicBezTo>
                  <a:cubicBezTo>
                    <a:pt x="6467" y="5338"/>
                    <a:pt x="6203" y="5627"/>
                    <a:pt x="5835" y="5627"/>
                  </a:cubicBezTo>
                  <a:cubicBezTo>
                    <a:pt x="5684" y="5627"/>
                    <a:pt x="5514" y="5578"/>
                    <a:pt x="5339" y="5475"/>
                  </a:cubicBezTo>
                  <a:cubicBezTo>
                    <a:pt x="5214" y="5400"/>
                    <a:pt x="5088" y="5325"/>
                    <a:pt x="4988" y="5225"/>
                  </a:cubicBezTo>
                  <a:cubicBezTo>
                    <a:pt x="4913" y="5149"/>
                    <a:pt x="4863" y="5074"/>
                    <a:pt x="4787" y="4999"/>
                  </a:cubicBezTo>
                  <a:cubicBezTo>
                    <a:pt x="4762" y="4974"/>
                    <a:pt x="4737" y="4924"/>
                    <a:pt x="4687" y="4899"/>
                  </a:cubicBezTo>
                  <a:cubicBezTo>
                    <a:pt x="4612" y="4773"/>
                    <a:pt x="4562" y="4673"/>
                    <a:pt x="4487" y="4548"/>
                  </a:cubicBezTo>
                  <a:cubicBezTo>
                    <a:pt x="4437" y="4473"/>
                    <a:pt x="4386" y="4372"/>
                    <a:pt x="4361" y="4272"/>
                  </a:cubicBezTo>
                  <a:cubicBezTo>
                    <a:pt x="4336" y="4222"/>
                    <a:pt x="4336" y="4197"/>
                    <a:pt x="4311" y="4172"/>
                  </a:cubicBezTo>
                  <a:cubicBezTo>
                    <a:pt x="4286" y="4097"/>
                    <a:pt x="4261" y="4022"/>
                    <a:pt x="4261" y="3946"/>
                  </a:cubicBezTo>
                  <a:cubicBezTo>
                    <a:pt x="4236" y="3896"/>
                    <a:pt x="4236" y="3846"/>
                    <a:pt x="4236" y="3796"/>
                  </a:cubicBezTo>
                  <a:cubicBezTo>
                    <a:pt x="4211" y="3696"/>
                    <a:pt x="4211" y="3621"/>
                    <a:pt x="4211" y="3520"/>
                  </a:cubicBezTo>
                  <a:cubicBezTo>
                    <a:pt x="4211" y="3470"/>
                    <a:pt x="4211" y="3445"/>
                    <a:pt x="4211" y="3395"/>
                  </a:cubicBezTo>
                  <a:cubicBezTo>
                    <a:pt x="4211" y="3395"/>
                    <a:pt x="4211" y="3370"/>
                    <a:pt x="4211" y="3370"/>
                  </a:cubicBezTo>
                  <a:cubicBezTo>
                    <a:pt x="4211" y="3320"/>
                    <a:pt x="4211" y="3295"/>
                    <a:pt x="4236" y="3270"/>
                  </a:cubicBezTo>
                  <a:cubicBezTo>
                    <a:pt x="4236" y="3270"/>
                    <a:pt x="4236" y="3245"/>
                    <a:pt x="4236" y="3245"/>
                  </a:cubicBezTo>
                  <a:cubicBezTo>
                    <a:pt x="4236" y="3220"/>
                    <a:pt x="4261" y="3195"/>
                    <a:pt x="4261" y="3169"/>
                  </a:cubicBezTo>
                  <a:cubicBezTo>
                    <a:pt x="4261" y="3169"/>
                    <a:pt x="4261" y="3144"/>
                    <a:pt x="4261" y="3119"/>
                  </a:cubicBezTo>
                  <a:cubicBezTo>
                    <a:pt x="4286" y="3119"/>
                    <a:pt x="4286" y="3094"/>
                    <a:pt x="4286" y="3069"/>
                  </a:cubicBezTo>
                  <a:cubicBezTo>
                    <a:pt x="4311" y="3069"/>
                    <a:pt x="4311" y="3044"/>
                    <a:pt x="4311" y="3044"/>
                  </a:cubicBezTo>
                  <a:cubicBezTo>
                    <a:pt x="4336" y="3019"/>
                    <a:pt x="4336" y="2994"/>
                    <a:pt x="4336" y="2994"/>
                  </a:cubicBezTo>
                  <a:cubicBezTo>
                    <a:pt x="4361" y="2969"/>
                    <a:pt x="4361" y="2969"/>
                    <a:pt x="4361" y="2944"/>
                  </a:cubicBezTo>
                  <a:cubicBezTo>
                    <a:pt x="4386" y="2944"/>
                    <a:pt x="4386" y="2919"/>
                    <a:pt x="4386" y="2919"/>
                  </a:cubicBezTo>
                  <a:cubicBezTo>
                    <a:pt x="4411" y="2894"/>
                    <a:pt x="4411" y="2894"/>
                    <a:pt x="4437" y="2894"/>
                  </a:cubicBezTo>
                  <a:cubicBezTo>
                    <a:pt x="4437" y="2869"/>
                    <a:pt x="4462" y="2869"/>
                    <a:pt x="4462" y="2844"/>
                  </a:cubicBezTo>
                  <a:cubicBezTo>
                    <a:pt x="4462" y="2844"/>
                    <a:pt x="4487" y="2844"/>
                    <a:pt x="4487" y="2819"/>
                  </a:cubicBezTo>
                  <a:cubicBezTo>
                    <a:pt x="4512" y="2819"/>
                    <a:pt x="4512" y="2819"/>
                    <a:pt x="4537" y="2794"/>
                  </a:cubicBezTo>
                  <a:lnTo>
                    <a:pt x="4587" y="2794"/>
                  </a:lnTo>
                  <a:cubicBezTo>
                    <a:pt x="4587" y="2768"/>
                    <a:pt x="4612" y="2768"/>
                    <a:pt x="4612" y="2768"/>
                  </a:cubicBezTo>
                  <a:cubicBezTo>
                    <a:pt x="4637" y="2768"/>
                    <a:pt x="4637" y="2743"/>
                    <a:pt x="4662" y="2743"/>
                  </a:cubicBezTo>
                  <a:lnTo>
                    <a:pt x="4762" y="2743"/>
                  </a:lnTo>
                  <a:cubicBezTo>
                    <a:pt x="4762" y="2743"/>
                    <a:pt x="4787" y="2718"/>
                    <a:pt x="4787" y="2718"/>
                  </a:cubicBezTo>
                  <a:close/>
                  <a:moveTo>
                    <a:pt x="828" y="0"/>
                  </a:moveTo>
                  <a:cubicBezTo>
                    <a:pt x="819" y="0"/>
                    <a:pt x="811" y="3"/>
                    <a:pt x="802" y="12"/>
                  </a:cubicBezTo>
                  <a:lnTo>
                    <a:pt x="677" y="12"/>
                  </a:lnTo>
                  <a:cubicBezTo>
                    <a:pt x="677" y="12"/>
                    <a:pt x="652" y="37"/>
                    <a:pt x="627" y="37"/>
                  </a:cubicBezTo>
                  <a:cubicBezTo>
                    <a:pt x="602" y="37"/>
                    <a:pt x="577" y="37"/>
                    <a:pt x="577" y="62"/>
                  </a:cubicBezTo>
                  <a:lnTo>
                    <a:pt x="527" y="62"/>
                  </a:lnTo>
                  <a:cubicBezTo>
                    <a:pt x="502" y="87"/>
                    <a:pt x="477" y="87"/>
                    <a:pt x="452" y="112"/>
                  </a:cubicBezTo>
                  <a:cubicBezTo>
                    <a:pt x="176" y="262"/>
                    <a:pt x="0" y="613"/>
                    <a:pt x="0" y="1089"/>
                  </a:cubicBezTo>
                  <a:cubicBezTo>
                    <a:pt x="0" y="2092"/>
                    <a:pt x="702" y="3295"/>
                    <a:pt x="1554" y="3771"/>
                  </a:cubicBezTo>
                  <a:cubicBezTo>
                    <a:pt x="1799" y="3915"/>
                    <a:pt x="2035" y="3984"/>
                    <a:pt x="2244" y="3984"/>
                  </a:cubicBezTo>
                  <a:cubicBezTo>
                    <a:pt x="2399" y="3984"/>
                    <a:pt x="2540" y="3946"/>
                    <a:pt x="2657" y="3871"/>
                  </a:cubicBezTo>
                  <a:cubicBezTo>
                    <a:pt x="2682" y="3871"/>
                    <a:pt x="2682" y="3871"/>
                    <a:pt x="2682" y="3846"/>
                  </a:cubicBezTo>
                  <a:cubicBezTo>
                    <a:pt x="2707" y="3846"/>
                    <a:pt x="2732" y="3821"/>
                    <a:pt x="2757" y="3821"/>
                  </a:cubicBezTo>
                  <a:cubicBezTo>
                    <a:pt x="2757" y="3796"/>
                    <a:pt x="2757" y="3796"/>
                    <a:pt x="2782" y="3796"/>
                  </a:cubicBezTo>
                  <a:cubicBezTo>
                    <a:pt x="2807" y="3771"/>
                    <a:pt x="2807" y="3746"/>
                    <a:pt x="2833" y="3746"/>
                  </a:cubicBezTo>
                  <a:cubicBezTo>
                    <a:pt x="2833" y="3721"/>
                    <a:pt x="2858" y="3721"/>
                    <a:pt x="2858" y="3696"/>
                  </a:cubicBezTo>
                  <a:cubicBezTo>
                    <a:pt x="2858" y="3696"/>
                    <a:pt x="2883" y="3671"/>
                    <a:pt x="2883" y="3646"/>
                  </a:cubicBezTo>
                  <a:cubicBezTo>
                    <a:pt x="2908" y="3646"/>
                    <a:pt x="2908" y="3621"/>
                    <a:pt x="2933" y="3621"/>
                  </a:cubicBezTo>
                  <a:cubicBezTo>
                    <a:pt x="2933" y="3596"/>
                    <a:pt x="2933" y="3570"/>
                    <a:pt x="2958" y="3545"/>
                  </a:cubicBezTo>
                  <a:cubicBezTo>
                    <a:pt x="2958" y="3545"/>
                    <a:pt x="2983" y="3520"/>
                    <a:pt x="2983" y="3520"/>
                  </a:cubicBezTo>
                  <a:cubicBezTo>
                    <a:pt x="2983" y="3495"/>
                    <a:pt x="3008" y="3470"/>
                    <a:pt x="3008" y="3445"/>
                  </a:cubicBezTo>
                  <a:cubicBezTo>
                    <a:pt x="3008" y="3420"/>
                    <a:pt x="3008" y="3420"/>
                    <a:pt x="3033" y="3395"/>
                  </a:cubicBezTo>
                  <a:cubicBezTo>
                    <a:pt x="3033" y="3370"/>
                    <a:pt x="3033" y="3345"/>
                    <a:pt x="3058" y="3295"/>
                  </a:cubicBezTo>
                  <a:cubicBezTo>
                    <a:pt x="3058" y="3295"/>
                    <a:pt x="3058" y="3270"/>
                    <a:pt x="3058" y="3270"/>
                  </a:cubicBezTo>
                  <a:cubicBezTo>
                    <a:pt x="3083" y="3220"/>
                    <a:pt x="3083" y="3169"/>
                    <a:pt x="3083" y="3119"/>
                  </a:cubicBezTo>
                  <a:lnTo>
                    <a:pt x="3434" y="3320"/>
                  </a:lnTo>
                  <a:lnTo>
                    <a:pt x="3785" y="3545"/>
                  </a:lnTo>
                  <a:cubicBezTo>
                    <a:pt x="3885" y="4473"/>
                    <a:pt x="4537" y="5500"/>
                    <a:pt x="5314" y="5951"/>
                  </a:cubicBezTo>
                  <a:cubicBezTo>
                    <a:pt x="5571" y="6100"/>
                    <a:pt x="5806" y="6169"/>
                    <a:pt x="6015" y="6169"/>
                  </a:cubicBezTo>
                  <a:cubicBezTo>
                    <a:pt x="6194" y="6169"/>
                    <a:pt x="6353" y="6119"/>
                    <a:pt x="6492" y="6027"/>
                  </a:cubicBezTo>
                  <a:cubicBezTo>
                    <a:pt x="6492" y="6027"/>
                    <a:pt x="6517" y="6002"/>
                    <a:pt x="6517" y="6002"/>
                  </a:cubicBezTo>
                  <a:cubicBezTo>
                    <a:pt x="6542" y="5976"/>
                    <a:pt x="6567" y="5976"/>
                    <a:pt x="6567" y="5951"/>
                  </a:cubicBezTo>
                  <a:cubicBezTo>
                    <a:pt x="6592" y="5951"/>
                    <a:pt x="6592" y="5926"/>
                    <a:pt x="6617" y="5926"/>
                  </a:cubicBezTo>
                  <a:cubicBezTo>
                    <a:pt x="6642" y="5901"/>
                    <a:pt x="6642" y="5876"/>
                    <a:pt x="6667" y="5851"/>
                  </a:cubicBezTo>
                  <a:cubicBezTo>
                    <a:pt x="6667" y="5851"/>
                    <a:pt x="6692" y="5826"/>
                    <a:pt x="6692" y="5801"/>
                  </a:cubicBezTo>
                  <a:cubicBezTo>
                    <a:pt x="6717" y="5801"/>
                    <a:pt x="6717" y="5776"/>
                    <a:pt x="6742" y="5751"/>
                  </a:cubicBezTo>
                  <a:cubicBezTo>
                    <a:pt x="6742" y="5726"/>
                    <a:pt x="6742" y="5701"/>
                    <a:pt x="6767" y="5701"/>
                  </a:cubicBezTo>
                  <a:cubicBezTo>
                    <a:pt x="6767" y="5676"/>
                    <a:pt x="6792" y="5651"/>
                    <a:pt x="6792" y="5626"/>
                  </a:cubicBezTo>
                  <a:cubicBezTo>
                    <a:pt x="6792" y="5601"/>
                    <a:pt x="6818" y="5575"/>
                    <a:pt x="6818" y="5550"/>
                  </a:cubicBezTo>
                  <a:cubicBezTo>
                    <a:pt x="6818" y="5525"/>
                    <a:pt x="6818" y="5500"/>
                    <a:pt x="6843" y="5475"/>
                  </a:cubicBezTo>
                  <a:cubicBezTo>
                    <a:pt x="6843" y="5450"/>
                    <a:pt x="6843" y="5425"/>
                    <a:pt x="6843" y="5425"/>
                  </a:cubicBezTo>
                  <a:cubicBezTo>
                    <a:pt x="6868" y="5375"/>
                    <a:pt x="6868" y="5350"/>
                    <a:pt x="6868" y="5300"/>
                  </a:cubicBezTo>
                  <a:cubicBezTo>
                    <a:pt x="6868" y="5275"/>
                    <a:pt x="6868" y="5275"/>
                    <a:pt x="6868" y="5250"/>
                  </a:cubicBezTo>
                  <a:cubicBezTo>
                    <a:pt x="6893" y="5200"/>
                    <a:pt x="6893" y="5124"/>
                    <a:pt x="6893" y="5074"/>
                  </a:cubicBezTo>
                  <a:cubicBezTo>
                    <a:pt x="6893" y="4097"/>
                    <a:pt x="6191" y="2894"/>
                    <a:pt x="5339" y="2393"/>
                  </a:cubicBezTo>
                  <a:cubicBezTo>
                    <a:pt x="5289" y="2367"/>
                    <a:pt x="5239" y="2342"/>
                    <a:pt x="5188" y="2317"/>
                  </a:cubicBezTo>
                  <a:cubicBezTo>
                    <a:pt x="5163" y="2317"/>
                    <a:pt x="5138" y="2292"/>
                    <a:pt x="5138" y="2292"/>
                  </a:cubicBezTo>
                  <a:cubicBezTo>
                    <a:pt x="5113" y="2267"/>
                    <a:pt x="5063" y="2267"/>
                    <a:pt x="5038" y="2242"/>
                  </a:cubicBezTo>
                  <a:lnTo>
                    <a:pt x="4988" y="2242"/>
                  </a:lnTo>
                  <a:cubicBezTo>
                    <a:pt x="4938" y="2217"/>
                    <a:pt x="4913" y="2217"/>
                    <a:pt x="4888" y="2217"/>
                  </a:cubicBezTo>
                  <a:cubicBezTo>
                    <a:pt x="4863" y="2217"/>
                    <a:pt x="4863" y="2192"/>
                    <a:pt x="4838" y="2192"/>
                  </a:cubicBezTo>
                  <a:lnTo>
                    <a:pt x="4487" y="2192"/>
                  </a:lnTo>
                  <a:cubicBezTo>
                    <a:pt x="4487" y="2192"/>
                    <a:pt x="4462" y="2192"/>
                    <a:pt x="4437" y="2217"/>
                  </a:cubicBezTo>
                  <a:lnTo>
                    <a:pt x="4386" y="2217"/>
                  </a:lnTo>
                  <a:cubicBezTo>
                    <a:pt x="4361" y="2217"/>
                    <a:pt x="4336" y="2242"/>
                    <a:pt x="4336" y="2242"/>
                  </a:cubicBezTo>
                  <a:cubicBezTo>
                    <a:pt x="4311" y="2242"/>
                    <a:pt x="4286" y="2267"/>
                    <a:pt x="4261" y="2267"/>
                  </a:cubicBezTo>
                  <a:cubicBezTo>
                    <a:pt x="4161" y="2342"/>
                    <a:pt x="4061" y="2418"/>
                    <a:pt x="3985" y="2543"/>
                  </a:cubicBezTo>
                  <a:cubicBezTo>
                    <a:pt x="3885" y="2668"/>
                    <a:pt x="3835" y="2844"/>
                    <a:pt x="3785" y="3044"/>
                  </a:cubicBezTo>
                  <a:lnTo>
                    <a:pt x="3083" y="2643"/>
                  </a:lnTo>
                  <a:cubicBezTo>
                    <a:pt x="2983" y="1716"/>
                    <a:pt x="2331" y="663"/>
                    <a:pt x="1554" y="212"/>
                  </a:cubicBezTo>
                  <a:cubicBezTo>
                    <a:pt x="1504" y="187"/>
                    <a:pt x="1454" y="162"/>
                    <a:pt x="1404" y="137"/>
                  </a:cubicBezTo>
                  <a:cubicBezTo>
                    <a:pt x="1379" y="112"/>
                    <a:pt x="1354" y="112"/>
                    <a:pt x="1354" y="112"/>
                  </a:cubicBezTo>
                  <a:cubicBezTo>
                    <a:pt x="1304" y="87"/>
                    <a:pt x="1279" y="87"/>
                    <a:pt x="1254" y="62"/>
                  </a:cubicBezTo>
                  <a:lnTo>
                    <a:pt x="1178" y="62"/>
                  </a:lnTo>
                  <a:cubicBezTo>
                    <a:pt x="1153" y="37"/>
                    <a:pt x="1128" y="37"/>
                    <a:pt x="1103" y="37"/>
                  </a:cubicBezTo>
                  <a:cubicBezTo>
                    <a:pt x="1078" y="12"/>
                    <a:pt x="1053" y="12"/>
                    <a:pt x="1028" y="12"/>
                  </a:cubicBezTo>
                  <a:lnTo>
                    <a:pt x="878" y="12"/>
                  </a:lnTo>
                  <a:cubicBezTo>
                    <a:pt x="861" y="12"/>
                    <a:pt x="844" y="0"/>
                    <a:pt x="8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2" name="Google Shape;5692;p44"/>
            <p:cNvSpPr/>
            <p:nvPr/>
          </p:nvSpPr>
          <p:spPr>
            <a:xfrm>
              <a:off x="3610425" y="3978725"/>
              <a:ext cx="56425" cy="72750"/>
            </a:xfrm>
            <a:custGeom>
              <a:avLst/>
              <a:gdLst/>
              <a:ahLst/>
              <a:cxnLst/>
              <a:rect l="l" t="t" r="r" b="b"/>
              <a:pathLst>
                <a:path w="2257" h="2910" extrusionOk="0">
                  <a:moveTo>
                    <a:pt x="602" y="1"/>
                  </a:moveTo>
                  <a:cubicBezTo>
                    <a:pt x="577" y="1"/>
                    <a:pt x="552" y="1"/>
                    <a:pt x="552" y="26"/>
                  </a:cubicBezTo>
                  <a:lnTo>
                    <a:pt x="452" y="26"/>
                  </a:lnTo>
                  <a:cubicBezTo>
                    <a:pt x="452" y="26"/>
                    <a:pt x="427" y="51"/>
                    <a:pt x="402" y="51"/>
                  </a:cubicBezTo>
                  <a:cubicBezTo>
                    <a:pt x="402" y="51"/>
                    <a:pt x="376" y="51"/>
                    <a:pt x="376" y="76"/>
                  </a:cubicBezTo>
                  <a:lnTo>
                    <a:pt x="326" y="76"/>
                  </a:lnTo>
                  <a:cubicBezTo>
                    <a:pt x="326" y="101"/>
                    <a:pt x="301" y="101"/>
                    <a:pt x="301" y="101"/>
                  </a:cubicBezTo>
                  <a:cubicBezTo>
                    <a:pt x="276" y="126"/>
                    <a:pt x="276" y="126"/>
                    <a:pt x="251" y="126"/>
                  </a:cubicBezTo>
                  <a:cubicBezTo>
                    <a:pt x="251" y="151"/>
                    <a:pt x="226" y="151"/>
                    <a:pt x="226" y="176"/>
                  </a:cubicBezTo>
                  <a:cubicBezTo>
                    <a:pt x="201" y="176"/>
                    <a:pt x="201" y="176"/>
                    <a:pt x="201" y="201"/>
                  </a:cubicBezTo>
                  <a:cubicBezTo>
                    <a:pt x="176" y="201"/>
                    <a:pt x="176" y="226"/>
                    <a:pt x="151" y="226"/>
                  </a:cubicBezTo>
                  <a:cubicBezTo>
                    <a:pt x="151" y="252"/>
                    <a:pt x="151" y="252"/>
                    <a:pt x="126" y="277"/>
                  </a:cubicBezTo>
                  <a:cubicBezTo>
                    <a:pt x="126" y="277"/>
                    <a:pt x="126" y="302"/>
                    <a:pt x="101" y="327"/>
                  </a:cubicBezTo>
                  <a:cubicBezTo>
                    <a:pt x="101" y="327"/>
                    <a:pt x="101" y="352"/>
                    <a:pt x="101" y="352"/>
                  </a:cubicBezTo>
                  <a:cubicBezTo>
                    <a:pt x="76" y="377"/>
                    <a:pt x="76" y="402"/>
                    <a:pt x="76" y="402"/>
                  </a:cubicBezTo>
                  <a:cubicBezTo>
                    <a:pt x="51" y="427"/>
                    <a:pt x="51" y="427"/>
                    <a:pt x="51" y="452"/>
                  </a:cubicBezTo>
                  <a:cubicBezTo>
                    <a:pt x="51" y="477"/>
                    <a:pt x="51" y="502"/>
                    <a:pt x="26" y="527"/>
                  </a:cubicBezTo>
                  <a:cubicBezTo>
                    <a:pt x="26" y="527"/>
                    <a:pt x="26" y="552"/>
                    <a:pt x="26" y="552"/>
                  </a:cubicBezTo>
                  <a:cubicBezTo>
                    <a:pt x="26" y="577"/>
                    <a:pt x="26" y="627"/>
                    <a:pt x="1" y="653"/>
                  </a:cubicBezTo>
                  <a:cubicBezTo>
                    <a:pt x="1" y="653"/>
                    <a:pt x="1" y="678"/>
                    <a:pt x="1" y="678"/>
                  </a:cubicBezTo>
                  <a:cubicBezTo>
                    <a:pt x="1" y="728"/>
                    <a:pt x="1" y="753"/>
                    <a:pt x="1" y="803"/>
                  </a:cubicBezTo>
                  <a:cubicBezTo>
                    <a:pt x="1" y="953"/>
                    <a:pt x="26" y="1079"/>
                    <a:pt x="51" y="1229"/>
                  </a:cubicBezTo>
                  <a:cubicBezTo>
                    <a:pt x="51" y="1279"/>
                    <a:pt x="76" y="1304"/>
                    <a:pt x="76" y="1354"/>
                  </a:cubicBezTo>
                  <a:cubicBezTo>
                    <a:pt x="126" y="1455"/>
                    <a:pt x="151" y="1555"/>
                    <a:pt x="201" y="1630"/>
                  </a:cubicBezTo>
                  <a:cubicBezTo>
                    <a:pt x="226" y="1730"/>
                    <a:pt x="276" y="1830"/>
                    <a:pt x="326" y="1906"/>
                  </a:cubicBezTo>
                  <a:cubicBezTo>
                    <a:pt x="477" y="2181"/>
                    <a:pt x="677" y="2407"/>
                    <a:pt x="903" y="2607"/>
                  </a:cubicBezTo>
                  <a:cubicBezTo>
                    <a:pt x="978" y="2658"/>
                    <a:pt x="1053" y="2708"/>
                    <a:pt x="1128" y="2758"/>
                  </a:cubicBezTo>
                  <a:cubicBezTo>
                    <a:pt x="1311" y="2860"/>
                    <a:pt x="1483" y="2909"/>
                    <a:pt x="1636" y="2909"/>
                  </a:cubicBezTo>
                  <a:cubicBezTo>
                    <a:pt x="2005" y="2909"/>
                    <a:pt x="2256" y="2621"/>
                    <a:pt x="2256" y="2106"/>
                  </a:cubicBezTo>
                  <a:cubicBezTo>
                    <a:pt x="2256" y="1755"/>
                    <a:pt x="2131" y="1354"/>
                    <a:pt x="1930" y="1003"/>
                  </a:cubicBezTo>
                  <a:cubicBezTo>
                    <a:pt x="1730" y="653"/>
                    <a:pt x="1429" y="352"/>
                    <a:pt x="1128" y="151"/>
                  </a:cubicBezTo>
                  <a:cubicBezTo>
                    <a:pt x="1003" y="101"/>
                    <a:pt x="903" y="51"/>
                    <a:pt x="777" y="26"/>
                  </a:cubicBezTo>
                  <a:lnTo>
                    <a:pt x="752" y="26"/>
                  </a:lnTo>
                  <a:cubicBezTo>
                    <a:pt x="727" y="26"/>
                    <a:pt x="702" y="1"/>
                    <a:pt x="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93" name="Google Shape;5693;p44"/>
          <p:cNvSpPr txBox="1"/>
          <p:nvPr/>
        </p:nvSpPr>
        <p:spPr>
          <a:xfrm>
            <a:off x="333012" y="3392564"/>
            <a:ext cx="2664588" cy="3540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sz="1800" dirty="0">
                <a:solidFill>
                  <a:schemeClr val="dk1"/>
                </a:solidFill>
                <a:latin typeface="Overpass ExtraBold"/>
                <a:ea typeface="Overpass ExtraBold"/>
                <a:cs typeface="Overpass ExtraBold"/>
                <a:sym typeface="Overpass ExtraBold"/>
              </a:rPr>
              <a:t>Young Gamers</a:t>
            </a:r>
          </a:p>
        </p:txBody>
      </p:sp>
      <p:sp>
        <p:nvSpPr>
          <p:cNvPr id="5694" name="Google Shape;5694;p44"/>
          <p:cNvSpPr txBox="1"/>
          <p:nvPr/>
        </p:nvSpPr>
        <p:spPr>
          <a:xfrm>
            <a:off x="3928161" y="3835338"/>
            <a:ext cx="1857895" cy="3540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dirty="0">
                <a:solidFill>
                  <a:schemeClr val="dk1"/>
                </a:solidFill>
                <a:latin typeface="Overpass ExtraBold"/>
                <a:ea typeface="Overpass ExtraBold"/>
                <a:cs typeface="Overpass ExtraBold"/>
                <a:sym typeface="Overpass ExtraBold"/>
              </a:rPr>
              <a:t>Desktop Gamers</a:t>
            </a:r>
            <a:endParaRPr sz="1800" dirty="0">
              <a:solidFill>
                <a:schemeClr val="dk1"/>
              </a:solidFill>
              <a:latin typeface="Overpass ExtraBold"/>
              <a:ea typeface="Overpass ExtraBold"/>
              <a:cs typeface="Overpass ExtraBold"/>
              <a:sym typeface="Overpass ExtraBold"/>
            </a:endParaRPr>
          </a:p>
        </p:txBody>
      </p:sp>
      <p:sp>
        <p:nvSpPr>
          <p:cNvPr id="5695" name="Google Shape;5695;p44"/>
          <p:cNvSpPr txBox="1"/>
          <p:nvPr/>
        </p:nvSpPr>
        <p:spPr>
          <a:xfrm>
            <a:off x="3364956" y="4085557"/>
            <a:ext cx="2277600" cy="701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dirty="0">
                <a:solidFill>
                  <a:schemeClr val="dk2"/>
                </a:solidFill>
                <a:latin typeface="Source Sans Pro"/>
                <a:ea typeface="Source Sans Pro"/>
                <a:cs typeface="Source Sans Pro"/>
                <a:sym typeface="Source Sans Pro"/>
              </a:rPr>
              <a:t>30.9M (2022)</a:t>
            </a:r>
            <a:endParaRPr b="1" dirty="0">
              <a:solidFill>
                <a:schemeClr val="dk2"/>
              </a:solidFill>
              <a:latin typeface="Source Sans Pro"/>
              <a:ea typeface="Source Sans Pro"/>
              <a:cs typeface="Source Sans Pro"/>
              <a:sym typeface="Source Sans Pro"/>
            </a:endParaRPr>
          </a:p>
        </p:txBody>
      </p:sp>
      <p:sp>
        <p:nvSpPr>
          <p:cNvPr id="5696" name="Google Shape;5696;p44"/>
          <p:cNvSpPr txBox="1"/>
          <p:nvPr/>
        </p:nvSpPr>
        <p:spPr>
          <a:xfrm>
            <a:off x="526506" y="3661638"/>
            <a:ext cx="2277600" cy="701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dirty="0">
                <a:solidFill>
                  <a:schemeClr val="dk2"/>
                </a:solidFill>
                <a:latin typeface="Source Sans Pro"/>
                <a:ea typeface="Source Sans Pro"/>
                <a:cs typeface="Source Sans Pro"/>
                <a:sym typeface="Source Sans Pro"/>
              </a:rPr>
              <a:t>28.7M (2022)</a:t>
            </a:r>
            <a:endParaRPr b="1" dirty="0">
              <a:solidFill>
                <a:schemeClr val="dk2"/>
              </a:solidFill>
              <a:latin typeface="Source Sans Pro"/>
              <a:ea typeface="Source Sans Pro"/>
              <a:cs typeface="Source Sans Pro"/>
              <a:sym typeface="Source Sans Pro"/>
            </a:endParaRPr>
          </a:p>
        </p:txBody>
      </p:sp>
      <p:sp>
        <p:nvSpPr>
          <p:cNvPr id="5697" name="Google Shape;5697;p44"/>
          <p:cNvSpPr txBox="1"/>
          <p:nvPr/>
        </p:nvSpPr>
        <p:spPr>
          <a:xfrm>
            <a:off x="115411" y="1730126"/>
            <a:ext cx="2882190" cy="3540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sz="1800" dirty="0">
                <a:solidFill>
                  <a:schemeClr val="dk1"/>
                </a:solidFill>
                <a:latin typeface="Overpass ExtraBold"/>
                <a:ea typeface="Overpass ExtraBold"/>
                <a:cs typeface="Overpass ExtraBold"/>
                <a:sym typeface="Overpass ExtraBold"/>
              </a:rPr>
              <a:t>Pakistan’s Gamers</a:t>
            </a:r>
          </a:p>
        </p:txBody>
      </p:sp>
      <p:sp>
        <p:nvSpPr>
          <p:cNvPr id="5698" name="Google Shape;5698;p44"/>
          <p:cNvSpPr txBox="1"/>
          <p:nvPr/>
        </p:nvSpPr>
        <p:spPr>
          <a:xfrm>
            <a:off x="3433200" y="2019000"/>
            <a:ext cx="2521847" cy="3540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sz="1800" dirty="0">
                <a:solidFill>
                  <a:schemeClr val="dk1"/>
                </a:solidFill>
                <a:latin typeface="Overpass ExtraBold"/>
                <a:ea typeface="Overpass ExtraBold"/>
                <a:cs typeface="Overpass ExtraBold"/>
                <a:sym typeface="Overpass ExtraBold"/>
              </a:rPr>
              <a:t>Lahore PC Gamers</a:t>
            </a:r>
          </a:p>
        </p:txBody>
      </p:sp>
      <p:sp>
        <p:nvSpPr>
          <p:cNvPr id="5699" name="Google Shape;5699;p44"/>
          <p:cNvSpPr txBox="1"/>
          <p:nvPr/>
        </p:nvSpPr>
        <p:spPr>
          <a:xfrm>
            <a:off x="115411" y="1938764"/>
            <a:ext cx="2591383" cy="701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GB" b="1" dirty="0">
                <a:latin typeface="Source Sans Pro"/>
                <a:ea typeface="MS Mincho" panose="02020609040205080304" pitchFamily="49" charset="-128"/>
                <a:cs typeface="Times New Roman" panose="02020603050405020304" pitchFamily="18" charset="0"/>
              </a:rPr>
              <a:t>49</a:t>
            </a:r>
            <a:r>
              <a:rPr lang="en-GB" b="1" dirty="0">
                <a:effectLst/>
                <a:latin typeface="Source Sans Pro"/>
                <a:ea typeface="MS Mincho" panose="02020609040205080304" pitchFamily="49" charset="-128"/>
                <a:cs typeface="Times New Roman" panose="02020603050405020304" pitchFamily="18" charset="0"/>
              </a:rPr>
              <a:t>.61 million </a:t>
            </a:r>
            <a:endParaRPr lang="en-US" sz="1600" dirty="0">
              <a:solidFill>
                <a:schemeClr val="dk2"/>
              </a:solidFill>
              <a:latin typeface="Source Sans Pro"/>
              <a:ea typeface="Source Sans Pro"/>
              <a:cs typeface="Source Sans Pro"/>
              <a:sym typeface="Source Sans Pro"/>
            </a:endParaRPr>
          </a:p>
        </p:txBody>
      </p:sp>
      <p:sp>
        <p:nvSpPr>
          <p:cNvPr id="5700" name="Google Shape;5700;p44"/>
          <p:cNvSpPr txBox="1"/>
          <p:nvPr/>
        </p:nvSpPr>
        <p:spPr>
          <a:xfrm>
            <a:off x="3508456" y="2221050"/>
            <a:ext cx="2277600" cy="701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GB" b="1" dirty="0">
                <a:effectLst/>
                <a:latin typeface="Source Sans Pro"/>
                <a:ea typeface="MS Mincho" panose="02020609040205080304" pitchFamily="49" charset="-128"/>
                <a:cs typeface="Times New Roman" panose="02020603050405020304" pitchFamily="18" charset="0"/>
              </a:rPr>
              <a:t>2.5 million(2022)</a:t>
            </a:r>
            <a:endParaRPr sz="1200" dirty="0">
              <a:solidFill>
                <a:schemeClr val="dk2"/>
              </a:solidFill>
              <a:latin typeface="Source Sans Pro"/>
              <a:ea typeface="Source Sans Pro"/>
              <a:cs typeface="Source Sans Pro"/>
              <a:sym typeface="Source Sans Pro"/>
            </a:endParaRPr>
          </a:p>
        </p:txBody>
      </p:sp>
      <p:cxnSp>
        <p:nvCxnSpPr>
          <p:cNvPr id="5701" name="Google Shape;5701;p44"/>
          <p:cNvCxnSpPr>
            <a:cxnSpLocks/>
            <a:stCxn id="5694" idx="3"/>
          </p:cNvCxnSpPr>
          <p:nvPr/>
        </p:nvCxnSpPr>
        <p:spPr>
          <a:xfrm>
            <a:off x="5786056" y="4012338"/>
            <a:ext cx="1277448" cy="146438"/>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5702" name="Google Shape;5702;p44"/>
          <p:cNvCxnSpPr>
            <a:cxnSpLocks/>
          </p:cNvCxnSpPr>
          <p:nvPr/>
        </p:nvCxnSpPr>
        <p:spPr>
          <a:xfrm>
            <a:off x="5879791" y="2196000"/>
            <a:ext cx="1283020" cy="444164"/>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5703" name="Google Shape;5703;p44"/>
          <p:cNvCxnSpPr>
            <a:cxnSpLocks/>
            <a:stCxn id="5697" idx="3"/>
          </p:cNvCxnSpPr>
          <p:nvPr/>
        </p:nvCxnSpPr>
        <p:spPr>
          <a:xfrm flipV="1">
            <a:off x="2997601" y="1448126"/>
            <a:ext cx="4517699" cy="459000"/>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5704" name="Google Shape;5704;p44"/>
          <p:cNvCxnSpPr>
            <a:cxnSpLocks/>
            <a:stCxn id="5693" idx="3"/>
          </p:cNvCxnSpPr>
          <p:nvPr/>
        </p:nvCxnSpPr>
        <p:spPr>
          <a:xfrm flipV="1">
            <a:off x="2997600" y="3263864"/>
            <a:ext cx="4613400" cy="305700"/>
          </a:xfrm>
          <a:prstGeom prst="bentConnector3">
            <a:avLst>
              <a:gd name="adj1" fmla="val 50000"/>
            </a:avLst>
          </a:prstGeom>
          <a:noFill/>
          <a:ln w="9525" cap="flat" cmpd="sng">
            <a:solidFill>
              <a:schemeClr val="dk2"/>
            </a:solidFill>
            <a:prstDash val="solid"/>
            <a:round/>
            <a:headEnd type="none" w="med" len="med"/>
            <a:tailEnd type="oval" w="med" len="med"/>
          </a:ln>
        </p:spPr>
      </p:cxnSp>
    </p:spTree>
    <p:extLst>
      <p:ext uri="{BB962C8B-B14F-4D97-AF65-F5344CB8AC3E}">
        <p14:creationId xmlns:p14="http://schemas.microsoft.com/office/powerpoint/2010/main" val="725077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4"/>
        <p:cNvGrpSpPr/>
        <p:nvPr/>
      </p:nvGrpSpPr>
      <p:grpSpPr>
        <a:xfrm>
          <a:off x="0" y="0"/>
          <a:ext cx="0" cy="0"/>
          <a:chOff x="0" y="0"/>
          <a:chExt cx="0" cy="0"/>
        </a:xfrm>
      </p:grpSpPr>
      <p:sp>
        <p:nvSpPr>
          <p:cNvPr id="1385" name="Google Shape;1385;p38"/>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TARGET MARKET</a:t>
            </a:r>
            <a:endParaRPr dirty="0"/>
          </a:p>
        </p:txBody>
      </p:sp>
      <p:grpSp>
        <p:nvGrpSpPr>
          <p:cNvPr id="1386" name="Google Shape;1386;p38"/>
          <p:cNvGrpSpPr/>
          <p:nvPr/>
        </p:nvGrpSpPr>
        <p:grpSpPr>
          <a:xfrm>
            <a:off x="6675249" y="1894109"/>
            <a:ext cx="1748749" cy="2709582"/>
            <a:chOff x="6265850" y="1359875"/>
            <a:chExt cx="2158150" cy="3343925"/>
          </a:xfrm>
        </p:grpSpPr>
        <p:sp>
          <p:nvSpPr>
            <p:cNvPr id="1387" name="Google Shape;1387;p38"/>
            <p:cNvSpPr/>
            <p:nvPr/>
          </p:nvSpPr>
          <p:spPr>
            <a:xfrm>
              <a:off x="6805075" y="1617225"/>
              <a:ext cx="539850" cy="2188950"/>
            </a:xfrm>
            <a:custGeom>
              <a:avLst/>
              <a:gdLst/>
              <a:ahLst/>
              <a:cxnLst/>
              <a:rect l="l" t="t" r="r" b="b"/>
              <a:pathLst>
                <a:path w="21594" h="87558" extrusionOk="0">
                  <a:moveTo>
                    <a:pt x="1" y="0"/>
                  </a:moveTo>
                  <a:lnTo>
                    <a:pt x="21594" y="0"/>
                  </a:lnTo>
                  <a:lnTo>
                    <a:pt x="21594" y="87558"/>
                  </a:lnTo>
                  <a:lnTo>
                    <a:pt x="1" y="77264"/>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8"/>
            <p:cNvSpPr/>
            <p:nvPr/>
          </p:nvSpPr>
          <p:spPr>
            <a:xfrm>
              <a:off x="7344900" y="1617225"/>
              <a:ext cx="539275" cy="2188950"/>
            </a:xfrm>
            <a:custGeom>
              <a:avLst/>
              <a:gdLst/>
              <a:ahLst/>
              <a:cxnLst/>
              <a:rect l="l" t="t" r="r" b="b"/>
              <a:pathLst>
                <a:path w="21571" h="87558" extrusionOk="0">
                  <a:moveTo>
                    <a:pt x="21571" y="0"/>
                  </a:moveTo>
                  <a:lnTo>
                    <a:pt x="1" y="0"/>
                  </a:lnTo>
                  <a:lnTo>
                    <a:pt x="1" y="87558"/>
                  </a:lnTo>
                  <a:lnTo>
                    <a:pt x="21571" y="77264"/>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8"/>
            <p:cNvSpPr/>
            <p:nvPr/>
          </p:nvSpPr>
          <p:spPr>
            <a:xfrm>
              <a:off x="6805075" y="1359875"/>
              <a:ext cx="1079100" cy="514150"/>
            </a:xfrm>
            <a:custGeom>
              <a:avLst/>
              <a:gdLst/>
              <a:ahLst/>
              <a:cxnLst/>
              <a:rect l="l" t="t" r="r" b="b"/>
              <a:pathLst>
                <a:path w="43164" h="20566" extrusionOk="0">
                  <a:moveTo>
                    <a:pt x="21594" y="20566"/>
                  </a:moveTo>
                  <a:lnTo>
                    <a:pt x="1" y="10294"/>
                  </a:lnTo>
                  <a:lnTo>
                    <a:pt x="21594" y="0"/>
                  </a:lnTo>
                  <a:lnTo>
                    <a:pt x="43164" y="10294"/>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8"/>
            <p:cNvSpPr/>
            <p:nvPr/>
          </p:nvSpPr>
          <p:spPr>
            <a:xfrm>
              <a:off x="7344900" y="2389275"/>
              <a:ext cx="539275" cy="2057150"/>
            </a:xfrm>
            <a:custGeom>
              <a:avLst/>
              <a:gdLst/>
              <a:ahLst/>
              <a:cxnLst/>
              <a:rect l="l" t="t" r="r" b="b"/>
              <a:pathLst>
                <a:path w="21571" h="82286" extrusionOk="0">
                  <a:moveTo>
                    <a:pt x="1" y="1"/>
                  </a:moveTo>
                  <a:lnTo>
                    <a:pt x="21571" y="1"/>
                  </a:lnTo>
                  <a:lnTo>
                    <a:pt x="21571" y="82286"/>
                  </a:lnTo>
                  <a:lnTo>
                    <a:pt x="1" y="71992"/>
                  </a:lnTo>
                  <a:close/>
                </a:path>
              </a:pathLst>
            </a:custGeom>
            <a:solidFill>
              <a:srgbClr val="FFE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8"/>
            <p:cNvSpPr/>
            <p:nvPr/>
          </p:nvSpPr>
          <p:spPr>
            <a:xfrm>
              <a:off x="7884150" y="2389275"/>
              <a:ext cx="539850" cy="2057150"/>
            </a:xfrm>
            <a:custGeom>
              <a:avLst/>
              <a:gdLst/>
              <a:ahLst/>
              <a:cxnLst/>
              <a:rect l="l" t="t" r="r" b="b"/>
              <a:pathLst>
                <a:path w="21594" h="82286" extrusionOk="0">
                  <a:moveTo>
                    <a:pt x="21593" y="1"/>
                  </a:moveTo>
                  <a:lnTo>
                    <a:pt x="1" y="1"/>
                  </a:lnTo>
                  <a:lnTo>
                    <a:pt x="1" y="82286"/>
                  </a:lnTo>
                  <a:lnTo>
                    <a:pt x="21593" y="71992"/>
                  </a:ln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8"/>
            <p:cNvSpPr/>
            <p:nvPr/>
          </p:nvSpPr>
          <p:spPr>
            <a:xfrm>
              <a:off x="7344900" y="2131925"/>
              <a:ext cx="1079100" cy="514175"/>
            </a:xfrm>
            <a:custGeom>
              <a:avLst/>
              <a:gdLst/>
              <a:ahLst/>
              <a:cxnLst/>
              <a:rect l="l" t="t" r="r" b="b"/>
              <a:pathLst>
                <a:path w="43164" h="20567" extrusionOk="0">
                  <a:moveTo>
                    <a:pt x="21571" y="20566"/>
                  </a:moveTo>
                  <a:lnTo>
                    <a:pt x="1" y="10295"/>
                  </a:lnTo>
                  <a:lnTo>
                    <a:pt x="21571" y="1"/>
                  </a:lnTo>
                  <a:lnTo>
                    <a:pt x="43163" y="1029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8"/>
            <p:cNvSpPr/>
            <p:nvPr/>
          </p:nvSpPr>
          <p:spPr>
            <a:xfrm>
              <a:off x="6265850" y="2683150"/>
              <a:ext cx="539250" cy="1763275"/>
            </a:xfrm>
            <a:custGeom>
              <a:avLst/>
              <a:gdLst/>
              <a:ahLst/>
              <a:cxnLst/>
              <a:rect l="l" t="t" r="r" b="b"/>
              <a:pathLst>
                <a:path w="21570" h="70531" extrusionOk="0">
                  <a:moveTo>
                    <a:pt x="0" y="1"/>
                  </a:moveTo>
                  <a:lnTo>
                    <a:pt x="21570" y="1"/>
                  </a:lnTo>
                  <a:lnTo>
                    <a:pt x="21570" y="70531"/>
                  </a:lnTo>
                  <a:lnTo>
                    <a:pt x="0" y="60237"/>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8"/>
            <p:cNvSpPr/>
            <p:nvPr/>
          </p:nvSpPr>
          <p:spPr>
            <a:xfrm>
              <a:off x="6805075" y="2683150"/>
              <a:ext cx="539850" cy="1976125"/>
            </a:xfrm>
            <a:custGeom>
              <a:avLst/>
              <a:gdLst/>
              <a:ahLst/>
              <a:cxnLst/>
              <a:rect l="l" t="t" r="r" b="b"/>
              <a:pathLst>
                <a:path w="21594" h="79045" extrusionOk="0">
                  <a:moveTo>
                    <a:pt x="21594" y="1"/>
                  </a:moveTo>
                  <a:lnTo>
                    <a:pt x="1" y="1"/>
                  </a:lnTo>
                  <a:lnTo>
                    <a:pt x="1" y="70531"/>
                  </a:lnTo>
                  <a:lnTo>
                    <a:pt x="17873" y="79045"/>
                  </a:lnTo>
                  <a:lnTo>
                    <a:pt x="21594" y="77287"/>
                  </a:lnTo>
                  <a:close/>
                </a:path>
              </a:pathLst>
            </a:custGeom>
            <a:solidFill>
              <a:srgbClr val="787C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8"/>
            <p:cNvSpPr/>
            <p:nvPr/>
          </p:nvSpPr>
          <p:spPr>
            <a:xfrm>
              <a:off x="6265850" y="2426375"/>
              <a:ext cx="1079075" cy="514175"/>
            </a:xfrm>
            <a:custGeom>
              <a:avLst/>
              <a:gdLst/>
              <a:ahLst/>
              <a:cxnLst/>
              <a:rect l="l" t="t" r="r" b="b"/>
              <a:pathLst>
                <a:path w="43163" h="20567" extrusionOk="0">
                  <a:moveTo>
                    <a:pt x="21570" y="20566"/>
                  </a:moveTo>
                  <a:lnTo>
                    <a:pt x="0" y="10272"/>
                  </a:lnTo>
                  <a:lnTo>
                    <a:pt x="21570" y="1"/>
                  </a:lnTo>
                  <a:lnTo>
                    <a:pt x="43163" y="102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8"/>
            <p:cNvSpPr/>
            <p:nvPr/>
          </p:nvSpPr>
          <p:spPr>
            <a:xfrm>
              <a:off x="6805075" y="3430125"/>
              <a:ext cx="539850" cy="1273675"/>
            </a:xfrm>
            <a:custGeom>
              <a:avLst/>
              <a:gdLst/>
              <a:ahLst/>
              <a:cxnLst/>
              <a:rect l="l" t="t" r="r" b="b"/>
              <a:pathLst>
                <a:path w="21594" h="50947" extrusionOk="0">
                  <a:moveTo>
                    <a:pt x="1" y="0"/>
                  </a:moveTo>
                  <a:lnTo>
                    <a:pt x="21594" y="0"/>
                  </a:lnTo>
                  <a:lnTo>
                    <a:pt x="21594" y="50946"/>
                  </a:lnTo>
                  <a:lnTo>
                    <a:pt x="1" y="40652"/>
                  </a:ln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8"/>
            <p:cNvSpPr/>
            <p:nvPr/>
          </p:nvSpPr>
          <p:spPr>
            <a:xfrm>
              <a:off x="7344900" y="3430125"/>
              <a:ext cx="539275" cy="1273675"/>
            </a:xfrm>
            <a:custGeom>
              <a:avLst/>
              <a:gdLst/>
              <a:ahLst/>
              <a:cxnLst/>
              <a:rect l="l" t="t" r="r" b="b"/>
              <a:pathLst>
                <a:path w="21571" h="50947" extrusionOk="0">
                  <a:moveTo>
                    <a:pt x="21571" y="0"/>
                  </a:moveTo>
                  <a:lnTo>
                    <a:pt x="1" y="0"/>
                  </a:lnTo>
                  <a:lnTo>
                    <a:pt x="1" y="50946"/>
                  </a:lnTo>
                  <a:lnTo>
                    <a:pt x="21571" y="40652"/>
                  </a:lnTo>
                  <a:close/>
                </a:path>
              </a:pathLst>
            </a:custGeom>
            <a:solidFill>
              <a:srgbClr val="C3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8"/>
            <p:cNvSpPr/>
            <p:nvPr/>
          </p:nvSpPr>
          <p:spPr>
            <a:xfrm>
              <a:off x="6805075" y="3172750"/>
              <a:ext cx="1079100" cy="514175"/>
            </a:xfrm>
            <a:custGeom>
              <a:avLst/>
              <a:gdLst/>
              <a:ahLst/>
              <a:cxnLst/>
              <a:rect l="l" t="t" r="r" b="b"/>
              <a:pathLst>
                <a:path w="43164" h="20567" extrusionOk="0">
                  <a:moveTo>
                    <a:pt x="21594" y="20567"/>
                  </a:moveTo>
                  <a:lnTo>
                    <a:pt x="1" y="10295"/>
                  </a:lnTo>
                  <a:lnTo>
                    <a:pt x="21594" y="1"/>
                  </a:lnTo>
                  <a:lnTo>
                    <a:pt x="43164" y="1029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9" name="Google Shape;1399;p38"/>
          <p:cNvSpPr txBox="1"/>
          <p:nvPr/>
        </p:nvSpPr>
        <p:spPr>
          <a:xfrm>
            <a:off x="6784463" y="1350700"/>
            <a:ext cx="1530300"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Overpass ExtraBold"/>
                <a:ea typeface="Overpass ExtraBold"/>
                <a:cs typeface="Overpass ExtraBold"/>
                <a:sym typeface="Overpass ExtraBold"/>
              </a:rPr>
              <a:t>SHARE</a:t>
            </a:r>
            <a:endParaRPr sz="2000">
              <a:solidFill>
                <a:schemeClr val="dk1"/>
              </a:solidFill>
              <a:latin typeface="Overpass ExtraBold"/>
              <a:ea typeface="Overpass ExtraBold"/>
              <a:cs typeface="Overpass ExtraBold"/>
              <a:sym typeface="Overpass ExtraBold"/>
            </a:endParaRPr>
          </a:p>
        </p:txBody>
      </p:sp>
      <p:sp>
        <p:nvSpPr>
          <p:cNvPr id="1400" name="Google Shape;1400;p38"/>
          <p:cNvSpPr txBox="1"/>
          <p:nvPr/>
        </p:nvSpPr>
        <p:spPr>
          <a:xfrm>
            <a:off x="5353378" y="2081450"/>
            <a:ext cx="1041195"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2"/>
                </a:solidFill>
                <a:latin typeface="Source Sans Pro"/>
                <a:ea typeface="Source Sans Pro"/>
                <a:cs typeface="Source Sans Pro"/>
                <a:sym typeface="Source Sans Pro"/>
              </a:rPr>
              <a:t>15-25 y/o</a:t>
            </a:r>
            <a:endParaRPr sz="1600" dirty="0">
              <a:solidFill>
                <a:schemeClr val="dk2"/>
              </a:solidFill>
              <a:latin typeface="Source Sans Pro"/>
              <a:ea typeface="Source Sans Pro"/>
              <a:cs typeface="Source Sans Pro"/>
              <a:sym typeface="Source Sans Pro"/>
            </a:endParaRPr>
          </a:p>
        </p:txBody>
      </p:sp>
      <p:sp>
        <p:nvSpPr>
          <p:cNvPr id="1401" name="Google Shape;1401;p38"/>
          <p:cNvSpPr txBox="1"/>
          <p:nvPr/>
        </p:nvSpPr>
        <p:spPr>
          <a:xfrm>
            <a:off x="4984443" y="2741750"/>
            <a:ext cx="1045206"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2"/>
                </a:solidFill>
                <a:latin typeface="Source Sans Pro"/>
                <a:ea typeface="Source Sans Pro"/>
                <a:cs typeface="Source Sans Pro"/>
                <a:sym typeface="Source Sans Pro"/>
              </a:rPr>
              <a:t>25-35 y/o</a:t>
            </a:r>
            <a:endParaRPr sz="1600" dirty="0">
              <a:solidFill>
                <a:schemeClr val="dk2"/>
              </a:solidFill>
              <a:latin typeface="Source Sans Pro"/>
              <a:ea typeface="Source Sans Pro"/>
              <a:cs typeface="Source Sans Pro"/>
              <a:sym typeface="Source Sans Pro"/>
            </a:endParaRPr>
          </a:p>
        </p:txBody>
      </p:sp>
      <p:sp>
        <p:nvSpPr>
          <p:cNvPr id="1402" name="Google Shape;1402;p38"/>
          <p:cNvSpPr txBox="1"/>
          <p:nvPr/>
        </p:nvSpPr>
        <p:spPr>
          <a:xfrm>
            <a:off x="4877231" y="3402050"/>
            <a:ext cx="1152418"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2"/>
                </a:solidFill>
                <a:latin typeface="Source Sans Pro"/>
                <a:ea typeface="Source Sans Pro"/>
                <a:cs typeface="Source Sans Pro"/>
                <a:sym typeface="Source Sans Pro"/>
              </a:rPr>
              <a:t>35-45 y/o</a:t>
            </a:r>
            <a:endParaRPr sz="1600" dirty="0">
              <a:solidFill>
                <a:schemeClr val="dk2"/>
              </a:solidFill>
              <a:latin typeface="Source Sans Pro"/>
              <a:ea typeface="Source Sans Pro"/>
              <a:cs typeface="Source Sans Pro"/>
              <a:sym typeface="Source Sans Pro"/>
            </a:endParaRPr>
          </a:p>
        </p:txBody>
      </p:sp>
      <p:sp>
        <p:nvSpPr>
          <p:cNvPr id="1403" name="Google Shape;1403;p38"/>
          <p:cNvSpPr txBox="1"/>
          <p:nvPr/>
        </p:nvSpPr>
        <p:spPr>
          <a:xfrm>
            <a:off x="5397499" y="4062350"/>
            <a:ext cx="997200"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2"/>
                </a:solidFill>
                <a:latin typeface="Source Sans Pro"/>
                <a:ea typeface="Source Sans Pro"/>
                <a:cs typeface="Source Sans Pro"/>
                <a:sym typeface="Source Sans Pro"/>
              </a:rPr>
              <a:t>45+ y/o</a:t>
            </a:r>
            <a:endParaRPr sz="1600" dirty="0">
              <a:solidFill>
                <a:schemeClr val="dk2"/>
              </a:solidFill>
              <a:latin typeface="Source Sans Pro"/>
              <a:ea typeface="Source Sans Pro"/>
              <a:cs typeface="Source Sans Pro"/>
              <a:sym typeface="Source Sans Pro"/>
            </a:endParaRPr>
          </a:p>
        </p:txBody>
      </p:sp>
      <p:cxnSp>
        <p:nvCxnSpPr>
          <p:cNvPr id="1404" name="Google Shape;1404;p38"/>
          <p:cNvCxnSpPr>
            <a:stCxn id="1400" idx="3"/>
          </p:cNvCxnSpPr>
          <p:nvPr/>
        </p:nvCxnSpPr>
        <p:spPr>
          <a:xfrm flipV="1">
            <a:off x="6394573" y="2041850"/>
            <a:ext cx="1086001" cy="216600"/>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1405" name="Google Shape;1405;p38"/>
          <p:cNvCxnSpPr>
            <a:stCxn id="1401" idx="3"/>
          </p:cNvCxnSpPr>
          <p:nvPr/>
        </p:nvCxnSpPr>
        <p:spPr>
          <a:xfrm>
            <a:off x="6029649" y="2918750"/>
            <a:ext cx="1772400" cy="261300"/>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1406" name="Google Shape;1406;p38"/>
          <p:cNvCxnSpPr>
            <a:stCxn id="1402" idx="3"/>
          </p:cNvCxnSpPr>
          <p:nvPr/>
        </p:nvCxnSpPr>
        <p:spPr>
          <a:xfrm>
            <a:off x="6029649" y="3579050"/>
            <a:ext cx="842700" cy="165600"/>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1407" name="Google Shape;1407;p38"/>
          <p:cNvCxnSpPr>
            <a:stCxn id="1403" idx="3"/>
          </p:cNvCxnSpPr>
          <p:nvPr/>
        </p:nvCxnSpPr>
        <p:spPr>
          <a:xfrm rot="10800000" flipH="1">
            <a:off x="6394699" y="3953150"/>
            <a:ext cx="1329300" cy="286200"/>
          </a:xfrm>
          <a:prstGeom prst="bentConnector3">
            <a:avLst>
              <a:gd name="adj1" fmla="val 50000"/>
            </a:avLst>
          </a:prstGeom>
          <a:noFill/>
          <a:ln w="9525" cap="flat" cmpd="sng">
            <a:solidFill>
              <a:schemeClr val="dk2"/>
            </a:solidFill>
            <a:prstDash val="solid"/>
            <a:round/>
            <a:headEnd type="none" w="med" len="med"/>
            <a:tailEnd type="oval" w="med" len="med"/>
          </a:ln>
        </p:spPr>
      </p:cxnSp>
      <p:grpSp>
        <p:nvGrpSpPr>
          <p:cNvPr id="1408" name="Google Shape;1408;p38"/>
          <p:cNvGrpSpPr/>
          <p:nvPr/>
        </p:nvGrpSpPr>
        <p:grpSpPr>
          <a:xfrm>
            <a:off x="1815624" y="1432626"/>
            <a:ext cx="502261" cy="648904"/>
            <a:chOff x="7606826" y="2419290"/>
            <a:chExt cx="274550" cy="354728"/>
          </a:xfrm>
        </p:grpSpPr>
        <p:sp>
          <p:nvSpPr>
            <p:cNvPr id="1409" name="Google Shape;1409;p38"/>
            <p:cNvSpPr/>
            <p:nvPr/>
          </p:nvSpPr>
          <p:spPr>
            <a:xfrm>
              <a:off x="7606826" y="2619370"/>
              <a:ext cx="274550" cy="154649"/>
            </a:xfrm>
            <a:custGeom>
              <a:avLst/>
              <a:gdLst/>
              <a:ahLst/>
              <a:cxnLst/>
              <a:rect l="l" t="t" r="r" b="b"/>
              <a:pathLst>
                <a:path w="10485" h="5906" extrusionOk="0">
                  <a:moveTo>
                    <a:pt x="3711" y="1"/>
                  </a:moveTo>
                  <a:lnTo>
                    <a:pt x="3711" y="1041"/>
                  </a:lnTo>
                  <a:cubicBezTo>
                    <a:pt x="3711" y="1336"/>
                    <a:pt x="3520" y="1584"/>
                    <a:pt x="3244" y="1670"/>
                  </a:cubicBezTo>
                  <a:lnTo>
                    <a:pt x="935" y="2348"/>
                  </a:lnTo>
                  <a:cubicBezTo>
                    <a:pt x="382" y="2510"/>
                    <a:pt x="0" y="3025"/>
                    <a:pt x="0" y="3607"/>
                  </a:cubicBezTo>
                  <a:lnTo>
                    <a:pt x="0" y="5248"/>
                  </a:lnTo>
                  <a:cubicBezTo>
                    <a:pt x="0" y="5610"/>
                    <a:pt x="286" y="5906"/>
                    <a:pt x="649" y="5906"/>
                  </a:cubicBezTo>
                  <a:lnTo>
                    <a:pt x="9826" y="5906"/>
                  </a:lnTo>
                  <a:cubicBezTo>
                    <a:pt x="10189" y="5906"/>
                    <a:pt x="10485" y="5610"/>
                    <a:pt x="10485" y="5248"/>
                  </a:cubicBezTo>
                  <a:lnTo>
                    <a:pt x="10485" y="3607"/>
                  </a:lnTo>
                  <a:cubicBezTo>
                    <a:pt x="10485" y="3025"/>
                    <a:pt x="10093" y="2510"/>
                    <a:pt x="9540" y="2348"/>
                  </a:cubicBezTo>
                  <a:lnTo>
                    <a:pt x="7241" y="1670"/>
                  </a:lnTo>
                  <a:cubicBezTo>
                    <a:pt x="6955" y="1584"/>
                    <a:pt x="6764" y="1336"/>
                    <a:pt x="6764" y="1041"/>
                  </a:cubicBezTo>
                  <a:lnTo>
                    <a:pt x="67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8"/>
            <p:cNvSpPr/>
            <p:nvPr/>
          </p:nvSpPr>
          <p:spPr>
            <a:xfrm>
              <a:off x="7606826" y="2667576"/>
              <a:ext cx="274550" cy="106442"/>
            </a:xfrm>
            <a:custGeom>
              <a:avLst/>
              <a:gdLst/>
              <a:ahLst/>
              <a:cxnLst/>
              <a:rect l="l" t="t" r="r" b="b"/>
              <a:pathLst>
                <a:path w="10485" h="4065" extrusionOk="0">
                  <a:moveTo>
                    <a:pt x="2671" y="1"/>
                  </a:moveTo>
                  <a:lnTo>
                    <a:pt x="935" y="507"/>
                  </a:lnTo>
                  <a:cubicBezTo>
                    <a:pt x="382" y="669"/>
                    <a:pt x="0" y="1184"/>
                    <a:pt x="0" y="1766"/>
                  </a:cubicBezTo>
                  <a:lnTo>
                    <a:pt x="0" y="3407"/>
                  </a:lnTo>
                  <a:cubicBezTo>
                    <a:pt x="0" y="3769"/>
                    <a:pt x="286" y="4065"/>
                    <a:pt x="649" y="4065"/>
                  </a:cubicBezTo>
                  <a:lnTo>
                    <a:pt x="9826" y="4065"/>
                  </a:lnTo>
                  <a:cubicBezTo>
                    <a:pt x="10189" y="4065"/>
                    <a:pt x="10485" y="3769"/>
                    <a:pt x="10485" y="3407"/>
                  </a:cubicBezTo>
                  <a:lnTo>
                    <a:pt x="10485" y="1766"/>
                  </a:lnTo>
                  <a:cubicBezTo>
                    <a:pt x="10485" y="1184"/>
                    <a:pt x="10093" y="669"/>
                    <a:pt x="9540" y="507"/>
                  </a:cubicBezTo>
                  <a:lnTo>
                    <a:pt x="7804" y="1"/>
                  </a:lnTo>
                  <a:cubicBezTo>
                    <a:pt x="7556" y="1213"/>
                    <a:pt x="6478" y="2090"/>
                    <a:pt x="5238" y="2090"/>
                  </a:cubicBezTo>
                  <a:cubicBezTo>
                    <a:pt x="3997" y="2090"/>
                    <a:pt x="2919" y="1213"/>
                    <a:pt x="26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8"/>
            <p:cNvSpPr/>
            <p:nvPr/>
          </p:nvSpPr>
          <p:spPr>
            <a:xfrm>
              <a:off x="7703998" y="2619370"/>
              <a:ext cx="79943" cy="22886"/>
            </a:xfrm>
            <a:custGeom>
              <a:avLst/>
              <a:gdLst/>
              <a:ahLst/>
              <a:cxnLst/>
              <a:rect l="l" t="t" r="r" b="b"/>
              <a:pathLst>
                <a:path w="3053" h="874" extrusionOk="0">
                  <a:moveTo>
                    <a:pt x="0" y="1"/>
                  </a:moveTo>
                  <a:lnTo>
                    <a:pt x="0" y="487"/>
                  </a:lnTo>
                  <a:cubicBezTo>
                    <a:pt x="477" y="745"/>
                    <a:pt x="1002" y="874"/>
                    <a:pt x="1527" y="874"/>
                  </a:cubicBezTo>
                  <a:cubicBezTo>
                    <a:pt x="2051" y="874"/>
                    <a:pt x="2576" y="745"/>
                    <a:pt x="3053" y="487"/>
                  </a:cubicBezTo>
                  <a:lnTo>
                    <a:pt x="3053" y="1"/>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8"/>
            <p:cNvSpPr/>
            <p:nvPr/>
          </p:nvSpPr>
          <p:spPr>
            <a:xfrm>
              <a:off x="7647543" y="2470744"/>
              <a:ext cx="192617" cy="160147"/>
            </a:xfrm>
            <a:custGeom>
              <a:avLst/>
              <a:gdLst/>
              <a:ahLst/>
              <a:cxnLst/>
              <a:rect l="l" t="t" r="r" b="b"/>
              <a:pathLst>
                <a:path w="7356" h="6116" extrusionOk="0">
                  <a:moveTo>
                    <a:pt x="840" y="1"/>
                  </a:moveTo>
                  <a:lnTo>
                    <a:pt x="840" y="2405"/>
                  </a:lnTo>
                  <a:lnTo>
                    <a:pt x="735" y="2405"/>
                  </a:lnTo>
                  <a:cubicBezTo>
                    <a:pt x="0" y="2405"/>
                    <a:pt x="0" y="3492"/>
                    <a:pt x="735" y="3492"/>
                  </a:cubicBezTo>
                  <a:lnTo>
                    <a:pt x="849" y="3492"/>
                  </a:lnTo>
                  <a:cubicBezTo>
                    <a:pt x="964" y="4971"/>
                    <a:pt x="2194" y="6116"/>
                    <a:pt x="3683" y="6116"/>
                  </a:cubicBezTo>
                  <a:cubicBezTo>
                    <a:pt x="5161" y="6116"/>
                    <a:pt x="6392" y="4971"/>
                    <a:pt x="6506" y="3492"/>
                  </a:cubicBezTo>
                  <a:lnTo>
                    <a:pt x="6630" y="3492"/>
                  </a:lnTo>
                  <a:cubicBezTo>
                    <a:pt x="7355" y="3492"/>
                    <a:pt x="7355" y="2405"/>
                    <a:pt x="6630" y="2405"/>
                  </a:cubicBezTo>
                  <a:lnTo>
                    <a:pt x="6525" y="2405"/>
                  </a:lnTo>
                  <a:lnTo>
                    <a:pt x="65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8"/>
            <p:cNvSpPr/>
            <p:nvPr/>
          </p:nvSpPr>
          <p:spPr>
            <a:xfrm>
              <a:off x="7651785" y="2470744"/>
              <a:ext cx="166379" cy="160121"/>
            </a:xfrm>
            <a:custGeom>
              <a:avLst/>
              <a:gdLst/>
              <a:ahLst/>
              <a:cxnLst/>
              <a:rect l="l" t="t" r="r" b="b"/>
              <a:pathLst>
                <a:path w="6354" h="6115" extrusionOk="0">
                  <a:moveTo>
                    <a:pt x="678" y="1"/>
                  </a:moveTo>
                  <a:lnTo>
                    <a:pt x="678" y="2405"/>
                  </a:lnTo>
                  <a:lnTo>
                    <a:pt x="601" y="2405"/>
                  </a:lnTo>
                  <a:cubicBezTo>
                    <a:pt x="595" y="2404"/>
                    <a:pt x="589" y="2404"/>
                    <a:pt x="583" y="2404"/>
                  </a:cubicBezTo>
                  <a:cubicBezTo>
                    <a:pt x="304" y="2404"/>
                    <a:pt x="66" y="2611"/>
                    <a:pt x="29" y="2891"/>
                  </a:cubicBezTo>
                  <a:cubicBezTo>
                    <a:pt x="0" y="3215"/>
                    <a:pt x="248" y="3492"/>
                    <a:pt x="573" y="3492"/>
                  </a:cubicBezTo>
                  <a:lnTo>
                    <a:pt x="687" y="3492"/>
                  </a:lnTo>
                  <a:cubicBezTo>
                    <a:pt x="800" y="4995"/>
                    <a:pt x="2046" y="6115"/>
                    <a:pt x="3499" y="6115"/>
                  </a:cubicBezTo>
                  <a:cubicBezTo>
                    <a:pt x="3650" y="6115"/>
                    <a:pt x="3804" y="6103"/>
                    <a:pt x="3959" y="6077"/>
                  </a:cubicBezTo>
                  <a:cubicBezTo>
                    <a:pt x="2576" y="5868"/>
                    <a:pt x="1555" y="4675"/>
                    <a:pt x="1555" y="3282"/>
                  </a:cubicBezTo>
                  <a:lnTo>
                    <a:pt x="1555" y="1527"/>
                  </a:lnTo>
                  <a:cubicBezTo>
                    <a:pt x="1555" y="1050"/>
                    <a:pt x="1946" y="659"/>
                    <a:pt x="2433" y="659"/>
                  </a:cubicBezTo>
                  <a:lnTo>
                    <a:pt x="3740" y="659"/>
                  </a:lnTo>
                  <a:cubicBezTo>
                    <a:pt x="3932" y="802"/>
                    <a:pt x="4163" y="875"/>
                    <a:pt x="4392" y="875"/>
                  </a:cubicBezTo>
                  <a:cubicBezTo>
                    <a:pt x="4562" y="875"/>
                    <a:pt x="4731" y="835"/>
                    <a:pt x="4885" y="754"/>
                  </a:cubicBezTo>
                  <a:cubicBezTo>
                    <a:pt x="5184" y="972"/>
                    <a:pt x="5547" y="1088"/>
                    <a:pt x="5914" y="1088"/>
                  </a:cubicBezTo>
                  <a:cubicBezTo>
                    <a:pt x="6061" y="1088"/>
                    <a:pt x="6209" y="1069"/>
                    <a:pt x="6354" y="1031"/>
                  </a:cubicBezTo>
                  <a:lnTo>
                    <a:pt x="6354" y="1"/>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8"/>
            <p:cNvSpPr/>
            <p:nvPr/>
          </p:nvSpPr>
          <p:spPr>
            <a:xfrm>
              <a:off x="7654770" y="2419290"/>
              <a:ext cx="174156" cy="114428"/>
            </a:xfrm>
            <a:custGeom>
              <a:avLst/>
              <a:gdLst/>
              <a:ahLst/>
              <a:cxnLst/>
              <a:rect l="l" t="t" r="r" b="b"/>
              <a:pathLst>
                <a:path w="6651" h="4370" extrusionOk="0">
                  <a:moveTo>
                    <a:pt x="1842" y="0"/>
                  </a:moveTo>
                  <a:cubicBezTo>
                    <a:pt x="812" y="0"/>
                    <a:pt x="1" y="897"/>
                    <a:pt x="106" y="1918"/>
                  </a:cubicBezTo>
                  <a:lnTo>
                    <a:pt x="344" y="4370"/>
                  </a:lnTo>
                  <a:lnTo>
                    <a:pt x="564" y="4370"/>
                  </a:lnTo>
                  <a:cubicBezTo>
                    <a:pt x="812" y="4370"/>
                    <a:pt x="1003" y="4169"/>
                    <a:pt x="1003" y="3931"/>
                  </a:cubicBezTo>
                  <a:lnTo>
                    <a:pt x="1003" y="2967"/>
                  </a:lnTo>
                  <a:cubicBezTo>
                    <a:pt x="1003" y="2481"/>
                    <a:pt x="1394" y="2090"/>
                    <a:pt x="1880" y="2090"/>
                  </a:cubicBezTo>
                  <a:lnTo>
                    <a:pt x="5811" y="2090"/>
                  </a:lnTo>
                  <a:lnTo>
                    <a:pt x="5811" y="3931"/>
                  </a:lnTo>
                  <a:cubicBezTo>
                    <a:pt x="5811" y="4169"/>
                    <a:pt x="6011" y="4370"/>
                    <a:pt x="6249" y="4370"/>
                  </a:cubicBezTo>
                  <a:lnTo>
                    <a:pt x="6469" y="4370"/>
                  </a:lnTo>
                  <a:lnTo>
                    <a:pt x="6650" y="2004"/>
                  </a:lnTo>
                  <a:lnTo>
                    <a:pt x="6631" y="2004"/>
                  </a:lnTo>
                  <a:lnTo>
                    <a:pt x="58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8"/>
            <p:cNvSpPr/>
            <p:nvPr/>
          </p:nvSpPr>
          <p:spPr>
            <a:xfrm>
              <a:off x="7654770" y="2419290"/>
              <a:ext cx="71983" cy="114428"/>
            </a:xfrm>
            <a:custGeom>
              <a:avLst/>
              <a:gdLst/>
              <a:ahLst/>
              <a:cxnLst/>
              <a:rect l="l" t="t" r="r" b="b"/>
              <a:pathLst>
                <a:path w="2749" h="4370" extrusionOk="0">
                  <a:moveTo>
                    <a:pt x="1842" y="0"/>
                  </a:moveTo>
                  <a:cubicBezTo>
                    <a:pt x="812" y="0"/>
                    <a:pt x="1" y="888"/>
                    <a:pt x="106" y="1918"/>
                  </a:cubicBezTo>
                  <a:lnTo>
                    <a:pt x="344" y="4370"/>
                  </a:lnTo>
                  <a:lnTo>
                    <a:pt x="564" y="4370"/>
                  </a:lnTo>
                  <a:cubicBezTo>
                    <a:pt x="812" y="4370"/>
                    <a:pt x="1003" y="4169"/>
                    <a:pt x="1003" y="3931"/>
                  </a:cubicBezTo>
                  <a:lnTo>
                    <a:pt x="1003" y="1756"/>
                  </a:lnTo>
                  <a:cubicBezTo>
                    <a:pt x="1003" y="783"/>
                    <a:pt x="1785" y="0"/>
                    <a:pt x="27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8"/>
            <p:cNvSpPr/>
            <p:nvPr/>
          </p:nvSpPr>
          <p:spPr>
            <a:xfrm>
              <a:off x="7703998" y="2533640"/>
              <a:ext cx="11495" cy="17308"/>
            </a:xfrm>
            <a:custGeom>
              <a:avLst/>
              <a:gdLst/>
              <a:ahLst/>
              <a:cxnLst/>
              <a:rect l="l" t="t" r="r" b="b"/>
              <a:pathLst>
                <a:path w="439" h="661" extrusionOk="0">
                  <a:moveTo>
                    <a:pt x="220" y="0"/>
                  </a:moveTo>
                  <a:cubicBezTo>
                    <a:pt x="110" y="0"/>
                    <a:pt x="0" y="74"/>
                    <a:pt x="0" y="222"/>
                  </a:cubicBezTo>
                  <a:lnTo>
                    <a:pt x="0" y="441"/>
                  </a:lnTo>
                  <a:cubicBezTo>
                    <a:pt x="0" y="556"/>
                    <a:pt x="96" y="661"/>
                    <a:pt x="220" y="661"/>
                  </a:cubicBezTo>
                  <a:cubicBezTo>
                    <a:pt x="334" y="661"/>
                    <a:pt x="439" y="556"/>
                    <a:pt x="439" y="441"/>
                  </a:cubicBezTo>
                  <a:lnTo>
                    <a:pt x="439" y="222"/>
                  </a:lnTo>
                  <a:cubicBezTo>
                    <a:pt x="439" y="74"/>
                    <a:pt x="329" y="0"/>
                    <a:pt x="220"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38"/>
            <p:cNvSpPr/>
            <p:nvPr/>
          </p:nvSpPr>
          <p:spPr>
            <a:xfrm>
              <a:off x="7772681" y="2533640"/>
              <a:ext cx="11260" cy="17308"/>
            </a:xfrm>
            <a:custGeom>
              <a:avLst/>
              <a:gdLst/>
              <a:ahLst/>
              <a:cxnLst/>
              <a:rect l="l" t="t" r="r" b="b"/>
              <a:pathLst>
                <a:path w="430" h="661" extrusionOk="0">
                  <a:moveTo>
                    <a:pt x="215" y="0"/>
                  </a:moveTo>
                  <a:cubicBezTo>
                    <a:pt x="108" y="0"/>
                    <a:pt x="1" y="74"/>
                    <a:pt x="1" y="222"/>
                  </a:cubicBezTo>
                  <a:lnTo>
                    <a:pt x="1" y="441"/>
                  </a:lnTo>
                  <a:cubicBezTo>
                    <a:pt x="1" y="556"/>
                    <a:pt x="96" y="661"/>
                    <a:pt x="220" y="661"/>
                  </a:cubicBezTo>
                  <a:cubicBezTo>
                    <a:pt x="335" y="661"/>
                    <a:pt x="430" y="556"/>
                    <a:pt x="430" y="441"/>
                  </a:cubicBezTo>
                  <a:lnTo>
                    <a:pt x="430" y="222"/>
                  </a:lnTo>
                  <a:cubicBezTo>
                    <a:pt x="430" y="74"/>
                    <a:pt x="323" y="0"/>
                    <a:pt x="215"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38"/>
            <p:cNvSpPr/>
            <p:nvPr/>
          </p:nvSpPr>
          <p:spPr>
            <a:xfrm>
              <a:off x="7718714" y="2573598"/>
              <a:ext cx="50720" cy="17334"/>
            </a:xfrm>
            <a:custGeom>
              <a:avLst/>
              <a:gdLst/>
              <a:ahLst/>
              <a:cxnLst/>
              <a:rect l="l" t="t" r="r" b="b"/>
              <a:pathLst>
                <a:path w="1937" h="662" extrusionOk="0">
                  <a:moveTo>
                    <a:pt x="314" y="0"/>
                  </a:moveTo>
                  <a:cubicBezTo>
                    <a:pt x="144" y="0"/>
                    <a:pt x="0" y="221"/>
                    <a:pt x="154" y="375"/>
                  </a:cubicBezTo>
                  <a:cubicBezTo>
                    <a:pt x="372" y="566"/>
                    <a:pt x="643" y="662"/>
                    <a:pt x="924" y="662"/>
                  </a:cubicBezTo>
                  <a:cubicBezTo>
                    <a:pt x="938" y="662"/>
                    <a:pt x="951" y="662"/>
                    <a:pt x="965" y="661"/>
                  </a:cubicBezTo>
                  <a:cubicBezTo>
                    <a:pt x="978" y="662"/>
                    <a:pt x="991" y="662"/>
                    <a:pt x="1005" y="662"/>
                  </a:cubicBezTo>
                  <a:cubicBezTo>
                    <a:pt x="1286" y="662"/>
                    <a:pt x="1557" y="566"/>
                    <a:pt x="1775" y="375"/>
                  </a:cubicBezTo>
                  <a:cubicBezTo>
                    <a:pt x="1936" y="221"/>
                    <a:pt x="1789" y="0"/>
                    <a:pt x="1621" y="0"/>
                  </a:cubicBezTo>
                  <a:cubicBezTo>
                    <a:pt x="1570" y="0"/>
                    <a:pt x="1517" y="21"/>
                    <a:pt x="1470" y="70"/>
                  </a:cubicBezTo>
                  <a:cubicBezTo>
                    <a:pt x="1318" y="170"/>
                    <a:pt x="1141" y="220"/>
                    <a:pt x="966" y="220"/>
                  </a:cubicBezTo>
                  <a:cubicBezTo>
                    <a:pt x="790" y="220"/>
                    <a:pt x="616" y="170"/>
                    <a:pt x="469" y="70"/>
                  </a:cubicBezTo>
                  <a:cubicBezTo>
                    <a:pt x="420" y="21"/>
                    <a:pt x="365" y="0"/>
                    <a:pt x="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38"/>
            <p:cNvSpPr/>
            <p:nvPr/>
          </p:nvSpPr>
          <p:spPr>
            <a:xfrm>
              <a:off x="7696483" y="2516463"/>
              <a:ext cx="26525" cy="11521"/>
            </a:xfrm>
            <a:custGeom>
              <a:avLst/>
              <a:gdLst/>
              <a:ahLst/>
              <a:cxnLst/>
              <a:rect l="l" t="t" r="r" b="b"/>
              <a:pathLst>
                <a:path w="1013" h="440" extrusionOk="0">
                  <a:moveTo>
                    <a:pt x="287" y="0"/>
                  </a:moveTo>
                  <a:cubicBezTo>
                    <a:pt x="1" y="0"/>
                    <a:pt x="1" y="439"/>
                    <a:pt x="287" y="439"/>
                  </a:cubicBezTo>
                  <a:lnTo>
                    <a:pt x="726" y="439"/>
                  </a:lnTo>
                  <a:cubicBezTo>
                    <a:pt x="1012" y="439"/>
                    <a:pt x="1012" y="0"/>
                    <a:pt x="7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8"/>
            <p:cNvSpPr/>
            <p:nvPr/>
          </p:nvSpPr>
          <p:spPr>
            <a:xfrm>
              <a:off x="7764931" y="2516463"/>
              <a:ext cx="26761" cy="11521"/>
            </a:xfrm>
            <a:custGeom>
              <a:avLst/>
              <a:gdLst/>
              <a:ahLst/>
              <a:cxnLst/>
              <a:rect l="l" t="t" r="r" b="b"/>
              <a:pathLst>
                <a:path w="1022" h="440" extrusionOk="0">
                  <a:moveTo>
                    <a:pt x="297" y="0"/>
                  </a:moveTo>
                  <a:cubicBezTo>
                    <a:pt x="1" y="0"/>
                    <a:pt x="1" y="439"/>
                    <a:pt x="297" y="439"/>
                  </a:cubicBezTo>
                  <a:lnTo>
                    <a:pt x="726" y="439"/>
                  </a:lnTo>
                  <a:cubicBezTo>
                    <a:pt x="1022" y="439"/>
                    <a:pt x="1022" y="0"/>
                    <a:pt x="7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8"/>
            <p:cNvSpPr/>
            <p:nvPr/>
          </p:nvSpPr>
          <p:spPr>
            <a:xfrm>
              <a:off x="7772681" y="2419290"/>
              <a:ext cx="68474" cy="68709"/>
            </a:xfrm>
            <a:custGeom>
              <a:avLst/>
              <a:gdLst/>
              <a:ahLst/>
              <a:cxnLst/>
              <a:rect l="l" t="t" r="r" b="b"/>
              <a:pathLst>
                <a:path w="2615" h="2624" extrusionOk="0">
                  <a:moveTo>
                    <a:pt x="1308" y="0"/>
                  </a:moveTo>
                  <a:cubicBezTo>
                    <a:pt x="583" y="0"/>
                    <a:pt x="1" y="582"/>
                    <a:pt x="1" y="1307"/>
                  </a:cubicBezTo>
                  <a:cubicBezTo>
                    <a:pt x="1" y="2032"/>
                    <a:pt x="583" y="2624"/>
                    <a:pt x="1308" y="2624"/>
                  </a:cubicBezTo>
                  <a:cubicBezTo>
                    <a:pt x="2033" y="2624"/>
                    <a:pt x="2615" y="2032"/>
                    <a:pt x="2615" y="1307"/>
                  </a:cubicBezTo>
                  <a:cubicBezTo>
                    <a:pt x="2615" y="582"/>
                    <a:pt x="2033" y="0"/>
                    <a:pt x="13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8"/>
            <p:cNvSpPr/>
            <p:nvPr/>
          </p:nvSpPr>
          <p:spPr>
            <a:xfrm>
              <a:off x="7749717" y="2447753"/>
              <a:ext cx="34224" cy="34512"/>
            </a:xfrm>
            <a:custGeom>
              <a:avLst/>
              <a:gdLst/>
              <a:ahLst/>
              <a:cxnLst/>
              <a:rect l="l" t="t" r="r" b="b"/>
              <a:pathLst>
                <a:path w="1307" h="1318" extrusionOk="0">
                  <a:moveTo>
                    <a:pt x="658" y="1"/>
                  </a:moveTo>
                  <a:cubicBezTo>
                    <a:pt x="296" y="1"/>
                    <a:pt x="0" y="297"/>
                    <a:pt x="0" y="659"/>
                  </a:cubicBezTo>
                  <a:cubicBezTo>
                    <a:pt x="0" y="1022"/>
                    <a:pt x="296" y="1317"/>
                    <a:pt x="658" y="1317"/>
                  </a:cubicBezTo>
                  <a:cubicBezTo>
                    <a:pt x="1021" y="1317"/>
                    <a:pt x="1307" y="1022"/>
                    <a:pt x="1307" y="659"/>
                  </a:cubicBezTo>
                  <a:cubicBezTo>
                    <a:pt x="1307" y="297"/>
                    <a:pt x="1021" y="1"/>
                    <a:pt x="6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8"/>
            <p:cNvSpPr/>
            <p:nvPr/>
          </p:nvSpPr>
          <p:spPr>
            <a:xfrm>
              <a:off x="7654770" y="2667576"/>
              <a:ext cx="178398" cy="77717"/>
            </a:xfrm>
            <a:custGeom>
              <a:avLst/>
              <a:gdLst/>
              <a:ahLst/>
              <a:cxnLst/>
              <a:rect l="l" t="t" r="r" b="b"/>
              <a:pathLst>
                <a:path w="6813" h="2968" extrusionOk="0">
                  <a:moveTo>
                    <a:pt x="840" y="1"/>
                  </a:moveTo>
                  <a:lnTo>
                    <a:pt x="1" y="249"/>
                  </a:lnTo>
                  <a:cubicBezTo>
                    <a:pt x="363" y="1833"/>
                    <a:pt x="1775" y="2968"/>
                    <a:pt x="3407" y="2968"/>
                  </a:cubicBezTo>
                  <a:cubicBezTo>
                    <a:pt x="5038" y="2968"/>
                    <a:pt x="6459" y="1833"/>
                    <a:pt x="6812" y="249"/>
                  </a:cubicBezTo>
                  <a:lnTo>
                    <a:pt x="5982" y="1"/>
                  </a:lnTo>
                  <a:cubicBezTo>
                    <a:pt x="5725" y="1213"/>
                    <a:pt x="4656" y="2090"/>
                    <a:pt x="3416" y="2090"/>
                  </a:cubicBezTo>
                  <a:cubicBezTo>
                    <a:pt x="2166" y="2090"/>
                    <a:pt x="1098" y="1213"/>
                    <a:pt x="8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4" name="Google Shape;1424;p38"/>
          <p:cNvGrpSpPr/>
          <p:nvPr/>
        </p:nvGrpSpPr>
        <p:grpSpPr>
          <a:xfrm>
            <a:off x="3420071" y="1432617"/>
            <a:ext cx="481711" cy="648904"/>
            <a:chOff x="8062968" y="2419290"/>
            <a:chExt cx="263316" cy="354728"/>
          </a:xfrm>
        </p:grpSpPr>
        <p:sp>
          <p:nvSpPr>
            <p:cNvPr id="1425" name="Google Shape;1425;p38"/>
            <p:cNvSpPr/>
            <p:nvPr/>
          </p:nvSpPr>
          <p:spPr>
            <a:xfrm>
              <a:off x="8080198" y="2436520"/>
              <a:ext cx="97434" cy="257320"/>
            </a:xfrm>
            <a:custGeom>
              <a:avLst/>
              <a:gdLst/>
              <a:ahLst/>
              <a:cxnLst/>
              <a:rect l="l" t="t" r="r" b="b"/>
              <a:pathLst>
                <a:path w="3721" h="9827" extrusionOk="0">
                  <a:moveTo>
                    <a:pt x="2404" y="1"/>
                  </a:moveTo>
                  <a:cubicBezTo>
                    <a:pt x="878" y="869"/>
                    <a:pt x="0" y="2338"/>
                    <a:pt x="0" y="3988"/>
                  </a:cubicBezTo>
                  <a:cubicBezTo>
                    <a:pt x="0" y="6946"/>
                    <a:pt x="1527" y="9827"/>
                    <a:pt x="1527" y="9827"/>
                  </a:cubicBezTo>
                  <a:lnTo>
                    <a:pt x="3721" y="9827"/>
                  </a:lnTo>
                  <a:lnTo>
                    <a:pt x="372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8"/>
            <p:cNvSpPr/>
            <p:nvPr/>
          </p:nvSpPr>
          <p:spPr>
            <a:xfrm>
              <a:off x="8131652" y="2419290"/>
              <a:ext cx="183138" cy="268815"/>
            </a:xfrm>
            <a:custGeom>
              <a:avLst/>
              <a:gdLst/>
              <a:ahLst/>
              <a:cxnLst/>
              <a:rect l="l" t="t" r="r" b="b"/>
              <a:pathLst>
                <a:path w="6994" h="10266" extrusionOk="0">
                  <a:moveTo>
                    <a:pt x="1966" y="0"/>
                  </a:moveTo>
                  <a:cubicBezTo>
                    <a:pt x="878" y="0"/>
                    <a:pt x="1" y="687"/>
                    <a:pt x="1" y="1527"/>
                  </a:cubicBezTo>
                  <a:cubicBezTo>
                    <a:pt x="1" y="2013"/>
                    <a:pt x="392" y="2404"/>
                    <a:pt x="878" y="2404"/>
                  </a:cubicBezTo>
                  <a:lnTo>
                    <a:pt x="1756" y="2404"/>
                  </a:lnTo>
                  <a:lnTo>
                    <a:pt x="1756" y="10265"/>
                  </a:lnTo>
                  <a:lnTo>
                    <a:pt x="5248" y="10265"/>
                  </a:lnTo>
                  <a:cubicBezTo>
                    <a:pt x="5248" y="10265"/>
                    <a:pt x="6993" y="7432"/>
                    <a:pt x="6993" y="4589"/>
                  </a:cubicBezTo>
                  <a:cubicBezTo>
                    <a:pt x="6993" y="2051"/>
                    <a:pt x="4942" y="0"/>
                    <a:pt x="24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8"/>
            <p:cNvSpPr/>
            <p:nvPr/>
          </p:nvSpPr>
          <p:spPr>
            <a:xfrm>
              <a:off x="8103188" y="2562182"/>
              <a:ext cx="22755" cy="45928"/>
            </a:xfrm>
            <a:custGeom>
              <a:avLst/>
              <a:gdLst/>
              <a:ahLst/>
              <a:cxnLst/>
              <a:rect l="l" t="t" r="r" b="b"/>
              <a:pathLst>
                <a:path w="869" h="1754" extrusionOk="0">
                  <a:moveTo>
                    <a:pt x="429" y="0"/>
                  </a:moveTo>
                  <a:cubicBezTo>
                    <a:pt x="429" y="0"/>
                    <a:pt x="0" y="878"/>
                    <a:pt x="0" y="1317"/>
                  </a:cubicBezTo>
                  <a:cubicBezTo>
                    <a:pt x="0" y="1608"/>
                    <a:pt x="217" y="1753"/>
                    <a:pt x="434" y="1753"/>
                  </a:cubicBezTo>
                  <a:cubicBezTo>
                    <a:pt x="651" y="1753"/>
                    <a:pt x="868" y="1608"/>
                    <a:pt x="868" y="1317"/>
                  </a:cubicBezTo>
                  <a:cubicBezTo>
                    <a:pt x="868" y="878"/>
                    <a:pt x="429" y="0"/>
                    <a:pt x="429"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8"/>
            <p:cNvSpPr/>
            <p:nvPr/>
          </p:nvSpPr>
          <p:spPr>
            <a:xfrm>
              <a:off x="8103188" y="2562182"/>
              <a:ext cx="11495" cy="45981"/>
            </a:xfrm>
            <a:custGeom>
              <a:avLst/>
              <a:gdLst/>
              <a:ahLst/>
              <a:cxnLst/>
              <a:rect l="l" t="t" r="r" b="b"/>
              <a:pathLst>
                <a:path w="439" h="1756" extrusionOk="0">
                  <a:moveTo>
                    <a:pt x="439" y="0"/>
                  </a:moveTo>
                  <a:cubicBezTo>
                    <a:pt x="439" y="0"/>
                    <a:pt x="0" y="878"/>
                    <a:pt x="0" y="1317"/>
                  </a:cubicBezTo>
                  <a:cubicBezTo>
                    <a:pt x="0" y="1555"/>
                    <a:pt x="191" y="1755"/>
                    <a:pt x="439" y="1755"/>
                  </a:cubicBezTo>
                  <a:lnTo>
                    <a:pt x="4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8"/>
            <p:cNvSpPr/>
            <p:nvPr/>
          </p:nvSpPr>
          <p:spPr>
            <a:xfrm>
              <a:off x="8263310" y="2562182"/>
              <a:ext cx="22755" cy="45928"/>
            </a:xfrm>
            <a:custGeom>
              <a:avLst/>
              <a:gdLst/>
              <a:ahLst/>
              <a:cxnLst/>
              <a:rect l="l" t="t" r="r" b="b"/>
              <a:pathLst>
                <a:path w="869" h="1754" extrusionOk="0">
                  <a:moveTo>
                    <a:pt x="439" y="0"/>
                  </a:moveTo>
                  <a:cubicBezTo>
                    <a:pt x="439" y="0"/>
                    <a:pt x="0" y="878"/>
                    <a:pt x="0" y="1317"/>
                  </a:cubicBezTo>
                  <a:cubicBezTo>
                    <a:pt x="0" y="1608"/>
                    <a:pt x="217" y="1753"/>
                    <a:pt x="434" y="1753"/>
                  </a:cubicBezTo>
                  <a:cubicBezTo>
                    <a:pt x="651" y="1753"/>
                    <a:pt x="868" y="1608"/>
                    <a:pt x="868" y="1317"/>
                  </a:cubicBezTo>
                  <a:cubicBezTo>
                    <a:pt x="868" y="878"/>
                    <a:pt x="439" y="0"/>
                    <a:pt x="4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8"/>
            <p:cNvSpPr/>
            <p:nvPr/>
          </p:nvSpPr>
          <p:spPr>
            <a:xfrm>
              <a:off x="8263310" y="2562182"/>
              <a:ext cx="11495" cy="45981"/>
            </a:xfrm>
            <a:custGeom>
              <a:avLst/>
              <a:gdLst/>
              <a:ahLst/>
              <a:cxnLst/>
              <a:rect l="l" t="t" r="r" b="b"/>
              <a:pathLst>
                <a:path w="439" h="1756" extrusionOk="0">
                  <a:moveTo>
                    <a:pt x="439" y="0"/>
                  </a:moveTo>
                  <a:cubicBezTo>
                    <a:pt x="439" y="0"/>
                    <a:pt x="0" y="878"/>
                    <a:pt x="0" y="1317"/>
                  </a:cubicBezTo>
                  <a:cubicBezTo>
                    <a:pt x="0" y="1555"/>
                    <a:pt x="191" y="1755"/>
                    <a:pt x="439" y="1755"/>
                  </a:cubicBezTo>
                  <a:lnTo>
                    <a:pt x="439" y="0"/>
                  </a:ln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8"/>
            <p:cNvSpPr/>
            <p:nvPr/>
          </p:nvSpPr>
          <p:spPr>
            <a:xfrm>
              <a:off x="8062968" y="2625131"/>
              <a:ext cx="263316" cy="148888"/>
            </a:xfrm>
            <a:custGeom>
              <a:avLst/>
              <a:gdLst/>
              <a:ahLst/>
              <a:cxnLst/>
              <a:rect l="l" t="t" r="r" b="b"/>
              <a:pathLst>
                <a:path w="10056" h="5686" extrusionOk="0">
                  <a:moveTo>
                    <a:pt x="3711" y="0"/>
                  </a:moveTo>
                  <a:lnTo>
                    <a:pt x="3711" y="1135"/>
                  </a:lnTo>
                  <a:cubicBezTo>
                    <a:pt x="3711" y="1498"/>
                    <a:pt x="3482" y="1832"/>
                    <a:pt x="3129" y="1956"/>
                  </a:cubicBezTo>
                  <a:lnTo>
                    <a:pt x="878" y="2748"/>
                  </a:lnTo>
                  <a:cubicBezTo>
                    <a:pt x="353" y="2938"/>
                    <a:pt x="0" y="3435"/>
                    <a:pt x="0" y="3988"/>
                  </a:cubicBezTo>
                  <a:lnTo>
                    <a:pt x="0" y="5028"/>
                  </a:lnTo>
                  <a:cubicBezTo>
                    <a:pt x="0" y="5390"/>
                    <a:pt x="296" y="5686"/>
                    <a:pt x="658" y="5686"/>
                  </a:cubicBezTo>
                  <a:lnTo>
                    <a:pt x="9397" y="5686"/>
                  </a:lnTo>
                  <a:cubicBezTo>
                    <a:pt x="9759" y="5686"/>
                    <a:pt x="10055" y="5390"/>
                    <a:pt x="10055" y="5028"/>
                  </a:cubicBezTo>
                  <a:lnTo>
                    <a:pt x="10055" y="3988"/>
                  </a:lnTo>
                  <a:cubicBezTo>
                    <a:pt x="10046" y="3435"/>
                    <a:pt x="9702" y="2938"/>
                    <a:pt x="9178" y="2748"/>
                  </a:cubicBezTo>
                  <a:lnTo>
                    <a:pt x="6917" y="1956"/>
                  </a:lnTo>
                  <a:cubicBezTo>
                    <a:pt x="6573" y="1832"/>
                    <a:pt x="6335" y="1498"/>
                    <a:pt x="6335" y="1135"/>
                  </a:cubicBezTo>
                  <a:lnTo>
                    <a:pt x="633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8"/>
            <p:cNvSpPr/>
            <p:nvPr/>
          </p:nvSpPr>
          <p:spPr>
            <a:xfrm>
              <a:off x="8160376" y="2625131"/>
              <a:ext cx="68736" cy="22990"/>
            </a:xfrm>
            <a:custGeom>
              <a:avLst/>
              <a:gdLst/>
              <a:ahLst/>
              <a:cxnLst/>
              <a:rect l="l" t="t" r="r" b="b"/>
              <a:pathLst>
                <a:path w="2625" h="878" extrusionOk="0">
                  <a:moveTo>
                    <a:pt x="1" y="0"/>
                  </a:moveTo>
                  <a:lnTo>
                    <a:pt x="1" y="601"/>
                  </a:lnTo>
                  <a:cubicBezTo>
                    <a:pt x="411" y="782"/>
                    <a:pt x="859" y="878"/>
                    <a:pt x="1308" y="878"/>
                  </a:cubicBezTo>
                  <a:cubicBezTo>
                    <a:pt x="1756" y="878"/>
                    <a:pt x="2204" y="782"/>
                    <a:pt x="2624" y="601"/>
                  </a:cubicBezTo>
                  <a:lnTo>
                    <a:pt x="2624" y="0"/>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8"/>
            <p:cNvSpPr/>
            <p:nvPr/>
          </p:nvSpPr>
          <p:spPr>
            <a:xfrm>
              <a:off x="8098187" y="2482239"/>
              <a:ext cx="192617" cy="154387"/>
            </a:xfrm>
            <a:custGeom>
              <a:avLst/>
              <a:gdLst/>
              <a:ahLst/>
              <a:cxnLst/>
              <a:rect l="l" t="t" r="r" b="b"/>
              <a:pathLst>
                <a:path w="7356" h="5896" extrusionOk="0">
                  <a:moveTo>
                    <a:pt x="2156" y="0"/>
                  </a:moveTo>
                  <a:cubicBezTo>
                    <a:pt x="1431" y="0"/>
                    <a:pt x="840" y="582"/>
                    <a:pt x="840" y="1307"/>
                  </a:cubicBezTo>
                  <a:lnTo>
                    <a:pt x="840" y="2185"/>
                  </a:lnTo>
                  <a:lnTo>
                    <a:pt x="735" y="2185"/>
                  </a:lnTo>
                  <a:cubicBezTo>
                    <a:pt x="0" y="2185"/>
                    <a:pt x="0" y="3273"/>
                    <a:pt x="735" y="3273"/>
                  </a:cubicBezTo>
                  <a:lnTo>
                    <a:pt x="849" y="3273"/>
                  </a:lnTo>
                  <a:cubicBezTo>
                    <a:pt x="964" y="4751"/>
                    <a:pt x="2194" y="5896"/>
                    <a:pt x="3683" y="5896"/>
                  </a:cubicBezTo>
                  <a:cubicBezTo>
                    <a:pt x="5161" y="5896"/>
                    <a:pt x="6392" y="4751"/>
                    <a:pt x="6506" y="3273"/>
                  </a:cubicBezTo>
                  <a:lnTo>
                    <a:pt x="6630" y="3273"/>
                  </a:lnTo>
                  <a:cubicBezTo>
                    <a:pt x="7356" y="3273"/>
                    <a:pt x="7356" y="2185"/>
                    <a:pt x="6630" y="2185"/>
                  </a:cubicBezTo>
                  <a:lnTo>
                    <a:pt x="6526" y="2185"/>
                  </a:lnTo>
                  <a:lnTo>
                    <a:pt x="6526" y="1307"/>
                  </a:lnTo>
                  <a:cubicBezTo>
                    <a:pt x="6526" y="582"/>
                    <a:pt x="5934" y="0"/>
                    <a:pt x="520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8"/>
            <p:cNvSpPr/>
            <p:nvPr/>
          </p:nvSpPr>
          <p:spPr>
            <a:xfrm>
              <a:off x="8154642" y="2539872"/>
              <a:ext cx="11521" cy="17334"/>
            </a:xfrm>
            <a:custGeom>
              <a:avLst/>
              <a:gdLst/>
              <a:ahLst/>
              <a:cxnLst/>
              <a:rect l="l" t="t" r="r" b="b"/>
              <a:pathLst>
                <a:path w="440" h="662" extrusionOk="0">
                  <a:moveTo>
                    <a:pt x="220" y="1"/>
                  </a:moveTo>
                  <a:cubicBezTo>
                    <a:pt x="110" y="1"/>
                    <a:pt x="0" y="75"/>
                    <a:pt x="0" y="222"/>
                  </a:cubicBezTo>
                  <a:lnTo>
                    <a:pt x="0" y="442"/>
                  </a:lnTo>
                  <a:cubicBezTo>
                    <a:pt x="0" y="556"/>
                    <a:pt x="96" y="661"/>
                    <a:pt x="220" y="661"/>
                  </a:cubicBezTo>
                  <a:cubicBezTo>
                    <a:pt x="334" y="652"/>
                    <a:pt x="439" y="556"/>
                    <a:pt x="439" y="442"/>
                  </a:cubicBezTo>
                  <a:lnTo>
                    <a:pt x="439" y="222"/>
                  </a:lnTo>
                  <a:cubicBezTo>
                    <a:pt x="439" y="75"/>
                    <a:pt x="329" y="1"/>
                    <a:pt x="220"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8"/>
            <p:cNvSpPr/>
            <p:nvPr/>
          </p:nvSpPr>
          <p:spPr>
            <a:xfrm>
              <a:off x="8223325" y="2539872"/>
              <a:ext cx="11286" cy="17334"/>
            </a:xfrm>
            <a:custGeom>
              <a:avLst/>
              <a:gdLst/>
              <a:ahLst/>
              <a:cxnLst/>
              <a:rect l="l" t="t" r="r" b="b"/>
              <a:pathLst>
                <a:path w="431" h="662" extrusionOk="0">
                  <a:moveTo>
                    <a:pt x="215" y="1"/>
                  </a:moveTo>
                  <a:cubicBezTo>
                    <a:pt x="108" y="1"/>
                    <a:pt x="1" y="75"/>
                    <a:pt x="1" y="222"/>
                  </a:cubicBezTo>
                  <a:lnTo>
                    <a:pt x="1" y="442"/>
                  </a:lnTo>
                  <a:cubicBezTo>
                    <a:pt x="1" y="556"/>
                    <a:pt x="96" y="661"/>
                    <a:pt x="220" y="661"/>
                  </a:cubicBezTo>
                  <a:cubicBezTo>
                    <a:pt x="335" y="652"/>
                    <a:pt x="430" y="556"/>
                    <a:pt x="430" y="442"/>
                  </a:cubicBezTo>
                  <a:lnTo>
                    <a:pt x="430" y="222"/>
                  </a:lnTo>
                  <a:cubicBezTo>
                    <a:pt x="430" y="75"/>
                    <a:pt x="323" y="1"/>
                    <a:pt x="215"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8"/>
            <p:cNvSpPr/>
            <p:nvPr/>
          </p:nvSpPr>
          <p:spPr>
            <a:xfrm>
              <a:off x="8169358" y="2585094"/>
              <a:ext cx="50720" cy="17334"/>
            </a:xfrm>
            <a:custGeom>
              <a:avLst/>
              <a:gdLst/>
              <a:ahLst/>
              <a:cxnLst/>
              <a:rect l="l" t="t" r="r" b="b"/>
              <a:pathLst>
                <a:path w="1937" h="662" extrusionOk="0">
                  <a:moveTo>
                    <a:pt x="310" y="0"/>
                  </a:moveTo>
                  <a:cubicBezTo>
                    <a:pt x="144" y="0"/>
                    <a:pt x="0" y="221"/>
                    <a:pt x="154" y="375"/>
                  </a:cubicBezTo>
                  <a:cubicBezTo>
                    <a:pt x="373" y="558"/>
                    <a:pt x="645" y="662"/>
                    <a:pt x="928" y="662"/>
                  </a:cubicBezTo>
                  <a:cubicBezTo>
                    <a:pt x="940" y="662"/>
                    <a:pt x="952" y="661"/>
                    <a:pt x="965" y="661"/>
                  </a:cubicBezTo>
                  <a:cubicBezTo>
                    <a:pt x="977" y="661"/>
                    <a:pt x="989" y="662"/>
                    <a:pt x="1002" y="662"/>
                  </a:cubicBezTo>
                  <a:cubicBezTo>
                    <a:pt x="1284" y="662"/>
                    <a:pt x="1556" y="558"/>
                    <a:pt x="1776" y="375"/>
                  </a:cubicBezTo>
                  <a:cubicBezTo>
                    <a:pt x="1936" y="221"/>
                    <a:pt x="1789" y="0"/>
                    <a:pt x="1621" y="0"/>
                  </a:cubicBezTo>
                  <a:cubicBezTo>
                    <a:pt x="1570" y="0"/>
                    <a:pt x="1517" y="21"/>
                    <a:pt x="1470" y="70"/>
                  </a:cubicBezTo>
                  <a:cubicBezTo>
                    <a:pt x="1318" y="170"/>
                    <a:pt x="1141" y="220"/>
                    <a:pt x="965" y="220"/>
                  </a:cubicBezTo>
                  <a:cubicBezTo>
                    <a:pt x="788" y="220"/>
                    <a:pt x="612" y="170"/>
                    <a:pt x="459" y="70"/>
                  </a:cubicBezTo>
                  <a:cubicBezTo>
                    <a:pt x="412" y="21"/>
                    <a:pt x="360" y="0"/>
                    <a:pt x="3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8"/>
            <p:cNvSpPr/>
            <p:nvPr/>
          </p:nvSpPr>
          <p:spPr>
            <a:xfrm>
              <a:off x="8146734" y="2519317"/>
              <a:ext cx="23017" cy="14664"/>
            </a:xfrm>
            <a:custGeom>
              <a:avLst/>
              <a:gdLst/>
              <a:ahLst/>
              <a:cxnLst/>
              <a:rect l="l" t="t" r="r" b="b"/>
              <a:pathLst>
                <a:path w="879" h="560" extrusionOk="0">
                  <a:moveTo>
                    <a:pt x="566" y="1"/>
                  </a:moveTo>
                  <a:cubicBezTo>
                    <a:pt x="534" y="1"/>
                    <a:pt x="500" y="8"/>
                    <a:pt x="464" y="25"/>
                  </a:cubicBezTo>
                  <a:lnTo>
                    <a:pt x="207" y="149"/>
                  </a:lnTo>
                  <a:cubicBezTo>
                    <a:pt x="0" y="243"/>
                    <a:pt x="62" y="559"/>
                    <a:pt x="292" y="559"/>
                  </a:cubicBezTo>
                  <a:cubicBezTo>
                    <a:pt x="295" y="559"/>
                    <a:pt x="299" y="559"/>
                    <a:pt x="302" y="559"/>
                  </a:cubicBezTo>
                  <a:cubicBezTo>
                    <a:pt x="331" y="559"/>
                    <a:pt x="369" y="550"/>
                    <a:pt x="398" y="540"/>
                  </a:cubicBezTo>
                  <a:lnTo>
                    <a:pt x="655" y="426"/>
                  </a:lnTo>
                  <a:cubicBezTo>
                    <a:pt x="878" y="310"/>
                    <a:pt x="772" y="1"/>
                    <a:pt x="56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8"/>
            <p:cNvSpPr/>
            <p:nvPr/>
          </p:nvSpPr>
          <p:spPr>
            <a:xfrm>
              <a:off x="8219476" y="2519317"/>
              <a:ext cx="23278" cy="14664"/>
            </a:xfrm>
            <a:custGeom>
              <a:avLst/>
              <a:gdLst/>
              <a:ahLst/>
              <a:cxnLst/>
              <a:rect l="l" t="t" r="r" b="b"/>
              <a:pathLst>
                <a:path w="889" h="560" extrusionOk="0">
                  <a:moveTo>
                    <a:pt x="313" y="1"/>
                  </a:moveTo>
                  <a:cubicBezTo>
                    <a:pt x="107" y="1"/>
                    <a:pt x="1" y="310"/>
                    <a:pt x="224" y="426"/>
                  </a:cubicBezTo>
                  <a:lnTo>
                    <a:pt x="491" y="540"/>
                  </a:lnTo>
                  <a:cubicBezTo>
                    <a:pt x="520" y="550"/>
                    <a:pt x="548" y="559"/>
                    <a:pt x="577" y="559"/>
                  </a:cubicBezTo>
                  <a:cubicBezTo>
                    <a:pt x="580" y="559"/>
                    <a:pt x="584" y="559"/>
                    <a:pt x="587" y="559"/>
                  </a:cubicBezTo>
                  <a:cubicBezTo>
                    <a:pt x="818" y="559"/>
                    <a:pt x="889" y="243"/>
                    <a:pt x="672" y="149"/>
                  </a:cubicBezTo>
                  <a:lnTo>
                    <a:pt x="415" y="25"/>
                  </a:lnTo>
                  <a:cubicBezTo>
                    <a:pt x="379" y="8"/>
                    <a:pt x="345" y="1"/>
                    <a:pt x="3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38"/>
            <p:cNvSpPr/>
            <p:nvPr/>
          </p:nvSpPr>
          <p:spPr>
            <a:xfrm>
              <a:off x="8062968" y="2692321"/>
              <a:ext cx="263316" cy="81697"/>
            </a:xfrm>
            <a:custGeom>
              <a:avLst/>
              <a:gdLst/>
              <a:ahLst/>
              <a:cxnLst/>
              <a:rect l="l" t="t" r="r" b="b"/>
              <a:pathLst>
                <a:path w="10056" h="3120" extrusionOk="0">
                  <a:moveTo>
                    <a:pt x="1393" y="0"/>
                  </a:moveTo>
                  <a:lnTo>
                    <a:pt x="878" y="182"/>
                  </a:lnTo>
                  <a:cubicBezTo>
                    <a:pt x="353" y="372"/>
                    <a:pt x="0" y="869"/>
                    <a:pt x="0" y="1422"/>
                  </a:cubicBezTo>
                  <a:lnTo>
                    <a:pt x="0" y="2462"/>
                  </a:lnTo>
                  <a:cubicBezTo>
                    <a:pt x="0" y="2824"/>
                    <a:pt x="296" y="3120"/>
                    <a:pt x="658" y="3120"/>
                  </a:cubicBezTo>
                  <a:lnTo>
                    <a:pt x="9397" y="3120"/>
                  </a:lnTo>
                  <a:cubicBezTo>
                    <a:pt x="9759" y="3120"/>
                    <a:pt x="10055" y="2824"/>
                    <a:pt x="10055" y="2462"/>
                  </a:cubicBezTo>
                  <a:lnTo>
                    <a:pt x="10055" y="1422"/>
                  </a:lnTo>
                  <a:cubicBezTo>
                    <a:pt x="10055" y="869"/>
                    <a:pt x="9702" y="372"/>
                    <a:pt x="9178" y="182"/>
                  </a:cubicBezTo>
                  <a:lnTo>
                    <a:pt x="8662" y="0"/>
                  </a:lnTo>
                  <a:cubicBezTo>
                    <a:pt x="7747" y="1202"/>
                    <a:pt x="6387" y="1803"/>
                    <a:pt x="5028" y="1803"/>
                  </a:cubicBezTo>
                  <a:cubicBezTo>
                    <a:pt x="3668" y="1803"/>
                    <a:pt x="2309" y="1202"/>
                    <a:pt x="13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38"/>
            <p:cNvSpPr/>
            <p:nvPr/>
          </p:nvSpPr>
          <p:spPr>
            <a:xfrm>
              <a:off x="8087949" y="2692557"/>
              <a:ext cx="213355" cy="58550"/>
            </a:xfrm>
            <a:custGeom>
              <a:avLst/>
              <a:gdLst/>
              <a:ahLst/>
              <a:cxnLst/>
              <a:rect l="l" t="t" r="r" b="b"/>
              <a:pathLst>
                <a:path w="8148" h="2236" extrusionOk="0">
                  <a:moveTo>
                    <a:pt x="439" y="1"/>
                  </a:moveTo>
                  <a:lnTo>
                    <a:pt x="0" y="154"/>
                  </a:lnTo>
                  <a:cubicBezTo>
                    <a:pt x="1002" y="1542"/>
                    <a:pt x="2538" y="2236"/>
                    <a:pt x="4074" y="2236"/>
                  </a:cubicBezTo>
                  <a:cubicBezTo>
                    <a:pt x="5610" y="2236"/>
                    <a:pt x="7146" y="1542"/>
                    <a:pt x="8147" y="154"/>
                  </a:cubicBezTo>
                  <a:lnTo>
                    <a:pt x="7708" y="1"/>
                  </a:lnTo>
                  <a:cubicBezTo>
                    <a:pt x="6850" y="1127"/>
                    <a:pt x="5505" y="1794"/>
                    <a:pt x="4074" y="1794"/>
                  </a:cubicBezTo>
                  <a:cubicBezTo>
                    <a:pt x="2652" y="1794"/>
                    <a:pt x="1307" y="1127"/>
                    <a:pt x="4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8"/>
            <p:cNvSpPr/>
            <p:nvPr/>
          </p:nvSpPr>
          <p:spPr>
            <a:xfrm>
              <a:off x="8102429" y="2482239"/>
              <a:ext cx="138152" cy="154387"/>
            </a:xfrm>
            <a:custGeom>
              <a:avLst/>
              <a:gdLst/>
              <a:ahLst/>
              <a:cxnLst/>
              <a:rect l="l" t="t" r="r" b="b"/>
              <a:pathLst>
                <a:path w="5276" h="5896" extrusionOk="0">
                  <a:moveTo>
                    <a:pt x="1994" y="0"/>
                  </a:moveTo>
                  <a:cubicBezTo>
                    <a:pt x="1269" y="0"/>
                    <a:pt x="678" y="582"/>
                    <a:pt x="678" y="1307"/>
                  </a:cubicBezTo>
                  <a:lnTo>
                    <a:pt x="678" y="2185"/>
                  </a:lnTo>
                  <a:lnTo>
                    <a:pt x="611" y="2185"/>
                  </a:lnTo>
                  <a:cubicBezTo>
                    <a:pt x="604" y="2185"/>
                    <a:pt x="598" y="2185"/>
                    <a:pt x="592" y="2185"/>
                  </a:cubicBezTo>
                  <a:cubicBezTo>
                    <a:pt x="304" y="2185"/>
                    <a:pt x="66" y="2392"/>
                    <a:pt x="29" y="2672"/>
                  </a:cubicBezTo>
                  <a:cubicBezTo>
                    <a:pt x="0" y="2996"/>
                    <a:pt x="248" y="3273"/>
                    <a:pt x="573" y="3273"/>
                  </a:cubicBezTo>
                  <a:lnTo>
                    <a:pt x="697" y="3273"/>
                  </a:lnTo>
                  <a:cubicBezTo>
                    <a:pt x="800" y="4776"/>
                    <a:pt x="2054" y="5895"/>
                    <a:pt x="3501" y="5895"/>
                  </a:cubicBezTo>
                  <a:cubicBezTo>
                    <a:pt x="3652" y="5895"/>
                    <a:pt x="3805" y="5883"/>
                    <a:pt x="3959" y="5858"/>
                  </a:cubicBezTo>
                  <a:cubicBezTo>
                    <a:pt x="2576" y="5648"/>
                    <a:pt x="1555" y="4455"/>
                    <a:pt x="1555" y="3053"/>
                  </a:cubicBezTo>
                  <a:lnTo>
                    <a:pt x="1555" y="1307"/>
                  </a:lnTo>
                  <a:cubicBezTo>
                    <a:pt x="1555" y="830"/>
                    <a:pt x="1947" y="439"/>
                    <a:pt x="2433" y="439"/>
                  </a:cubicBezTo>
                  <a:lnTo>
                    <a:pt x="4837" y="439"/>
                  </a:lnTo>
                  <a:cubicBezTo>
                    <a:pt x="5076" y="439"/>
                    <a:pt x="5276" y="239"/>
                    <a:pt x="5276" y="0"/>
                  </a:cubicBez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2" name="Google Shape;1442;p38"/>
          <p:cNvSpPr txBox="1"/>
          <p:nvPr/>
        </p:nvSpPr>
        <p:spPr>
          <a:xfrm>
            <a:off x="2494875" y="1598400"/>
            <a:ext cx="748200"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accent1"/>
                </a:solidFill>
                <a:latin typeface="Overpass ExtraBold"/>
                <a:ea typeface="Overpass ExtraBold"/>
                <a:cs typeface="Overpass ExtraBold"/>
                <a:sym typeface="Overpass ExtraBold"/>
              </a:rPr>
              <a:t>31%</a:t>
            </a:r>
            <a:endParaRPr sz="2000" dirty="0">
              <a:solidFill>
                <a:schemeClr val="accent1"/>
              </a:solidFill>
              <a:latin typeface="Overpass ExtraBold"/>
              <a:ea typeface="Overpass ExtraBold"/>
              <a:cs typeface="Overpass ExtraBold"/>
              <a:sym typeface="Overpass ExtraBold"/>
            </a:endParaRPr>
          </a:p>
        </p:txBody>
      </p:sp>
      <p:sp>
        <p:nvSpPr>
          <p:cNvPr id="1443" name="Google Shape;1443;p38"/>
          <p:cNvSpPr txBox="1"/>
          <p:nvPr/>
        </p:nvSpPr>
        <p:spPr>
          <a:xfrm>
            <a:off x="1055325" y="1598400"/>
            <a:ext cx="748200"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accent1"/>
                </a:solidFill>
                <a:latin typeface="Overpass ExtraBold"/>
                <a:ea typeface="Overpass ExtraBold"/>
                <a:cs typeface="Overpass ExtraBold"/>
                <a:sym typeface="Overpass ExtraBold"/>
              </a:rPr>
              <a:t>69%</a:t>
            </a:r>
            <a:endParaRPr sz="2000" dirty="0">
              <a:solidFill>
                <a:schemeClr val="accent1"/>
              </a:solidFill>
              <a:latin typeface="Overpass ExtraBold"/>
              <a:ea typeface="Overpass ExtraBold"/>
              <a:cs typeface="Overpass ExtraBold"/>
              <a:sym typeface="Overpass ExtraBold"/>
            </a:endParaRPr>
          </a:p>
        </p:txBody>
      </p:sp>
      <p:sp>
        <p:nvSpPr>
          <p:cNvPr id="1444" name="Google Shape;1444;p38"/>
          <p:cNvSpPr txBox="1"/>
          <p:nvPr/>
        </p:nvSpPr>
        <p:spPr>
          <a:xfrm>
            <a:off x="1713388" y="2203600"/>
            <a:ext cx="1530300"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Overpass ExtraBold"/>
                <a:ea typeface="Overpass ExtraBold"/>
                <a:cs typeface="Overpass ExtraBold"/>
                <a:sym typeface="Overpass ExtraBold"/>
              </a:rPr>
              <a:t>GENDER</a:t>
            </a:r>
            <a:endParaRPr sz="2000">
              <a:solidFill>
                <a:schemeClr val="dk1"/>
              </a:solidFill>
              <a:latin typeface="Overpass ExtraBold"/>
              <a:ea typeface="Overpass ExtraBold"/>
              <a:cs typeface="Overpass ExtraBold"/>
              <a:sym typeface="Overpass ExtraBold"/>
            </a:endParaRPr>
          </a:p>
        </p:txBody>
      </p:sp>
      <p:cxnSp>
        <p:nvCxnSpPr>
          <p:cNvPr id="1445" name="Google Shape;1445;p38"/>
          <p:cNvCxnSpPr/>
          <p:nvPr/>
        </p:nvCxnSpPr>
        <p:spPr>
          <a:xfrm>
            <a:off x="797350" y="2186750"/>
            <a:ext cx="3362400" cy="600"/>
          </a:xfrm>
          <a:prstGeom prst="bentConnector3">
            <a:avLst>
              <a:gd name="adj1" fmla="val 50000"/>
            </a:avLst>
          </a:prstGeom>
          <a:noFill/>
          <a:ln w="9525" cap="flat" cmpd="sng">
            <a:solidFill>
              <a:schemeClr val="dk2"/>
            </a:solidFill>
            <a:prstDash val="solid"/>
            <a:round/>
            <a:headEnd type="oval" w="med" len="med"/>
            <a:tailEnd type="oval" w="med" len="med"/>
          </a:ln>
        </p:spPr>
      </p:cxnSp>
      <p:grpSp>
        <p:nvGrpSpPr>
          <p:cNvPr id="1446" name="Google Shape;1446;p38"/>
          <p:cNvGrpSpPr/>
          <p:nvPr/>
        </p:nvGrpSpPr>
        <p:grpSpPr>
          <a:xfrm>
            <a:off x="720125" y="2857622"/>
            <a:ext cx="1748815" cy="191003"/>
            <a:chOff x="3558802" y="4011248"/>
            <a:chExt cx="1866000" cy="111600"/>
          </a:xfrm>
        </p:grpSpPr>
        <p:sp>
          <p:nvSpPr>
            <p:cNvPr id="1447" name="Google Shape;1447;p38"/>
            <p:cNvSpPr/>
            <p:nvPr/>
          </p:nvSpPr>
          <p:spPr>
            <a:xfrm rot="5400000" flipH="1">
              <a:off x="4436152" y="3134077"/>
              <a:ext cx="111300" cy="1866000"/>
            </a:xfrm>
            <a:prstGeom prst="round2SameRect">
              <a:avLst>
                <a:gd name="adj1" fmla="val 50000"/>
                <a:gd name="adj2"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8"/>
            <p:cNvSpPr/>
            <p:nvPr/>
          </p:nvSpPr>
          <p:spPr>
            <a:xfrm rot="5400000" flipH="1">
              <a:off x="4002085" y="3567998"/>
              <a:ext cx="111600" cy="998100"/>
            </a:xfrm>
            <a:prstGeom prst="round2SameRect">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38"/>
          <p:cNvGrpSpPr/>
          <p:nvPr/>
        </p:nvGrpSpPr>
        <p:grpSpPr>
          <a:xfrm>
            <a:off x="720125" y="3214477"/>
            <a:ext cx="1748815" cy="191003"/>
            <a:chOff x="3558802" y="4011244"/>
            <a:chExt cx="1866000" cy="111600"/>
          </a:xfrm>
        </p:grpSpPr>
        <p:sp>
          <p:nvSpPr>
            <p:cNvPr id="1450" name="Google Shape;1450;p38"/>
            <p:cNvSpPr/>
            <p:nvPr/>
          </p:nvSpPr>
          <p:spPr>
            <a:xfrm rot="5400000" flipH="1">
              <a:off x="4436152" y="3134077"/>
              <a:ext cx="111300" cy="1866000"/>
            </a:xfrm>
            <a:prstGeom prst="round2SameRect">
              <a:avLst>
                <a:gd name="adj1" fmla="val 50000"/>
                <a:gd name="adj2"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8"/>
            <p:cNvSpPr/>
            <p:nvPr/>
          </p:nvSpPr>
          <p:spPr>
            <a:xfrm rot="5400000" flipH="1">
              <a:off x="4157232" y="3412894"/>
              <a:ext cx="111600" cy="1308300"/>
            </a:xfrm>
            <a:prstGeom prst="round2SameRect">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2" name="Google Shape;1452;p38"/>
          <p:cNvGrpSpPr/>
          <p:nvPr/>
        </p:nvGrpSpPr>
        <p:grpSpPr>
          <a:xfrm>
            <a:off x="720097" y="3571347"/>
            <a:ext cx="1748843" cy="191003"/>
            <a:chOff x="3558773" y="4011238"/>
            <a:chExt cx="1866030" cy="111600"/>
          </a:xfrm>
        </p:grpSpPr>
        <p:sp>
          <p:nvSpPr>
            <p:cNvPr id="1453" name="Google Shape;1453;p38"/>
            <p:cNvSpPr/>
            <p:nvPr/>
          </p:nvSpPr>
          <p:spPr>
            <a:xfrm rot="5400000" flipH="1">
              <a:off x="4436152" y="3134077"/>
              <a:ext cx="111300" cy="1866000"/>
            </a:xfrm>
            <a:prstGeom prst="round2SameRect">
              <a:avLst>
                <a:gd name="adj1" fmla="val 50000"/>
                <a:gd name="adj2"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8"/>
            <p:cNvSpPr/>
            <p:nvPr/>
          </p:nvSpPr>
          <p:spPr>
            <a:xfrm rot="5400000" flipH="1">
              <a:off x="3842123" y="3727888"/>
              <a:ext cx="111600" cy="678300"/>
            </a:xfrm>
            <a:prstGeom prst="round2SameRect">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55" name="Google Shape;1455;p38"/>
          <p:cNvCxnSpPr/>
          <p:nvPr/>
        </p:nvCxnSpPr>
        <p:spPr>
          <a:xfrm>
            <a:off x="2468952" y="2953175"/>
            <a:ext cx="389400" cy="600"/>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1456" name="Google Shape;1456;p38"/>
          <p:cNvCxnSpPr/>
          <p:nvPr/>
        </p:nvCxnSpPr>
        <p:spPr>
          <a:xfrm>
            <a:off x="2468952" y="3309681"/>
            <a:ext cx="389400" cy="600"/>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1457" name="Google Shape;1457;p38"/>
          <p:cNvCxnSpPr/>
          <p:nvPr/>
        </p:nvCxnSpPr>
        <p:spPr>
          <a:xfrm>
            <a:off x="2468952" y="3666175"/>
            <a:ext cx="389400" cy="600"/>
          </a:xfrm>
          <a:prstGeom prst="bentConnector3">
            <a:avLst>
              <a:gd name="adj1" fmla="val 50000"/>
            </a:avLst>
          </a:prstGeom>
          <a:noFill/>
          <a:ln w="9525" cap="flat" cmpd="sng">
            <a:solidFill>
              <a:schemeClr val="dk2"/>
            </a:solidFill>
            <a:prstDash val="solid"/>
            <a:round/>
            <a:headEnd type="none" w="med" len="med"/>
            <a:tailEnd type="oval" w="med" len="med"/>
          </a:ln>
        </p:spPr>
      </p:cxnSp>
      <p:sp>
        <p:nvSpPr>
          <p:cNvPr id="1458" name="Google Shape;1458;p38"/>
          <p:cNvSpPr txBox="1"/>
          <p:nvPr/>
        </p:nvSpPr>
        <p:spPr>
          <a:xfrm>
            <a:off x="2945347" y="2776475"/>
            <a:ext cx="1214400" cy="354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solidFill>
                  <a:schemeClr val="dk2"/>
                </a:solidFill>
                <a:latin typeface="Source Sans Pro"/>
                <a:ea typeface="Source Sans Pro"/>
                <a:cs typeface="Source Sans Pro"/>
                <a:sym typeface="Source Sans Pro"/>
              </a:rPr>
              <a:t>CHILD</a:t>
            </a:r>
            <a:endParaRPr sz="1600" dirty="0">
              <a:solidFill>
                <a:schemeClr val="dk2"/>
              </a:solidFill>
              <a:latin typeface="Source Sans Pro"/>
              <a:ea typeface="Source Sans Pro"/>
              <a:cs typeface="Source Sans Pro"/>
              <a:sym typeface="Source Sans Pro"/>
            </a:endParaRPr>
          </a:p>
        </p:txBody>
      </p:sp>
      <p:sp>
        <p:nvSpPr>
          <p:cNvPr id="1459" name="Google Shape;1459;p38"/>
          <p:cNvSpPr txBox="1"/>
          <p:nvPr/>
        </p:nvSpPr>
        <p:spPr>
          <a:xfrm>
            <a:off x="2945347" y="3489475"/>
            <a:ext cx="1214400" cy="354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solidFill>
                  <a:schemeClr val="dk2"/>
                </a:solidFill>
                <a:latin typeface="Source Sans Pro"/>
                <a:ea typeface="Source Sans Pro"/>
                <a:cs typeface="Source Sans Pro"/>
                <a:sym typeface="Source Sans Pro"/>
              </a:rPr>
              <a:t>MIDLE</a:t>
            </a:r>
            <a:endParaRPr sz="1600" dirty="0">
              <a:solidFill>
                <a:schemeClr val="dk2"/>
              </a:solidFill>
              <a:latin typeface="Source Sans Pro"/>
              <a:ea typeface="Source Sans Pro"/>
              <a:cs typeface="Source Sans Pro"/>
              <a:sym typeface="Source Sans Pro"/>
            </a:endParaRPr>
          </a:p>
        </p:txBody>
      </p:sp>
      <p:sp>
        <p:nvSpPr>
          <p:cNvPr id="1460" name="Google Shape;1460;p38"/>
          <p:cNvSpPr txBox="1"/>
          <p:nvPr/>
        </p:nvSpPr>
        <p:spPr>
          <a:xfrm>
            <a:off x="2945347" y="3132975"/>
            <a:ext cx="1214400" cy="354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solidFill>
                  <a:schemeClr val="dk2"/>
                </a:solidFill>
                <a:latin typeface="Source Sans Pro"/>
                <a:ea typeface="Source Sans Pro"/>
                <a:cs typeface="Source Sans Pro"/>
                <a:sym typeface="Source Sans Pro"/>
              </a:rPr>
              <a:t>YOUNG</a:t>
            </a:r>
            <a:endParaRPr sz="1600" dirty="0">
              <a:solidFill>
                <a:schemeClr val="dk2"/>
              </a:solidFill>
              <a:latin typeface="Source Sans Pro"/>
              <a:ea typeface="Source Sans Pro"/>
              <a:cs typeface="Source Sans Pro"/>
              <a:sym typeface="Source Sans Pro"/>
            </a:endParaRPr>
          </a:p>
        </p:txBody>
      </p:sp>
      <p:sp>
        <p:nvSpPr>
          <p:cNvPr id="2" name="Rectangle 1">
            <a:extLst>
              <a:ext uri="{FF2B5EF4-FFF2-40B4-BE49-F238E27FC236}">
                <a16:creationId xmlns:a16="http://schemas.microsoft.com/office/drawing/2014/main" id="{1D409243-0C5C-48CA-BCF5-8A39444F31DB}"/>
              </a:ext>
            </a:extLst>
          </p:cNvPr>
          <p:cNvSpPr/>
          <p:nvPr/>
        </p:nvSpPr>
        <p:spPr>
          <a:xfrm>
            <a:off x="7802049" y="1710287"/>
            <a:ext cx="755002" cy="2421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34.5%</a:t>
            </a:r>
          </a:p>
        </p:txBody>
      </p:sp>
      <p:sp>
        <p:nvSpPr>
          <p:cNvPr id="80" name="Rectangle 79">
            <a:extLst>
              <a:ext uri="{FF2B5EF4-FFF2-40B4-BE49-F238E27FC236}">
                <a16:creationId xmlns:a16="http://schemas.microsoft.com/office/drawing/2014/main" id="{66678196-0FFE-484F-BF48-AE2ED3C9F110}"/>
              </a:ext>
            </a:extLst>
          </p:cNvPr>
          <p:cNvSpPr/>
          <p:nvPr/>
        </p:nvSpPr>
        <p:spPr>
          <a:xfrm>
            <a:off x="7231555" y="4543796"/>
            <a:ext cx="755002" cy="2421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16.5%</a:t>
            </a:r>
          </a:p>
        </p:txBody>
      </p:sp>
      <p:sp>
        <p:nvSpPr>
          <p:cNvPr id="81" name="Rectangle 80">
            <a:extLst>
              <a:ext uri="{FF2B5EF4-FFF2-40B4-BE49-F238E27FC236}">
                <a16:creationId xmlns:a16="http://schemas.microsoft.com/office/drawing/2014/main" id="{59E0828E-6988-432A-82D0-57C4F5BDCAED}"/>
              </a:ext>
            </a:extLst>
          </p:cNvPr>
          <p:cNvSpPr/>
          <p:nvPr/>
        </p:nvSpPr>
        <p:spPr>
          <a:xfrm>
            <a:off x="8423513" y="3210042"/>
            <a:ext cx="720488" cy="3613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31.5%</a:t>
            </a:r>
          </a:p>
        </p:txBody>
      </p:sp>
      <p:sp>
        <p:nvSpPr>
          <p:cNvPr id="82" name="Rectangle 81">
            <a:extLst>
              <a:ext uri="{FF2B5EF4-FFF2-40B4-BE49-F238E27FC236}">
                <a16:creationId xmlns:a16="http://schemas.microsoft.com/office/drawing/2014/main" id="{54C9AA9E-4948-4315-9928-2B0527897789}"/>
              </a:ext>
            </a:extLst>
          </p:cNvPr>
          <p:cNvSpPr/>
          <p:nvPr/>
        </p:nvSpPr>
        <p:spPr>
          <a:xfrm>
            <a:off x="6357180" y="3239114"/>
            <a:ext cx="755002" cy="2421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17.7%</a:t>
            </a:r>
          </a:p>
        </p:txBody>
      </p:sp>
    </p:spTree>
    <p:extLst>
      <p:ext uri="{BB962C8B-B14F-4D97-AF65-F5344CB8AC3E}">
        <p14:creationId xmlns:p14="http://schemas.microsoft.com/office/powerpoint/2010/main" val="37920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9FBC09-5A84-45A9-B63B-5DEAA4BE7605}"/>
              </a:ext>
            </a:extLst>
          </p:cNvPr>
          <p:cNvSpPr>
            <a:spLocks noGrp="1"/>
          </p:cNvSpPr>
          <p:nvPr>
            <p:ph type="title"/>
          </p:nvPr>
        </p:nvSpPr>
        <p:spPr>
          <a:xfrm>
            <a:off x="412352" y="384731"/>
            <a:ext cx="7704000" cy="572700"/>
          </a:xfrm>
        </p:spPr>
        <p:txBody>
          <a:bodyPr/>
          <a:lstStyle/>
          <a:p>
            <a:r>
              <a:rPr lang="en-US" dirty="0"/>
              <a:t>MAJOR COMPETITORS</a:t>
            </a:r>
          </a:p>
        </p:txBody>
      </p:sp>
      <p:sp>
        <p:nvSpPr>
          <p:cNvPr id="4" name="Content Placeholder 3">
            <a:extLst>
              <a:ext uri="{FF2B5EF4-FFF2-40B4-BE49-F238E27FC236}">
                <a16:creationId xmlns:a16="http://schemas.microsoft.com/office/drawing/2014/main" id="{199A93DB-B3B6-47AF-84B6-0AE60CEEF594}"/>
              </a:ext>
            </a:extLst>
          </p:cNvPr>
          <p:cNvSpPr>
            <a:spLocks noGrp="1"/>
          </p:cNvSpPr>
          <p:nvPr>
            <p:ph idx="1"/>
          </p:nvPr>
        </p:nvSpPr>
        <p:spPr>
          <a:xfrm>
            <a:off x="1571625" y="1376540"/>
            <a:ext cx="3779044" cy="821531"/>
          </a:xfrm>
        </p:spPr>
        <p:txBody>
          <a:bodyPr/>
          <a:lstStyle/>
          <a:p>
            <a:r>
              <a:rPr lang="en-US" b="1" noProof="1">
                <a:solidFill>
                  <a:schemeClr val="bg1">
                    <a:lumMod val="10000"/>
                  </a:schemeClr>
                </a:solidFill>
                <a:latin typeface="+mj-lt"/>
              </a:rPr>
              <a:t>Oculus</a:t>
            </a:r>
            <a:br>
              <a:rPr lang="en-US" sz="900" dirty="0"/>
            </a:br>
            <a:r>
              <a:rPr lang="en-US" sz="900" dirty="0">
                <a:solidFill>
                  <a:srgbClr val="4D5156"/>
                </a:solidFill>
                <a:latin typeface="arial" panose="020B0604020202020204" pitchFamily="34" charset="0"/>
              </a:rPr>
              <a:t>Reality Labs is a business of Meta Platforms that produces virtual reality and augmented reality hardware and software, including virtual reality headsets such as Quest, and metaverse platforms such as Horizon Worlds.</a:t>
            </a:r>
            <a:endParaRPr lang="en-US" sz="900" dirty="0"/>
          </a:p>
        </p:txBody>
      </p:sp>
      <p:sp>
        <p:nvSpPr>
          <p:cNvPr id="5" name="Slide Number Placeholder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a:lstStyle/>
          <a:p>
            <a:endParaRPr lang="en-US" dirty="0"/>
          </a:p>
        </p:txBody>
      </p:sp>
      <p:sp>
        <p:nvSpPr>
          <p:cNvPr id="9" name="Content Placeholder 8">
            <a:extLst>
              <a:ext uri="{FF2B5EF4-FFF2-40B4-BE49-F238E27FC236}">
                <a16:creationId xmlns:a16="http://schemas.microsoft.com/office/drawing/2014/main" id="{741D6D94-B2BB-401E-AACC-F5CA79C890E0}"/>
              </a:ext>
            </a:extLst>
          </p:cNvPr>
          <p:cNvSpPr>
            <a:spLocks noGrp="1"/>
          </p:cNvSpPr>
          <p:nvPr>
            <p:ph idx="16"/>
          </p:nvPr>
        </p:nvSpPr>
        <p:spPr>
          <a:xfrm>
            <a:off x="1571625" y="2513714"/>
            <a:ext cx="3779044" cy="821531"/>
          </a:xfrm>
        </p:spPr>
        <p:txBody>
          <a:bodyPr/>
          <a:lstStyle/>
          <a:p>
            <a:r>
              <a:rPr lang="en-US" b="1" noProof="1">
                <a:solidFill>
                  <a:schemeClr val="bg1">
                    <a:lumMod val="10000"/>
                  </a:schemeClr>
                </a:solidFill>
                <a:latin typeface="+mj-lt"/>
              </a:rPr>
              <a:t>DecaMove</a:t>
            </a:r>
            <a:br>
              <a:rPr lang="en-US" sz="900" dirty="0"/>
            </a:br>
            <a:r>
              <a:rPr lang="en-US" sz="900" dirty="0"/>
              <a:t>A company work on Locomotion in VR. Main target market is geared towards seniors and office specializes </a:t>
            </a:r>
          </a:p>
          <a:p>
            <a:endParaRPr lang="en-US" sz="900" dirty="0"/>
          </a:p>
        </p:txBody>
      </p:sp>
      <p:sp>
        <p:nvSpPr>
          <p:cNvPr id="10" name="Content Placeholder 9">
            <a:extLst>
              <a:ext uri="{FF2B5EF4-FFF2-40B4-BE49-F238E27FC236}">
                <a16:creationId xmlns:a16="http://schemas.microsoft.com/office/drawing/2014/main" id="{446FF8FD-032B-4D36-A8A8-4808293CC3D6}"/>
              </a:ext>
            </a:extLst>
          </p:cNvPr>
          <p:cNvSpPr>
            <a:spLocks noGrp="1"/>
          </p:cNvSpPr>
          <p:nvPr>
            <p:ph idx="17"/>
          </p:nvPr>
        </p:nvSpPr>
        <p:spPr>
          <a:xfrm>
            <a:off x="1571625" y="3547799"/>
            <a:ext cx="3779044" cy="821531"/>
          </a:xfrm>
        </p:spPr>
        <p:txBody>
          <a:bodyPr/>
          <a:lstStyle/>
          <a:p>
            <a:r>
              <a:rPr lang="en-US" b="1" noProof="1">
                <a:solidFill>
                  <a:schemeClr val="bg1">
                    <a:lumMod val="10000"/>
                  </a:schemeClr>
                </a:solidFill>
                <a:latin typeface="+mj-lt"/>
              </a:rPr>
              <a:t>LeapMotion</a:t>
            </a:r>
            <a:br>
              <a:rPr lang="en-US" sz="900" dirty="0">
                <a:solidFill>
                  <a:schemeClr val="bg1">
                    <a:lumMod val="10000"/>
                  </a:schemeClr>
                </a:solidFill>
              </a:rPr>
            </a:br>
            <a:r>
              <a:rPr lang="en-US" sz="900" dirty="0">
                <a:solidFill>
                  <a:schemeClr val="bg1">
                    <a:lumMod val="10000"/>
                  </a:schemeClr>
                </a:solidFill>
              </a:rPr>
              <a:t>Small. Fast. Accurate. World-class hand tracking for anyone, anywhere. </a:t>
            </a:r>
            <a:r>
              <a:rPr lang="en-US" sz="900" dirty="0" err="1">
                <a:solidFill>
                  <a:schemeClr val="bg1">
                    <a:lumMod val="10000"/>
                  </a:schemeClr>
                </a:solidFill>
              </a:rPr>
              <a:t>Ultraleap’s</a:t>
            </a:r>
            <a:r>
              <a:rPr lang="en-US" sz="900" dirty="0">
                <a:solidFill>
                  <a:schemeClr val="bg1">
                    <a:lumMod val="10000"/>
                  </a:schemeClr>
                </a:solidFill>
              </a:rPr>
              <a:t> optical hand tracking module captures the movements of your hands with unparalleled accuracy and near-zero latency.</a:t>
            </a:r>
          </a:p>
        </p:txBody>
      </p:sp>
      <p:sp>
        <p:nvSpPr>
          <p:cNvPr id="11" name="object 7" descr="Beige rectangle">
            <a:extLst>
              <a:ext uri="{FF2B5EF4-FFF2-40B4-BE49-F238E27FC236}">
                <a16:creationId xmlns:a16="http://schemas.microsoft.com/office/drawing/2014/main" id="{0EF37AB9-30F5-41E6-9478-F4DEF99FA9B7}"/>
              </a:ext>
            </a:extLst>
          </p:cNvPr>
          <p:cNvSpPr/>
          <p:nvPr/>
        </p:nvSpPr>
        <p:spPr bwMode="white">
          <a:xfrm flipV="1">
            <a:off x="541574" y="957802"/>
            <a:ext cx="2603073" cy="3428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sz="1050" dirty="0"/>
          </a:p>
        </p:txBody>
      </p:sp>
      <p:pic>
        <p:nvPicPr>
          <p:cNvPr id="26" name="Picture Placeholder 11">
            <a:extLst>
              <a:ext uri="{FF2B5EF4-FFF2-40B4-BE49-F238E27FC236}">
                <a16:creationId xmlns:a16="http://schemas.microsoft.com/office/drawing/2014/main" id="{AC795B1E-52EB-4FE3-A1E0-F3353825550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p:blipFill>
        <p:spPr>
          <a:xfrm>
            <a:off x="513160" y="1494701"/>
            <a:ext cx="821531" cy="821531"/>
          </a:xfrm>
        </p:spPr>
      </p:pic>
      <p:pic>
        <p:nvPicPr>
          <p:cNvPr id="27" name="Picture Placeholder 13">
            <a:extLst>
              <a:ext uri="{FF2B5EF4-FFF2-40B4-BE49-F238E27FC236}">
                <a16:creationId xmlns:a16="http://schemas.microsoft.com/office/drawing/2014/main" id="{6E924CF4-613B-4D10-84B4-60CDEB9D1E3E}"/>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a:stretch/>
        </p:blipFill>
        <p:spPr>
          <a:xfrm>
            <a:off x="513160" y="2573351"/>
            <a:ext cx="821531" cy="821531"/>
          </a:xfrm>
        </p:spPr>
      </p:pic>
      <p:pic>
        <p:nvPicPr>
          <p:cNvPr id="28" name="Picture Placeholder 15">
            <a:extLst>
              <a:ext uri="{FF2B5EF4-FFF2-40B4-BE49-F238E27FC236}">
                <a16:creationId xmlns:a16="http://schemas.microsoft.com/office/drawing/2014/main" id="{4A3F8A3D-A21F-48E8-9665-AC8C102CB76C}"/>
              </a:ext>
            </a:extLst>
          </p:cNvPr>
          <p:cNvPicPr>
            <a:picLocks noGrp="1" noChangeAspect="1"/>
          </p:cNvPicPr>
          <p:nvPr>
            <p:ph type="pic" sz="quarter" idx="15"/>
          </p:nvPr>
        </p:nvPicPr>
        <p:blipFill>
          <a:blip r:embed="rId4">
            <a:extLst>
              <a:ext uri="{28A0092B-C50C-407E-A947-70E740481C1C}">
                <a14:useLocalDpi xmlns:a14="http://schemas.microsoft.com/office/drawing/2010/main" val="0"/>
              </a:ext>
            </a:extLst>
          </a:blip>
          <a:srcRect/>
          <a:stretch/>
        </p:blipFill>
        <p:spPr>
          <a:xfrm>
            <a:off x="513160" y="3650888"/>
            <a:ext cx="821531" cy="615355"/>
          </a:xfrm>
        </p:spPr>
      </p:pic>
    </p:spTree>
    <p:extLst>
      <p:ext uri="{BB962C8B-B14F-4D97-AF65-F5344CB8AC3E}">
        <p14:creationId xmlns:p14="http://schemas.microsoft.com/office/powerpoint/2010/main" val="3208739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randombar(horizontal)">
                                      <p:cBhvr>
                                        <p:cTn id="15" dur="500"/>
                                        <p:tgtEl>
                                          <p:spTgt spid="26"/>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8" dur="500"/>
                                        <p:tgtEl>
                                          <p:spTgt spid="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animEffect transition="in" filter="randombar(horizontal)">
                                      <p:cBhvr>
                                        <p:cTn id="23" dur="500"/>
                                        <p:tgtEl>
                                          <p:spTgt spid="9">
                                            <p:txEl>
                                              <p:pRg st="0" end="0"/>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randombar(horizontal)">
                                      <p:cBhvr>
                                        <p:cTn id="26" dur="500"/>
                                        <p:tgtEl>
                                          <p:spTgt spid="27"/>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31" dur="500"/>
                                        <p:tgtEl>
                                          <p:spTgt spid="10">
                                            <p:txEl>
                                              <p:pRg st="0" end="0"/>
                                            </p:txEl>
                                          </p:spTgt>
                                        </p:tgtEl>
                                      </p:cBhvr>
                                    </p:animEffect>
                                  </p:childTnLst>
                                </p:cTn>
                              </p:par>
                              <p:par>
                                <p:cTn id="32" presetID="14" presetClass="entr" presetSubtype="1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randombar(horizontal)">
                                      <p:cBhvr>
                                        <p:cTn id="3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P spid="9" grpId="0" build="p"/>
      <p:bldP spid="10" grpId="0" build="p"/>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30"/>
          <p:cNvSpPr txBox="1">
            <a:spLocks noGrp="1"/>
          </p:cNvSpPr>
          <p:nvPr>
            <p:ph type="title"/>
          </p:nvPr>
        </p:nvSpPr>
        <p:spPr>
          <a:xfrm>
            <a:off x="644106" y="267774"/>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Key Partners</a:t>
            </a:r>
            <a:endParaRPr dirty="0">
              <a:solidFill>
                <a:schemeClr val="accent1"/>
              </a:solidFill>
              <a:latin typeface="Overpass SemiBold"/>
              <a:ea typeface="Overpass SemiBold"/>
              <a:cs typeface="Overpass SemiBold"/>
              <a:sym typeface="Overpass SemiBold"/>
            </a:endParaRPr>
          </a:p>
        </p:txBody>
      </p:sp>
      <p:sp>
        <p:nvSpPr>
          <p:cNvPr id="474" name="Google Shape;474;p30"/>
          <p:cNvSpPr txBox="1">
            <a:spLocks noGrp="1"/>
          </p:cNvSpPr>
          <p:nvPr>
            <p:ph type="subTitle" idx="1"/>
          </p:nvPr>
        </p:nvSpPr>
        <p:spPr>
          <a:xfrm>
            <a:off x="625522" y="1983903"/>
            <a:ext cx="2395800" cy="328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Gamers</a:t>
            </a:r>
            <a:endParaRPr dirty="0"/>
          </a:p>
        </p:txBody>
      </p:sp>
      <p:sp>
        <p:nvSpPr>
          <p:cNvPr id="475" name="Google Shape;475;p30"/>
          <p:cNvSpPr txBox="1">
            <a:spLocks noGrp="1"/>
          </p:cNvSpPr>
          <p:nvPr>
            <p:ph type="subTitle" idx="2"/>
          </p:nvPr>
        </p:nvSpPr>
        <p:spPr>
          <a:xfrm>
            <a:off x="644106" y="2327443"/>
            <a:ext cx="2394300" cy="1104300"/>
          </a:xfrm>
          <a:prstGeom prst="rect">
            <a:avLst/>
          </a:prstGeom>
        </p:spPr>
        <p:txBody>
          <a:bodyPr spcFirstLastPara="1" wrap="square" lIns="91425" tIns="91425" rIns="91425" bIns="91425" anchor="t" anchorCtr="0">
            <a:noAutofit/>
          </a:bodyPr>
          <a:lstStyle/>
          <a:p>
            <a:pPr marL="0" marR="0" algn="just">
              <a:lnSpc>
                <a:spcPct val="107000"/>
              </a:lnSpc>
              <a:spcBef>
                <a:spcPts val="0"/>
              </a:spcBef>
              <a:spcAft>
                <a:spcPts val="800"/>
              </a:spcAft>
            </a:pPr>
            <a:r>
              <a:rPr lang="en-US" sz="1500" dirty="0">
                <a:effectLst/>
                <a:latin typeface="Calibri" panose="020F0502020204030204" pitchFamily="34" charset="0"/>
                <a:ea typeface="Calibri" panose="020F0502020204030204" pitchFamily="34" charset="0"/>
                <a:cs typeface="Times New Roman" panose="02020603050405020304" pitchFamily="18" charset="0"/>
              </a:rPr>
              <a:t>Our users or customers are gamers. The users purchase virtual triggers for better experience of games.</a:t>
            </a:r>
          </a:p>
        </p:txBody>
      </p:sp>
      <p:sp>
        <p:nvSpPr>
          <p:cNvPr id="476" name="Google Shape;476;p30"/>
          <p:cNvSpPr txBox="1">
            <a:spLocks noGrp="1"/>
          </p:cNvSpPr>
          <p:nvPr>
            <p:ph type="subTitle" idx="3"/>
          </p:nvPr>
        </p:nvSpPr>
        <p:spPr>
          <a:xfrm>
            <a:off x="3291539" y="1984516"/>
            <a:ext cx="2395800" cy="328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Game Developers</a:t>
            </a:r>
            <a:endParaRPr dirty="0"/>
          </a:p>
        </p:txBody>
      </p:sp>
      <p:sp>
        <p:nvSpPr>
          <p:cNvPr id="477" name="Google Shape;477;p30"/>
          <p:cNvSpPr txBox="1">
            <a:spLocks noGrp="1"/>
          </p:cNvSpPr>
          <p:nvPr>
            <p:ph type="subTitle" idx="4"/>
          </p:nvPr>
        </p:nvSpPr>
        <p:spPr>
          <a:xfrm>
            <a:off x="3340992" y="2327443"/>
            <a:ext cx="2394300" cy="1104300"/>
          </a:xfrm>
          <a:prstGeom prst="rect">
            <a:avLst/>
          </a:prstGeom>
        </p:spPr>
        <p:txBody>
          <a:bodyPr spcFirstLastPara="1" wrap="square" lIns="91425" tIns="91425" rIns="91425" bIns="91425" anchor="t" anchorCtr="0">
            <a:noAutofit/>
          </a:bodyPr>
          <a:lstStyle/>
          <a:p>
            <a:pPr marL="0" marR="0" algn="just">
              <a:lnSpc>
                <a:spcPct val="107000"/>
              </a:lnSpc>
              <a:spcBef>
                <a:spcPts val="0"/>
              </a:spcBef>
              <a:spcAft>
                <a:spcPts val="800"/>
              </a:spcAft>
            </a:pPr>
            <a:r>
              <a:rPr lang="en-US" sz="1500" dirty="0">
                <a:effectLst/>
                <a:latin typeface="Calibri" panose="020F0502020204030204" pitchFamily="34" charset="0"/>
                <a:ea typeface="Calibri" panose="020F0502020204030204" pitchFamily="34" charset="0"/>
                <a:cs typeface="Times New Roman" panose="02020603050405020304" pitchFamily="18" charset="0"/>
              </a:rPr>
              <a:t>Game Developers are also our key partners because our software work on locomotion of gaming and will change the trend of gaming, games will develop according to the new trend of gaming.</a:t>
            </a:r>
          </a:p>
        </p:txBody>
      </p:sp>
      <p:sp>
        <p:nvSpPr>
          <p:cNvPr id="478" name="Google Shape;478;p30"/>
          <p:cNvSpPr txBox="1">
            <a:spLocks noGrp="1"/>
          </p:cNvSpPr>
          <p:nvPr>
            <p:ph type="subTitle" idx="5"/>
          </p:nvPr>
        </p:nvSpPr>
        <p:spPr>
          <a:xfrm>
            <a:off x="5828441" y="1980646"/>
            <a:ext cx="2794414" cy="328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Gaming Studios</a:t>
            </a:r>
            <a:endParaRPr dirty="0"/>
          </a:p>
        </p:txBody>
      </p:sp>
      <p:sp>
        <p:nvSpPr>
          <p:cNvPr id="479" name="Google Shape;479;p30"/>
          <p:cNvSpPr txBox="1">
            <a:spLocks noGrp="1"/>
          </p:cNvSpPr>
          <p:nvPr>
            <p:ph type="subTitle" idx="6"/>
          </p:nvPr>
        </p:nvSpPr>
        <p:spPr>
          <a:xfrm>
            <a:off x="5964888" y="2327443"/>
            <a:ext cx="2521521" cy="1303646"/>
          </a:xfrm>
          <a:prstGeom prst="rect">
            <a:avLst/>
          </a:prstGeom>
        </p:spPr>
        <p:txBody>
          <a:bodyPr spcFirstLastPara="1" wrap="square" lIns="91425" tIns="91425" rIns="91425" bIns="91425" anchor="t" anchorCtr="0">
            <a:noAutofit/>
          </a:bodyPr>
          <a:lstStyle/>
          <a:p>
            <a:pPr marL="0" marR="0" algn="just">
              <a:lnSpc>
                <a:spcPct val="107000"/>
              </a:lnSpc>
              <a:spcBef>
                <a:spcPts val="0"/>
              </a:spcBef>
              <a:spcAft>
                <a:spcPts val="800"/>
              </a:spcAft>
            </a:pPr>
            <a:r>
              <a:rPr lang="en-US" sz="1500" dirty="0">
                <a:effectLst/>
                <a:latin typeface="Calibri" panose="020F0502020204030204" pitchFamily="34" charset="0"/>
                <a:ea typeface="Calibri" panose="020F0502020204030204" pitchFamily="34" charset="0"/>
                <a:cs typeface="Times New Roman" panose="02020603050405020304" pitchFamily="18" charset="0"/>
              </a:rPr>
              <a:t>Gaming Studios are our key partners. Games</a:t>
            </a:r>
            <a:r>
              <a:rPr lang="en-US" sz="1500" dirty="0">
                <a:latin typeface="Calibri" panose="020F0502020204030204" pitchFamily="34" charset="0"/>
                <a:ea typeface="Calibri" panose="020F0502020204030204" pitchFamily="34" charset="0"/>
                <a:cs typeface="Times New Roman" panose="02020603050405020304" pitchFamily="18" charset="0"/>
              </a:rPr>
              <a:t> </a:t>
            </a:r>
            <a:r>
              <a:rPr lang="en-US" sz="1500" dirty="0">
                <a:effectLst/>
                <a:latin typeface="Calibri" panose="020F0502020204030204" pitchFamily="34" charset="0"/>
                <a:ea typeface="Calibri" panose="020F0502020204030204" pitchFamily="34" charset="0"/>
                <a:cs typeface="Times New Roman" panose="02020603050405020304" pitchFamily="18" charset="0"/>
              </a:rPr>
              <a:t>recommend our software for playing games with better virtual experience.</a:t>
            </a:r>
          </a:p>
        </p:txBody>
      </p:sp>
      <p:grpSp>
        <p:nvGrpSpPr>
          <p:cNvPr id="480" name="Google Shape;480;p30"/>
          <p:cNvGrpSpPr/>
          <p:nvPr/>
        </p:nvGrpSpPr>
        <p:grpSpPr>
          <a:xfrm>
            <a:off x="4112775" y="1100808"/>
            <a:ext cx="785100" cy="785100"/>
            <a:chOff x="4179450" y="1915150"/>
            <a:chExt cx="785100" cy="785100"/>
          </a:xfrm>
        </p:grpSpPr>
        <p:sp>
          <p:nvSpPr>
            <p:cNvPr id="481" name="Google Shape;481;p30"/>
            <p:cNvSpPr/>
            <p:nvPr/>
          </p:nvSpPr>
          <p:spPr>
            <a:xfrm>
              <a:off x="4179450" y="1915150"/>
              <a:ext cx="785100" cy="785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2" name="Google Shape;482;p30"/>
            <p:cNvGrpSpPr/>
            <p:nvPr/>
          </p:nvGrpSpPr>
          <p:grpSpPr>
            <a:xfrm>
              <a:off x="4320051" y="2067834"/>
              <a:ext cx="503919" cy="503915"/>
              <a:chOff x="4320051" y="2067834"/>
              <a:chExt cx="503919" cy="503915"/>
            </a:xfrm>
          </p:grpSpPr>
          <p:sp>
            <p:nvSpPr>
              <p:cNvPr id="483" name="Google Shape;483;p30"/>
              <p:cNvSpPr/>
              <p:nvPr/>
            </p:nvSpPr>
            <p:spPr>
              <a:xfrm>
                <a:off x="4320583" y="2067834"/>
                <a:ext cx="382028" cy="251954"/>
              </a:xfrm>
              <a:custGeom>
                <a:avLst/>
                <a:gdLst/>
                <a:ahLst/>
                <a:cxnLst/>
                <a:rect l="l" t="t" r="r" b="b"/>
                <a:pathLst>
                  <a:path w="10770" h="7103" extrusionOk="0">
                    <a:moveTo>
                      <a:pt x="910" y="1"/>
                    </a:moveTo>
                    <a:cubicBezTo>
                      <a:pt x="405" y="1"/>
                      <a:pt x="0" y="405"/>
                      <a:pt x="0" y="925"/>
                    </a:cubicBezTo>
                    <a:lnTo>
                      <a:pt x="0" y="6872"/>
                    </a:lnTo>
                    <a:cubicBezTo>
                      <a:pt x="0" y="7002"/>
                      <a:pt x="101" y="7103"/>
                      <a:pt x="231" y="7103"/>
                    </a:cubicBezTo>
                    <a:lnTo>
                      <a:pt x="2527" y="7103"/>
                    </a:lnTo>
                    <a:cubicBezTo>
                      <a:pt x="2772" y="7103"/>
                      <a:pt x="2989" y="6901"/>
                      <a:pt x="2989" y="6641"/>
                    </a:cubicBezTo>
                    <a:lnTo>
                      <a:pt x="2989" y="6179"/>
                    </a:lnTo>
                    <a:cubicBezTo>
                      <a:pt x="2989" y="5991"/>
                      <a:pt x="2902" y="5804"/>
                      <a:pt x="2758" y="5674"/>
                    </a:cubicBezTo>
                    <a:cubicBezTo>
                      <a:pt x="1848" y="4909"/>
                      <a:pt x="2382" y="3436"/>
                      <a:pt x="3566" y="3436"/>
                    </a:cubicBezTo>
                    <a:cubicBezTo>
                      <a:pt x="4750" y="3436"/>
                      <a:pt x="5284" y="4909"/>
                      <a:pt x="4360" y="5674"/>
                    </a:cubicBezTo>
                    <a:cubicBezTo>
                      <a:pt x="4216" y="5804"/>
                      <a:pt x="4129" y="5991"/>
                      <a:pt x="4129" y="6179"/>
                    </a:cubicBezTo>
                    <a:lnTo>
                      <a:pt x="4129" y="6655"/>
                    </a:lnTo>
                    <a:cubicBezTo>
                      <a:pt x="4129" y="6901"/>
                      <a:pt x="4331" y="7103"/>
                      <a:pt x="4591" y="7103"/>
                    </a:cubicBezTo>
                    <a:lnTo>
                      <a:pt x="7088" y="7103"/>
                    </a:lnTo>
                    <a:lnTo>
                      <a:pt x="7088" y="4577"/>
                    </a:lnTo>
                    <a:cubicBezTo>
                      <a:pt x="7088" y="4331"/>
                      <a:pt x="7290" y="4129"/>
                      <a:pt x="7550" y="4129"/>
                    </a:cubicBezTo>
                    <a:lnTo>
                      <a:pt x="8012" y="4129"/>
                    </a:lnTo>
                    <a:cubicBezTo>
                      <a:pt x="8214" y="4129"/>
                      <a:pt x="8402" y="4216"/>
                      <a:pt x="8532" y="4360"/>
                    </a:cubicBezTo>
                    <a:cubicBezTo>
                      <a:pt x="8795" y="4680"/>
                      <a:pt x="9150" y="4823"/>
                      <a:pt x="9499" y="4823"/>
                    </a:cubicBezTo>
                    <a:cubicBezTo>
                      <a:pt x="10143" y="4823"/>
                      <a:pt x="10769" y="4334"/>
                      <a:pt x="10769" y="3566"/>
                    </a:cubicBezTo>
                    <a:cubicBezTo>
                      <a:pt x="10769" y="2788"/>
                      <a:pt x="10142" y="2296"/>
                      <a:pt x="9496" y="2296"/>
                    </a:cubicBezTo>
                    <a:cubicBezTo>
                      <a:pt x="9148" y="2296"/>
                      <a:pt x="8795" y="2439"/>
                      <a:pt x="8532" y="2758"/>
                    </a:cubicBezTo>
                    <a:cubicBezTo>
                      <a:pt x="8402" y="2902"/>
                      <a:pt x="8214" y="2989"/>
                      <a:pt x="8012" y="2989"/>
                    </a:cubicBezTo>
                    <a:lnTo>
                      <a:pt x="7550" y="2989"/>
                    </a:lnTo>
                    <a:cubicBezTo>
                      <a:pt x="7305" y="2989"/>
                      <a:pt x="7088" y="2772"/>
                      <a:pt x="7088" y="2527"/>
                    </a:cubicBezTo>
                    <a:lnTo>
                      <a:pt x="7088" y="232"/>
                    </a:lnTo>
                    <a:cubicBezTo>
                      <a:pt x="7103" y="116"/>
                      <a:pt x="7002" y="1"/>
                      <a:pt x="68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0"/>
              <p:cNvSpPr/>
              <p:nvPr/>
            </p:nvSpPr>
            <p:spPr>
              <a:xfrm>
                <a:off x="4572005" y="2067834"/>
                <a:ext cx="251954" cy="382028"/>
              </a:xfrm>
              <a:custGeom>
                <a:avLst/>
                <a:gdLst/>
                <a:ahLst/>
                <a:cxnLst/>
                <a:rect l="l" t="t" r="r" b="b"/>
                <a:pathLst>
                  <a:path w="7103" h="10770" extrusionOk="0">
                    <a:moveTo>
                      <a:pt x="246" y="1"/>
                    </a:moveTo>
                    <a:cubicBezTo>
                      <a:pt x="116" y="1"/>
                      <a:pt x="15" y="102"/>
                      <a:pt x="15" y="232"/>
                    </a:cubicBezTo>
                    <a:lnTo>
                      <a:pt x="15" y="2512"/>
                    </a:lnTo>
                    <a:cubicBezTo>
                      <a:pt x="15" y="2772"/>
                      <a:pt x="217" y="2974"/>
                      <a:pt x="462" y="2974"/>
                    </a:cubicBezTo>
                    <a:lnTo>
                      <a:pt x="924" y="2974"/>
                    </a:lnTo>
                    <a:cubicBezTo>
                      <a:pt x="1126" y="2974"/>
                      <a:pt x="1314" y="2902"/>
                      <a:pt x="1444" y="2743"/>
                    </a:cubicBezTo>
                    <a:cubicBezTo>
                      <a:pt x="1705" y="2427"/>
                      <a:pt x="2056" y="2285"/>
                      <a:pt x="2402" y="2285"/>
                    </a:cubicBezTo>
                    <a:cubicBezTo>
                      <a:pt x="3050" y="2285"/>
                      <a:pt x="3681" y="2780"/>
                      <a:pt x="3681" y="3552"/>
                    </a:cubicBezTo>
                    <a:cubicBezTo>
                      <a:pt x="3681" y="4323"/>
                      <a:pt x="3050" y="4819"/>
                      <a:pt x="2402" y="4819"/>
                    </a:cubicBezTo>
                    <a:cubicBezTo>
                      <a:pt x="2056" y="4819"/>
                      <a:pt x="1705" y="4677"/>
                      <a:pt x="1444" y="4360"/>
                    </a:cubicBezTo>
                    <a:cubicBezTo>
                      <a:pt x="1314" y="4201"/>
                      <a:pt x="1126" y="4115"/>
                      <a:pt x="924" y="4115"/>
                    </a:cubicBezTo>
                    <a:lnTo>
                      <a:pt x="448" y="4115"/>
                    </a:lnTo>
                    <a:cubicBezTo>
                      <a:pt x="202" y="4115"/>
                      <a:pt x="0" y="4317"/>
                      <a:pt x="0" y="4577"/>
                    </a:cubicBezTo>
                    <a:lnTo>
                      <a:pt x="0" y="7103"/>
                    </a:lnTo>
                    <a:lnTo>
                      <a:pt x="2526" y="7103"/>
                    </a:lnTo>
                    <a:cubicBezTo>
                      <a:pt x="2772" y="7103"/>
                      <a:pt x="2974" y="7305"/>
                      <a:pt x="2974" y="7565"/>
                    </a:cubicBezTo>
                    <a:lnTo>
                      <a:pt x="2974" y="8012"/>
                    </a:lnTo>
                    <a:cubicBezTo>
                      <a:pt x="2988" y="8214"/>
                      <a:pt x="2902" y="8402"/>
                      <a:pt x="2743" y="8532"/>
                    </a:cubicBezTo>
                    <a:cubicBezTo>
                      <a:pt x="1833" y="9283"/>
                      <a:pt x="2368" y="10769"/>
                      <a:pt x="3551" y="10769"/>
                    </a:cubicBezTo>
                    <a:cubicBezTo>
                      <a:pt x="4735" y="10769"/>
                      <a:pt x="5269" y="9283"/>
                      <a:pt x="4360" y="8532"/>
                    </a:cubicBezTo>
                    <a:cubicBezTo>
                      <a:pt x="4201" y="8402"/>
                      <a:pt x="4114" y="8214"/>
                      <a:pt x="4129" y="8012"/>
                    </a:cubicBezTo>
                    <a:lnTo>
                      <a:pt x="4129" y="7550"/>
                    </a:lnTo>
                    <a:cubicBezTo>
                      <a:pt x="4129" y="7305"/>
                      <a:pt x="4331" y="7103"/>
                      <a:pt x="4576" y="7103"/>
                    </a:cubicBezTo>
                    <a:lnTo>
                      <a:pt x="6886" y="7103"/>
                    </a:lnTo>
                    <a:cubicBezTo>
                      <a:pt x="7001" y="7103"/>
                      <a:pt x="7102" y="7002"/>
                      <a:pt x="7102" y="6872"/>
                    </a:cubicBezTo>
                    <a:lnTo>
                      <a:pt x="7102" y="925"/>
                    </a:lnTo>
                    <a:cubicBezTo>
                      <a:pt x="7102" y="419"/>
                      <a:pt x="6698" y="1"/>
                      <a:pt x="61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0"/>
              <p:cNvSpPr/>
              <p:nvPr/>
            </p:nvSpPr>
            <p:spPr>
              <a:xfrm>
                <a:off x="4441931" y="2319256"/>
                <a:ext cx="382039" cy="252493"/>
              </a:xfrm>
              <a:custGeom>
                <a:avLst/>
                <a:gdLst/>
                <a:ahLst/>
                <a:cxnLst/>
                <a:rect l="l" t="t" r="r" b="b"/>
                <a:pathLst>
                  <a:path w="10770" h="7118" extrusionOk="0">
                    <a:moveTo>
                      <a:pt x="3682" y="0"/>
                    </a:moveTo>
                    <a:lnTo>
                      <a:pt x="3682" y="2527"/>
                    </a:lnTo>
                    <a:cubicBezTo>
                      <a:pt x="3682" y="2786"/>
                      <a:pt x="3480" y="2989"/>
                      <a:pt x="3220" y="2989"/>
                    </a:cubicBezTo>
                    <a:lnTo>
                      <a:pt x="2758" y="2989"/>
                    </a:lnTo>
                    <a:cubicBezTo>
                      <a:pt x="2556" y="2989"/>
                      <a:pt x="2368" y="2902"/>
                      <a:pt x="2238" y="2743"/>
                    </a:cubicBezTo>
                    <a:cubicBezTo>
                      <a:pt x="1977" y="2426"/>
                      <a:pt x="1626" y="2285"/>
                      <a:pt x="1279" y="2285"/>
                    </a:cubicBezTo>
                    <a:cubicBezTo>
                      <a:pt x="632" y="2285"/>
                      <a:pt x="1" y="2780"/>
                      <a:pt x="1" y="3552"/>
                    </a:cubicBezTo>
                    <a:cubicBezTo>
                      <a:pt x="1" y="4323"/>
                      <a:pt x="632" y="4818"/>
                      <a:pt x="1279" y="4818"/>
                    </a:cubicBezTo>
                    <a:cubicBezTo>
                      <a:pt x="1626" y="4818"/>
                      <a:pt x="1977" y="4677"/>
                      <a:pt x="2238" y="4360"/>
                    </a:cubicBezTo>
                    <a:cubicBezTo>
                      <a:pt x="2368" y="4201"/>
                      <a:pt x="2556" y="4129"/>
                      <a:pt x="2758" y="4129"/>
                    </a:cubicBezTo>
                    <a:lnTo>
                      <a:pt x="3220" y="4129"/>
                    </a:lnTo>
                    <a:cubicBezTo>
                      <a:pt x="3465" y="4129"/>
                      <a:pt x="3667" y="4331"/>
                      <a:pt x="3667" y="4591"/>
                    </a:cubicBezTo>
                    <a:lnTo>
                      <a:pt x="3667" y="6872"/>
                    </a:lnTo>
                    <a:cubicBezTo>
                      <a:pt x="3667" y="7002"/>
                      <a:pt x="3768" y="7117"/>
                      <a:pt x="3913" y="7117"/>
                    </a:cubicBezTo>
                    <a:lnTo>
                      <a:pt x="9860" y="7117"/>
                    </a:lnTo>
                    <a:cubicBezTo>
                      <a:pt x="10365" y="7117"/>
                      <a:pt x="10769" y="6698"/>
                      <a:pt x="10769" y="6193"/>
                    </a:cubicBezTo>
                    <a:lnTo>
                      <a:pt x="10769" y="246"/>
                    </a:lnTo>
                    <a:cubicBezTo>
                      <a:pt x="10769" y="116"/>
                      <a:pt x="10668" y="15"/>
                      <a:pt x="10553" y="15"/>
                    </a:cubicBezTo>
                    <a:lnTo>
                      <a:pt x="8272" y="15"/>
                    </a:lnTo>
                    <a:cubicBezTo>
                      <a:pt x="8012" y="15"/>
                      <a:pt x="7810" y="217"/>
                      <a:pt x="7810" y="477"/>
                    </a:cubicBezTo>
                    <a:lnTo>
                      <a:pt x="7810" y="924"/>
                    </a:lnTo>
                    <a:cubicBezTo>
                      <a:pt x="7796" y="1126"/>
                      <a:pt x="7882" y="1314"/>
                      <a:pt x="8041" y="1444"/>
                    </a:cubicBezTo>
                    <a:cubicBezTo>
                      <a:pt x="8951" y="2195"/>
                      <a:pt x="8416" y="3681"/>
                      <a:pt x="7233" y="3681"/>
                    </a:cubicBezTo>
                    <a:cubicBezTo>
                      <a:pt x="6049" y="3681"/>
                      <a:pt x="5515" y="2195"/>
                      <a:pt x="6424" y="1444"/>
                    </a:cubicBezTo>
                    <a:cubicBezTo>
                      <a:pt x="6583" y="1314"/>
                      <a:pt x="6670" y="1126"/>
                      <a:pt x="6670" y="924"/>
                    </a:cubicBezTo>
                    <a:lnTo>
                      <a:pt x="6670" y="462"/>
                    </a:lnTo>
                    <a:cubicBezTo>
                      <a:pt x="6670" y="203"/>
                      <a:pt x="6453" y="0"/>
                      <a:pt x="6208" y="0"/>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0"/>
              <p:cNvSpPr/>
              <p:nvPr/>
            </p:nvSpPr>
            <p:spPr>
              <a:xfrm>
                <a:off x="4320051" y="2189714"/>
                <a:ext cx="252493" cy="381507"/>
              </a:xfrm>
              <a:custGeom>
                <a:avLst/>
                <a:gdLst/>
                <a:ahLst/>
                <a:cxnLst/>
                <a:rect l="l" t="t" r="r" b="b"/>
                <a:pathLst>
                  <a:path w="7118" h="10755" extrusionOk="0">
                    <a:moveTo>
                      <a:pt x="3566" y="0"/>
                    </a:moveTo>
                    <a:cubicBezTo>
                      <a:pt x="2383" y="0"/>
                      <a:pt x="1849" y="1473"/>
                      <a:pt x="2758" y="2238"/>
                    </a:cubicBezTo>
                    <a:cubicBezTo>
                      <a:pt x="2917" y="2368"/>
                      <a:pt x="2989" y="2555"/>
                      <a:pt x="2989" y="2743"/>
                    </a:cubicBezTo>
                    <a:lnTo>
                      <a:pt x="2989" y="3205"/>
                    </a:lnTo>
                    <a:cubicBezTo>
                      <a:pt x="2989" y="3465"/>
                      <a:pt x="2787" y="3667"/>
                      <a:pt x="2527" y="3667"/>
                    </a:cubicBezTo>
                    <a:lnTo>
                      <a:pt x="246" y="3667"/>
                    </a:lnTo>
                    <a:cubicBezTo>
                      <a:pt x="238" y="3666"/>
                      <a:pt x="230" y="3665"/>
                      <a:pt x="222" y="3665"/>
                    </a:cubicBezTo>
                    <a:cubicBezTo>
                      <a:pt x="102" y="3665"/>
                      <a:pt x="1" y="3762"/>
                      <a:pt x="1" y="3883"/>
                    </a:cubicBezTo>
                    <a:lnTo>
                      <a:pt x="1" y="9845"/>
                    </a:lnTo>
                    <a:cubicBezTo>
                      <a:pt x="1" y="10350"/>
                      <a:pt x="405" y="10755"/>
                      <a:pt x="925" y="10755"/>
                    </a:cubicBezTo>
                    <a:lnTo>
                      <a:pt x="6872" y="10755"/>
                    </a:lnTo>
                    <a:cubicBezTo>
                      <a:pt x="7002" y="10755"/>
                      <a:pt x="7103" y="10654"/>
                      <a:pt x="7103" y="10524"/>
                    </a:cubicBezTo>
                    <a:lnTo>
                      <a:pt x="7103" y="8257"/>
                    </a:lnTo>
                    <a:cubicBezTo>
                      <a:pt x="7103" y="7997"/>
                      <a:pt x="6901" y="7795"/>
                      <a:pt x="6641" y="7795"/>
                    </a:cubicBezTo>
                    <a:lnTo>
                      <a:pt x="6194" y="7795"/>
                    </a:lnTo>
                    <a:cubicBezTo>
                      <a:pt x="5992" y="7795"/>
                      <a:pt x="5804" y="7882"/>
                      <a:pt x="5674" y="8026"/>
                    </a:cubicBezTo>
                    <a:cubicBezTo>
                      <a:pt x="5408" y="8343"/>
                      <a:pt x="5055" y="8485"/>
                      <a:pt x="4709" y="8485"/>
                    </a:cubicBezTo>
                    <a:cubicBezTo>
                      <a:pt x="4062" y="8485"/>
                      <a:pt x="3437" y="7989"/>
                      <a:pt x="3437" y="7218"/>
                    </a:cubicBezTo>
                    <a:cubicBezTo>
                      <a:pt x="3437" y="6450"/>
                      <a:pt x="4057" y="5955"/>
                      <a:pt x="4701" y="5955"/>
                    </a:cubicBezTo>
                    <a:cubicBezTo>
                      <a:pt x="5050" y="5955"/>
                      <a:pt x="5406" y="6100"/>
                      <a:pt x="5674" y="6424"/>
                    </a:cubicBezTo>
                    <a:cubicBezTo>
                      <a:pt x="5804" y="6568"/>
                      <a:pt x="5992" y="6655"/>
                      <a:pt x="6194" y="6655"/>
                    </a:cubicBezTo>
                    <a:lnTo>
                      <a:pt x="6656" y="6655"/>
                    </a:lnTo>
                    <a:cubicBezTo>
                      <a:pt x="6916" y="6655"/>
                      <a:pt x="7118" y="6453"/>
                      <a:pt x="7118" y="6193"/>
                    </a:cubicBezTo>
                    <a:lnTo>
                      <a:pt x="7118" y="3667"/>
                    </a:lnTo>
                    <a:lnTo>
                      <a:pt x="4591" y="3667"/>
                    </a:lnTo>
                    <a:cubicBezTo>
                      <a:pt x="4346" y="3667"/>
                      <a:pt x="4129" y="3465"/>
                      <a:pt x="4129" y="3219"/>
                    </a:cubicBezTo>
                    <a:lnTo>
                      <a:pt x="4129" y="2743"/>
                    </a:lnTo>
                    <a:cubicBezTo>
                      <a:pt x="4129" y="2555"/>
                      <a:pt x="4216" y="2368"/>
                      <a:pt x="4375" y="2238"/>
                    </a:cubicBezTo>
                    <a:cubicBezTo>
                      <a:pt x="5284" y="1473"/>
                      <a:pt x="4750" y="0"/>
                      <a:pt x="3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878CF0"/>
                  </a:solidFill>
                </a:endParaRPr>
              </a:p>
            </p:txBody>
          </p:sp>
          <p:sp>
            <p:nvSpPr>
              <p:cNvPr id="487" name="Google Shape;487;p30"/>
              <p:cNvSpPr/>
              <p:nvPr/>
            </p:nvSpPr>
            <p:spPr>
              <a:xfrm>
                <a:off x="4320583" y="2319256"/>
                <a:ext cx="56862" cy="251961"/>
              </a:xfrm>
              <a:custGeom>
                <a:avLst/>
                <a:gdLst/>
                <a:ahLst/>
                <a:cxnLst/>
                <a:rect l="l" t="t" r="r" b="b"/>
                <a:pathLst>
                  <a:path w="1603" h="7103" extrusionOk="0">
                    <a:moveTo>
                      <a:pt x="231" y="0"/>
                    </a:moveTo>
                    <a:cubicBezTo>
                      <a:pt x="101" y="0"/>
                      <a:pt x="0" y="101"/>
                      <a:pt x="0" y="231"/>
                    </a:cubicBezTo>
                    <a:lnTo>
                      <a:pt x="0" y="6193"/>
                    </a:lnTo>
                    <a:cubicBezTo>
                      <a:pt x="0" y="6698"/>
                      <a:pt x="405" y="7103"/>
                      <a:pt x="910" y="7103"/>
                    </a:cubicBezTo>
                    <a:lnTo>
                      <a:pt x="1603" y="7103"/>
                    </a:lnTo>
                    <a:cubicBezTo>
                      <a:pt x="1097" y="7103"/>
                      <a:pt x="693" y="6698"/>
                      <a:pt x="693" y="6193"/>
                    </a:cubicBezTo>
                    <a:lnTo>
                      <a:pt x="693" y="231"/>
                    </a:lnTo>
                    <a:cubicBezTo>
                      <a:pt x="693" y="101"/>
                      <a:pt x="794" y="0"/>
                      <a:pt x="9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0"/>
              <p:cNvSpPr/>
              <p:nvPr/>
            </p:nvSpPr>
            <p:spPr>
              <a:xfrm>
                <a:off x="4385709" y="2190033"/>
                <a:ext cx="69063" cy="129755"/>
              </a:xfrm>
              <a:custGeom>
                <a:avLst/>
                <a:gdLst/>
                <a:ahLst/>
                <a:cxnLst/>
                <a:rect l="l" t="t" r="r" b="b"/>
                <a:pathLst>
                  <a:path w="1947" h="3658" extrusionOk="0">
                    <a:moveTo>
                      <a:pt x="1714" y="0"/>
                    </a:moveTo>
                    <a:cubicBezTo>
                      <a:pt x="590" y="0"/>
                      <a:pt x="1" y="1444"/>
                      <a:pt x="907" y="2229"/>
                    </a:cubicBezTo>
                    <a:cubicBezTo>
                      <a:pt x="1066" y="2359"/>
                      <a:pt x="1138" y="2546"/>
                      <a:pt x="1138" y="2748"/>
                    </a:cubicBezTo>
                    <a:lnTo>
                      <a:pt x="1138" y="3196"/>
                    </a:lnTo>
                    <a:cubicBezTo>
                      <a:pt x="1138" y="3456"/>
                      <a:pt x="936" y="3658"/>
                      <a:pt x="676" y="3658"/>
                    </a:cubicBezTo>
                    <a:lnTo>
                      <a:pt x="1138" y="3658"/>
                    </a:lnTo>
                    <a:cubicBezTo>
                      <a:pt x="1398" y="3658"/>
                      <a:pt x="1600" y="3456"/>
                      <a:pt x="1600" y="3196"/>
                    </a:cubicBezTo>
                    <a:lnTo>
                      <a:pt x="1600" y="2734"/>
                    </a:lnTo>
                    <a:cubicBezTo>
                      <a:pt x="1600" y="2546"/>
                      <a:pt x="1513" y="2359"/>
                      <a:pt x="1369" y="2229"/>
                    </a:cubicBezTo>
                    <a:cubicBezTo>
                      <a:pt x="561" y="1536"/>
                      <a:pt x="893" y="222"/>
                      <a:pt x="1946" y="20"/>
                    </a:cubicBezTo>
                    <a:cubicBezTo>
                      <a:pt x="1867" y="7"/>
                      <a:pt x="1789" y="0"/>
                      <a:pt x="1714" y="0"/>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0"/>
              <p:cNvSpPr/>
              <p:nvPr/>
            </p:nvSpPr>
            <p:spPr>
              <a:xfrm>
                <a:off x="4320583" y="2067834"/>
                <a:ext cx="56861" cy="251954"/>
              </a:xfrm>
              <a:custGeom>
                <a:avLst/>
                <a:gdLst/>
                <a:ahLst/>
                <a:cxnLst/>
                <a:rect l="l" t="t" r="r" b="b"/>
                <a:pathLst>
                  <a:path w="1603" h="7103" extrusionOk="0">
                    <a:moveTo>
                      <a:pt x="910" y="1"/>
                    </a:moveTo>
                    <a:cubicBezTo>
                      <a:pt x="405" y="1"/>
                      <a:pt x="0" y="405"/>
                      <a:pt x="0" y="925"/>
                    </a:cubicBezTo>
                    <a:lnTo>
                      <a:pt x="0" y="6872"/>
                    </a:lnTo>
                    <a:cubicBezTo>
                      <a:pt x="0" y="7002"/>
                      <a:pt x="101" y="7103"/>
                      <a:pt x="231" y="7103"/>
                    </a:cubicBezTo>
                    <a:lnTo>
                      <a:pt x="910" y="7103"/>
                    </a:lnTo>
                    <a:cubicBezTo>
                      <a:pt x="794" y="7103"/>
                      <a:pt x="693" y="7002"/>
                      <a:pt x="693" y="6872"/>
                    </a:cubicBezTo>
                    <a:lnTo>
                      <a:pt x="693" y="925"/>
                    </a:lnTo>
                    <a:cubicBezTo>
                      <a:pt x="693" y="405"/>
                      <a:pt x="1097" y="1"/>
                      <a:pt x="16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0"/>
              <p:cNvSpPr/>
              <p:nvPr/>
            </p:nvSpPr>
            <p:spPr>
              <a:xfrm>
                <a:off x="4665686" y="2148567"/>
                <a:ext cx="60976" cy="90062"/>
              </a:xfrm>
              <a:custGeom>
                <a:avLst/>
                <a:gdLst/>
                <a:ahLst/>
                <a:cxnLst/>
                <a:rect l="l" t="t" r="r" b="b"/>
                <a:pathLst>
                  <a:path w="1719" h="2539" extrusionOk="0">
                    <a:moveTo>
                      <a:pt x="347" y="0"/>
                    </a:moveTo>
                    <a:cubicBezTo>
                      <a:pt x="233" y="0"/>
                      <a:pt x="116" y="16"/>
                      <a:pt x="1" y="49"/>
                    </a:cubicBezTo>
                    <a:cubicBezTo>
                      <a:pt x="1343" y="323"/>
                      <a:pt x="1343" y="2228"/>
                      <a:pt x="15" y="2517"/>
                    </a:cubicBezTo>
                    <a:cubicBezTo>
                      <a:pt x="87" y="2532"/>
                      <a:pt x="163" y="2539"/>
                      <a:pt x="241" y="2539"/>
                    </a:cubicBezTo>
                    <a:cubicBezTo>
                      <a:pt x="318" y="2539"/>
                      <a:pt x="398" y="2532"/>
                      <a:pt x="477" y="2517"/>
                    </a:cubicBezTo>
                    <a:cubicBezTo>
                      <a:pt x="1213" y="2445"/>
                      <a:pt x="1719" y="1752"/>
                      <a:pt x="1589" y="1016"/>
                    </a:cubicBezTo>
                    <a:cubicBezTo>
                      <a:pt x="1468" y="412"/>
                      <a:pt x="933" y="0"/>
                      <a:pt x="347"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0"/>
              <p:cNvSpPr/>
              <p:nvPr/>
            </p:nvSpPr>
            <p:spPr>
              <a:xfrm>
                <a:off x="4572502" y="2067834"/>
                <a:ext cx="32315" cy="106024"/>
              </a:xfrm>
              <a:custGeom>
                <a:avLst/>
                <a:gdLst/>
                <a:ahLst/>
                <a:cxnLst/>
                <a:rect l="l" t="t" r="r" b="b"/>
                <a:pathLst>
                  <a:path w="911" h="2989" extrusionOk="0">
                    <a:moveTo>
                      <a:pt x="232" y="1"/>
                    </a:moveTo>
                    <a:cubicBezTo>
                      <a:pt x="102" y="1"/>
                      <a:pt x="1" y="102"/>
                      <a:pt x="1" y="232"/>
                    </a:cubicBezTo>
                    <a:lnTo>
                      <a:pt x="1" y="2527"/>
                    </a:lnTo>
                    <a:cubicBezTo>
                      <a:pt x="1" y="2772"/>
                      <a:pt x="203" y="2974"/>
                      <a:pt x="448" y="2989"/>
                    </a:cubicBezTo>
                    <a:lnTo>
                      <a:pt x="910" y="2989"/>
                    </a:lnTo>
                    <a:cubicBezTo>
                      <a:pt x="665" y="2974"/>
                      <a:pt x="448" y="2772"/>
                      <a:pt x="448" y="2527"/>
                    </a:cubicBezTo>
                    <a:lnTo>
                      <a:pt x="448" y="232"/>
                    </a:lnTo>
                    <a:cubicBezTo>
                      <a:pt x="448" y="102"/>
                      <a:pt x="549" y="1"/>
                      <a:pt x="679" y="1"/>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0"/>
              <p:cNvSpPr/>
              <p:nvPr/>
            </p:nvSpPr>
            <p:spPr>
              <a:xfrm>
                <a:off x="4572502" y="2214296"/>
                <a:ext cx="32315" cy="105492"/>
              </a:xfrm>
              <a:custGeom>
                <a:avLst/>
                <a:gdLst/>
                <a:ahLst/>
                <a:cxnLst/>
                <a:rect l="l" t="t" r="r" b="b"/>
                <a:pathLst>
                  <a:path w="911" h="2974" extrusionOk="0">
                    <a:moveTo>
                      <a:pt x="448" y="0"/>
                    </a:moveTo>
                    <a:cubicBezTo>
                      <a:pt x="203" y="0"/>
                      <a:pt x="1" y="202"/>
                      <a:pt x="1" y="448"/>
                    </a:cubicBezTo>
                    <a:lnTo>
                      <a:pt x="1" y="2974"/>
                    </a:lnTo>
                    <a:lnTo>
                      <a:pt x="448" y="2974"/>
                    </a:lnTo>
                    <a:lnTo>
                      <a:pt x="448" y="448"/>
                    </a:lnTo>
                    <a:cubicBezTo>
                      <a:pt x="448" y="202"/>
                      <a:pt x="665" y="0"/>
                      <a:pt x="910" y="0"/>
                    </a:cubicBez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0"/>
              <p:cNvSpPr/>
              <p:nvPr/>
            </p:nvSpPr>
            <p:spPr>
              <a:xfrm>
                <a:off x="4641104" y="2319752"/>
                <a:ext cx="65092" cy="129865"/>
              </a:xfrm>
              <a:custGeom>
                <a:avLst/>
                <a:gdLst/>
                <a:ahLst/>
                <a:cxnLst/>
                <a:rect l="l" t="t" r="r" b="b"/>
                <a:pathLst>
                  <a:path w="1835" h="3661" extrusionOk="0">
                    <a:moveTo>
                      <a:pt x="578" y="1"/>
                    </a:moveTo>
                    <a:cubicBezTo>
                      <a:pt x="824" y="1"/>
                      <a:pt x="1026" y="203"/>
                      <a:pt x="1026" y="463"/>
                    </a:cubicBezTo>
                    <a:lnTo>
                      <a:pt x="1026" y="925"/>
                    </a:lnTo>
                    <a:cubicBezTo>
                      <a:pt x="1026" y="1127"/>
                      <a:pt x="939" y="1314"/>
                      <a:pt x="795" y="1444"/>
                    </a:cubicBezTo>
                    <a:cubicBezTo>
                      <a:pt x="1" y="2108"/>
                      <a:pt x="319" y="3408"/>
                      <a:pt x="1329" y="3639"/>
                    </a:cubicBezTo>
                    <a:cubicBezTo>
                      <a:pt x="1416" y="3653"/>
                      <a:pt x="1499" y="3660"/>
                      <a:pt x="1582" y="3660"/>
                    </a:cubicBezTo>
                    <a:cubicBezTo>
                      <a:pt x="1665" y="3660"/>
                      <a:pt x="1748" y="3653"/>
                      <a:pt x="1834" y="3639"/>
                    </a:cubicBezTo>
                    <a:lnTo>
                      <a:pt x="1791" y="3624"/>
                    </a:lnTo>
                    <a:cubicBezTo>
                      <a:pt x="780" y="3393"/>
                      <a:pt x="463" y="2108"/>
                      <a:pt x="1257" y="1430"/>
                    </a:cubicBezTo>
                    <a:cubicBezTo>
                      <a:pt x="1401" y="1314"/>
                      <a:pt x="1488" y="1112"/>
                      <a:pt x="1488" y="925"/>
                    </a:cubicBezTo>
                    <a:lnTo>
                      <a:pt x="1488" y="463"/>
                    </a:lnTo>
                    <a:cubicBezTo>
                      <a:pt x="1488" y="203"/>
                      <a:pt x="1286" y="1"/>
                      <a:pt x="10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0"/>
              <p:cNvSpPr/>
              <p:nvPr/>
            </p:nvSpPr>
            <p:spPr>
              <a:xfrm>
                <a:off x="4556114" y="2319256"/>
                <a:ext cx="32315" cy="106027"/>
              </a:xfrm>
              <a:custGeom>
                <a:avLst/>
                <a:gdLst/>
                <a:ahLst/>
                <a:cxnLst/>
                <a:rect l="l" t="t" r="r" b="b"/>
                <a:pathLst>
                  <a:path w="911" h="2989" extrusionOk="0">
                    <a:moveTo>
                      <a:pt x="448" y="0"/>
                    </a:moveTo>
                    <a:lnTo>
                      <a:pt x="448" y="2527"/>
                    </a:lnTo>
                    <a:cubicBezTo>
                      <a:pt x="448" y="2786"/>
                      <a:pt x="246" y="2989"/>
                      <a:pt x="1" y="2989"/>
                    </a:cubicBezTo>
                    <a:lnTo>
                      <a:pt x="463" y="2989"/>
                    </a:lnTo>
                    <a:cubicBezTo>
                      <a:pt x="708" y="2989"/>
                      <a:pt x="910" y="2786"/>
                      <a:pt x="910" y="2527"/>
                    </a:cubicBezTo>
                    <a:lnTo>
                      <a:pt x="9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0"/>
              <p:cNvSpPr/>
              <p:nvPr/>
            </p:nvSpPr>
            <p:spPr>
              <a:xfrm>
                <a:off x="4433737" y="2400911"/>
                <a:ext cx="61474" cy="90100"/>
              </a:xfrm>
              <a:custGeom>
                <a:avLst/>
                <a:gdLst/>
                <a:ahLst/>
                <a:cxnLst/>
                <a:rect l="l" t="t" r="r" b="b"/>
                <a:pathLst>
                  <a:path w="1733" h="2540" extrusionOk="0">
                    <a:moveTo>
                      <a:pt x="1487" y="1"/>
                    </a:moveTo>
                    <a:cubicBezTo>
                      <a:pt x="1412" y="1"/>
                      <a:pt x="1336" y="8"/>
                      <a:pt x="1256" y="23"/>
                    </a:cubicBezTo>
                    <a:cubicBezTo>
                      <a:pt x="520" y="95"/>
                      <a:pt x="1" y="788"/>
                      <a:pt x="145" y="1509"/>
                    </a:cubicBezTo>
                    <a:cubicBezTo>
                      <a:pt x="254" y="2126"/>
                      <a:pt x="787" y="2540"/>
                      <a:pt x="1382" y="2540"/>
                    </a:cubicBezTo>
                    <a:cubicBezTo>
                      <a:pt x="1497" y="2540"/>
                      <a:pt x="1615" y="2524"/>
                      <a:pt x="1733" y="2491"/>
                    </a:cubicBezTo>
                    <a:cubicBezTo>
                      <a:pt x="1026" y="2361"/>
                      <a:pt x="578" y="1683"/>
                      <a:pt x="737" y="990"/>
                    </a:cubicBezTo>
                    <a:cubicBezTo>
                      <a:pt x="838" y="499"/>
                      <a:pt x="1228" y="109"/>
                      <a:pt x="1718" y="23"/>
                    </a:cubicBezTo>
                    <a:cubicBezTo>
                      <a:pt x="1639" y="8"/>
                      <a:pt x="1563" y="1"/>
                      <a:pt x="14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0"/>
              <p:cNvSpPr/>
              <p:nvPr/>
            </p:nvSpPr>
            <p:spPr>
              <a:xfrm>
                <a:off x="4556114" y="2465682"/>
                <a:ext cx="40510" cy="105531"/>
              </a:xfrm>
              <a:custGeom>
                <a:avLst/>
                <a:gdLst/>
                <a:ahLst/>
                <a:cxnLst/>
                <a:rect l="l" t="t" r="r" b="b"/>
                <a:pathLst>
                  <a:path w="1142" h="2975" extrusionOk="0">
                    <a:moveTo>
                      <a:pt x="1" y="1"/>
                    </a:moveTo>
                    <a:cubicBezTo>
                      <a:pt x="246" y="1"/>
                      <a:pt x="448" y="203"/>
                      <a:pt x="448" y="463"/>
                    </a:cubicBezTo>
                    <a:lnTo>
                      <a:pt x="448" y="2744"/>
                    </a:lnTo>
                    <a:cubicBezTo>
                      <a:pt x="448" y="2874"/>
                      <a:pt x="549" y="2975"/>
                      <a:pt x="679" y="2975"/>
                    </a:cubicBezTo>
                    <a:lnTo>
                      <a:pt x="1141" y="2975"/>
                    </a:lnTo>
                    <a:cubicBezTo>
                      <a:pt x="1011" y="2975"/>
                      <a:pt x="910" y="2874"/>
                      <a:pt x="910" y="2744"/>
                    </a:cubicBezTo>
                    <a:lnTo>
                      <a:pt x="910" y="463"/>
                    </a:lnTo>
                    <a:cubicBezTo>
                      <a:pt x="910" y="203"/>
                      <a:pt x="708" y="1"/>
                      <a:pt x="4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7" name="Google Shape;497;p30"/>
          <p:cNvGrpSpPr/>
          <p:nvPr/>
        </p:nvGrpSpPr>
        <p:grpSpPr>
          <a:xfrm>
            <a:off x="1452975" y="1151250"/>
            <a:ext cx="785100" cy="785100"/>
            <a:chOff x="1519650" y="1915150"/>
            <a:chExt cx="785100" cy="785100"/>
          </a:xfrm>
        </p:grpSpPr>
        <p:sp>
          <p:nvSpPr>
            <p:cNvPr id="498" name="Google Shape;498;p30"/>
            <p:cNvSpPr/>
            <p:nvPr/>
          </p:nvSpPr>
          <p:spPr>
            <a:xfrm>
              <a:off x="1519650" y="1915150"/>
              <a:ext cx="785100" cy="785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9" name="Google Shape;499;p30"/>
            <p:cNvGrpSpPr/>
            <p:nvPr/>
          </p:nvGrpSpPr>
          <p:grpSpPr>
            <a:xfrm>
              <a:off x="1630085" y="2067819"/>
              <a:ext cx="564238" cy="479748"/>
              <a:chOff x="2774354" y="2009990"/>
              <a:chExt cx="372017" cy="316310"/>
            </a:xfrm>
          </p:grpSpPr>
          <p:sp>
            <p:nvSpPr>
              <p:cNvPr id="500" name="Google Shape;500;p30"/>
              <p:cNvSpPr/>
              <p:nvPr/>
            </p:nvSpPr>
            <p:spPr>
              <a:xfrm>
                <a:off x="2948055" y="2090995"/>
                <a:ext cx="191134" cy="174094"/>
              </a:xfrm>
              <a:custGeom>
                <a:avLst/>
                <a:gdLst/>
                <a:ahLst/>
                <a:cxnLst/>
                <a:rect l="l" t="t" r="r" b="b"/>
                <a:pathLst>
                  <a:path w="7291" h="6641" extrusionOk="0">
                    <a:moveTo>
                      <a:pt x="4591" y="0"/>
                    </a:moveTo>
                    <a:lnTo>
                      <a:pt x="3191" y="1068"/>
                    </a:lnTo>
                    <a:lnTo>
                      <a:pt x="2021" y="679"/>
                    </a:lnTo>
                    <a:lnTo>
                      <a:pt x="0" y="2324"/>
                    </a:lnTo>
                    <a:lnTo>
                      <a:pt x="3118" y="6640"/>
                    </a:lnTo>
                    <a:lnTo>
                      <a:pt x="7290" y="3667"/>
                    </a:lnTo>
                    <a:lnTo>
                      <a:pt x="4591" y="0"/>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0"/>
              <p:cNvSpPr/>
              <p:nvPr/>
            </p:nvSpPr>
            <p:spPr>
              <a:xfrm>
                <a:off x="3033568" y="2009990"/>
                <a:ext cx="112803" cy="206889"/>
              </a:xfrm>
              <a:custGeom>
                <a:avLst/>
                <a:gdLst/>
                <a:ahLst/>
                <a:cxnLst/>
                <a:rect l="l" t="t" r="r" b="b"/>
                <a:pathLst>
                  <a:path w="4303" h="7892" extrusionOk="0">
                    <a:moveTo>
                      <a:pt x="4302" y="1"/>
                    </a:moveTo>
                    <a:lnTo>
                      <a:pt x="131" y="2960"/>
                    </a:lnTo>
                    <a:cubicBezTo>
                      <a:pt x="30" y="3032"/>
                      <a:pt x="1" y="3177"/>
                      <a:pt x="87" y="3278"/>
                    </a:cubicBezTo>
                    <a:lnTo>
                      <a:pt x="3581" y="7810"/>
                    </a:lnTo>
                    <a:cubicBezTo>
                      <a:pt x="3631" y="7861"/>
                      <a:pt x="3696" y="7892"/>
                      <a:pt x="3761" y="7892"/>
                    </a:cubicBezTo>
                    <a:cubicBezTo>
                      <a:pt x="3809" y="7892"/>
                      <a:pt x="3856" y="7876"/>
                      <a:pt x="3898" y="7839"/>
                    </a:cubicBezTo>
                    <a:lnTo>
                      <a:pt x="4302" y="7522"/>
                    </a:lnTo>
                    <a:lnTo>
                      <a:pt x="43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0"/>
              <p:cNvSpPr/>
              <p:nvPr/>
            </p:nvSpPr>
            <p:spPr>
              <a:xfrm>
                <a:off x="3110404" y="2165524"/>
                <a:ext cx="35600" cy="51355"/>
              </a:xfrm>
              <a:custGeom>
                <a:avLst/>
                <a:gdLst/>
                <a:ahLst/>
                <a:cxnLst/>
                <a:rect l="l" t="t" r="r" b="b"/>
                <a:pathLst>
                  <a:path w="1358" h="1959" extrusionOk="0">
                    <a:moveTo>
                      <a:pt x="1357" y="1"/>
                    </a:moveTo>
                    <a:lnTo>
                      <a:pt x="0" y="1040"/>
                    </a:lnTo>
                    <a:lnTo>
                      <a:pt x="650" y="1877"/>
                    </a:lnTo>
                    <a:cubicBezTo>
                      <a:pt x="692" y="1928"/>
                      <a:pt x="758" y="1959"/>
                      <a:pt x="823" y="1959"/>
                    </a:cubicBezTo>
                    <a:cubicBezTo>
                      <a:pt x="870" y="1959"/>
                      <a:pt x="917" y="1943"/>
                      <a:pt x="953" y="1906"/>
                    </a:cubicBezTo>
                    <a:lnTo>
                      <a:pt x="1357" y="1589"/>
                    </a:lnTo>
                    <a:lnTo>
                      <a:pt x="1357" y="1"/>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0"/>
              <p:cNvSpPr/>
              <p:nvPr/>
            </p:nvSpPr>
            <p:spPr>
              <a:xfrm>
                <a:off x="2960533" y="2148510"/>
                <a:ext cx="145336" cy="96733"/>
              </a:xfrm>
              <a:custGeom>
                <a:avLst/>
                <a:gdLst/>
                <a:ahLst/>
                <a:cxnLst/>
                <a:rect l="l" t="t" r="r" b="b"/>
                <a:pathLst>
                  <a:path w="5544" h="3690" extrusionOk="0">
                    <a:moveTo>
                      <a:pt x="636" y="0"/>
                    </a:moveTo>
                    <a:lnTo>
                      <a:pt x="1" y="1169"/>
                    </a:lnTo>
                    <a:lnTo>
                      <a:pt x="4476" y="3609"/>
                    </a:lnTo>
                    <a:cubicBezTo>
                      <a:pt x="4575" y="3663"/>
                      <a:pt x="4682" y="3689"/>
                      <a:pt x="4789" y="3689"/>
                    </a:cubicBezTo>
                    <a:cubicBezTo>
                      <a:pt x="5023" y="3689"/>
                      <a:pt x="5252" y="3563"/>
                      <a:pt x="5371" y="3335"/>
                    </a:cubicBezTo>
                    <a:cubicBezTo>
                      <a:pt x="5544" y="3017"/>
                      <a:pt x="5428" y="2613"/>
                      <a:pt x="5111" y="2440"/>
                    </a:cubicBezTo>
                    <a:lnTo>
                      <a:pt x="63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0"/>
              <p:cNvSpPr/>
              <p:nvPr/>
            </p:nvSpPr>
            <p:spPr>
              <a:xfrm>
                <a:off x="3017315" y="2196930"/>
                <a:ext cx="85540" cy="48419"/>
              </a:xfrm>
              <a:custGeom>
                <a:avLst/>
                <a:gdLst/>
                <a:ahLst/>
                <a:cxnLst/>
                <a:rect l="l" t="t" r="r" b="b"/>
                <a:pathLst>
                  <a:path w="3263" h="1847" extrusionOk="0">
                    <a:moveTo>
                      <a:pt x="289" y="1"/>
                    </a:moveTo>
                    <a:lnTo>
                      <a:pt x="0" y="506"/>
                    </a:lnTo>
                    <a:lnTo>
                      <a:pt x="2310" y="1762"/>
                    </a:lnTo>
                    <a:cubicBezTo>
                      <a:pt x="2412" y="1820"/>
                      <a:pt x="2522" y="1847"/>
                      <a:pt x="2630" y="1847"/>
                    </a:cubicBezTo>
                    <a:cubicBezTo>
                      <a:pt x="2901" y="1847"/>
                      <a:pt x="3159" y="1676"/>
                      <a:pt x="3262" y="1387"/>
                    </a:cubicBezTo>
                    <a:lnTo>
                      <a:pt x="3262" y="1387"/>
                    </a:lnTo>
                    <a:cubicBezTo>
                      <a:pt x="3187" y="1410"/>
                      <a:pt x="3112" y="1421"/>
                      <a:pt x="3039" y="1421"/>
                    </a:cubicBezTo>
                    <a:cubicBezTo>
                      <a:pt x="2929" y="1421"/>
                      <a:pt x="2824" y="1395"/>
                      <a:pt x="2728" y="1343"/>
                    </a:cubicBezTo>
                    <a:lnTo>
                      <a:pt x="289" y="1"/>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0"/>
              <p:cNvSpPr/>
              <p:nvPr/>
            </p:nvSpPr>
            <p:spPr>
              <a:xfrm>
                <a:off x="2933663" y="2173467"/>
                <a:ext cx="145336" cy="96733"/>
              </a:xfrm>
              <a:custGeom>
                <a:avLst/>
                <a:gdLst/>
                <a:ahLst/>
                <a:cxnLst/>
                <a:rect l="l" t="t" r="r" b="b"/>
                <a:pathLst>
                  <a:path w="5544" h="3690" extrusionOk="0">
                    <a:moveTo>
                      <a:pt x="636" y="1"/>
                    </a:moveTo>
                    <a:lnTo>
                      <a:pt x="1" y="1170"/>
                    </a:lnTo>
                    <a:lnTo>
                      <a:pt x="4476" y="3610"/>
                    </a:lnTo>
                    <a:cubicBezTo>
                      <a:pt x="4575" y="3664"/>
                      <a:pt x="4682" y="3690"/>
                      <a:pt x="4789" y="3690"/>
                    </a:cubicBezTo>
                    <a:cubicBezTo>
                      <a:pt x="5023" y="3690"/>
                      <a:pt x="5252" y="3564"/>
                      <a:pt x="5371" y="3336"/>
                    </a:cubicBezTo>
                    <a:cubicBezTo>
                      <a:pt x="5544" y="3018"/>
                      <a:pt x="5428" y="2614"/>
                      <a:pt x="5111" y="2441"/>
                    </a:cubicBezTo>
                    <a:lnTo>
                      <a:pt x="63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0"/>
              <p:cNvSpPr/>
              <p:nvPr/>
            </p:nvSpPr>
            <p:spPr>
              <a:xfrm>
                <a:off x="2999515" y="2228361"/>
                <a:ext cx="76102" cy="41603"/>
              </a:xfrm>
              <a:custGeom>
                <a:avLst/>
                <a:gdLst/>
                <a:ahLst/>
                <a:cxnLst/>
                <a:rect l="l" t="t" r="r" b="b"/>
                <a:pathLst>
                  <a:path w="2903" h="1587" extrusionOk="0">
                    <a:moveTo>
                      <a:pt x="260" y="0"/>
                    </a:moveTo>
                    <a:lnTo>
                      <a:pt x="1" y="448"/>
                    </a:lnTo>
                    <a:lnTo>
                      <a:pt x="1949" y="1501"/>
                    </a:lnTo>
                    <a:cubicBezTo>
                      <a:pt x="2053" y="1559"/>
                      <a:pt x="2163" y="1586"/>
                      <a:pt x="2272" y="1586"/>
                    </a:cubicBezTo>
                    <a:cubicBezTo>
                      <a:pt x="2542" y="1586"/>
                      <a:pt x="2799" y="1419"/>
                      <a:pt x="2902" y="1140"/>
                    </a:cubicBezTo>
                    <a:lnTo>
                      <a:pt x="2902" y="1140"/>
                    </a:lnTo>
                    <a:cubicBezTo>
                      <a:pt x="2816" y="1180"/>
                      <a:pt x="2724" y="1199"/>
                      <a:pt x="2631" y="1199"/>
                    </a:cubicBezTo>
                    <a:cubicBezTo>
                      <a:pt x="2522" y="1199"/>
                      <a:pt x="2412" y="1173"/>
                      <a:pt x="2310" y="1126"/>
                    </a:cubicBezTo>
                    <a:lnTo>
                      <a:pt x="260" y="0"/>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0"/>
              <p:cNvSpPr/>
              <p:nvPr/>
            </p:nvSpPr>
            <p:spPr>
              <a:xfrm>
                <a:off x="2906425" y="2198450"/>
                <a:ext cx="145729" cy="96733"/>
              </a:xfrm>
              <a:custGeom>
                <a:avLst/>
                <a:gdLst/>
                <a:ahLst/>
                <a:cxnLst/>
                <a:rect l="l" t="t" r="r" b="b"/>
                <a:pathLst>
                  <a:path w="5559" h="3690" extrusionOk="0">
                    <a:moveTo>
                      <a:pt x="650" y="1"/>
                    </a:moveTo>
                    <a:lnTo>
                      <a:pt x="0" y="1170"/>
                    </a:lnTo>
                    <a:lnTo>
                      <a:pt x="4490" y="3610"/>
                    </a:lnTo>
                    <a:cubicBezTo>
                      <a:pt x="4590" y="3664"/>
                      <a:pt x="4698" y="3690"/>
                      <a:pt x="4806" y="3690"/>
                    </a:cubicBezTo>
                    <a:cubicBezTo>
                      <a:pt x="5039" y="3690"/>
                      <a:pt x="5266" y="3567"/>
                      <a:pt x="5385" y="3350"/>
                    </a:cubicBezTo>
                    <a:cubicBezTo>
                      <a:pt x="5558" y="3018"/>
                      <a:pt x="5443" y="2613"/>
                      <a:pt x="5125" y="2440"/>
                    </a:cubicBezTo>
                    <a:lnTo>
                      <a:pt x="65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0"/>
              <p:cNvSpPr/>
              <p:nvPr/>
            </p:nvSpPr>
            <p:spPr>
              <a:xfrm>
                <a:off x="2982108" y="2259007"/>
                <a:ext cx="66245" cy="36150"/>
              </a:xfrm>
              <a:custGeom>
                <a:avLst/>
                <a:gdLst/>
                <a:ahLst/>
                <a:cxnLst/>
                <a:rect l="l" t="t" r="r" b="b"/>
                <a:pathLst>
                  <a:path w="2527" h="1379" extrusionOk="0">
                    <a:moveTo>
                      <a:pt x="260" y="0"/>
                    </a:moveTo>
                    <a:lnTo>
                      <a:pt x="1" y="433"/>
                    </a:lnTo>
                    <a:lnTo>
                      <a:pt x="1603" y="1300"/>
                    </a:lnTo>
                    <a:cubicBezTo>
                      <a:pt x="1703" y="1354"/>
                      <a:pt x="1810" y="1379"/>
                      <a:pt x="1915" y="1379"/>
                    </a:cubicBezTo>
                    <a:cubicBezTo>
                      <a:pt x="2175" y="1379"/>
                      <a:pt x="2424" y="1224"/>
                      <a:pt x="2527" y="968"/>
                    </a:cubicBezTo>
                    <a:lnTo>
                      <a:pt x="2527" y="968"/>
                    </a:lnTo>
                    <a:cubicBezTo>
                      <a:pt x="2452" y="999"/>
                      <a:pt x="2369" y="1014"/>
                      <a:pt x="2285" y="1014"/>
                    </a:cubicBezTo>
                    <a:cubicBezTo>
                      <a:pt x="2174" y="1014"/>
                      <a:pt x="2062" y="988"/>
                      <a:pt x="1964" y="939"/>
                    </a:cubicBezTo>
                    <a:lnTo>
                      <a:pt x="260" y="0"/>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0"/>
              <p:cNvSpPr/>
              <p:nvPr/>
            </p:nvSpPr>
            <p:spPr>
              <a:xfrm>
                <a:off x="2879555" y="2223800"/>
                <a:ext cx="145729" cy="96655"/>
              </a:xfrm>
              <a:custGeom>
                <a:avLst/>
                <a:gdLst/>
                <a:ahLst/>
                <a:cxnLst/>
                <a:rect l="l" t="t" r="r" b="b"/>
                <a:pathLst>
                  <a:path w="5559" h="3687" extrusionOk="0">
                    <a:moveTo>
                      <a:pt x="636" y="1"/>
                    </a:moveTo>
                    <a:lnTo>
                      <a:pt x="0" y="1156"/>
                    </a:lnTo>
                    <a:lnTo>
                      <a:pt x="4475" y="3610"/>
                    </a:lnTo>
                    <a:cubicBezTo>
                      <a:pt x="4572" y="3662"/>
                      <a:pt x="4676" y="3687"/>
                      <a:pt x="4780" y="3687"/>
                    </a:cubicBezTo>
                    <a:cubicBezTo>
                      <a:pt x="5018" y="3687"/>
                      <a:pt x="5254" y="3557"/>
                      <a:pt x="5385" y="3335"/>
                    </a:cubicBezTo>
                    <a:cubicBezTo>
                      <a:pt x="5558" y="3018"/>
                      <a:pt x="5428" y="2614"/>
                      <a:pt x="5111" y="2440"/>
                    </a:cubicBezTo>
                    <a:lnTo>
                      <a:pt x="63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0"/>
              <p:cNvSpPr/>
              <p:nvPr/>
            </p:nvSpPr>
            <p:spPr>
              <a:xfrm>
                <a:off x="2964701" y="2288132"/>
                <a:ext cx="56782" cy="32323"/>
              </a:xfrm>
              <a:custGeom>
                <a:avLst/>
                <a:gdLst/>
                <a:ahLst/>
                <a:cxnLst/>
                <a:rect l="l" t="t" r="r" b="b"/>
                <a:pathLst>
                  <a:path w="2166" h="1233" extrusionOk="0">
                    <a:moveTo>
                      <a:pt x="275" y="1"/>
                    </a:moveTo>
                    <a:lnTo>
                      <a:pt x="0" y="477"/>
                    </a:lnTo>
                    <a:lnTo>
                      <a:pt x="1227" y="1156"/>
                    </a:lnTo>
                    <a:cubicBezTo>
                      <a:pt x="1324" y="1208"/>
                      <a:pt x="1428" y="1233"/>
                      <a:pt x="1532" y="1233"/>
                    </a:cubicBezTo>
                    <a:cubicBezTo>
                      <a:pt x="1770" y="1233"/>
                      <a:pt x="2006" y="1103"/>
                      <a:pt x="2137" y="881"/>
                    </a:cubicBezTo>
                    <a:cubicBezTo>
                      <a:pt x="2151" y="853"/>
                      <a:pt x="2166" y="824"/>
                      <a:pt x="2166" y="795"/>
                    </a:cubicBezTo>
                    <a:lnTo>
                      <a:pt x="2166" y="795"/>
                    </a:lnTo>
                    <a:cubicBezTo>
                      <a:pt x="2097" y="818"/>
                      <a:pt x="2025" y="829"/>
                      <a:pt x="1953" y="829"/>
                    </a:cubicBezTo>
                    <a:cubicBezTo>
                      <a:pt x="1845" y="829"/>
                      <a:pt x="1736" y="803"/>
                      <a:pt x="1632" y="752"/>
                    </a:cubicBezTo>
                    <a:lnTo>
                      <a:pt x="275" y="1"/>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0"/>
              <p:cNvSpPr/>
              <p:nvPr/>
            </p:nvSpPr>
            <p:spPr>
              <a:xfrm>
                <a:off x="2791761" y="2103080"/>
                <a:ext cx="185445" cy="168064"/>
              </a:xfrm>
              <a:custGeom>
                <a:avLst/>
                <a:gdLst/>
                <a:ahLst/>
                <a:cxnLst/>
                <a:rect l="l" t="t" r="r" b="b"/>
                <a:pathLst>
                  <a:path w="7074" h="6411" extrusionOk="0">
                    <a:moveTo>
                      <a:pt x="2209" y="1"/>
                    </a:moveTo>
                    <a:lnTo>
                      <a:pt x="0" y="3985"/>
                    </a:lnTo>
                    <a:lnTo>
                      <a:pt x="4519" y="6410"/>
                    </a:lnTo>
                    <a:lnTo>
                      <a:pt x="7074" y="1733"/>
                    </a:lnTo>
                    <a:lnTo>
                      <a:pt x="4836" y="780"/>
                    </a:lnTo>
                    <a:cubicBezTo>
                      <a:pt x="4815" y="773"/>
                      <a:pt x="4793" y="770"/>
                      <a:pt x="4773" y="770"/>
                    </a:cubicBezTo>
                    <a:cubicBezTo>
                      <a:pt x="4753" y="770"/>
                      <a:pt x="4735" y="773"/>
                      <a:pt x="4721" y="780"/>
                    </a:cubicBezTo>
                    <a:lnTo>
                      <a:pt x="3811" y="882"/>
                    </a:lnTo>
                    <a:cubicBezTo>
                      <a:pt x="3768" y="882"/>
                      <a:pt x="3725" y="882"/>
                      <a:pt x="3682" y="853"/>
                    </a:cubicBezTo>
                    <a:lnTo>
                      <a:pt x="22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0"/>
              <p:cNvSpPr/>
              <p:nvPr/>
            </p:nvSpPr>
            <p:spPr>
              <a:xfrm>
                <a:off x="2774354" y="2035734"/>
                <a:ext cx="114691" cy="198316"/>
              </a:xfrm>
              <a:custGeom>
                <a:avLst/>
                <a:gdLst/>
                <a:ahLst/>
                <a:cxnLst/>
                <a:rect l="l" t="t" r="r" b="b"/>
                <a:pathLst>
                  <a:path w="4375" h="7565" extrusionOk="0">
                    <a:moveTo>
                      <a:pt x="0" y="0"/>
                    </a:moveTo>
                    <a:lnTo>
                      <a:pt x="0" y="6785"/>
                    </a:lnTo>
                    <a:lnTo>
                      <a:pt x="1271" y="7536"/>
                    </a:lnTo>
                    <a:cubicBezTo>
                      <a:pt x="1308" y="7554"/>
                      <a:pt x="1350" y="7564"/>
                      <a:pt x="1392" y="7564"/>
                    </a:cubicBezTo>
                    <a:cubicBezTo>
                      <a:pt x="1480" y="7564"/>
                      <a:pt x="1568" y="7522"/>
                      <a:pt x="1617" y="7435"/>
                    </a:cubicBezTo>
                    <a:lnTo>
                      <a:pt x="4302" y="2787"/>
                    </a:lnTo>
                    <a:cubicBezTo>
                      <a:pt x="4374" y="2671"/>
                      <a:pt x="4331" y="2512"/>
                      <a:pt x="4216" y="2440"/>
                    </a:cubicBezTo>
                    <a:lnTo>
                      <a:pt x="0" y="0"/>
                    </a:ln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0"/>
              <p:cNvSpPr/>
              <p:nvPr/>
            </p:nvSpPr>
            <p:spPr>
              <a:xfrm>
                <a:off x="2774354" y="2035734"/>
                <a:ext cx="88580" cy="185445"/>
              </a:xfrm>
              <a:custGeom>
                <a:avLst/>
                <a:gdLst/>
                <a:ahLst/>
                <a:cxnLst/>
                <a:rect l="l" t="t" r="r" b="b"/>
                <a:pathLst>
                  <a:path w="3379" h="7074" extrusionOk="0">
                    <a:moveTo>
                      <a:pt x="0" y="0"/>
                    </a:moveTo>
                    <a:lnTo>
                      <a:pt x="0" y="6785"/>
                    </a:lnTo>
                    <a:lnTo>
                      <a:pt x="506" y="7074"/>
                    </a:lnTo>
                    <a:lnTo>
                      <a:pt x="3378" y="1949"/>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0"/>
              <p:cNvSpPr/>
              <p:nvPr/>
            </p:nvSpPr>
            <p:spPr>
              <a:xfrm>
                <a:off x="2774354" y="2175381"/>
                <a:ext cx="54894" cy="58669"/>
              </a:xfrm>
              <a:custGeom>
                <a:avLst/>
                <a:gdLst/>
                <a:ahLst/>
                <a:cxnLst/>
                <a:rect l="l" t="t" r="r" b="b"/>
                <a:pathLst>
                  <a:path w="2094" h="2238" extrusionOk="0">
                    <a:moveTo>
                      <a:pt x="0" y="0"/>
                    </a:moveTo>
                    <a:lnTo>
                      <a:pt x="0" y="1458"/>
                    </a:lnTo>
                    <a:lnTo>
                      <a:pt x="1271" y="2209"/>
                    </a:lnTo>
                    <a:cubicBezTo>
                      <a:pt x="1308" y="2227"/>
                      <a:pt x="1350" y="2237"/>
                      <a:pt x="1392" y="2237"/>
                    </a:cubicBezTo>
                    <a:cubicBezTo>
                      <a:pt x="1480" y="2237"/>
                      <a:pt x="1568" y="2195"/>
                      <a:pt x="1617" y="2108"/>
                    </a:cubicBezTo>
                    <a:lnTo>
                      <a:pt x="2094" y="1285"/>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0"/>
              <p:cNvSpPr/>
              <p:nvPr/>
            </p:nvSpPr>
            <p:spPr>
              <a:xfrm>
                <a:off x="2774354" y="2175381"/>
                <a:ext cx="28784" cy="45798"/>
              </a:xfrm>
              <a:custGeom>
                <a:avLst/>
                <a:gdLst/>
                <a:ahLst/>
                <a:cxnLst/>
                <a:rect l="l" t="t" r="r" b="b"/>
                <a:pathLst>
                  <a:path w="1098" h="1747" extrusionOk="0">
                    <a:moveTo>
                      <a:pt x="0" y="0"/>
                    </a:moveTo>
                    <a:lnTo>
                      <a:pt x="0" y="1458"/>
                    </a:lnTo>
                    <a:lnTo>
                      <a:pt x="506" y="1747"/>
                    </a:lnTo>
                    <a:lnTo>
                      <a:pt x="1098" y="66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0"/>
              <p:cNvSpPr/>
              <p:nvPr/>
            </p:nvSpPr>
            <p:spPr>
              <a:xfrm>
                <a:off x="2829983" y="2199105"/>
                <a:ext cx="78357" cy="62811"/>
              </a:xfrm>
              <a:custGeom>
                <a:avLst/>
                <a:gdLst/>
                <a:ahLst/>
                <a:cxnLst/>
                <a:rect l="l" t="t" r="r" b="b"/>
                <a:pathLst>
                  <a:path w="2989" h="2396" extrusionOk="0">
                    <a:moveTo>
                      <a:pt x="2228" y="0"/>
                    </a:moveTo>
                    <a:cubicBezTo>
                      <a:pt x="2096" y="0"/>
                      <a:pt x="1963" y="40"/>
                      <a:pt x="1848" y="120"/>
                    </a:cubicBezTo>
                    <a:lnTo>
                      <a:pt x="376" y="1188"/>
                    </a:lnTo>
                    <a:cubicBezTo>
                      <a:pt x="73" y="1405"/>
                      <a:pt x="0" y="1823"/>
                      <a:pt x="217" y="2112"/>
                    </a:cubicBezTo>
                    <a:cubicBezTo>
                      <a:pt x="349" y="2297"/>
                      <a:pt x="556" y="2396"/>
                      <a:pt x="767" y="2396"/>
                    </a:cubicBezTo>
                    <a:cubicBezTo>
                      <a:pt x="901" y="2396"/>
                      <a:pt x="1037" y="2355"/>
                      <a:pt x="1155" y="2271"/>
                    </a:cubicBezTo>
                    <a:lnTo>
                      <a:pt x="2628" y="1203"/>
                    </a:lnTo>
                    <a:cubicBezTo>
                      <a:pt x="2916" y="986"/>
                      <a:pt x="2989" y="553"/>
                      <a:pt x="2758" y="264"/>
                    </a:cubicBezTo>
                    <a:cubicBezTo>
                      <a:pt x="2627" y="91"/>
                      <a:pt x="2429" y="0"/>
                      <a:pt x="2228" y="0"/>
                    </a:cubicBez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0"/>
              <p:cNvSpPr/>
              <p:nvPr/>
            </p:nvSpPr>
            <p:spPr>
              <a:xfrm>
                <a:off x="2833390" y="2200337"/>
                <a:ext cx="74949" cy="61579"/>
              </a:xfrm>
              <a:custGeom>
                <a:avLst/>
                <a:gdLst/>
                <a:ahLst/>
                <a:cxnLst/>
                <a:rect l="l" t="t" r="r" b="b"/>
                <a:pathLst>
                  <a:path w="2859" h="2349" extrusionOk="0">
                    <a:moveTo>
                      <a:pt x="2353" y="1"/>
                    </a:moveTo>
                    <a:cubicBezTo>
                      <a:pt x="2454" y="290"/>
                      <a:pt x="2368" y="607"/>
                      <a:pt x="2122" y="780"/>
                    </a:cubicBezTo>
                    <a:lnTo>
                      <a:pt x="650" y="1849"/>
                    </a:lnTo>
                    <a:cubicBezTo>
                      <a:pt x="533" y="1939"/>
                      <a:pt x="393" y="1984"/>
                      <a:pt x="252" y="1984"/>
                    </a:cubicBezTo>
                    <a:cubicBezTo>
                      <a:pt x="167" y="1984"/>
                      <a:pt x="82" y="1968"/>
                      <a:pt x="0" y="1935"/>
                    </a:cubicBezTo>
                    <a:lnTo>
                      <a:pt x="0" y="1935"/>
                    </a:lnTo>
                    <a:cubicBezTo>
                      <a:pt x="114" y="2201"/>
                      <a:pt x="365" y="2348"/>
                      <a:pt x="622" y="2348"/>
                    </a:cubicBezTo>
                    <a:cubicBezTo>
                      <a:pt x="756" y="2348"/>
                      <a:pt x="892" y="2308"/>
                      <a:pt x="1011" y="2224"/>
                    </a:cubicBezTo>
                    <a:lnTo>
                      <a:pt x="2483" y="1156"/>
                    </a:lnTo>
                    <a:cubicBezTo>
                      <a:pt x="2786" y="939"/>
                      <a:pt x="2859" y="521"/>
                      <a:pt x="2628" y="217"/>
                    </a:cubicBezTo>
                    <a:cubicBezTo>
                      <a:pt x="2555" y="116"/>
                      <a:pt x="2454" y="44"/>
                      <a:pt x="2353" y="1"/>
                    </a:cubicBezTo>
                    <a:close/>
                  </a:path>
                </a:pathLst>
              </a:custGeom>
              <a:solidFill>
                <a:srgbClr val="FFD4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0"/>
              <p:cNvSpPr/>
              <p:nvPr/>
            </p:nvSpPr>
            <p:spPr>
              <a:xfrm>
                <a:off x="2859868" y="2226815"/>
                <a:ext cx="69653" cy="56546"/>
              </a:xfrm>
              <a:custGeom>
                <a:avLst/>
                <a:gdLst/>
                <a:ahLst/>
                <a:cxnLst/>
                <a:rect l="l" t="t" r="r" b="b"/>
                <a:pathLst>
                  <a:path w="2657" h="2157" extrusionOk="0">
                    <a:moveTo>
                      <a:pt x="1904" y="0"/>
                    </a:moveTo>
                    <a:cubicBezTo>
                      <a:pt x="1766" y="0"/>
                      <a:pt x="1626" y="43"/>
                      <a:pt x="1502" y="131"/>
                    </a:cubicBezTo>
                    <a:lnTo>
                      <a:pt x="376" y="940"/>
                    </a:lnTo>
                    <a:cubicBezTo>
                      <a:pt x="73" y="1156"/>
                      <a:pt x="1" y="1589"/>
                      <a:pt x="232" y="1892"/>
                    </a:cubicBezTo>
                    <a:cubicBezTo>
                      <a:pt x="362" y="2066"/>
                      <a:pt x="561" y="2156"/>
                      <a:pt x="761" y="2156"/>
                    </a:cubicBezTo>
                    <a:cubicBezTo>
                      <a:pt x="893" y="2156"/>
                      <a:pt x="1026" y="2117"/>
                      <a:pt x="1141" y="2037"/>
                    </a:cubicBezTo>
                    <a:lnTo>
                      <a:pt x="2282" y="1199"/>
                    </a:lnTo>
                    <a:cubicBezTo>
                      <a:pt x="2585" y="983"/>
                      <a:pt x="2657" y="550"/>
                      <a:pt x="2426" y="261"/>
                    </a:cubicBezTo>
                    <a:cubicBezTo>
                      <a:pt x="2298" y="90"/>
                      <a:pt x="2104" y="0"/>
                      <a:pt x="1904" y="0"/>
                    </a:cubicBez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0"/>
              <p:cNvSpPr/>
              <p:nvPr/>
            </p:nvSpPr>
            <p:spPr>
              <a:xfrm>
                <a:off x="2863669" y="2227968"/>
                <a:ext cx="65852" cy="55392"/>
              </a:xfrm>
              <a:custGeom>
                <a:avLst/>
                <a:gdLst/>
                <a:ahLst/>
                <a:cxnLst/>
                <a:rect l="l" t="t" r="r" b="b"/>
                <a:pathLst>
                  <a:path w="2512" h="2113" extrusionOk="0">
                    <a:moveTo>
                      <a:pt x="2007" y="1"/>
                    </a:moveTo>
                    <a:lnTo>
                      <a:pt x="2007" y="1"/>
                    </a:lnTo>
                    <a:cubicBezTo>
                      <a:pt x="2122" y="289"/>
                      <a:pt x="2021" y="607"/>
                      <a:pt x="1776" y="795"/>
                    </a:cubicBezTo>
                    <a:lnTo>
                      <a:pt x="635" y="1617"/>
                    </a:lnTo>
                    <a:cubicBezTo>
                      <a:pt x="520" y="1697"/>
                      <a:pt x="382" y="1739"/>
                      <a:pt x="247" y="1739"/>
                    </a:cubicBezTo>
                    <a:cubicBezTo>
                      <a:pt x="162" y="1739"/>
                      <a:pt x="78" y="1723"/>
                      <a:pt x="0" y="1690"/>
                    </a:cubicBezTo>
                    <a:lnTo>
                      <a:pt x="0" y="1690"/>
                    </a:lnTo>
                    <a:cubicBezTo>
                      <a:pt x="15" y="1747"/>
                      <a:pt x="44" y="1805"/>
                      <a:pt x="87" y="1848"/>
                    </a:cubicBezTo>
                    <a:cubicBezTo>
                      <a:pt x="217" y="2022"/>
                      <a:pt x="416" y="2112"/>
                      <a:pt x="616" y="2112"/>
                    </a:cubicBezTo>
                    <a:cubicBezTo>
                      <a:pt x="748" y="2112"/>
                      <a:pt x="881" y="2073"/>
                      <a:pt x="996" y="1993"/>
                    </a:cubicBezTo>
                    <a:lnTo>
                      <a:pt x="2151" y="1155"/>
                    </a:lnTo>
                    <a:cubicBezTo>
                      <a:pt x="2440" y="939"/>
                      <a:pt x="2512" y="506"/>
                      <a:pt x="2281" y="217"/>
                    </a:cubicBezTo>
                    <a:cubicBezTo>
                      <a:pt x="2209" y="116"/>
                      <a:pt x="2108" y="44"/>
                      <a:pt x="2007" y="1"/>
                    </a:cubicBezTo>
                    <a:close/>
                  </a:path>
                </a:pathLst>
              </a:custGeom>
              <a:solidFill>
                <a:srgbClr val="FFD4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0"/>
              <p:cNvSpPr/>
              <p:nvPr/>
            </p:nvSpPr>
            <p:spPr>
              <a:xfrm>
                <a:off x="2889779" y="2254734"/>
                <a:ext cx="60950" cy="50097"/>
              </a:xfrm>
              <a:custGeom>
                <a:avLst/>
                <a:gdLst/>
                <a:ahLst/>
                <a:cxnLst/>
                <a:rect l="l" t="t" r="r" b="b"/>
                <a:pathLst>
                  <a:path w="2325" h="1911" extrusionOk="0">
                    <a:moveTo>
                      <a:pt x="1565" y="0"/>
                    </a:moveTo>
                    <a:cubicBezTo>
                      <a:pt x="1432" y="0"/>
                      <a:pt x="1299" y="40"/>
                      <a:pt x="1184" y="120"/>
                    </a:cubicBezTo>
                    <a:lnTo>
                      <a:pt x="361" y="697"/>
                    </a:lnTo>
                    <a:cubicBezTo>
                      <a:pt x="72" y="914"/>
                      <a:pt x="0" y="1333"/>
                      <a:pt x="217" y="1636"/>
                    </a:cubicBezTo>
                    <a:cubicBezTo>
                      <a:pt x="346" y="1817"/>
                      <a:pt x="547" y="1910"/>
                      <a:pt x="750" y="1910"/>
                    </a:cubicBezTo>
                    <a:cubicBezTo>
                      <a:pt x="887" y="1910"/>
                      <a:pt x="1024" y="1867"/>
                      <a:pt x="1141" y="1780"/>
                    </a:cubicBezTo>
                    <a:lnTo>
                      <a:pt x="1963" y="1203"/>
                    </a:lnTo>
                    <a:cubicBezTo>
                      <a:pt x="2252" y="972"/>
                      <a:pt x="2324" y="553"/>
                      <a:pt x="2108" y="264"/>
                    </a:cubicBezTo>
                    <a:cubicBezTo>
                      <a:pt x="1969" y="90"/>
                      <a:pt x="1767" y="0"/>
                      <a:pt x="1565" y="0"/>
                    </a:cubicBez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0"/>
              <p:cNvSpPr/>
              <p:nvPr/>
            </p:nvSpPr>
            <p:spPr>
              <a:xfrm>
                <a:off x="2893187" y="2255599"/>
                <a:ext cx="57542" cy="49468"/>
              </a:xfrm>
              <a:custGeom>
                <a:avLst/>
                <a:gdLst/>
                <a:ahLst/>
                <a:cxnLst/>
                <a:rect l="l" t="t" r="r" b="b"/>
                <a:pathLst>
                  <a:path w="2195" h="1887" extrusionOk="0">
                    <a:moveTo>
                      <a:pt x="1660" y="0"/>
                    </a:moveTo>
                    <a:lnTo>
                      <a:pt x="1660" y="0"/>
                    </a:lnTo>
                    <a:cubicBezTo>
                      <a:pt x="1761" y="275"/>
                      <a:pt x="1660" y="592"/>
                      <a:pt x="1429" y="766"/>
                    </a:cubicBezTo>
                    <a:lnTo>
                      <a:pt x="606" y="1357"/>
                    </a:lnTo>
                    <a:cubicBezTo>
                      <a:pt x="491" y="1434"/>
                      <a:pt x="350" y="1479"/>
                      <a:pt x="209" y="1479"/>
                    </a:cubicBezTo>
                    <a:cubicBezTo>
                      <a:pt x="138" y="1479"/>
                      <a:pt x="68" y="1468"/>
                      <a:pt x="0" y="1444"/>
                    </a:cubicBezTo>
                    <a:lnTo>
                      <a:pt x="0" y="1444"/>
                    </a:lnTo>
                    <a:cubicBezTo>
                      <a:pt x="15" y="1502"/>
                      <a:pt x="58" y="1559"/>
                      <a:pt x="87" y="1603"/>
                    </a:cubicBezTo>
                    <a:cubicBezTo>
                      <a:pt x="219" y="1788"/>
                      <a:pt x="426" y="1887"/>
                      <a:pt x="636" y="1887"/>
                    </a:cubicBezTo>
                    <a:cubicBezTo>
                      <a:pt x="771" y="1887"/>
                      <a:pt x="907" y="1846"/>
                      <a:pt x="1025" y="1762"/>
                    </a:cubicBezTo>
                    <a:lnTo>
                      <a:pt x="1833" y="1170"/>
                    </a:lnTo>
                    <a:cubicBezTo>
                      <a:pt x="2137" y="953"/>
                      <a:pt x="2194" y="520"/>
                      <a:pt x="1978" y="231"/>
                    </a:cubicBezTo>
                    <a:cubicBezTo>
                      <a:pt x="1891" y="116"/>
                      <a:pt x="1790" y="44"/>
                      <a:pt x="1660" y="0"/>
                    </a:cubicBezTo>
                    <a:close/>
                  </a:path>
                </a:pathLst>
              </a:custGeom>
              <a:solidFill>
                <a:srgbClr val="FFD4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0"/>
              <p:cNvSpPr/>
              <p:nvPr/>
            </p:nvSpPr>
            <p:spPr>
              <a:xfrm>
                <a:off x="2919664" y="2281971"/>
                <a:ext cx="52246" cy="44277"/>
              </a:xfrm>
              <a:custGeom>
                <a:avLst/>
                <a:gdLst/>
                <a:ahLst/>
                <a:cxnLst/>
                <a:rect l="l" t="t" r="r" b="b"/>
                <a:pathLst>
                  <a:path w="1993" h="1689" extrusionOk="0">
                    <a:moveTo>
                      <a:pt x="1233" y="1"/>
                    </a:moveTo>
                    <a:cubicBezTo>
                      <a:pt x="1100" y="1"/>
                      <a:pt x="967" y="40"/>
                      <a:pt x="852" y="120"/>
                    </a:cubicBezTo>
                    <a:lnTo>
                      <a:pt x="362" y="481"/>
                    </a:lnTo>
                    <a:cubicBezTo>
                      <a:pt x="58" y="698"/>
                      <a:pt x="1" y="1116"/>
                      <a:pt x="217" y="1405"/>
                    </a:cubicBezTo>
                    <a:cubicBezTo>
                      <a:pt x="349" y="1590"/>
                      <a:pt x="551" y="1689"/>
                      <a:pt x="757" y="1689"/>
                    </a:cubicBezTo>
                    <a:cubicBezTo>
                      <a:pt x="889" y="1689"/>
                      <a:pt x="1023" y="1648"/>
                      <a:pt x="1141" y="1564"/>
                    </a:cubicBezTo>
                    <a:lnTo>
                      <a:pt x="1632" y="1203"/>
                    </a:lnTo>
                    <a:cubicBezTo>
                      <a:pt x="1935" y="987"/>
                      <a:pt x="1993" y="553"/>
                      <a:pt x="1762" y="265"/>
                    </a:cubicBezTo>
                    <a:cubicBezTo>
                      <a:pt x="1631" y="91"/>
                      <a:pt x="1433" y="1"/>
                      <a:pt x="1233" y="1"/>
                    </a:cubicBez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0"/>
              <p:cNvSpPr/>
              <p:nvPr/>
            </p:nvSpPr>
            <p:spPr>
              <a:xfrm>
                <a:off x="2923072" y="2283229"/>
                <a:ext cx="48839" cy="43071"/>
              </a:xfrm>
              <a:custGeom>
                <a:avLst/>
                <a:gdLst/>
                <a:ahLst/>
                <a:cxnLst/>
                <a:rect l="l" t="t" r="r" b="b"/>
                <a:pathLst>
                  <a:path w="1863" h="1643" extrusionOk="0">
                    <a:moveTo>
                      <a:pt x="1343" y="0"/>
                    </a:moveTo>
                    <a:lnTo>
                      <a:pt x="1343" y="0"/>
                    </a:lnTo>
                    <a:cubicBezTo>
                      <a:pt x="1459" y="289"/>
                      <a:pt x="1358" y="606"/>
                      <a:pt x="1112" y="780"/>
                    </a:cubicBezTo>
                    <a:lnTo>
                      <a:pt x="636" y="1141"/>
                    </a:lnTo>
                    <a:cubicBezTo>
                      <a:pt x="520" y="1221"/>
                      <a:pt x="388" y="1262"/>
                      <a:pt x="253" y="1262"/>
                    </a:cubicBezTo>
                    <a:cubicBezTo>
                      <a:pt x="169" y="1262"/>
                      <a:pt x="84" y="1246"/>
                      <a:pt x="1" y="1213"/>
                    </a:cubicBezTo>
                    <a:lnTo>
                      <a:pt x="1" y="1213"/>
                    </a:lnTo>
                    <a:cubicBezTo>
                      <a:pt x="106" y="1482"/>
                      <a:pt x="360" y="1643"/>
                      <a:pt x="624" y="1643"/>
                    </a:cubicBezTo>
                    <a:cubicBezTo>
                      <a:pt x="756" y="1643"/>
                      <a:pt x="891" y="1603"/>
                      <a:pt x="1011" y="1516"/>
                    </a:cubicBezTo>
                    <a:lnTo>
                      <a:pt x="1502" y="1155"/>
                    </a:lnTo>
                    <a:cubicBezTo>
                      <a:pt x="1791" y="939"/>
                      <a:pt x="1863" y="520"/>
                      <a:pt x="1632" y="217"/>
                    </a:cubicBezTo>
                    <a:cubicBezTo>
                      <a:pt x="1560" y="116"/>
                      <a:pt x="1459" y="44"/>
                      <a:pt x="1343" y="0"/>
                    </a:cubicBezTo>
                    <a:close/>
                  </a:path>
                </a:pathLst>
              </a:custGeom>
              <a:solidFill>
                <a:srgbClr val="FFD4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0"/>
              <p:cNvSpPr/>
              <p:nvPr/>
            </p:nvSpPr>
            <p:spPr>
              <a:xfrm>
                <a:off x="2925353" y="2108768"/>
                <a:ext cx="75709" cy="116211"/>
              </a:xfrm>
              <a:custGeom>
                <a:avLst/>
                <a:gdLst/>
                <a:ahLst/>
                <a:cxnLst/>
                <a:rect l="l" t="t" r="r" b="b"/>
                <a:pathLst>
                  <a:path w="2888" h="4433" extrusionOk="0">
                    <a:moveTo>
                      <a:pt x="621" y="1"/>
                    </a:moveTo>
                    <a:cubicBezTo>
                      <a:pt x="520" y="1"/>
                      <a:pt x="433" y="73"/>
                      <a:pt x="404" y="159"/>
                    </a:cubicBezTo>
                    <a:lnTo>
                      <a:pt x="0" y="1776"/>
                    </a:lnTo>
                    <a:lnTo>
                      <a:pt x="0" y="3552"/>
                    </a:lnTo>
                    <a:cubicBezTo>
                      <a:pt x="0" y="4042"/>
                      <a:pt x="404" y="4432"/>
                      <a:pt x="881" y="4432"/>
                    </a:cubicBezTo>
                    <a:cubicBezTo>
                      <a:pt x="1372" y="4432"/>
                      <a:pt x="1776" y="4042"/>
                      <a:pt x="1776" y="3552"/>
                    </a:cubicBezTo>
                    <a:lnTo>
                      <a:pt x="1776" y="2224"/>
                    </a:lnTo>
                    <a:lnTo>
                      <a:pt x="2887" y="1"/>
                    </a:ln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0"/>
              <p:cNvSpPr/>
              <p:nvPr/>
            </p:nvSpPr>
            <p:spPr>
              <a:xfrm>
                <a:off x="2925353" y="2108768"/>
                <a:ext cx="32192" cy="116211"/>
              </a:xfrm>
              <a:custGeom>
                <a:avLst/>
                <a:gdLst/>
                <a:ahLst/>
                <a:cxnLst/>
                <a:rect l="l" t="t" r="r" b="b"/>
                <a:pathLst>
                  <a:path w="1228" h="4433" extrusionOk="0">
                    <a:moveTo>
                      <a:pt x="621" y="1"/>
                    </a:moveTo>
                    <a:cubicBezTo>
                      <a:pt x="520" y="1"/>
                      <a:pt x="433" y="73"/>
                      <a:pt x="404" y="174"/>
                    </a:cubicBezTo>
                    <a:lnTo>
                      <a:pt x="0" y="1776"/>
                    </a:lnTo>
                    <a:lnTo>
                      <a:pt x="0" y="3552"/>
                    </a:lnTo>
                    <a:cubicBezTo>
                      <a:pt x="0" y="4042"/>
                      <a:pt x="404" y="4432"/>
                      <a:pt x="895" y="4432"/>
                    </a:cubicBezTo>
                    <a:cubicBezTo>
                      <a:pt x="996" y="4432"/>
                      <a:pt x="1112" y="4418"/>
                      <a:pt x="1227" y="4374"/>
                    </a:cubicBezTo>
                    <a:cubicBezTo>
                      <a:pt x="881" y="4230"/>
                      <a:pt x="664" y="3912"/>
                      <a:pt x="664" y="3552"/>
                    </a:cubicBezTo>
                    <a:lnTo>
                      <a:pt x="664" y="1776"/>
                    </a:lnTo>
                    <a:lnTo>
                      <a:pt x="1112" y="1"/>
                    </a:lnTo>
                    <a:close/>
                  </a:path>
                </a:pathLst>
              </a:custGeom>
              <a:solidFill>
                <a:srgbClr val="FFD4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6" name="Google Shape;526;p30"/>
          <p:cNvGrpSpPr/>
          <p:nvPr/>
        </p:nvGrpSpPr>
        <p:grpSpPr>
          <a:xfrm>
            <a:off x="6772575" y="1052559"/>
            <a:ext cx="785100" cy="785100"/>
            <a:chOff x="6839250" y="1915150"/>
            <a:chExt cx="785100" cy="785100"/>
          </a:xfrm>
        </p:grpSpPr>
        <p:sp>
          <p:nvSpPr>
            <p:cNvPr id="527" name="Google Shape;527;p30"/>
            <p:cNvSpPr/>
            <p:nvPr/>
          </p:nvSpPr>
          <p:spPr>
            <a:xfrm>
              <a:off x="6839250" y="1915150"/>
              <a:ext cx="785100" cy="785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8" name="Google Shape;528;p30"/>
            <p:cNvGrpSpPr/>
            <p:nvPr/>
          </p:nvGrpSpPr>
          <p:grpSpPr>
            <a:xfrm>
              <a:off x="6983008" y="2092915"/>
              <a:ext cx="481671" cy="479735"/>
              <a:chOff x="4652476" y="2898915"/>
              <a:chExt cx="386016" cy="384495"/>
            </a:xfrm>
          </p:grpSpPr>
          <p:sp>
            <p:nvSpPr>
              <p:cNvPr id="529" name="Google Shape;529;p30"/>
              <p:cNvSpPr/>
              <p:nvPr/>
            </p:nvSpPr>
            <p:spPr>
              <a:xfrm>
                <a:off x="4842456" y="3088895"/>
                <a:ext cx="60190" cy="60190"/>
              </a:xfrm>
              <a:custGeom>
                <a:avLst/>
                <a:gdLst/>
                <a:ahLst/>
                <a:cxnLst/>
                <a:rect l="l" t="t" r="r" b="b"/>
                <a:pathLst>
                  <a:path w="2296" h="2296" extrusionOk="0">
                    <a:moveTo>
                      <a:pt x="592" y="0"/>
                    </a:moveTo>
                    <a:lnTo>
                      <a:pt x="0" y="592"/>
                    </a:lnTo>
                    <a:lnTo>
                      <a:pt x="1704" y="2295"/>
                    </a:lnTo>
                    <a:lnTo>
                      <a:pt x="2295" y="1703"/>
                    </a:lnTo>
                    <a:lnTo>
                      <a:pt x="592" y="0"/>
                    </a:ln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0"/>
              <p:cNvSpPr/>
              <p:nvPr/>
            </p:nvSpPr>
            <p:spPr>
              <a:xfrm>
                <a:off x="4652476" y="2898915"/>
                <a:ext cx="247889" cy="247889"/>
              </a:xfrm>
              <a:custGeom>
                <a:avLst/>
                <a:gdLst/>
                <a:ahLst/>
                <a:cxnLst/>
                <a:rect l="l" t="t" r="r" b="b"/>
                <a:pathLst>
                  <a:path w="9456" h="9456" extrusionOk="0">
                    <a:moveTo>
                      <a:pt x="4721" y="1"/>
                    </a:moveTo>
                    <a:cubicBezTo>
                      <a:pt x="2108" y="1"/>
                      <a:pt x="1" y="2108"/>
                      <a:pt x="1" y="4721"/>
                    </a:cubicBezTo>
                    <a:cubicBezTo>
                      <a:pt x="1" y="7334"/>
                      <a:pt x="2108" y="9456"/>
                      <a:pt x="4721" y="9456"/>
                    </a:cubicBezTo>
                    <a:cubicBezTo>
                      <a:pt x="7334" y="9456"/>
                      <a:pt x="9456" y="7334"/>
                      <a:pt x="9456" y="4721"/>
                    </a:cubicBezTo>
                    <a:cubicBezTo>
                      <a:pt x="9456" y="2108"/>
                      <a:pt x="7334" y="1"/>
                      <a:pt x="4721" y="1"/>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0"/>
              <p:cNvSpPr/>
              <p:nvPr/>
            </p:nvSpPr>
            <p:spPr>
              <a:xfrm>
                <a:off x="4680866" y="2927306"/>
                <a:ext cx="191134" cy="191134"/>
              </a:xfrm>
              <a:custGeom>
                <a:avLst/>
                <a:gdLst/>
                <a:ahLst/>
                <a:cxnLst/>
                <a:rect l="l" t="t" r="r" b="b"/>
                <a:pathLst>
                  <a:path w="7291" h="7291" extrusionOk="0">
                    <a:moveTo>
                      <a:pt x="3638" y="0"/>
                    </a:moveTo>
                    <a:cubicBezTo>
                      <a:pt x="1632" y="0"/>
                      <a:pt x="0" y="1631"/>
                      <a:pt x="0" y="3638"/>
                    </a:cubicBezTo>
                    <a:cubicBezTo>
                      <a:pt x="0" y="5659"/>
                      <a:pt x="1632" y="7290"/>
                      <a:pt x="3638" y="7290"/>
                    </a:cubicBezTo>
                    <a:cubicBezTo>
                      <a:pt x="5659" y="7290"/>
                      <a:pt x="7290" y="5659"/>
                      <a:pt x="7290" y="3638"/>
                    </a:cubicBezTo>
                    <a:cubicBezTo>
                      <a:pt x="7290" y="1631"/>
                      <a:pt x="5659" y="0"/>
                      <a:pt x="36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0"/>
              <p:cNvSpPr/>
              <p:nvPr/>
            </p:nvSpPr>
            <p:spPr>
              <a:xfrm>
                <a:off x="4869693" y="3117653"/>
                <a:ext cx="168798" cy="165757"/>
              </a:xfrm>
              <a:custGeom>
                <a:avLst/>
                <a:gdLst/>
                <a:ahLst/>
                <a:cxnLst/>
                <a:rect l="l" t="t" r="r" b="b"/>
                <a:pathLst>
                  <a:path w="6439" h="6323" extrusionOk="0">
                    <a:moveTo>
                      <a:pt x="1293" y="0"/>
                    </a:moveTo>
                    <a:cubicBezTo>
                      <a:pt x="1145" y="0"/>
                      <a:pt x="997" y="58"/>
                      <a:pt x="881" y="173"/>
                    </a:cubicBezTo>
                    <a:lnTo>
                      <a:pt x="232" y="823"/>
                    </a:lnTo>
                    <a:cubicBezTo>
                      <a:pt x="1" y="1054"/>
                      <a:pt x="1" y="1415"/>
                      <a:pt x="232" y="1646"/>
                    </a:cubicBezTo>
                    <a:lnTo>
                      <a:pt x="4735" y="6150"/>
                    </a:lnTo>
                    <a:cubicBezTo>
                      <a:pt x="4851" y="6265"/>
                      <a:pt x="4999" y="6323"/>
                      <a:pt x="5147" y="6323"/>
                    </a:cubicBezTo>
                    <a:cubicBezTo>
                      <a:pt x="5295" y="6323"/>
                      <a:pt x="5443" y="6265"/>
                      <a:pt x="5558" y="6150"/>
                    </a:cubicBezTo>
                    <a:lnTo>
                      <a:pt x="6208" y="5500"/>
                    </a:lnTo>
                    <a:cubicBezTo>
                      <a:pt x="6439" y="5269"/>
                      <a:pt x="6439" y="4908"/>
                      <a:pt x="6208" y="4677"/>
                    </a:cubicBezTo>
                    <a:lnTo>
                      <a:pt x="1704" y="173"/>
                    </a:lnTo>
                    <a:cubicBezTo>
                      <a:pt x="1588" y="58"/>
                      <a:pt x="1441" y="0"/>
                      <a:pt x="1293" y="0"/>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0"/>
              <p:cNvSpPr/>
              <p:nvPr/>
            </p:nvSpPr>
            <p:spPr>
              <a:xfrm>
                <a:off x="4881437" y="3118020"/>
                <a:ext cx="157054" cy="155560"/>
              </a:xfrm>
              <a:custGeom>
                <a:avLst/>
                <a:gdLst/>
                <a:ahLst/>
                <a:cxnLst/>
                <a:rect l="l" t="t" r="r" b="b"/>
                <a:pathLst>
                  <a:path w="5991" h="5934" extrusionOk="0">
                    <a:moveTo>
                      <a:pt x="25" y="582"/>
                    </a:moveTo>
                    <a:cubicBezTo>
                      <a:pt x="17" y="590"/>
                      <a:pt x="8" y="598"/>
                      <a:pt x="0" y="607"/>
                    </a:cubicBezTo>
                    <a:lnTo>
                      <a:pt x="25" y="582"/>
                    </a:lnTo>
                    <a:close/>
                    <a:moveTo>
                      <a:pt x="845" y="1"/>
                    </a:moveTo>
                    <a:cubicBezTo>
                      <a:pt x="697" y="1"/>
                      <a:pt x="549" y="58"/>
                      <a:pt x="433" y="174"/>
                    </a:cubicBezTo>
                    <a:lnTo>
                      <a:pt x="25" y="582"/>
                    </a:lnTo>
                    <a:lnTo>
                      <a:pt x="25" y="582"/>
                    </a:lnTo>
                    <a:cubicBezTo>
                      <a:pt x="131" y="483"/>
                      <a:pt x="267" y="434"/>
                      <a:pt x="404" y="434"/>
                    </a:cubicBezTo>
                    <a:cubicBezTo>
                      <a:pt x="552" y="434"/>
                      <a:pt x="700" y="491"/>
                      <a:pt x="808" y="607"/>
                    </a:cubicBezTo>
                    <a:lnTo>
                      <a:pt x="5327" y="5111"/>
                    </a:lnTo>
                    <a:cubicBezTo>
                      <a:pt x="5543" y="5342"/>
                      <a:pt x="5543" y="5703"/>
                      <a:pt x="5327" y="5934"/>
                    </a:cubicBezTo>
                    <a:lnTo>
                      <a:pt x="5760" y="5501"/>
                    </a:lnTo>
                    <a:cubicBezTo>
                      <a:pt x="5991" y="5270"/>
                      <a:pt x="5991" y="4909"/>
                      <a:pt x="5760" y="4678"/>
                    </a:cubicBezTo>
                    <a:lnTo>
                      <a:pt x="1256" y="174"/>
                    </a:lnTo>
                    <a:cubicBezTo>
                      <a:pt x="1140" y="58"/>
                      <a:pt x="993" y="1"/>
                      <a:pt x="8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0"/>
              <p:cNvSpPr/>
              <p:nvPr/>
            </p:nvSpPr>
            <p:spPr>
              <a:xfrm>
                <a:off x="4952952" y="3199391"/>
                <a:ext cx="54134" cy="54134"/>
              </a:xfrm>
              <a:custGeom>
                <a:avLst/>
                <a:gdLst/>
                <a:ahLst/>
                <a:cxnLst/>
                <a:rect l="l" t="t" r="r" b="b"/>
                <a:pathLst>
                  <a:path w="2065" h="2065" extrusionOk="0">
                    <a:moveTo>
                      <a:pt x="1458" y="0"/>
                    </a:moveTo>
                    <a:lnTo>
                      <a:pt x="0" y="1473"/>
                    </a:lnTo>
                    <a:lnTo>
                      <a:pt x="592" y="2064"/>
                    </a:lnTo>
                    <a:lnTo>
                      <a:pt x="2065" y="607"/>
                    </a:lnTo>
                    <a:lnTo>
                      <a:pt x="1458" y="0"/>
                    </a:ln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0"/>
              <p:cNvSpPr/>
              <p:nvPr/>
            </p:nvSpPr>
            <p:spPr>
              <a:xfrm>
                <a:off x="4931377" y="3179232"/>
                <a:ext cx="55209" cy="50464"/>
              </a:xfrm>
              <a:custGeom>
                <a:avLst/>
                <a:gdLst/>
                <a:ahLst/>
                <a:cxnLst/>
                <a:rect l="l" t="t" r="r" b="b"/>
                <a:pathLst>
                  <a:path w="2106" h="1925" extrusionOk="0">
                    <a:moveTo>
                      <a:pt x="1771" y="0"/>
                    </a:moveTo>
                    <a:cubicBezTo>
                      <a:pt x="1713" y="0"/>
                      <a:pt x="1653" y="26"/>
                      <a:pt x="1603" y="91"/>
                    </a:cubicBezTo>
                    <a:lnTo>
                      <a:pt x="130" y="1549"/>
                    </a:lnTo>
                    <a:cubicBezTo>
                      <a:pt x="1" y="1693"/>
                      <a:pt x="102" y="1924"/>
                      <a:pt x="289" y="1924"/>
                    </a:cubicBezTo>
                    <a:cubicBezTo>
                      <a:pt x="347" y="1924"/>
                      <a:pt x="405" y="1910"/>
                      <a:pt x="448" y="1866"/>
                    </a:cubicBezTo>
                    <a:lnTo>
                      <a:pt x="1920" y="394"/>
                    </a:lnTo>
                    <a:cubicBezTo>
                      <a:pt x="2105" y="242"/>
                      <a:pt x="1947" y="0"/>
                      <a:pt x="1771" y="0"/>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0"/>
              <p:cNvSpPr/>
              <p:nvPr/>
            </p:nvSpPr>
            <p:spPr>
              <a:xfrm>
                <a:off x="4736101" y="2955670"/>
                <a:ext cx="87453" cy="95396"/>
              </a:xfrm>
              <a:custGeom>
                <a:avLst/>
                <a:gdLst/>
                <a:ahLst/>
                <a:cxnLst/>
                <a:rect l="l" t="t" r="r" b="b"/>
                <a:pathLst>
                  <a:path w="3336" h="3639" extrusionOk="0">
                    <a:moveTo>
                      <a:pt x="1529" y="1"/>
                    </a:moveTo>
                    <a:cubicBezTo>
                      <a:pt x="1161" y="1"/>
                      <a:pt x="789" y="133"/>
                      <a:pt x="492" y="405"/>
                    </a:cubicBezTo>
                    <a:cubicBezTo>
                      <a:pt x="174" y="694"/>
                      <a:pt x="1" y="1098"/>
                      <a:pt x="1" y="1517"/>
                    </a:cubicBezTo>
                    <a:cubicBezTo>
                      <a:pt x="1" y="1863"/>
                      <a:pt x="257" y="2036"/>
                      <a:pt x="513" y="2036"/>
                    </a:cubicBezTo>
                    <a:cubicBezTo>
                      <a:pt x="770" y="2036"/>
                      <a:pt x="1026" y="1863"/>
                      <a:pt x="1026" y="1517"/>
                    </a:cubicBezTo>
                    <a:cubicBezTo>
                      <a:pt x="1026" y="1236"/>
                      <a:pt x="1270" y="1011"/>
                      <a:pt x="1549" y="1011"/>
                    </a:cubicBezTo>
                    <a:cubicBezTo>
                      <a:pt x="1557" y="1011"/>
                      <a:pt x="1566" y="1011"/>
                      <a:pt x="1574" y="1011"/>
                    </a:cubicBezTo>
                    <a:cubicBezTo>
                      <a:pt x="1820" y="1040"/>
                      <a:pt x="2022" y="1242"/>
                      <a:pt x="2051" y="1488"/>
                    </a:cubicBezTo>
                    <a:cubicBezTo>
                      <a:pt x="2051" y="1704"/>
                      <a:pt x="1935" y="1892"/>
                      <a:pt x="1748" y="1979"/>
                    </a:cubicBezTo>
                    <a:cubicBezTo>
                      <a:pt x="1300" y="2181"/>
                      <a:pt x="1011" y="2628"/>
                      <a:pt x="1026" y="3119"/>
                    </a:cubicBezTo>
                    <a:cubicBezTo>
                      <a:pt x="1026" y="3408"/>
                      <a:pt x="1257" y="3639"/>
                      <a:pt x="1531" y="3639"/>
                    </a:cubicBezTo>
                    <a:cubicBezTo>
                      <a:pt x="1820" y="3639"/>
                      <a:pt x="2051" y="3422"/>
                      <a:pt x="2051" y="3133"/>
                    </a:cubicBezTo>
                    <a:cubicBezTo>
                      <a:pt x="2051" y="3047"/>
                      <a:pt x="2108" y="2960"/>
                      <a:pt x="2181" y="2931"/>
                    </a:cubicBezTo>
                    <a:cubicBezTo>
                      <a:pt x="3032" y="2527"/>
                      <a:pt x="3335" y="1459"/>
                      <a:pt x="2801" y="679"/>
                    </a:cubicBezTo>
                    <a:cubicBezTo>
                      <a:pt x="2505" y="234"/>
                      <a:pt x="2020" y="1"/>
                      <a:pt x="1529" y="1"/>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0"/>
              <p:cNvSpPr/>
              <p:nvPr/>
            </p:nvSpPr>
            <p:spPr>
              <a:xfrm>
                <a:off x="4762972" y="3064279"/>
                <a:ext cx="26897" cy="28050"/>
              </a:xfrm>
              <a:custGeom>
                <a:avLst/>
                <a:gdLst/>
                <a:ahLst/>
                <a:cxnLst/>
                <a:rect l="l" t="t" r="r" b="b"/>
                <a:pathLst>
                  <a:path w="1026" h="1070" extrusionOk="0">
                    <a:moveTo>
                      <a:pt x="513" y="1"/>
                    </a:moveTo>
                    <a:cubicBezTo>
                      <a:pt x="257" y="1"/>
                      <a:pt x="1" y="174"/>
                      <a:pt x="1" y="520"/>
                    </a:cubicBezTo>
                    <a:lnTo>
                      <a:pt x="1" y="549"/>
                    </a:lnTo>
                    <a:cubicBezTo>
                      <a:pt x="1" y="838"/>
                      <a:pt x="232" y="1069"/>
                      <a:pt x="506" y="1069"/>
                    </a:cubicBezTo>
                    <a:cubicBezTo>
                      <a:pt x="795" y="1069"/>
                      <a:pt x="1026" y="838"/>
                      <a:pt x="1026" y="549"/>
                    </a:cubicBezTo>
                    <a:lnTo>
                      <a:pt x="1026" y="520"/>
                    </a:lnTo>
                    <a:cubicBezTo>
                      <a:pt x="1026" y="174"/>
                      <a:pt x="769" y="1"/>
                      <a:pt x="513" y="1"/>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7"/>
        <p:cNvGrpSpPr/>
        <p:nvPr/>
      </p:nvGrpSpPr>
      <p:grpSpPr>
        <a:xfrm>
          <a:off x="0" y="0"/>
          <a:ext cx="0" cy="0"/>
          <a:chOff x="0" y="0"/>
          <a:chExt cx="0" cy="0"/>
        </a:xfrm>
      </p:grpSpPr>
      <p:sp>
        <p:nvSpPr>
          <p:cNvPr id="1278" name="Google Shape;1278;p36"/>
          <p:cNvSpPr txBox="1">
            <a:spLocks noGrp="1"/>
          </p:cNvSpPr>
          <p:nvPr>
            <p:ph type="title"/>
          </p:nvPr>
        </p:nvSpPr>
        <p:spPr>
          <a:xfrm>
            <a:off x="616713" y="25364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Key Resources</a:t>
            </a:r>
            <a:endParaRPr dirty="0"/>
          </a:p>
        </p:txBody>
      </p:sp>
      <p:grpSp>
        <p:nvGrpSpPr>
          <p:cNvPr id="1279" name="Google Shape;1279;p36"/>
          <p:cNvGrpSpPr/>
          <p:nvPr/>
        </p:nvGrpSpPr>
        <p:grpSpPr>
          <a:xfrm>
            <a:off x="1465514" y="1908099"/>
            <a:ext cx="2263406" cy="2695409"/>
            <a:chOff x="5478525" y="1622525"/>
            <a:chExt cx="2045554" cy="2435977"/>
          </a:xfrm>
        </p:grpSpPr>
        <p:sp>
          <p:nvSpPr>
            <p:cNvPr id="1280" name="Google Shape;1280;p36"/>
            <p:cNvSpPr/>
            <p:nvPr/>
          </p:nvSpPr>
          <p:spPr>
            <a:xfrm>
              <a:off x="5478525" y="1622525"/>
              <a:ext cx="2045534" cy="2435977"/>
            </a:xfrm>
            <a:custGeom>
              <a:avLst/>
              <a:gdLst/>
              <a:ahLst/>
              <a:cxnLst/>
              <a:rect l="l" t="t" r="r" b="b"/>
              <a:pathLst>
                <a:path w="59667" h="71056" extrusionOk="0">
                  <a:moveTo>
                    <a:pt x="29834" y="71056"/>
                  </a:moveTo>
                  <a:lnTo>
                    <a:pt x="1" y="56858"/>
                  </a:lnTo>
                  <a:lnTo>
                    <a:pt x="29834" y="1"/>
                  </a:lnTo>
                  <a:lnTo>
                    <a:pt x="59666" y="56858"/>
                  </a:ln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6"/>
            <p:cNvSpPr/>
            <p:nvPr/>
          </p:nvSpPr>
          <p:spPr>
            <a:xfrm>
              <a:off x="5696875" y="1622525"/>
              <a:ext cx="1608843" cy="1916392"/>
            </a:xfrm>
            <a:custGeom>
              <a:avLst/>
              <a:gdLst/>
              <a:ahLst/>
              <a:cxnLst/>
              <a:rect l="l" t="t" r="r" b="b"/>
              <a:pathLst>
                <a:path w="46929" h="55900" extrusionOk="0">
                  <a:moveTo>
                    <a:pt x="0" y="44715"/>
                  </a:moveTo>
                  <a:lnTo>
                    <a:pt x="23465" y="1"/>
                  </a:lnTo>
                  <a:lnTo>
                    <a:pt x="46929" y="44715"/>
                  </a:lnTo>
                  <a:lnTo>
                    <a:pt x="23465" y="5590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6"/>
            <p:cNvSpPr/>
            <p:nvPr/>
          </p:nvSpPr>
          <p:spPr>
            <a:xfrm>
              <a:off x="5912070" y="1622525"/>
              <a:ext cx="1178461" cy="1404657"/>
            </a:xfrm>
            <a:custGeom>
              <a:avLst/>
              <a:gdLst/>
              <a:ahLst/>
              <a:cxnLst/>
              <a:rect l="l" t="t" r="r" b="b"/>
              <a:pathLst>
                <a:path w="34375" h="40973" extrusionOk="0">
                  <a:moveTo>
                    <a:pt x="0" y="32778"/>
                  </a:moveTo>
                  <a:lnTo>
                    <a:pt x="17188" y="1"/>
                  </a:lnTo>
                  <a:lnTo>
                    <a:pt x="34375" y="32778"/>
                  </a:lnTo>
                  <a:lnTo>
                    <a:pt x="17188" y="4097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6"/>
            <p:cNvSpPr/>
            <p:nvPr/>
          </p:nvSpPr>
          <p:spPr>
            <a:xfrm>
              <a:off x="6110810" y="1622525"/>
              <a:ext cx="780990" cy="929673"/>
            </a:xfrm>
            <a:custGeom>
              <a:avLst/>
              <a:gdLst/>
              <a:ahLst/>
              <a:cxnLst/>
              <a:rect l="l" t="t" r="r" b="b"/>
              <a:pathLst>
                <a:path w="22781" h="27118" extrusionOk="0">
                  <a:moveTo>
                    <a:pt x="1" y="21685"/>
                  </a:moveTo>
                  <a:lnTo>
                    <a:pt x="11391" y="1"/>
                  </a:lnTo>
                  <a:lnTo>
                    <a:pt x="22780" y="21685"/>
                  </a:lnTo>
                  <a:lnTo>
                    <a:pt x="11391" y="27117"/>
                  </a:lnTo>
                  <a:close/>
                </a:path>
              </a:pathLst>
            </a:custGeom>
            <a:solidFill>
              <a:srgbClr val="C3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6"/>
            <p:cNvSpPr/>
            <p:nvPr/>
          </p:nvSpPr>
          <p:spPr>
            <a:xfrm>
              <a:off x="6501295" y="1622525"/>
              <a:ext cx="1022784" cy="2435977"/>
            </a:xfrm>
            <a:custGeom>
              <a:avLst/>
              <a:gdLst/>
              <a:ahLst/>
              <a:cxnLst/>
              <a:rect l="l" t="t" r="r" b="b"/>
              <a:pathLst>
                <a:path w="29834" h="71056" extrusionOk="0">
                  <a:moveTo>
                    <a:pt x="29833" y="56858"/>
                  </a:moveTo>
                  <a:lnTo>
                    <a:pt x="1" y="1"/>
                  </a:lnTo>
                  <a:lnTo>
                    <a:pt x="1" y="71056"/>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6"/>
            <p:cNvSpPr/>
            <p:nvPr/>
          </p:nvSpPr>
          <p:spPr>
            <a:xfrm>
              <a:off x="6501295" y="1622525"/>
              <a:ext cx="804439" cy="1916392"/>
            </a:xfrm>
            <a:custGeom>
              <a:avLst/>
              <a:gdLst/>
              <a:ahLst/>
              <a:cxnLst/>
              <a:rect l="l" t="t" r="r" b="b"/>
              <a:pathLst>
                <a:path w="23465" h="55900" extrusionOk="0">
                  <a:moveTo>
                    <a:pt x="23465" y="44715"/>
                  </a:moveTo>
                  <a:lnTo>
                    <a:pt x="1" y="1"/>
                  </a:lnTo>
                  <a:lnTo>
                    <a:pt x="1" y="5590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6"/>
            <p:cNvSpPr/>
            <p:nvPr/>
          </p:nvSpPr>
          <p:spPr>
            <a:xfrm>
              <a:off x="6501295" y="1622525"/>
              <a:ext cx="589248" cy="1404657"/>
            </a:xfrm>
            <a:custGeom>
              <a:avLst/>
              <a:gdLst/>
              <a:ahLst/>
              <a:cxnLst/>
              <a:rect l="l" t="t" r="r" b="b"/>
              <a:pathLst>
                <a:path w="17188" h="40973" extrusionOk="0">
                  <a:moveTo>
                    <a:pt x="17188" y="32778"/>
                  </a:moveTo>
                  <a:lnTo>
                    <a:pt x="1" y="1"/>
                  </a:lnTo>
                  <a:lnTo>
                    <a:pt x="1" y="4097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6"/>
            <p:cNvSpPr/>
            <p:nvPr/>
          </p:nvSpPr>
          <p:spPr>
            <a:xfrm>
              <a:off x="6501295" y="1622525"/>
              <a:ext cx="390512" cy="929673"/>
            </a:xfrm>
            <a:custGeom>
              <a:avLst/>
              <a:gdLst/>
              <a:ahLst/>
              <a:cxnLst/>
              <a:rect l="l" t="t" r="r" b="b"/>
              <a:pathLst>
                <a:path w="11391" h="27118" extrusionOk="0">
                  <a:moveTo>
                    <a:pt x="11390" y="21685"/>
                  </a:moveTo>
                  <a:lnTo>
                    <a:pt x="1" y="1"/>
                  </a:lnTo>
                  <a:lnTo>
                    <a:pt x="1" y="27117"/>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88" name="Google Shape;1288;p36"/>
          <p:cNvSpPr txBox="1"/>
          <p:nvPr/>
        </p:nvSpPr>
        <p:spPr>
          <a:xfrm>
            <a:off x="1174913" y="1350700"/>
            <a:ext cx="2844600"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Overpass ExtraBold"/>
                <a:ea typeface="Overpass ExtraBold"/>
                <a:cs typeface="Overpass ExtraBold"/>
                <a:sym typeface="Overpass ExtraBold"/>
              </a:rPr>
              <a:t>TOP RATED VALUES </a:t>
            </a:r>
            <a:endParaRPr sz="2000">
              <a:solidFill>
                <a:schemeClr val="dk1"/>
              </a:solidFill>
              <a:latin typeface="Overpass ExtraBold"/>
              <a:ea typeface="Overpass ExtraBold"/>
              <a:cs typeface="Overpass ExtraBold"/>
              <a:sym typeface="Overpass ExtraBold"/>
            </a:endParaRPr>
          </a:p>
        </p:txBody>
      </p:sp>
      <p:sp>
        <p:nvSpPr>
          <p:cNvPr id="1289" name="Google Shape;1289;p36"/>
          <p:cNvSpPr txBox="1"/>
          <p:nvPr/>
        </p:nvSpPr>
        <p:spPr>
          <a:xfrm>
            <a:off x="3462838" y="2603425"/>
            <a:ext cx="562800"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dk2"/>
                </a:solidFill>
                <a:latin typeface="Source Sans Pro"/>
                <a:ea typeface="Source Sans Pro"/>
                <a:cs typeface="Source Sans Pro"/>
                <a:sym typeface="Source Sans Pro"/>
              </a:rPr>
              <a:t>02</a:t>
            </a:r>
            <a:endParaRPr sz="1600">
              <a:solidFill>
                <a:schemeClr val="dk2"/>
              </a:solidFill>
              <a:latin typeface="Source Sans Pro"/>
              <a:ea typeface="Source Sans Pro"/>
              <a:cs typeface="Source Sans Pro"/>
              <a:sym typeface="Source Sans Pro"/>
            </a:endParaRPr>
          </a:p>
        </p:txBody>
      </p:sp>
      <p:sp>
        <p:nvSpPr>
          <p:cNvPr id="1290" name="Google Shape;1290;p36"/>
          <p:cNvSpPr txBox="1"/>
          <p:nvPr/>
        </p:nvSpPr>
        <p:spPr>
          <a:xfrm>
            <a:off x="1329350" y="2090875"/>
            <a:ext cx="562800"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dk2"/>
                </a:solidFill>
                <a:latin typeface="Source Sans Pro"/>
                <a:ea typeface="Source Sans Pro"/>
                <a:cs typeface="Source Sans Pro"/>
                <a:sym typeface="Source Sans Pro"/>
              </a:rPr>
              <a:t>01</a:t>
            </a:r>
            <a:endParaRPr sz="1600">
              <a:solidFill>
                <a:schemeClr val="dk2"/>
              </a:solidFill>
              <a:latin typeface="Source Sans Pro"/>
              <a:ea typeface="Source Sans Pro"/>
              <a:cs typeface="Source Sans Pro"/>
              <a:sym typeface="Source Sans Pro"/>
            </a:endParaRPr>
          </a:p>
        </p:txBody>
      </p:sp>
      <p:sp>
        <p:nvSpPr>
          <p:cNvPr id="1291" name="Google Shape;1291;p36"/>
          <p:cNvSpPr txBox="1"/>
          <p:nvPr/>
        </p:nvSpPr>
        <p:spPr>
          <a:xfrm>
            <a:off x="3905913" y="3657250"/>
            <a:ext cx="562800"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dk2"/>
                </a:solidFill>
                <a:latin typeface="Source Sans Pro"/>
                <a:ea typeface="Source Sans Pro"/>
                <a:cs typeface="Source Sans Pro"/>
                <a:sym typeface="Source Sans Pro"/>
              </a:rPr>
              <a:t>04</a:t>
            </a:r>
            <a:endParaRPr sz="1600">
              <a:solidFill>
                <a:schemeClr val="dk2"/>
              </a:solidFill>
              <a:latin typeface="Source Sans Pro"/>
              <a:ea typeface="Source Sans Pro"/>
              <a:cs typeface="Source Sans Pro"/>
              <a:sym typeface="Source Sans Pro"/>
            </a:endParaRPr>
          </a:p>
        </p:txBody>
      </p:sp>
      <p:sp>
        <p:nvSpPr>
          <p:cNvPr id="1292" name="Google Shape;1292;p36"/>
          <p:cNvSpPr txBox="1"/>
          <p:nvPr/>
        </p:nvSpPr>
        <p:spPr>
          <a:xfrm>
            <a:off x="983200" y="3118575"/>
            <a:ext cx="562800"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dk2"/>
                </a:solidFill>
                <a:latin typeface="Source Sans Pro"/>
                <a:ea typeface="Source Sans Pro"/>
                <a:cs typeface="Source Sans Pro"/>
                <a:sym typeface="Source Sans Pro"/>
              </a:rPr>
              <a:t>03</a:t>
            </a:r>
            <a:endParaRPr sz="1600">
              <a:solidFill>
                <a:schemeClr val="dk2"/>
              </a:solidFill>
              <a:latin typeface="Source Sans Pro"/>
              <a:ea typeface="Source Sans Pro"/>
              <a:cs typeface="Source Sans Pro"/>
              <a:sym typeface="Source Sans Pro"/>
            </a:endParaRPr>
          </a:p>
        </p:txBody>
      </p:sp>
      <p:cxnSp>
        <p:nvCxnSpPr>
          <p:cNvPr id="1293" name="Google Shape;1293;p36"/>
          <p:cNvCxnSpPr>
            <a:stCxn id="1290" idx="3"/>
          </p:cNvCxnSpPr>
          <p:nvPr/>
        </p:nvCxnSpPr>
        <p:spPr>
          <a:xfrm>
            <a:off x="1892150" y="2267875"/>
            <a:ext cx="621300" cy="260400"/>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1294" name="Google Shape;1294;p36"/>
          <p:cNvCxnSpPr>
            <a:stCxn id="1289" idx="1"/>
          </p:cNvCxnSpPr>
          <p:nvPr/>
        </p:nvCxnSpPr>
        <p:spPr>
          <a:xfrm flipH="1">
            <a:off x="2824738" y="2780425"/>
            <a:ext cx="638100" cy="269100"/>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1295" name="Google Shape;1295;p36"/>
          <p:cNvCxnSpPr>
            <a:stCxn id="1292" idx="3"/>
          </p:cNvCxnSpPr>
          <p:nvPr/>
        </p:nvCxnSpPr>
        <p:spPr>
          <a:xfrm>
            <a:off x="1546000" y="3295575"/>
            <a:ext cx="811200" cy="301500"/>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1296" name="Google Shape;1296;p36"/>
          <p:cNvCxnSpPr>
            <a:stCxn id="1291" idx="1"/>
          </p:cNvCxnSpPr>
          <p:nvPr/>
        </p:nvCxnSpPr>
        <p:spPr>
          <a:xfrm flipH="1">
            <a:off x="3059313" y="3834250"/>
            <a:ext cx="846600" cy="266700"/>
          </a:xfrm>
          <a:prstGeom prst="bentConnector3">
            <a:avLst>
              <a:gd name="adj1" fmla="val 50000"/>
            </a:avLst>
          </a:prstGeom>
          <a:noFill/>
          <a:ln w="9525" cap="flat" cmpd="sng">
            <a:solidFill>
              <a:schemeClr val="dk2"/>
            </a:solidFill>
            <a:prstDash val="solid"/>
            <a:round/>
            <a:headEnd type="none" w="med" len="med"/>
            <a:tailEnd type="oval" w="med" len="med"/>
          </a:ln>
        </p:spPr>
      </p:cxnSp>
      <p:sp>
        <p:nvSpPr>
          <p:cNvPr id="1297" name="Google Shape;1297;p36"/>
          <p:cNvSpPr/>
          <p:nvPr/>
        </p:nvSpPr>
        <p:spPr>
          <a:xfrm>
            <a:off x="5201041" y="998185"/>
            <a:ext cx="331272" cy="331272"/>
          </a:xfrm>
          <a:custGeom>
            <a:avLst/>
            <a:gdLst/>
            <a:ahLst/>
            <a:cxnLst/>
            <a:rect l="l" t="t" r="r" b="b"/>
            <a:pathLst>
              <a:path w="9109" h="9109" extrusionOk="0">
                <a:moveTo>
                  <a:pt x="4543" y="9108"/>
                </a:moveTo>
                <a:cubicBezTo>
                  <a:pt x="7054" y="9108"/>
                  <a:pt x="9108" y="7054"/>
                  <a:pt x="9108" y="4566"/>
                </a:cubicBezTo>
                <a:cubicBezTo>
                  <a:pt x="9108" y="2055"/>
                  <a:pt x="7054" y="1"/>
                  <a:pt x="4543" y="1"/>
                </a:cubicBezTo>
                <a:cubicBezTo>
                  <a:pt x="2055" y="1"/>
                  <a:pt x="1" y="2055"/>
                  <a:pt x="1" y="4566"/>
                </a:cubicBezTo>
                <a:cubicBezTo>
                  <a:pt x="1" y="7054"/>
                  <a:pt x="2055" y="9108"/>
                  <a:pt x="4543" y="9108"/>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2"/>
                </a:solidFill>
                <a:latin typeface="Overpass ExtraBold"/>
                <a:ea typeface="Overpass ExtraBold"/>
                <a:cs typeface="Overpass ExtraBold"/>
                <a:sym typeface="Overpass ExtraBold"/>
              </a:rPr>
              <a:t>1 </a:t>
            </a:r>
            <a:endParaRPr dirty="0">
              <a:solidFill>
                <a:schemeClr val="lt2"/>
              </a:solidFill>
              <a:latin typeface="Overpass ExtraBold"/>
              <a:ea typeface="Overpass ExtraBold"/>
              <a:cs typeface="Overpass ExtraBold"/>
              <a:sym typeface="Overpass ExtraBold"/>
            </a:endParaRPr>
          </a:p>
        </p:txBody>
      </p:sp>
      <p:sp>
        <p:nvSpPr>
          <p:cNvPr id="1298" name="Google Shape;1298;p36"/>
          <p:cNvSpPr/>
          <p:nvPr/>
        </p:nvSpPr>
        <p:spPr>
          <a:xfrm>
            <a:off x="5181456" y="2132094"/>
            <a:ext cx="331272" cy="330435"/>
          </a:xfrm>
          <a:custGeom>
            <a:avLst/>
            <a:gdLst/>
            <a:ahLst/>
            <a:cxnLst/>
            <a:rect l="l" t="t" r="r" b="b"/>
            <a:pathLst>
              <a:path w="9109" h="9086" extrusionOk="0">
                <a:moveTo>
                  <a:pt x="4543" y="9085"/>
                </a:moveTo>
                <a:cubicBezTo>
                  <a:pt x="7054" y="9085"/>
                  <a:pt x="9108" y="7054"/>
                  <a:pt x="9108" y="4543"/>
                </a:cubicBezTo>
                <a:cubicBezTo>
                  <a:pt x="9108" y="2032"/>
                  <a:pt x="7054" y="1"/>
                  <a:pt x="4543" y="1"/>
                </a:cubicBezTo>
                <a:cubicBezTo>
                  <a:pt x="2055" y="1"/>
                  <a:pt x="1" y="2032"/>
                  <a:pt x="1" y="4543"/>
                </a:cubicBezTo>
                <a:cubicBezTo>
                  <a:pt x="1" y="7054"/>
                  <a:pt x="2055" y="9085"/>
                  <a:pt x="4543" y="9085"/>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Overpass ExtraBold"/>
                <a:ea typeface="Overpass ExtraBold"/>
                <a:cs typeface="Overpass ExtraBold"/>
                <a:sym typeface="Overpass ExtraBold"/>
              </a:rPr>
              <a:t>2</a:t>
            </a:r>
            <a:endParaRPr/>
          </a:p>
        </p:txBody>
      </p:sp>
      <p:sp>
        <p:nvSpPr>
          <p:cNvPr id="1299" name="Google Shape;1299;p36"/>
          <p:cNvSpPr/>
          <p:nvPr/>
        </p:nvSpPr>
        <p:spPr>
          <a:xfrm>
            <a:off x="5201041" y="3789160"/>
            <a:ext cx="331272" cy="331235"/>
          </a:xfrm>
          <a:custGeom>
            <a:avLst/>
            <a:gdLst/>
            <a:ahLst/>
            <a:cxnLst/>
            <a:rect l="l" t="t" r="r" b="b"/>
            <a:pathLst>
              <a:path w="9109" h="9108" extrusionOk="0">
                <a:moveTo>
                  <a:pt x="4543" y="9108"/>
                </a:moveTo>
                <a:cubicBezTo>
                  <a:pt x="7054" y="9108"/>
                  <a:pt x="9108" y="7054"/>
                  <a:pt x="9108" y="4566"/>
                </a:cubicBezTo>
                <a:cubicBezTo>
                  <a:pt x="9108" y="2055"/>
                  <a:pt x="7054" y="1"/>
                  <a:pt x="4543" y="1"/>
                </a:cubicBezTo>
                <a:cubicBezTo>
                  <a:pt x="2055" y="1"/>
                  <a:pt x="1" y="2055"/>
                  <a:pt x="1" y="4566"/>
                </a:cubicBezTo>
                <a:cubicBezTo>
                  <a:pt x="1" y="7054"/>
                  <a:pt x="2055" y="9108"/>
                  <a:pt x="4543" y="9108"/>
                </a:cubicBezTo>
                <a:close/>
              </a:path>
            </a:pathLst>
          </a:cu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Overpass ExtraBold"/>
                <a:ea typeface="Overpass ExtraBold"/>
                <a:cs typeface="Overpass ExtraBold"/>
                <a:sym typeface="Overpass ExtraBold"/>
              </a:rPr>
              <a:t>3</a:t>
            </a:r>
            <a:endParaRPr/>
          </a:p>
        </p:txBody>
      </p:sp>
      <p:sp>
        <p:nvSpPr>
          <p:cNvPr id="1301" name="Google Shape;1301;p36"/>
          <p:cNvSpPr txBox="1">
            <a:spLocks noGrp="1"/>
          </p:cNvSpPr>
          <p:nvPr>
            <p:ph type="subTitle" idx="4294967295"/>
          </p:nvPr>
        </p:nvSpPr>
        <p:spPr>
          <a:xfrm>
            <a:off x="5809600" y="2045162"/>
            <a:ext cx="2277600" cy="701400"/>
          </a:xfrm>
          <a:prstGeom prst="rect">
            <a:avLst/>
          </a:prstGeom>
        </p:spPr>
        <p:txBody>
          <a:bodyPr spcFirstLastPara="1" wrap="square" lIns="91425" tIns="91425" rIns="91425" bIns="91425" anchor="t" anchorCtr="0">
            <a:noAutofit/>
          </a:bodyPr>
          <a:lstStyle/>
          <a:p>
            <a:pPr marL="0" marR="0" lvl="0" indent="0">
              <a:lnSpc>
                <a:spcPct val="107000"/>
              </a:lnSpc>
              <a:spcBef>
                <a:spcPts val="0"/>
              </a:spcBef>
              <a:spcAft>
                <a:spcPts val="800"/>
              </a:spcAft>
              <a:buNone/>
            </a:pPr>
            <a:r>
              <a:rPr lang="en-US" b="1" dirty="0">
                <a:effectLst/>
                <a:latin typeface="Calibri" panose="020F0502020204030204" pitchFamily="34" charset="0"/>
                <a:ea typeface="Calibri" panose="020F0502020204030204" pitchFamily="34" charset="0"/>
                <a:cs typeface="Times New Roman" panose="02020603050405020304" pitchFamily="18" charset="0"/>
              </a:rPr>
              <a:t>Desktop Application and Website: </a:t>
            </a:r>
            <a:r>
              <a:rPr lang="en-US" dirty="0">
                <a:effectLst/>
                <a:latin typeface="Calibri" panose="020F0502020204030204" pitchFamily="34" charset="0"/>
                <a:ea typeface="Calibri" panose="020F0502020204030204" pitchFamily="34" charset="0"/>
                <a:cs typeface="Times New Roman" panose="02020603050405020304" pitchFamily="18" charset="0"/>
              </a:rPr>
              <a:t>Sagawere is Desktop Application based software and user can easily download it on our website </a:t>
            </a:r>
          </a:p>
        </p:txBody>
      </p:sp>
      <p:sp>
        <p:nvSpPr>
          <p:cNvPr id="1303" name="Google Shape;1303;p36"/>
          <p:cNvSpPr txBox="1">
            <a:spLocks noGrp="1"/>
          </p:cNvSpPr>
          <p:nvPr>
            <p:ph type="subTitle" idx="4294967295"/>
          </p:nvPr>
        </p:nvSpPr>
        <p:spPr>
          <a:xfrm>
            <a:off x="5809600" y="826342"/>
            <a:ext cx="2277600" cy="701400"/>
          </a:xfrm>
          <a:prstGeom prst="rect">
            <a:avLst/>
          </a:prstGeom>
        </p:spPr>
        <p:txBody>
          <a:bodyPr spcFirstLastPara="1" wrap="square" lIns="91425" tIns="91425" rIns="91425" bIns="91425" anchor="t" anchorCtr="0">
            <a:noAutofit/>
          </a:bodyPr>
          <a:lstStyle/>
          <a:p>
            <a:pPr marL="0" marR="0" lvl="0" indent="0">
              <a:lnSpc>
                <a:spcPct val="107000"/>
              </a:lnSpc>
              <a:spcBef>
                <a:spcPts val="0"/>
              </a:spcBef>
              <a:spcAft>
                <a:spcPts val="800"/>
              </a:spcAft>
              <a:buNone/>
            </a:pPr>
            <a:r>
              <a:rPr lang="en-US" b="1" dirty="0">
                <a:effectLst/>
                <a:latin typeface="Calibri" panose="020F0502020204030204" pitchFamily="34" charset="0"/>
                <a:ea typeface="Calibri" panose="020F0502020204030204" pitchFamily="34" charset="0"/>
                <a:cs typeface="Times New Roman" panose="02020603050405020304" pitchFamily="18" charset="0"/>
              </a:rPr>
              <a:t>Software Developers</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dirty="0">
                <a:effectLst/>
                <a:latin typeface="Calibri" panose="020F0502020204030204" pitchFamily="34" charset="0"/>
                <a:ea typeface="Calibri" panose="020F0502020204030204" pitchFamily="34" charset="0"/>
                <a:cs typeface="Times New Roman" panose="02020603050405020304" pitchFamily="18" charset="0"/>
              </a:rPr>
              <a:t>Software developers and trigger designers are our key resources</a:t>
            </a:r>
          </a:p>
        </p:txBody>
      </p:sp>
      <p:sp>
        <p:nvSpPr>
          <p:cNvPr id="1304" name="Google Shape;1304;p36"/>
          <p:cNvSpPr txBox="1">
            <a:spLocks noGrp="1"/>
          </p:cNvSpPr>
          <p:nvPr>
            <p:ph type="subTitle" idx="4294967295"/>
          </p:nvPr>
        </p:nvSpPr>
        <p:spPr>
          <a:xfrm>
            <a:off x="5809600" y="3695514"/>
            <a:ext cx="2277600" cy="701400"/>
          </a:xfrm>
          <a:prstGeom prst="rect">
            <a:avLst/>
          </a:prstGeom>
        </p:spPr>
        <p:txBody>
          <a:bodyPr spcFirstLastPara="1" wrap="square" lIns="91425" tIns="91425" rIns="91425" bIns="91425" anchor="t" anchorCtr="0">
            <a:noAutofit/>
          </a:bodyPr>
          <a:lstStyle/>
          <a:p>
            <a:pPr marL="0" marR="0" lvl="0" indent="0">
              <a:lnSpc>
                <a:spcPct val="107000"/>
              </a:lnSpc>
              <a:spcBef>
                <a:spcPts val="0"/>
              </a:spcBef>
              <a:spcAft>
                <a:spcPts val="800"/>
              </a:spcAft>
              <a:buNone/>
            </a:pPr>
            <a:r>
              <a:rPr lang="en-US" b="1" dirty="0">
                <a:effectLst/>
                <a:latin typeface="Calibri" panose="020F0502020204030204" pitchFamily="34" charset="0"/>
                <a:ea typeface="Calibri" panose="020F0502020204030204" pitchFamily="34" charset="0"/>
                <a:cs typeface="Times New Roman" panose="02020603050405020304" pitchFamily="18" charset="0"/>
              </a:rPr>
              <a:t>Platform: </a:t>
            </a:r>
            <a:r>
              <a:rPr lang="en-US" dirty="0">
                <a:effectLst/>
                <a:latin typeface="Calibri" panose="020F0502020204030204" pitchFamily="34" charset="0"/>
                <a:ea typeface="Calibri" panose="020F0502020204030204" pitchFamily="34" charset="0"/>
                <a:cs typeface="Times New Roman" panose="02020603050405020304" pitchFamily="18" charset="0"/>
              </a:rPr>
              <a:t>Our Software provide platform for gamers</a:t>
            </a:r>
            <a:endParaRPr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0"/>
        <p:cNvGrpSpPr/>
        <p:nvPr/>
      </p:nvGrpSpPr>
      <p:grpSpPr>
        <a:xfrm>
          <a:off x="0" y="0"/>
          <a:ext cx="0" cy="0"/>
          <a:chOff x="0" y="0"/>
          <a:chExt cx="0" cy="0"/>
        </a:xfrm>
      </p:grpSpPr>
      <p:sp>
        <p:nvSpPr>
          <p:cNvPr id="1471" name="Google Shape;1471;p40"/>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400" b="1" dirty="0">
                <a:effectLst/>
                <a:latin typeface="Arial" panose="020B0604020202020204" pitchFamily="34" charset="0"/>
                <a:ea typeface="MS Mincho" panose="02020609040205080304" pitchFamily="49" charset="-128"/>
                <a:cs typeface="Times New Roman" panose="02020603050405020304" pitchFamily="18" charset="0"/>
              </a:rPr>
              <a:t>Value Propositions</a:t>
            </a:r>
            <a:endParaRPr sz="3600" dirty="0">
              <a:solidFill>
                <a:schemeClr val="accent1"/>
              </a:solidFill>
              <a:latin typeface="Overpass SemiBold"/>
              <a:ea typeface="Overpass SemiBold"/>
              <a:cs typeface="Overpass SemiBold"/>
              <a:sym typeface="Overpass SemiBold"/>
            </a:endParaRPr>
          </a:p>
        </p:txBody>
      </p:sp>
      <p:sp>
        <p:nvSpPr>
          <p:cNvPr id="1472" name="Google Shape;1472;p40"/>
          <p:cNvSpPr/>
          <p:nvPr/>
        </p:nvSpPr>
        <p:spPr>
          <a:xfrm>
            <a:off x="4980880" y="1476688"/>
            <a:ext cx="331272" cy="331272"/>
          </a:xfrm>
          <a:custGeom>
            <a:avLst/>
            <a:gdLst/>
            <a:ahLst/>
            <a:cxnLst/>
            <a:rect l="l" t="t" r="r" b="b"/>
            <a:pathLst>
              <a:path w="9109" h="9109" extrusionOk="0">
                <a:moveTo>
                  <a:pt x="4543" y="9108"/>
                </a:moveTo>
                <a:cubicBezTo>
                  <a:pt x="7054" y="9108"/>
                  <a:pt x="9108" y="7054"/>
                  <a:pt x="9108" y="4566"/>
                </a:cubicBezTo>
                <a:cubicBezTo>
                  <a:pt x="9108" y="2055"/>
                  <a:pt x="7054" y="1"/>
                  <a:pt x="4543" y="1"/>
                </a:cubicBezTo>
                <a:cubicBezTo>
                  <a:pt x="2055" y="1"/>
                  <a:pt x="1" y="2055"/>
                  <a:pt x="1" y="4566"/>
                </a:cubicBezTo>
                <a:cubicBezTo>
                  <a:pt x="1" y="7054"/>
                  <a:pt x="2055" y="9108"/>
                  <a:pt x="4543" y="9108"/>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Overpass ExtraBold"/>
                <a:ea typeface="Overpass ExtraBold"/>
                <a:cs typeface="Overpass ExtraBold"/>
                <a:sym typeface="Overpass ExtraBold"/>
              </a:rPr>
              <a:t>1</a:t>
            </a:r>
            <a:endParaRPr>
              <a:solidFill>
                <a:schemeClr val="lt2"/>
              </a:solidFill>
              <a:latin typeface="Overpass ExtraBold"/>
              <a:ea typeface="Overpass ExtraBold"/>
              <a:cs typeface="Overpass ExtraBold"/>
              <a:sym typeface="Overpass ExtraBold"/>
            </a:endParaRPr>
          </a:p>
        </p:txBody>
      </p:sp>
      <p:sp>
        <p:nvSpPr>
          <p:cNvPr id="1473" name="Google Shape;1473;p40"/>
          <p:cNvSpPr/>
          <p:nvPr/>
        </p:nvSpPr>
        <p:spPr>
          <a:xfrm>
            <a:off x="4969470" y="2071411"/>
            <a:ext cx="331272" cy="330435"/>
          </a:xfrm>
          <a:custGeom>
            <a:avLst/>
            <a:gdLst/>
            <a:ahLst/>
            <a:cxnLst/>
            <a:rect l="l" t="t" r="r" b="b"/>
            <a:pathLst>
              <a:path w="9109" h="9086" extrusionOk="0">
                <a:moveTo>
                  <a:pt x="4543" y="9085"/>
                </a:moveTo>
                <a:cubicBezTo>
                  <a:pt x="7054" y="9085"/>
                  <a:pt x="9108" y="7054"/>
                  <a:pt x="9108" y="4543"/>
                </a:cubicBezTo>
                <a:cubicBezTo>
                  <a:pt x="9108" y="2032"/>
                  <a:pt x="7054" y="1"/>
                  <a:pt x="4543" y="1"/>
                </a:cubicBezTo>
                <a:cubicBezTo>
                  <a:pt x="2055" y="1"/>
                  <a:pt x="1" y="2032"/>
                  <a:pt x="1" y="4543"/>
                </a:cubicBezTo>
                <a:cubicBezTo>
                  <a:pt x="1" y="7054"/>
                  <a:pt x="2055" y="9085"/>
                  <a:pt x="4543" y="9085"/>
                </a:cubicBezTo>
                <a:close/>
              </a:path>
            </a:pathLst>
          </a:cu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Overpass ExtraBold"/>
                <a:ea typeface="Overpass ExtraBold"/>
                <a:cs typeface="Overpass ExtraBold"/>
                <a:sym typeface="Overpass ExtraBold"/>
              </a:rPr>
              <a:t>2</a:t>
            </a:r>
            <a:endParaRPr/>
          </a:p>
        </p:txBody>
      </p:sp>
      <p:sp>
        <p:nvSpPr>
          <p:cNvPr id="1474" name="Google Shape;1474;p40"/>
          <p:cNvSpPr/>
          <p:nvPr/>
        </p:nvSpPr>
        <p:spPr>
          <a:xfrm>
            <a:off x="4980880" y="2665297"/>
            <a:ext cx="331272" cy="331235"/>
          </a:xfrm>
          <a:custGeom>
            <a:avLst/>
            <a:gdLst/>
            <a:ahLst/>
            <a:cxnLst/>
            <a:rect l="l" t="t" r="r" b="b"/>
            <a:pathLst>
              <a:path w="9109" h="9108" extrusionOk="0">
                <a:moveTo>
                  <a:pt x="4543" y="9108"/>
                </a:moveTo>
                <a:cubicBezTo>
                  <a:pt x="7054" y="9108"/>
                  <a:pt x="9108" y="7054"/>
                  <a:pt x="9108" y="4566"/>
                </a:cubicBezTo>
                <a:cubicBezTo>
                  <a:pt x="9108" y="2055"/>
                  <a:pt x="7054" y="1"/>
                  <a:pt x="4543" y="1"/>
                </a:cubicBezTo>
                <a:cubicBezTo>
                  <a:pt x="2055" y="1"/>
                  <a:pt x="1" y="2055"/>
                  <a:pt x="1" y="4566"/>
                </a:cubicBezTo>
                <a:cubicBezTo>
                  <a:pt x="1" y="7054"/>
                  <a:pt x="2055" y="9108"/>
                  <a:pt x="4543" y="9108"/>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Overpass ExtraBold"/>
                <a:ea typeface="Overpass ExtraBold"/>
                <a:cs typeface="Overpass ExtraBold"/>
                <a:sym typeface="Overpass ExtraBold"/>
              </a:rPr>
              <a:t>3</a:t>
            </a:r>
            <a:endParaRPr/>
          </a:p>
        </p:txBody>
      </p:sp>
      <p:sp>
        <p:nvSpPr>
          <p:cNvPr id="1475" name="Google Shape;1475;p40"/>
          <p:cNvSpPr/>
          <p:nvPr/>
        </p:nvSpPr>
        <p:spPr>
          <a:xfrm>
            <a:off x="4980880" y="3496502"/>
            <a:ext cx="331272" cy="330399"/>
          </a:xfrm>
          <a:custGeom>
            <a:avLst/>
            <a:gdLst/>
            <a:ahLst/>
            <a:cxnLst/>
            <a:rect l="l" t="t" r="r" b="b"/>
            <a:pathLst>
              <a:path w="9109" h="9085" extrusionOk="0">
                <a:moveTo>
                  <a:pt x="4543" y="9085"/>
                </a:moveTo>
                <a:cubicBezTo>
                  <a:pt x="7054" y="9085"/>
                  <a:pt x="9108" y="7053"/>
                  <a:pt x="9108" y="4543"/>
                </a:cubicBezTo>
                <a:cubicBezTo>
                  <a:pt x="9108" y="2032"/>
                  <a:pt x="7054" y="0"/>
                  <a:pt x="4543" y="0"/>
                </a:cubicBezTo>
                <a:cubicBezTo>
                  <a:pt x="2055" y="0"/>
                  <a:pt x="1" y="2032"/>
                  <a:pt x="1" y="4543"/>
                </a:cubicBezTo>
                <a:cubicBezTo>
                  <a:pt x="1" y="7053"/>
                  <a:pt x="2055" y="9085"/>
                  <a:pt x="4543" y="9085"/>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Overpass ExtraBold"/>
                <a:ea typeface="Overpass ExtraBold"/>
                <a:cs typeface="Overpass ExtraBold"/>
                <a:sym typeface="Overpass ExtraBold"/>
              </a:rPr>
              <a:t>4</a:t>
            </a:r>
            <a:endParaRPr/>
          </a:p>
        </p:txBody>
      </p:sp>
      <p:grpSp>
        <p:nvGrpSpPr>
          <p:cNvPr id="1476" name="Google Shape;1476;p40"/>
          <p:cNvGrpSpPr/>
          <p:nvPr/>
        </p:nvGrpSpPr>
        <p:grpSpPr>
          <a:xfrm>
            <a:off x="1166925" y="1476688"/>
            <a:ext cx="3220871" cy="3036593"/>
            <a:chOff x="1166925" y="1566924"/>
            <a:chExt cx="3220871" cy="3036593"/>
          </a:xfrm>
        </p:grpSpPr>
        <p:grpSp>
          <p:nvGrpSpPr>
            <p:cNvPr id="1477" name="Google Shape;1477;p40"/>
            <p:cNvGrpSpPr/>
            <p:nvPr/>
          </p:nvGrpSpPr>
          <p:grpSpPr>
            <a:xfrm>
              <a:off x="1166925" y="1566924"/>
              <a:ext cx="1425032" cy="3036593"/>
              <a:chOff x="1468225" y="1566924"/>
              <a:chExt cx="1425032" cy="3036593"/>
            </a:xfrm>
          </p:grpSpPr>
          <p:sp>
            <p:nvSpPr>
              <p:cNvPr id="1478" name="Google Shape;1478;p40"/>
              <p:cNvSpPr/>
              <p:nvPr/>
            </p:nvSpPr>
            <p:spPr>
              <a:xfrm>
                <a:off x="1468225" y="3950103"/>
                <a:ext cx="1425032" cy="653414"/>
              </a:xfrm>
              <a:custGeom>
                <a:avLst/>
                <a:gdLst/>
                <a:ahLst/>
                <a:cxnLst/>
                <a:rect l="l" t="t" r="r" b="b"/>
                <a:pathLst>
                  <a:path w="38530" h="17667" extrusionOk="0">
                    <a:moveTo>
                      <a:pt x="19265" y="0"/>
                    </a:moveTo>
                    <a:cubicBezTo>
                      <a:pt x="26410" y="0"/>
                      <a:pt x="32641" y="1780"/>
                      <a:pt x="35973" y="4428"/>
                    </a:cubicBezTo>
                    <a:lnTo>
                      <a:pt x="38530" y="4428"/>
                    </a:lnTo>
                    <a:lnTo>
                      <a:pt x="38530" y="8833"/>
                    </a:lnTo>
                    <a:cubicBezTo>
                      <a:pt x="38530" y="13695"/>
                      <a:pt x="29902" y="17667"/>
                      <a:pt x="19265" y="17667"/>
                    </a:cubicBezTo>
                    <a:cubicBezTo>
                      <a:pt x="8629" y="17667"/>
                      <a:pt x="1" y="13695"/>
                      <a:pt x="1" y="8833"/>
                    </a:cubicBezTo>
                    <a:lnTo>
                      <a:pt x="1" y="4428"/>
                    </a:lnTo>
                    <a:lnTo>
                      <a:pt x="2557" y="4428"/>
                    </a:lnTo>
                    <a:cubicBezTo>
                      <a:pt x="5890" y="1780"/>
                      <a:pt x="12121" y="0"/>
                      <a:pt x="192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0"/>
              <p:cNvSpPr/>
              <p:nvPr/>
            </p:nvSpPr>
            <p:spPr>
              <a:xfrm>
                <a:off x="1468225" y="3786295"/>
                <a:ext cx="1425032" cy="654302"/>
              </a:xfrm>
              <a:custGeom>
                <a:avLst/>
                <a:gdLst/>
                <a:ahLst/>
                <a:cxnLst/>
                <a:rect l="l" t="t" r="r" b="b"/>
                <a:pathLst>
                  <a:path w="38530" h="17691" extrusionOk="0">
                    <a:moveTo>
                      <a:pt x="19265" y="17690"/>
                    </a:moveTo>
                    <a:cubicBezTo>
                      <a:pt x="29879" y="17690"/>
                      <a:pt x="38530" y="13719"/>
                      <a:pt x="38530" y="8857"/>
                    </a:cubicBezTo>
                    <a:cubicBezTo>
                      <a:pt x="38530" y="3972"/>
                      <a:pt x="29879" y="1"/>
                      <a:pt x="19265" y="1"/>
                    </a:cubicBezTo>
                    <a:cubicBezTo>
                      <a:pt x="8651" y="1"/>
                      <a:pt x="1" y="3972"/>
                      <a:pt x="1" y="8857"/>
                    </a:cubicBezTo>
                    <a:cubicBezTo>
                      <a:pt x="1" y="13719"/>
                      <a:pt x="8651" y="17690"/>
                      <a:pt x="19265" y="1769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0"/>
              <p:cNvSpPr/>
              <p:nvPr/>
            </p:nvSpPr>
            <p:spPr>
              <a:xfrm>
                <a:off x="1468225" y="3209733"/>
                <a:ext cx="1425032" cy="653414"/>
              </a:xfrm>
              <a:custGeom>
                <a:avLst/>
                <a:gdLst/>
                <a:ahLst/>
                <a:cxnLst/>
                <a:rect l="l" t="t" r="r" b="b"/>
                <a:pathLst>
                  <a:path w="38530" h="17667" extrusionOk="0">
                    <a:moveTo>
                      <a:pt x="19265" y="0"/>
                    </a:moveTo>
                    <a:cubicBezTo>
                      <a:pt x="26410" y="0"/>
                      <a:pt x="32641" y="1781"/>
                      <a:pt x="35973" y="4428"/>
                    </a:cubicBezTo>
                    <a:lnTo>
                      <a:pt x="38530" y="4428"/>
                    </a:lnTo>
                    <a:lnTo>
                      <a:pt x="38530" y="8834"/>
                    </a:lnTo>
                    <a:cubicBezTo>
                      <a:pt x="38530" y="13718"/>
                      <a:pt x="29902" y="17667"/>
                      <a:pt x="19265" y="17667"/>
                    </a:cubicBezTo>
                    <a:cubicBezTo>
                      <a:pt x="8629" y="17667"/>
                      <a:pt x="1" y="13718"/>
                      <a:pt x="1" y="8834"/>
                    </a:cubicBezTo>
                    <a:lnTo>
                      <a:pt x="1" y="4428"/>
                    </a:lnTo>
                    <a:lnTo>
                      <a:pt x="2557" y="4428"/>
                    </a:lnTo>
                    <a:cubicBezTo>
                      <a:pt x="5890" y="1781"/>
                      <a:pt x="12121" y="0"/>
                      <a:pt x="19265"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0"/>
              <p:cNvSpPr/>
              <p:nvPr/>
            </p:nvSpPr>
            <p:spPr>
              <a:xfrm>
                <a:off x="1468225" y="3046776"/>
                <a:ext cx="1425032" cy="653451"/>
              </a:xfrm>
              <a:custGeom>
                <a:avLst/>
                <a:gdLst/>
                <a:ahLst/>
                <a:cxnLst/>
                <a:rect l="l" t="t" r="r" b="b"/>
                <a:pathLst>
                  <a:path w="38530" h="17668" extrusionOk="0">
                    <a:moveTo>
                      <a:pt x="19265" y="17668"/>
                    </a:moveTo>
                    <a:cubicBezTo>
                      <a:pt x="29879" y="17668"/>
                      <a:pt x="38530" y="13696"/>
                      <a:pt x="38530" y="8834"/>
                    </a:cubicBezTo>
                    <a:cubicBezTo>
                      <a:pt x="38530" y="3973"/>
                      <a:pt x="29879" y="1"/>
                      <a:pt x="19265" y="1"/>
                    </a:cubicBezTo>
                    <a:cubicBezTo>
                      <a:pt x="8651" y="1"/>
                      <a:pt x="1" y="3973"/>
                      <a:pt x="1" y="8834"/>
                    </a:cubicBezTo>
                    <a:cubicBezTo>
                      <a:pt x="1" y="13696"/>
                      <a:pt x="8651" y="17668"/>
                      <a:pt x="19265" y="1766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0"/>
              <p:cNvSpPr/>
              <p:nvPr/>
            </p:nvSpPr>
            <p:spPr>
              <a:xfrm>
                <a:off x="1468225" y="2470214"/>
                <a:ext cx="1425032" cy="653451"/>
              </a:xfrm>
              <a:custGeom>
                <a:avLst/>
                <a:gdLst/>
                <a:ahLst/>
                <a:cxnLst/>
                <a:rect l="l" t="t" r="r" b="b"/>
                <a:pathLst>
                  <a:path w="38530" h="17668" extrusionOk="0">
                    <a:moveTo>
                      <a:pt x="19265" y="0"/>
                    </a:moveTo>
                    <a:cubicBezTo>
                      <a:pt x="26410" y="0"/>
                      <a:pt x="32641" y="1781"/>
                      <a:pt x="35973" y="4428"/>
                    </a:cubicBezTo>
                    <a:lnTo>
                      <a:pt x="38530" y="4428"/>
                    </a:lnTo>
                    <a:lnTo>
                      <a:pt x="38530" y="8834"/>
                    </a:lnTo>
                    <a:cubicBezTo>
                      <a:pt x="38530" y="13695"/>
                      <a:pt x="29902" y="17667"/>
                      <a:pt x="19265" y="17667"/>
                    </a:cubicBezTo>
                    <a:cubicBezTo>
                      <a:pt x="8629" y="17667"/>
                      <a:pt x="1" y="13695"/>
                      <a:pt x="1" y="8834"/>
                    </a:cubicBezTo>
                    <a:lnTo>
                      <a:pt x="1" y="4428"/>
                    </a:lnTo>
                    <a:lnTo>
                      <a:pt x="2557" y="4428"/>
                    </a:lnTo>
                    <a:cubicBezTo>
                      <a:pt x="5890" y="1781"/>
                      <a:pt x="12121" y="0"/>
                      <a:pt x="192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0"/>
              <p:cNvSpPr/>
              <p:nvPr/>
            </p:nvSpPr>
            <p:spPr>
              <a:xfrm>
                <a:off x="1468225" y="2306444"/>
                <a:ext cx="1425032" cy="654265"/>
              </a:xfrm>
              <a:custGeom>
                <a:avLst/>
                <a:gdLst/>
                <a:ahLst/>
                <a:cxnLst/>
                <a:rect l="l" t="t" r="r" b="b"/>
                <a:pathLst>
                  <a:path w="38530" h="17690" extrusionOk="0">
                    <a:moveTo>
                      <a:pt x="19265" y="17690"/>
                    </a:moveTo>
                    <a:cubicBezTo>
                      <a:pt x="29879" y="17690"/>
                      <a:pt x="38530" y="13718"/>
                      <a:pt x="38530" y="8856"/>
                    </a:cubicBezTo>
                    <a:cubicBezTo>
                      <a:pt x="38530" y="3972"/>
                      <a:pt x="29879" y="0"/>
                      <a:pt x="19265" y="0"/>
                    </a:cubicBezTo>
                    <a:cubicBezTo>
                      <a:pt x="8651" y="0"/>
                      <a:pt x="1" y="3972"/>
                      <a:pt x="1" y="8856"/>
                    </a:cubicBezTo>
                    <a:cubicBezTo>
                      <a:pt x="1" y="13718"/>
                      <a:pt x="8651" y="17690"/>
                      <a:pt x="19265" y="1769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0"/>
              <p:cNvSpPr/>
              <p:nvPr/>
            </p:nvSpPr>
            <p:spPr>
              <a:xfrm>
                <a:off x="1468225" y="1729844"/>
                <a:ext cx="1425032" cy="653451"/>
              </a:xfrm>
              <a:custGeom>
                <a:avLst/>
                <a:gdLst/>
                <a:ahLst/>
                <a:cxnLst/>
                <a:rect l="l" t="t" r="r" b="b"/>
                <a:pathLst>
                  <a:path w="38530" h="17668" extrusionOk="0">
                    <a:moveTo>
                      <a:pt x="19265" y="1"/>
                    </a:moveTo>
                    <a:cubicBezTo>
                      <a:pt x="26410" y="1"/>
                      <a:pt x="32641" y="1781"/>
                      <a:pt x="35973" y="4429"/>
                    </a:cubicBezTo>
                    <a:lnTo>
                      <a:pt x="38530" y="4429"/>
                    </a:lnTo>
                    <a:lnTo>
                      <a:pt x="38530" y="8834"/>
                    </a:lnTo>
                    <a:cubicBezTo>
                      <a:pt x="38530" y="13719"/>
                      <a:pt x="29902" y="17667"/>
                      <a:pt x="19265" y="17667"/>
                    </a:cubicBezTo>
                    <a:cubicBezTo>
                      <a:pt x="8629" y="17667"/>
                      <a:pt x="1" y="13719"/>
                      <a:pt x="1" y="8834"/>
                    </a:cubicBezTo>
                    <a:lnTo>
                      <a:pt x="1" y="4429"/>
                    </a:lnTo>
                    <a:lnTo>
                      <a:pt x="2557" y="4429"/>
                    </a:lnTo>
                    <a:cubicBezTo>
                      <a:pt x="5890" y="1781"/>
                      <a:pt x="12121" y="1"/>
                      <a:pt x="19265" y="1"/>
                    </a:cubicBezTo>
                    <a:close/>
                  </a:path>
                </a:pathLst>
              </a:custGeom>
              <a:solidFill>
                <a:srgbClr val="C3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0"/>
              <p:cNvSpPr/>
              <p:nvPr/>
            </p:nvSpPr>
            <p:spPr>
              <a:xfrm>
                <a:off x="1468225" y="1566924"/>
                <a:ext cx="1425032" cy="653451"/>
              </a:xfrm>
              <a:custGeom>
                <a:avLst/>
                <a:gdLst/>
                <a:ahLst/>
                <a:cxnLst/>
                <a:rect l="l" t="t" r="r" b="b"/>
                <a:pathLst>
                  <a:path w="38530" h="17668" extrusionOk="0">
                    <a:moveTo>
                      <a:pt x="19265" y="17667"/>
                    </a:moveTo>
                    <a:cubicBezTo>
                      <a:pt x="29879" y="17667"/>
                      <a:pt x="38530" y="13695"/>
                      <a:pt x="38530" y="8834"/>
                    </a:cubicBezTo>
                    <a:cubicBezTo>
                      <a:pt x="38530" y="3972"/>
                      <a:pt x="29879" y="0"/>
                      <a:pt x="19265" y="0"/>
                    </a:cubicBezTo>
                    <a:cubicBezTo>
                      <a:pt x="8651" y="0"/>
                      <a:pt x="1" y="3972"/>
                      <a:pt x="1" y="8834"/>
                    </a:cubicBezTo>
                    <a:cubicBezTo>
                      <a:pt x="1" y="13695"/>
                      <a:pt x="8651" y="17667"/>
                      <a:pt x="19265" y="1766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6" name="Google Shape;1486;p40"/>
            <p:cNvSpPr/>
            <p:nvPr/>
          </p:nvSpPr>
          <p:spPr>
            <a:xfrm>
              <a:off x="1876015" y="3915326"/>
              <a:ext cx="2452833" cy="206749"/>
            </a:xfrm>
            <a:custGeom>
              <a:avLst/>
              <a:gdLst/>
              <a:ahLst/>
              <a:cxnLst/>
              <a:rect l="l" t="t" r="r" b="b"/>
              <a:pathLst>
                <a:path w="30975" h="5685" fill="none" extrusionOk="0">
                  <a:moveTo>
                    <a:pt x="30974" y="1"/>
                  </a:moveTo>
                  <a:lnTo>
                    <a:pt x="3333" y="1"/>
                  </a:lnTo>
                  <a:cubicBezTo>
                    <a:pt x="1507" y="1"/>
                    <a:pt x="0" y="1507"/>
                    <a:pt x="0" y="3333"/>
                  </a:cubicBezTo>
                  <a:lnTo>
                    <a:pt x="0" y="5684"/>
                  </a:lnTo>
                </a:path>
              </a:pathLst>
            </a:custGeom>
            <a:solidFill>
              <a:schemeClr val="dk2"/>
            </a:solidFill>
            <a:ln w="137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0"/>
            <p:cNvSpPr/>
            <p:nvPr/>
          </p:nvSpPr>
          <p:spPr>
            <a:xfrm>
              <a:off x="1876015" y="3188146"/>
              <a:ext cx="2452833" cy="205913"/>
            </a:xfrm>
            <a:custGeom>
              <a:avLst/>
              <a:gdLst/>
              <a:ahLst/>
              <a:cxnLst/>
              <a:rect l="l" t="t" r="r" b="b"/>
              <a:pathLst>
                <a:path w="30975" h="5662" fill="none" extrusionOk="0">
                  <a:moveTo>
                    <a:pt x="30974" y="1"/>
                  </a:moveTo>
                  <a:lnTo>
                    <a:pt x="3333" y="1"/>
                  </a:lnTo>
                  <a:cubicBezTo>
                    <a:pt x="1507" y="1"/>
                    <a:pt x="0" y="1484"/>
                    <a:pt x="0" y="3333"/>
                  </a:cubicBezTo>
                  <a:lnTo>
                    <a:pt x="0" y="5661"/>
                  </a:lnTo>
                </a:path>
              </a:pathLst>
            </a:custGeom>
            <a:solidFill>
              <a:schemeClr val="dk2"/>
            </a:solidFill>
            <a:ln w="137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0"/>
            <p:cNvSpPr/>
            <p:nvPr/>
          </p:nvSpPr>
          <p:spPr>
            <a:xfrm>
              <a:off x="1876015" y="2460130"/>
              <a:ext cx="2452833" cy="206749"/>
            </a:xfrm>
            <a:custGeom>
              <a:avLst/>
              <a:gdLst/>
              <a:ahLst/>
              <a:cxnLst/>
              <a:rect l="l" t="t" r="r" b="b"/>
              <a:pathLst>
                <a:path w="30975" h="5685" fill="none" extrusionOk="0">
                  <a:moveTo>
                    <a:pt x="30974" y="1"/>
                  </a:moveTo>
                  <a:lnTo>
                    <a:pt x="3333" y="1"/>
                  </a:lnTo>
                  <a:cubicBezTo>
                    <a:pt x="1507" y="1"/>
                    <a:pt x="0" y="1507"/>
                    <a:pt x="0" y="3333"/>
                  </a:cubicBezTo>
                  <a:lnTo>
                    <a:pt x="0" y="5684"/>
                  </a:lnTo>
                </a:path>
              </a:pathLst>
            </a:custGeom>
            <a:solidFill>
              <a:schemeClr val="dk2"/>
            </a:solidFill>
            <a:ln w="137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0"/>
            <p:cNvSpPr/>
            <p:nvPr/>
          </p:nvSpPr>
          <p:spPr>
            <a:xfrm>
              <a:off x="1876015" y="1732950"/>
              <a:ext cx="2452833" cy="205913"/>
            </a:xfrm>
            <a:custGeom>
              <a:avLst/>
              <a:gdLst/>
              <a:ahLst/>
              <a:cxnLst/>
              <a:rect l="l" t="t" r="r" b="b"/>
              <a:pathLst>
                <a:path w="30975" h="5662" fill="none" extrusionOk="0">
                  <a:moveTo>
                    <a:pt x="30974" y="1"/>
                  </a:moveTo>
                  <a:lnTo>
                    <a:pt x="3333" y="1"/>
                  </a:lnTo>
                  <a:cubicBezTo>
                    <a:pt x="1507" y="1"/>
                    <a:pt x="0" y="1485"/>
                    <a:pt x="0" y="3333"/>
                  </a:cubicBezTo>
                  <a:lnTo>
                    <a:pt x="0" y="5662"/>
                  </a:lnTo>
                </a:path>
              </a:pathLst>
            </a:custGeom>
            <a:solidFill>
              <a:schemeClr val="dk2"/>
            </a:solidFill>
            <a:ln w="137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0"/>
            <p:cNvSpPr/>
            <p:nvPr/>
          </p:nvSpPr>
          <p:spPr>
            <a:xfrm>
              <a:off x="1846975" y="4092152"/>
              <a:ext cx="58152" cy="58952"/>
            </a:xfrm>
            <a:custGeom>
              <a:avLst/>
              <a:gdLst/>
              <a:ahLst/>
              <a:cxnLst/>
              <a:rect l="l" t="t" r="r" b="b"/>
              <a:pathLst>
                <a:path w="1599" h="1621" extrusionOk="0">
                  <a:moveTo>
                    <a:pt x="799" y="1621"/>
                  </a:moveTo>
                  <a:cubicBezTo>
                    <a:pt x="1233" y="1621"/>
                    <a:pt x="1598" y="1256"/>
                    <a:pt x="1598" y="822"/>
                  </a:cubicBezTo>
                  <a:cubicBezTo>
                    <a:pt x="1598" y="366"/>
                    <a:pt x="1233" y="0"/>
                    <a:pt x="799" y="0"/>
                  </a:cubicBezTo>
                  <a:cubicBezTo>
                    <a:pt x="343" y="0"/>
                    <a:pt x="0" y="366"/>
                    <a:pt x="0" y="822"/>
                  </a:cubicBezTo>
                  <a:cubicBezTo>
                    <a:pt x="0" y="1256"/>
                    <a:pt x="343" y="1621"/>
                    <a:pt x="799" y="162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0"/>
            <p:cNvSpPr/>
            <p:nvPr/>
          </p:nvSpPr>
          <p:spPr>
            <a:xfrm>
              <a:off x="4328844" y="3886271"/>
              <a:ext cx="58952" cy="58988"/>
            </a:xfrm>
            <a:custGeom>
              <a:avLst/>
              <a:gdLst/>
              <a:ahLst/>
              <a:cxnLst/>
              <a:rect l="l" t="t" r="r" b="b"/>
              <a:pathLst>
                <a:path w="1621" h="1622" extrusionOk="0">
                  <a:moveTo>
                    <a:pt x="799" y="1621"/>
                  </a:moveTo>
                  <a:cubicBezTo>
                    <a:pt x="1256" y="1621"/>
                    <a:pt x="1621" y="1256"/>
                    <a:pt x="1621" y="800"/>
                  </a:cubicBezTo>
                  <a:cubicBezTo>
                    <a:pt x="1621" y="366"/>
                    <a:pt x="1256" y="1"/>
                    <a:pt x="799" y="1"/>
                  </a:cubicBezTo>
                  <a:cubicBezTo>
                    <a:pt x="366" y="1"/>
                    <a:pt x="0" y="366"/>
                    <a:pt x="0" y="800"/>
                  </a:cubicBezTo>
                  <a:cubicBezTo>
                    <a:pt x="0" y="1256"/>
                    <a:pt x="366" y="1621"/>
                    <a:pt x="799" y="162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0"/>
            <p:cNvSpPr/>
            <p:nvPr/>
          </p:nvSpPr>
          <p:spPr>
            <a:xfrm>
              <a:off x="1846975" y="3364969"/>
              <a:ext cx="58152" cy="58988"/>
            </a:xfrm>
            <a:custGeom>
              <a:avLst/>
              <a:gdLst/>
              <a:ahLst/>
              <a:cxnLst/>
              <a:rect l="l" t="t" r="r" b="b"/>
              <a:pathLst>
                <a:path w="1599" h="1622" extrusionOk="0">
                  <a:moveTo>
                    <a:pt x="799" y="1621"/>
                  </a:moveTo>
                  <a:cubicBezTo>
                    <a:pt x="1233" y="1621"/>
                    <a:pt x="1598" y="1256"/>
                    <a:pt x="1598" y="799"/>
                  </a:cubicBezTo>
                  <a:cubicBezTo>
                    <a:pt x="1598" y="366"/>
                    <a:pt x="1233" y="0"/>
                    <a:pt x="799" y="0"/>
                  </a:cubicBezTo>
                  <a:cubicBezTo>
                    <a:pt x="343" y="0"/>
                    <a:pt x="0" y="366"/>
                    <a:pt x="0" y="799"/>
                  </a:cubicBezTo>
                  <a:cubicBezTo>
                    <a:pt x="0" y="1256"/>
                    <a:pt x="343" y="1621"/>
                    <a:pt x="799" y="162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0"/>
            <p:cNvSpPr/>
            <p:nvPr/>
          </p:nvSpPr>
          <p:spPr>
            <a:xfrm>
              <a:off x="4328844" y="3158252"/>
              <a:ext cx="58952" cy="58988"/>
            </a:xfrm>
            <a:custGeom>
              <a:avLst/>
              <a:gdLst/>
              <a:ahLst/>
              <a:cxnLst/>
              <a:rect l="l" t="t" r="r" b="b"/>
              <a:pathLst>
                <a:path w="1621" h="1622" extrusionOk="0">
                  <a:moveTo>
                    <a:pt x="799" y="1622"/>
                  </a:moveTo>
                  <a:cubicBezTo>
                    <a:pt x="1256" y="1622"/>
                    <a:pt x="1621" y="1256"/>
                    <a:pt x="1621" y="823"/>
                  </a:cubicBezTo>
                  <a:cubicBezTo>
                    <a:pt x="1621" y="366"/>
                    <a:pt x="1256" y="1"/>
                    <a:pt x="799" y="1"/>
                  </a:cubicBezTo>
                  <a:cubicBezTo>
                    <a:pt x="366" y="1"/>
                    <a:pt x="0" y="366"/>
                    <a:pt x="0" y="823"/>
                  </a:cubicBezTo>
                  <a:cubicBezTo>
                    <a:pt x="0" y="1256"/>
                    <a:pt x="366" y="1622"/>
                    <a:pt x="799" y="162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0"/>
            <p:cNvSpPr/>
            <p:nvPr/>
          </p:nvSpPr>
          <p:spPr>
            <a:xfrm>
              <a:off x="1846975" y="2636950"/>
              <a:ext cx="58152" cy="58988"/>
            </a:xfrm>
            <a:custGeom>
              <a:avLst/>
              <a:gdLst/>
              <a:ahLst/>
              <a:cxnLst/>
              <a:rect l="l" t="t" r="r" b="b"/>
              <a:pathLst>
                <a:path w="1599" h="1622" extrusionOk="0">
                  <a:moveTo>
                    <a:pt x="799" y="1621"/>
                  </a:moveTo>
                  <a:cubicBezTo>
                    <a:pt x="1233" y="1621"/>
                    <a:pt x="1598" y="1256"/>
                    <a:pt x="1598" y="822"/>
                  </a:cubicBezTo>
                  <a:cubicBezTo>
                    <a:pt x="1598" y="366"/>
                    <a:pt x="1233" y="1"/>
                    <a:pt x="799" y="1"/>
                  </a:cubicBezTo>
                  <a:cubicBezTo>
                    <a:pt x="343" y="1"/>
                    <a:pt x="0" y="366"/>
                    <a:pt x="0" y="822"/>
                  </a:cubicBezTo>
                  <a:cubicBezTo>
                    <a:pt x="0" y="1256"/>
                    <a:pt x="343" y="1621"/>
                    <a:pt x="799" y="162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0"/>
            <p:cNvSpPr/>
            <p:nvPr/>
          </p:nvSpPr>
          <p:spPr>
            <a:xfrm>
              <a:off x="4328844" y="2431106"/>
              <a:ext cx="58952" cy="58952"/>
            </a:xfrm>
            <a:custGeom>
              <a:avLst/>
              <a:gdLst/>
              <a:ahLst/>
              <a:cxnLst/>
              <a:rect l="l" t="t" r="r" b="b"/>
              <a:pathLst>
                <a:path w="1621" h="1621" extrusionOk="0">
                  <a:moveTo>
                    <a:pt x="799" y="1621"/>
                  </a:moveTo>
                  <a:cubicBezTo>
                    <a:pt x="1256" y="1621"/>
                    <a:pt x="1621" y="1255"/>
                    <a:pt x="1621" y="799"/>
                  </a:cubicBezTo>
                  <a:cubicBezTo>
                    <a:pt x="1621" y="365"/>
                    <a:pt x="1256" y="0"/>
                    <a:pt x="799" y="0"/>
                  </a:cubicBezTo>
                  <a:cubicBezTo>
                    <a:pt x="366" y="0"/>
                    <a:pt x="0" y="365"/>
                    <a:pt x="0" y="799"/>
                  </a:cubicBezTo>
                  <a:cubicBezTo>
                    <a:pt x="0" y="1255"/>
                    <a:pt x="366" y="1621"/>
                    <a:pt x="799" y="162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0"/>
            <p:cNvSpPr/>
            <p:nvPr/>
          </p:nvSpPr>
          <p:spPr>
            <a:xfrm>
              <a:off x="1846975" y="1909768"/>
              <a:ext cx="58152" cy="58152"/>
            </a:xfrm>
            <a:custGeom>
              <a:avLst/>
              <a:gdLst/>
              <a:ahLst/>
              <a:cxnLst/>
              <a:rect l="l" t="t" r="r" b="b"/>
              <a:pathLst>
                <a:path w="1599" h="1599" extrusionOk="0">
                  <a:moveTo>
                    <a:pt x="799" y="1599"/>
                  </a:moveTo>
                  <a:cubicBezTo>
                    <a:pt x="1233" y="1599"/>
                    <a:pt x="1598" y="1256"/>
                    <a:pt x="1598" y="800"/>
                  </a:cubicBezTo>
                  <a:cubicBezTo>
                    <a:pt x="1598" y="366"/>
                    <a:pt x="1233" y="1"/>
                    <a:pt x="799" y="1"/>
                  </a:cubicBezTo>
                  <a:cubicBezTo>
                    <a:pt x="343" y="1"/>
                    <a:pt x="0" y="366"/>
                    <a:pt x="0" y="800"/>
                  </a:cubicBezTo>
                  <a:cubicBezTo>
                    <a:pt x="0" y="1256"/>
                    <a:pt x="343" y="1599"/>
                    <a:pt x="799" y="159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0"/>
            <p:cNvSpPr/>
            <p:nvPr/>
          </p:nvSpPr>
          <p:spPr>
            <a:xfrm>
              <a:off x="4328844" y="1703956"/>
              <a:ext cx="58952" cy="58952"/>
            </a:xfrm>
            <a:custGeom>
              <a:avLst/>
              <a:gdLst/>
              <a:ahLst/>
              <a:cxnLst/>
              <a:rect l="l" t="t" r="r" b="b"/>
              <a:pathLst>
                <a:path w="1621" h="1621" extrusionOk="0">
                  <a:moveTo>
                    <a:pt x="799" y="1621"/>
                  </a:moveTo>
                  <a:cubicBezTo>
                    <a:pt x="1256" y="1621"/>
                    <a:pt x="1621" y="1255"/>
                    <a:pt x="1621" y="799"/>
                  </a:cubicBezTo>
                  <a:cubicBezTo>
                    <a:pt x="1621" y="365"/>
                    <a:pt x="1256" y="0"/>
                    <a:pt x="799" y="0"/>
                  </a:cubicBezTo>
                  <a:cubicBezTo>
                    <a:pt x="366" y="0"/>
                    <a:pt x="0" y="365"/>
                    <a:pt x="0" y="799"/>
                  </a:cubicBezTo>
                  <a:cubicBezTo>
                    <a:pt x="0" y="1255"/>
                    <a:pt x="366" y="1621"/>
                    <a:pt x="799" y="162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8" name="Google Shape;1498;p40"/>
          <p:cNvSpPr txBox="1">
            <a:spLocks noGrp="1"/>
          </p:cNvSpPr>
          <p:nvPr>
            <p:ph type="subTitle" idx="4294967295"/>
          </p:nvPr>
        </p:nvSpPr>
        <p:spPr>
          <a:xfrm>
            <a:off x="5699475" y="2019638"/>
            <a:ext cx="2277600" cy="701400"/>
          </a:xfrm>
          <a:prstGeom prst="rect">
            <a:avLst/>
          </a:prstGeom>
        </p:spPr>
        <p:txBody>
          <a:bodyPr spcFirstLastPara="1" wrap="square" lIns="91425" tIns="91425" rIns="91425" bIns="91425" anchor="t" anchorCtr="0">
            <a:noAutofit/>
          </a:bodyPr>
          <a:lstStyle/>
          <a:p>
            <a:pPr marL="0" marR="0" lvl="0" indent="0">
              <a:lnSpc>
                <a:spcPct val="107000"/>
              </a:lnSpc>
              <a:spcBef>
                <a:spcPts val="0"/>
              </a:spcBef>
              <a:spcAft>
                <a:spcPts val="0"/>
              </a:spcAft>
              <a:buNone/>
            </a:pPr>
            <a:r>
              <a:rPr lang="en-US" sz="1800" b="1" dirty="0">
                <a:effectLst/>
                <a:latin typeface="Cambria" panose="02040503050406030204" pitchFamily="18" charset="0"/>
                <a:ea typeface="Cambria" panose="02040503050406030204" pitchFamily="18" charset="0"/>
                <a:cs typeface="Times New Roman" panose="02020603050405020304" pitchFamily="18" charset="0"/>
              </a:rPr>
              <a:t>Easily configurable</a:t>
            </a:r>
            <a:endParaRPr lang="en-US" sz="1800" dirty="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1499" name="Google Shape;1499;p40"/>
          <p:cNvSpPr txBox="1">
            <a:spLocks noGrp="1"/>
          </p:cNvSpPr>
          <p:nvPr>
            <p:ph type="subTitle" idx="4294967295"/>
          </p:nvPr>
        </p:nvSpPr>
        <p:spPr>
          <a:xfrm>
            <a:off x="5578971" y="3421239"/>
            <a:ext cx="2277600" cy="701400"/>
          </a:xfrm>
          <a:prstGeom prst="rect">
            <a:avLst/>
          </a:prstGeom>
        </p:spPr>
        <p:txBody>
          <a:bodyPr spcFirstLastPara="1" wrap="square" lIns="91425" tIns="91425" rIns="91425" bIns="91425" anchor="t" anchorCtr="0">
            <a:noAutofit/>
          </a:bodyPr>
          <a:lstStyle/>
          <a:p>
            <a:pPr marL="127000" indent="0">
              <a:buNone/>
            </a:pPr>
            <a:r>
              <a:rPr lang="en-GB" sz="1600" b="1" dirty="0">
                <a:effectLst/>
                <a:latin typeface="Cambria" panose="02040503050406030204" pitchFamily="18" charset="0"/>
                <a:ea typeface="MS Mincho" panose="02020609040205080304" pitchFamily="49" charset="-128"/>
                <a:cs typeface="Times New Roman" panose="02020603050405020304" pitchFamily="18" charset="0"/>
              </a:rPr>
              <a:t>New inventions</a:t>
            </a:r>
            <a:endParaRPr lang="en-GB" dirty="0"/>
          </a:p>
        </p:txBody>
      </p:sp>
      <p:sp>
        <p:nvSpPr>
          <p:cNvPr id="1500" name="Google Shape;1500;p40"/>
          <p:cNvSpPr txBox="1">
            <a:spLocks noGrp="1"/>
          </p:cNvSpPr>
          <p:nvPr>
            <p:ph type="subTitle" idx="4294967295"/>
          </p:nvPr>
        </p:nvSpPr>
        <p:spPr>
          <a:xfrm>
            <a:off x="5699463" y="1388958"/>
            <a:ext cx="2277600" cy="701400"/>
          </a:xfrm>
          <a:prstGeom prst="rect">
            <a:avLst/>
          </a:prstGeom>
        </p:spPr>
        <p:txBody>
          <a:bodyPr spcFirstLastPara="1" wrap="square" lIns="91425" tIns="91425" rIns="91425" bIns="91425" anchor="t" anchorCtr="0">
            <a:noAutofit/>
          </a:bodyPr>
          <a:lstStyle/>
          <a:p>
            <a:pPr marL="0" marR="0" lvl="0" indent="0">
              <a:lnSpc>
                <a:spcPct val="107000"/>
              </a:lnSpc>
              <a:spcBef>
                <a:spcPts val="0"/>
              </a:spcBef>
              <a:spcAft>
                <a:spcPts val="800"/>
              </a:spcAft>
              <a:buNone/>
            </a:pPr>
            <a:r>
              <a:rPr lang="en-US" sz="1800" b="1" dirty="0">
                <a:effectLst/>
                <a:latin typeface="Cambria" panose="02040503050406030204" pitchFamily="18" charset="0"/>
                <a:ea typeface="Cambria" panose="02040503050406030204" pitchFamily="18" charset="0"/>
                <a:cs typeface="Times New Roman" panose="02020603050405020304" pitchFamily="18" charset="0"/>
              </a:rPr>
              <a:t>Lower Price</a:t>
            </a:r>
            <a:endParaRPr lang="en-US" sz="1800" dirty="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1501" name="Google Shape;1501;p40"/>
          <p:cNvSpPr txBox="1">
            <a:spLocks noGrp="1"/>
          </p:cNvSpPr>
          <p:nvPr>
            <p:ph type="subTitle" idx="4294967295"/>
          </p:nvPr>
        </p:nvSpPr>
        <p:spPr>
          <a:xfrm>
            <a:off x="5699463" y="2581865"/>
            <a:ext cx="2277600" cy="701400"/>
          </a:xfrm>
          <a:prstGeom prst="rect">
            <a:avLst/>
          </a:prstGeom>
        </p:spPr>
        <p:txBody>
          <a:bodyPr spcFirstLastPara="1" wrap="square" lIns="91425" tIns="91425" rIns="91425" bIns="91425" anchor="t" anchorCtr="0">
            <a:noAutofit/>
          </a:bodyPr>
          <a:lstStyle/>
          <a:p>
            <a:pPr marL="0" indent="0">
              <a:spcAft>
                <a:spcPts val="1600"/>
              </a:spcAft>
              <a:buNone/>
            </a:pPr>
            <a:r>
              <a:rPr lang="en-US" sz="1600" b="1" dirty="0">
                <a:effectLst/>
                <a:latin typeface="Cambria" panose="02040503050406030204" pitchFamily="18" charset="0"/>
                <a:ea typeface="Cambria" panose="02040503050406030204" pitchFamily="18" charset="0"/>
                <a:cs typeface="Times New Roman" panose="02020603050405020304" pitchFamily="18" charset="0"/>
              </a:rPr>
              <a:t>Provide reality experience</a:t>
            </a:r>
            <a:endParaRPr lang="en-US" sz="1600" dirty="0">
              <a:effectLst/>
              <a:latin typeface="Cambria" panose="020405030504060302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5"/>
        <p:cNvGrpSpPr/>
        <p:nvPr/>
      </p:nvGrpSpPr>
      <p:grpSpPr>
        <a:xfrm>
          <a:off x="0" y="0"/>
          <a:ext cx="0" cy="0"/>
          <a:chOff x="0" y="0"/>
          <a:chExt cx="0" cy="0"/>
        </a:xfrm>
      </p:grpSpPr>
      <p:sp>
        <p:nvSpPr>
          <p:cNvPr id="1506" name="Google Shape;1506;p41"/>
          <p:cNvSpPr txBox="1">
            <a:spLocks noGrp="1"/>
          </p:cNvSpPr>
          <p:nvPr>
            <p:ph type="title"/>
          </p:nvPr>
        </p:nvSpPr>
        <p:spPr>
          <a:xfrm>
            <a:off x="755148" y="229156"/>
            <a:ext cx="6360027" cy="100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Statistics Of Video Gaming In Pakistan</a:t>
            </a:r>
            <a:endParaRPr dirty="0">
              <a:solidFill>
                <a:schemeClr val="accent1"/>
              </a:solidFill>
              <a:latin typeface="Overpass SemiBold"/>
              <a:ea typeface="Overpass SemiBold"/>
              <a:cs typeface="Overpass SemiBold"/>
              <a:sym typeface="Overpass SemiBold"/>
            </a:endParaRPr>
          </a:p>
        </p:txBody>
      </p:sp>
      <p:sp>
        <p:nvSpPr>
          <p:cNvPr id="1507" name="Google Shape;1507;p41"/>
          <p:cNvSpPr txBox="1">
            <a:spLocks noGrp="1"/>
          </p:cNvSpPr>
          <p:nvPr>
            <p:ph type="subTitle" idx="1"/>
          </p:nvPr>
        </p:nvSpPr>
        <p:spPr>
          <a:xfrm>
            <a:off x="755148" y="931593"/>
            <a:ext cx="8150727" cy="3982751"/>
          </a:xfrm>
          <a:prstGeom prst="rect">
            <a:avLst/>
          </a:prstGeom>
        </p:spPr>
        <p:txBody>
          <a:bodyPr spcFirstLastPara="1" wrap="square" lIns="91425" tIns="91425" rIns="91425" bIns="91425" anchor="ctr" anchorCtr="0">
            <a:noAutofit/>
          </a:bodyPr>
          <a:lstStyle/>
          <a:p>
            <a:pPr algn="l" fontAlgn="base">
              <a:buFont typeface="Wingdings" panose="05000000000000000000" pitchFamily="2" charset="2"/>
              <a:buChar char="Ø"/>
            </a:pPr>
            <a:r>
              <a:rPr lang="en-GB" b="0" i="0" dirty="0">
                <a:solidFill>
                  <a:schemeClr val="bg2"/>
                </a:solidFill>
                <a:effectLst/>
                <a:latin typeface="Open Sans" panose="020B0606030504020204" pitchFamily="34" charset="0"/>
              </a:rPr>
              <a:t>Revenue in the Video Games segment is projected to reach </a:t>
            </a:r>
            <a:r>
              <a:rPr lang="en-GB" b="1" i="0" dirty="0">
                <a:solidFill>
                  <a:schemeClr val="bg2"/>
                </a:solidFill>
                <a:effectLst/>
                <a:latin typeface="Open Sans" panose="020B0606030504020204" pitchFamily="34" charset="0"/>
              </a:rPr>
              <a:t>US$190.70m </a:t>
            </a:r>
            <a:r>
              <a:rPr lang="en-GB" b="0" i="0" dirty="0">
                <a:solidFill>
                  <a:schemeClr val="bg2"/>
                </a:solidFill>
                <a:effectLst/>
                <a:latin typeface="Open Sans" panose="020B0606030504020204" pitchFamily="34" charset="0"/>
              </a:rPr>
              <a:t>in 2021.</a:t>
            </a:r>
          </a:p>
          <a:p>
            <a:pPr algn="l" fontAlgn="base">
              <a:buFont typeface="Wingdings" panose="05000000000000000000" pitchFamily="2" charset="2"/>
              <a:buChar char="Ø"/>
            </a:pPr>
            <a:r>
              <a:rPr lang="en-GB" b="0" i="0" dirty="0">
                <a:solidFill>
                  <a:schemeClr val="bg2"/>
                </a:solidFill>
                <a:effectLst/>
                <a:latin typeface="Open Sans" panose="020B0606030504020204" pitchFamily="34" charset="0"/>
              </a:rPr>
              <a:t>Revenue is expected to show an annual growth rate (CAGR 2022-2026) of </a:t>
            </a:r>
            <a:r>
              <a:rPr lang="en-GB" b="1" i="0" dirty="0">
                <a:solidFill>
                  <a:schemeClr val="bg2"/>
                </a:solidFill>
                <a:effectLst/>
                <a:latin typeface="Open Sans" panose="020B0606030504020204" pitchFamily="34" charset="0"/>
              </a:rPr>
              <a:t>2.17%</a:t>
            </a:r>
            <a:r>
              <a:rPr lang="en-GB" b="0" i="0" dirty="0">
                <a:solidFill>
                  <a:schemeClr val="bg2"/>
                </a:solidFill>
                <a:effectLst/>
                <a:latin typeface="Open Sans" panose="020B0606030504020204" pitchFamily="34" charset="0"/>
              </a:rPr>
              <a:t>, resulting in a projected market volume </a:t>
            </a:r>
            <a:r>
              <a:rPr lang="en-GB" b="1" i="0" dirty="0">
                <a:solidFill>
                  <a:schemeClr val="bg2"/>
                </a:solidFill>
                <a:effectLst/>
                <a:latin typeface="Open Sans" panose="020B0606030504020204" pitchFamily="34" charset="0"/>
              </a:rPr>
              <a:t>of US$227.40m </a:t>
            </a:r>
            <a:r>
              <a:rPr lang="en-GB" b="0" i="0" dirty="0">
                <a:solidFill>
                  <a:schemeClr val="bg2"/>
                </a:solidFill>
                <a:effectLst/>
                <a:latin typeface="Open Sans" panose="020B0606030504020204" pitchFamily="34" charset="0"/>
              </a:rPr>
              <a:t>by 2026.</a:t>
            </a:r>
          </a:p>
          <a:p>
            <a:pPr algn="l" fontAlgn="base">
              <a:buFont typeface="Wingdings" panose="05000000000000000000" pitchFamily="2" charset="2"/>
              <a:buChar char="Ø"/>
            </a:pPr>
            <a:r>
              <a:rPr lang="en-GB" b="0" i="0" dirty="0">
                <a:solidFill>
                  <a:schemeClr val="bg2"/>
                </a:solidFill>
                <a:effectLst/>
                <a:latin typeface="Open Sans" panose="020B0606030504020204" pitchFamily="34" charset="0"/>
              </a:rPr>
              <a:t>In the Video Games segment, the number of users is expected to amount to 50.9m users by 2026.</a:t>
            </a:r>
          </a:p>
          <a:p>
            <a:pPr algn="l" fontAlgn="base">
              <a:buFont typeface="Wingdings" panose="05000000000000000000" pitchFamily="2" charset="2"/>
              <a:buChar char="Ø"/>
            </a:pPr>
            <a:r>
              <a:rPr lang="en-GB" b="0" i="0" dirty="0">
                <a:solidFill>
                  <a:schemeClr val="bg2"/>
                </a:solidFill>
                <a:effectLst/>
                <a:latin typeface="Open Sans" panose="020B0606030504020204" pitchFamily="34" charset="0"/>
              </a:rPr>
              <a:t>User penetration will be </a:t>
            </a:r>
            <a:r>
              <a:rPr lang="en-GB" b="1" i="0" dirty="0">
                <a:solidFill>
                  <a:schemeClr val="bg2"/>
                </a:solidFill>
                <a:effectLst/>
                <a:latin typeface="Open Sans" panose="020B0606030504020204" pitchFamily="34" charset="0"/>
              </a:rPr>
              <a:t>16.0% in 2022 </a:t>
            </a:r>
            <a:r>
              <a:rPr lang="en-GB" b="0" i="0" dirty="0">
                <a:solidFill>
                  <a:schemeClr val="bg2"/>
                </a:solidFill>
                <a:effectLst/>
                <a:latin typeface="Open Sans" panose="020B0606030504020204" pitchFamily="34" charset="0"/>
              </a:rPr>
              <a:t>and is expected to hit </a:t>
            </a:r>
            <a:r>
              <a:rPr lang="en-GB" b="1" i="0" dirty="0">
                <a:solidFill>
                  <a:schemeClr val="bg2"/>
                </a:solidFill>
                <a:effectLst/>
                <a:latin typeface="Open Sans" panose="020B0606030504020204" pitchFamily="34" charset="0"/>
              </a:rPr>
              <a:t>20.6% by 2026</a:t>
            </a:r>
            <a:r>
              <a:rPr lang="en-GB" b="0" i="0" dirty="0">
                <a:solidFill>
                  <a:schemeClr val="bg2"/>
                </a:solidFill>
                <a:effectLst/>
                <a:latin typeface="Open Sans" panose="020B0606030504020204" pitchFamily="34" charset="0"/>
              </a:rPr>
              <a:t>.</a:t>
            </a:r>
          </a:p>
          <a:p>
            <a:pPr algn="l" fontAlgn="base">
              <a:buFont typeface="Wingdings" panose="05000000000000000000" pitchFamily="2" charset="2"/>
              <a:buChar char="Ø"/>
            </a:pPr>
            <a:r>
              <a:rPr lang="en-GB" b="0" i="0" dirty="0">
                <a:solidFill>
                  <a:schemeClr val="bg2"/>
                </a:solidFill>
                <a:effectLst/>
                <a:latin typeface="Open Sans" panose="020B0606030504020204" pitchFamily="34" charset="0"/>
              </a:rPr>
              <a:t>The largest segment is Mobile Games with a market volume of US$171.30m in 2022.</a:t>
            </a:r>
          </a:p>
          <a:p>
            <a:pPr algn="l" fontAlgn="base">
              <a:buFont typeface="Wingdings" panose="05000000000000000000" pitchFamily="2" charset="2"/>
              <a:buChar char="Ø"/>
            </a:pPr>
            <a:r>
              <a:rPr lang="en-GB" b="0" i="0" dirty="0">
                <a:solidFill>
                  <a:schemeClr val="bg2"/>
                </a:solidFill>
                <a:effectLst/>
                <a:latin typeface="Open Sans" panose="020B0606030504020204" pitchFamily="34" charset="0"/>
              </a:rPr>
              <a:t>In global comparison, most revenue will be generated in China (US$55,570.00m in 2022).</a:t>
            </a:r>
          </a:p>
          <a:p>
            <a:pPr algn="l" fontAlgn="base">
              <a:buFont typeface="Wingdings" panose="05000000000000000000" pitchFamily="2" charset="2"/>
              <a:buChar char="Ø"/>
            </a:pPr>
            <a:r>
              <a:rPr lang="en-GB" b="0" i="0" dirty="0">
                <a:solidFill>
                  <a:schemeClr val="bg2"/>
                </a:solidFill>
                <a:effectLst/>
                <a:latin typeface="Open Sans" panose="020B0606030504020204" pitchFamily="34" charset="0"/>
              </a:rPr>
              <a:t>The average revenue per user (ARPU) in the Video Games segment is projected to amount to </a:t>
            </a:r>
            <a:r>
              <a:rPr lang="en-GB" b="1" i="0" dirty="0">
                <a:solidFill>
                  <a:schemeClr val="bg2"/>
                </a:solidFill>
                <a:effectLst/>
                <a:latin typeface="Open Sans" panose="020B0606030504020204" pitchFamily="34" charset="0"/>
              </a:rPr>
              <a:t>US$5.67 </a:t>
            </a:r>
            <a:r>
              <a:rPr lang="en-GB" b="0" i="0" dirty="0">
                <a:solidFill>
                  <a:schemeClr val="bg2"/>
                </a:solidFill>
                <a:effectLst/>
                <a:latin typeface="Open Sans" panose="020B0606030504020204" pitchFamily="34" charset="0"/>
              </a:rPr>
              <a:t>in 2022.</a:t>
            </a:r>
          </a:p>
          <a:p>
            <a:pPr marL="0" lvl="0" indent="0" algn="l" rtl="0">
              <a:spcBef>
                <a:spcPts val="0"/>
              </a:spcBef>
              <a:spcAft>
                <a:spcPts val="800"/>
              </a:spcAft>
            </a:pPr>
            <a:endParaRPr lang="en-GB" dirty="0"/>
          </a:p>
        </p:txBody>
      </p:sp>
    </p:spTree>
    <p:extLst>
      <p:ext uri="{BB962C8B-B14F-4D97-AF65-F5344CB8AC3E}">
        <p14:creationId xmlns:p14="http://schemas.microsoft.com/office/powerpoint/2010/main" val="3262358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4"/>
        <p:cNvGrpSpPr/>
        <p:nvPr/>
      </p:nvGrpSpPr>
      <p:grpSpPr>
        <a:xfrm>
          <a:off x="0" y="0"/>
          <a:ext cx="0" cy="0"/>
          <a:chOff x="0" y="0"/>
          <a:chExt cx="0" cy="0"/>
        </a:xfrm>
      </p:grpSpPr>
      <p:sp>
        <p:nvSpPr>
          <p:cNvPr id="1245" name="Google Shape;1245;p35"/>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REVENUE </a:t>
            </a:r>
            <a:r>
              <a:rPr lang="en" dirty="0">
                <a:solidFill>
                  <a:schemeClr val="accent1"/>
                </a:solidFill>
                <a:latin typeface="Overpass SemiBold"/>
                <a:ea typeface="Overpass SemiBold"/>
                <a:cs typeface="Overpass SemiBold"/>
                <a:sym typeface="Overpass SemiBold"/>
              </a:rPr>
              <a:t>STREAM</a:t>
            </a:r>
            <a:endParaRPr dirty="0">
              <a:solidFill>
                <a:schemeClr val="accent1"/>
              </a:solidFill>
              <a:latin typeface="Overpass SemiBold"/>
              <a:ea typeface="Overpass SemiBold"/>
              <a:cs typeface="Overpass SemiBold"/>
              <a:sym typeface="Overpass SemiBold"/>
            </a:endParaRPr>
          </a:p>
        </p:txBody>
      </p:sp>
      <p:grpSp>
        <p:nvGrpSpPr>
          <p:cNvPr id="1250" name="Google Shape;1250;p35"/>
          <p:cNvGrpSpPr/>
          <p:nvPr/>
        </p:nvGrpSpPr>
        <p:grpSpPr>
          <a:xfrm>
            <a:off x="6052004" y="3580922"/>
            <a:ext cx="2054046" cy="1177432"/>
            <a:chOff x="5487525" y="2023158"/>
            <a:chExt cx="2642200" cy="1514576"/>
          </a:xfrm>
        </p:grpSpPr>
        <p:sp>
          <p:nvSpPr>
            <p:cNvPr id="1251" name="Google Shape;1251;p35"/>
            <p:cNvSpPr/>
            <p:nvPr/>
          </p:nvSpPr>
          <p:spPr>
            <a:xfrm>
              <a:off x="5487525" y="2326078"/>
              <a:ext cx="2642200" cy="1211656"/>
            </a:xfrm>
            <a:custGeom>
              <a:avLst/>
              <a:gdLst/>
              <a:ahLst/>
              <a:cxnLst/>
              <a:rect l="l" t="t" r="r" b="b"/>
              <a:pathLst>
                <a:path w="65304" h="29947" extrusionOk="0">
                  <a:moveTo>
                    <a:pt x="32640" y="0"/>
                  </a:moveTo>
                  <a:cubicBezTo>
                    <a:pt x="44760" y="0"/>
                    <a:pt x="55306" y="3013"/>
                    <a:pt x="60966" y="7510"/>
                  </a:cubicBezTo>
                  <a:lnTo>
                    <a:pt x="65303" y="7510"/>
                  </a:lnTo>
                  <a:lnTo>
                    <a:pt x="65303" y="14974"/>
                  </a:lnTo>
                  <a:cubicBezTo>
                    <a:pt x="65303" y="23236"/>
                    <a:pt x="50672" y="29947"/>
                    <a:pt x="32640" y="29947"/>
                  </a:cubicBezTo>
                  <a:cubicBezTo>
                    <a:pt x="14608" y="29947"/>
                    <a:pt x="0" y="23236"/>
                    <a:pt x="0" y="14974"/>
                  </a:cubicBezTo>
                  <a:lnTo>
                    <a:pt x="0" y="7510"/>
                  </a:lnTo>
                  <a:lnTo>
                    <a:pt x="4337" y="7510"/>
                  </a:lnTo>
                  <a:cubicBezTo>
                    <a:pt x="9975" y="3013"/>
                    <a:pt x="20543" y="0"/>
                    <a:pt x="32640" y="0"/>
                  </a:cubicBezTo>
                  <a:close/>
                </a:path>
              </a:pathLst>
            </a:custGeom>
            <a:solidFill>
              <a:srgbClr val="C3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5"/>
            <p:cNvSpPr/>
            <p:nvPr/>
          </p:nvSpPr>
          <p:spPr>
            <a:xfrm>
              <a:off x="5487525" y="2522752"/>
              <a:ext cx="700970" cy="943891"/>
            </a:xfrm>
            <a:custGeom>
              <a:avLst/>
              <a:gdLst/>
              <a:ahLst/>
              <a:cxnLst/>
              <a:rect l="l" t="t" r="r" b="b"/>
              <a:pathLst>
                <a:path w="17325" h="23329" extrusionOk="0">
                  <a:moveTo>
                    <a:pt x="17324" y="23328"/>
                  </a:moveTo>
                  <a:cubicBezTo>
                    <a:pt x="7007" y="20818"/>
                    <a:pt x="0" y="15842"/>
                    <a:pt x="0" y="10113"/>
                  </a:cubicBezTo>
                  <a:lnTo>
                    <a:pt x="0" y="2649"/>
                  </a:lnTo>
                  <a:lnTo>
                    <a:pt x="4337" y="2649"/>
                  </a:lnTo>
                  <a:cubicBezTo>
                    <a:pt x="5547" y="1690"/>
                    <a:pt x="6962" y="800"/>
                    <a:pt x="8582" y="1"/>
                  </a:cubicBezTo>
                  <a:lnTo>
                    <a:pt x="17324" y="1"/>
                  </a:ln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5"/>
            <p:cNvSpPr/>
            <p:nvPr/>
          </p:nvSpPr>
          <p:spPr>
            <a:xfrm>
              <a:off x="6109955" y="3077776"/>
              <a:ext cx="613252" cy="459059"/>
            </a:xfrm>
            <a:custGeom>
              <a:avLst/>
              <a:gdLst/>
              <a:ahLst/>
              <a:cxnLst/>
              <a:rect l="l" t="t" r="r" b="b"/>
              <a:pathLst>
                <a:path w="15157" h="11346" extrusionOk="0">
                  <a:moveTo>
                    <a:pt x="15156" y="11345"/>
                  </a:moveTo>
                  <a:cubicBezTo>
                    <a:pt x="9633" y="11185"/>
                    <a:pt x="4451" y="10386"/>
                    <a:pt x="0" y="9108"/>
                  </a:cubicBezTo>
                  <a:lnTo>
                    <a:pt x="0" y="1644"/>
                  </a:lnTo>
                  <a:lnTo>
                    <a:pt x="7966" y="1"/>
                  </a:lnTo>
                  <a:lnTo>
                    <a:pt x="15156" y="385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5"/>
            <p:cNvSpPr/>
            <p:nvPr/>
          </p:nvSpPr>
          <p:spPr>
            <a:xfrm>
              <a:off x="5487525" y="2023158"/>
              <a:ext cx="2642200" cy="1212627"/>
            </a:xfrm>
            <a:custGeom>
              <a:avLst/>
              <a:gdLst/>
              <a:ahLst/>
              <a:cxnLst/>
              <a:rect l="l" t="t" r="r" b="b"/>
              <a:pathLst>
                <a:path w="65304" h="29971" extrusionOk="0">
                  <a:moveTo>
                    <a:pt x="32640" y="29970"/>
                  </a:moveTo>
                  <a:cubicBezTo>
                    <a:pt x="50627" y="29970"/>
                    <a:pt x="65303" y="23237"/>
                    <a:pt x="65303" y="14997"/>
                  </a:cubicBezTo>
                  <a:cubicBezTo>
                    <a:pt x="65303" y="6734"/>
                    <a:pt x="50627" y="1"/>
                    <a:pt x="32640" y="1"/>
                  </a:cubicBezTo>
                  <a:cubicBezTo>
                    <a:pt x="14654" y="1"/>
                    <a:pt x="0" y="6734"/>
                    <a:pt x="0" y="14997"/>
                  </a:cubicBezTo>
                  <a:cubicBezTo>
                    <a:pt x="0" y="23237"/>
                    <a:pt x="14654" y="29970"/>
                    <a:pt x="32640" y="2997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5"/>
            <p:cNvSpPr/>
            <p:nvPr/>
          </p:nvSpPr>
          <p:spPr>
            <a:xfrm>
              <a:off x="5979715" y="2326078"/>
              <a:ext cx="828459" cy="907841"/>
            </a:xfrm>
            <a:custGeom>
              <a:avLst/>
              <a:gdLst/>
              <a:ahLst/>
              <a:cxnLst/>
              <a:rect l="l" t="t" r="r" b="b"/>
              <a:pathLst>
                <a:path w="20476" h="22438" extrusionOk="0">
                  <a:moveTo>
                    <a:pt x="18375" y="22437"/>
                  </a:moveTo>
                  <a:cubicBezTo>
                    <a:pt x="11436" y="22255"/>
                    <a:pt x="5091" y="21045"/>
                    <a:pt x="1" y="19173"/>
                  </a:cubicBezTo>
                  <a:lnTo>
                    <a:pt x="19425" y="0"/>
                  </a:lnTo>
                  <a:lnTo>
                    <a:pt x="20475" y="751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5"/>
            <p:cNvSpPr/>
            <p:nvPr/>
          </p:nvSpPr>
          <p:spPr>
            <a:xfrm>
              <a:off x="5487525" y="2080408"/>
              <a:ext cx="1320655" cy="1063936"/>
            </a:xfrm>
            <a:custGeom>
              <a:avLst/>
              <a:gdLst/>
              <a:ahLst/>
              <a:cxnLst/>
              <a:rect l="l" t="t" r="r" b="b"/>
              <a:pathLst>
                <a:path w="32641" h="26296" extrusionOk="0">
                  <a:moveTo>
                    <a:pt x="15384" y="26295"/>
                  </a:moveTo>
                  <a:cubicBezTo>
                    <a:pt x="6140" y="23648"/>
                    <a:pt x="0" y="18946"/>
                    <a:pt x="0" y="13582"/>
                  </a:cubicBezTo>
                  <a:cubicBezTo>
                    <a:pt x="0" y="7556"/>
                    <a:pt x="7692" y="2397"/>
                    <a:pt x="18831" y="1"/>
                  </a:cubicBezTo>
                  <a:cubicBezTo>
                    <a:pt x="25382" y="6209"/>
                    <a:pt x="32640" y="13582"/>
                    <a:pt x="32640" y="1358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5"/>
            <p:cNvSpPr/>
            <p:nvPr/>
          </p:nvSpPr>
          <p:spPr>
            <a:xfrm>
              <a:off x="5986189" y="2023158"/>
              <a:ext cx="1430585" cy="606779"/>
            </a:xfrm>
            <a:custGeom>
              <a:avLst/>
              <a:gdLst/>
              <a:ahLst/>
              <a:cxnLst/>
              <a:rect l="l" t="t" r="r" b="b"/>
              <a:pathLst>
                <a:path w="35358" h="14997" extrusionOk="0">
                  <a:moveTo>
                    <a:pt x="20315" y="1"/>
                  </a:moveTo>
                  <a:cubicBezTo>
                    <a:pt x="25748" y="1"/>
                    <a:pt x="30860" y="617"/>
                    <a:pt x="35357" y="1690"/>
                  </a:cubicBezTo>
                  <a:lnTo>
                    <a:pt x="20315" y="14997"/>
                  </a:lnTo>
                  <a:lnTo>
                    <a:pt x="1" y="3265"/>
                  </a:lnTo>
                  <a:cubicBezTo>
                    <a:pt x="5593" y="1233"/>
                    <a:pt x="12646" y="1"/>
                    <a:pt x="203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258" name="Google Shape;1258;p35"/>
          <p:cNvSpPr txBox="1"/>
          <p:nvPr/>
        </p:nvSpPr>
        <p:spPr>
          <a:xfrm>
            <a:off x="8106050" y="3476591"/>
            <a:ext cx="708567"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2"/>
                </a:solidFill>
                <a:latin typeface="Source Sans Pro"/>
                <a:ea typeface="Source Sans Pro"/>
                <a:cs typeface="Source Sans Pro"/>
                <a:sym typeface="Source Sans Pro"/>
              </a:rPr>
              <a:t>45%</a:t>
            </a:r>
            <a:endParaRPr sz="1600" dirty="0">
              <a:solidFill>
                <a:schemeClr val="dk2"/>
              </a:solidFill>
              <a:latin typeface="Source Sans Pro"/>
              <a:ea typeface="Source Sans Pro"/>
              <a:cs typeface="Source Sans Pro"/>
              <a:sym typeface="Source Sans Pro"/>
            </a:endParaRPr>
          </a:p>
        </p:txBody>
      </p:sp>
      <p:sp>
        <p:nvSpPr>
          <p:cNvPr id="1259" name="Google Shape;1259;p35"/>
          <p:cNvSpPr txBox="1"/>
          <p:nvPr/>
        </p:nvSpPr>
        <p:spPr>
          <a:xfrm>
            <a:off x="5312229" y="3226916"/>
            <a:ext cx="739763"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2"/>
                </a:solidFill>
                <a:latin typeface="Source Sans Pro"/>
                <a:ea typeface="Source Sans Pro"/>
                <a:cs typeface="Source Sans Pro"/>
                <a:sym typeface="Source Sans Pro"/>
              </a:rPr>
              <a:t>15%</a:t>
            </a:r>
            <a:endParaRPr sz="1600" dirty="0">
              <a:solidFill>
                <a:schemeClr val="dk2"/>
              </a:solidFill>
              <a:latin typeface="Source Sans Pro"/>
              <a:ea typeface="Source Sans Pro"/>
              <a:cs typeface="Source Sans Pro"/>
              <a:sym typeface="Source Sans Pro"/>
            </a:endParaRPr>
          </a:p>
        </p:txBody>
      </p:sp>
      <p:sp>
        <p:nvSpPr>
          <p:cNvPr id="1260" name="Google Shape;1260;p35"/>
          <p:cNvSpPr txBox="1"/>
          <p:nvPr/>
        </p:nvSpPr>
        <p:spPr>
          <a:xfrm>
            <a:off x="8207299" y="4404366"/>
            <a:ext cx="607318"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2"/>
                </a:solidFill>
                <a:latin typeface="Source Sans Pro"/>
                <a:ea typeface="Source Sans Pro"/>
                <a:cs typeface="Source Sans Pro"/>
                <a:sym typeface="Source Sans Pro"/>
              </a:rPr>
              <a:t>5%</a:t>
            </a:r>
            <a:endParaRPr sz="1600" dirty="0">
              <a:solidFill>
                <a:schemeClr val="dk2"/>
              </a:solidFill>
              <a:latin typeface="Source Sans Pro"/>
              <a:ea typeface="Source Sans Pro"/>
              <a:cs typeface="Source Sans Pro"/>
              <a:sym typeface="Source Sans Pro"/>
            </a:endParaRPr>
          </a:p>
        </p:txBody>
      </p:sp>
      <p:sp>
        <p:nvSpPr>
          <p:cNvPr id="1261" name="Google Shape;1261;p35"/>
          <p:cNvSpPr txBox="1"/>
          <p:nvPr/>
        </p:nvSpPr>
        <p:spPr>
          <a:xfrm>
            <a:off x="5024630" y="4039841"/>
            <a:ext cx="698912"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2"/>
                </a:solidFill>
                <a:latin typeface="Source Sans Pro"/>
                <a:ea typeface="Source Sans Pro"/>
                <a:cs typeface="Source Sans Pro"/>
                <a:sym typeface="Source Sans Pro"/>
              </a:rPr>
              <a:t>35%</a:t>
            </a:r>
            <a:endParaRPr sz="1600" dirty="0">
              <a:solidFill>
                <a:schemeClr val="dk2"/>
              </a:solidFill>
              <a:latin typeface="Source Sans Pro"/>
              <a:ea typeface="Source Sans Pro"/>
              <a:cs typeface="Source Sans Pro"/>
              <a:sym typeface="Source Sans Pro"/>
            </a:endParaRPr>
          </a:p>
        </p:txBody>
      </p:sp>
      <p:cxnSp>
        <p:nvCxnSpPr>
          <p:cNvPr id="1262" name="Google Shape;1262;p35"/>
          <p:cNvCxnSpPr>
            <a:stCxn id="1259" idx="3"/>
          </p:cNvCxnSpPr>
          <p:nvPr/>
        </p:nvCxnSpPr>
        <p:spPr>
          <a:xfrm>
            <a:off x="6051992" y="3403916"/>
            <a:ext cx="1046100" cy="357300"/>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1263" name="Google Shape;1263;p35"/>
          <p:cNvCxnSpPr>
            <a:stCxn id="1258" idx="1"/>
          </p:cNvCxnSpPr>
          <p:nvPr/>
        </p:nvCxnSpPr>
        <p:spPr>
          <a:xfrm rot="10800000" flipV="1">
            <a:off x="7593320" y="3653591"/>
            <a:ext cx="512731" cy="411600"/>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1264" name="Google Shape;1264;p35"/>
          <p:cNvCxnSpPr>
            <a:stCxn id="1260" idx="1"/>
          </p:cNvCxnSpPr>
          <p:nvPr/>
        </p:nvCxnSpPr>
        <p:spPr>
          <a:xfrm rot="10800000">
            <a:off x="6906917" y="4360566"/>
            <a:ext cx="1300382" cy="220800"/>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1265" name="Google Shape;1265;p35"/>
          <p:cNvCxnSpPr>
            <a:stCxn id="1261" idx="3"/>
          </p:cNvCxnSpPr>
          <p:nvPr/>
        </p:nvCxnSpPr>
        <p:spPr>
          <a:xfrm flipV="1">
            <a:off x="5723542" y="4056341"/>
            <a:ext cx="835800" cy="160500"/>
          </a:xfrm>
          <a:prstGeom prst="bentConnector3">
            <a:avLst>
              <a:gd name="adj1" fmla="val 50000"/>
            </a:avLst>
          </a:prstGeom>
          <a:noFill/>
          <a:ln w="9525" cap="flat" cmpd="sng">
            <a:solidFill>
              <a:schemeClr val="dk2"/>
            </a:solidFill>
            <a:prstDash val="solid"/>
            <a:round/>
            <a:headEnd type="none" w="med" len="med"/>
            <a:tailEnd type="oval" w="med" len="med"/>
          </a:ln>
        </p:spPr>
      </p:cxnSp>
      <p:sp>
        <p:nvSpPr>
          <p:cNvPr id="1266" name="Google Shape;1266;p35"/>
          <p:cNvSpPr/>
          <p:nvPr/>
        </p:nvSpPr>
        <p:spPr>
          <a:xfrm>
            <a:off x="1430773" y="1500759"/>
            <a:ext cx="331272" cy="331272"/>
          </a:xfrm>
          <a:custGeom>
            <a:avLst/>
            <a:gdLst/>
            <a:ahLst/>
            <a:cxnLst/>
            <a:rect l="l" t="t" r="r" b="b"/>
            <a:pathLst>
              <a:path w="9109" h="9109" extrusionOk="0">
                <a:moveTo>
                  <a:pt x="4543" y="9108"/>
                </a:moveTo>
                <a:cubicBezTo>
                  <a:pt x="7054" y="9108"/>
                  <a:pt x="9108" y="7054"/>
                  <a:pt x="9108" y="4566"/>
                </a:cubicBezTo>
                <a:cubicBezTo>
                  <a:pt x="9108" y="2055"/>
                  <a:pt x="7054" y="1"/>
                  <a:pt x="4543" y="1"/>
                </a:cubicBezTo>
                <a:cubicBezTo>
                  <a:pt x="2055" y="1"/>
                  <a:pt x="1" y="2055"/>
                  <a:pt x="1" y="4566"/>
                </a:cubicBezTo>
                <a:cubicBezTo>
                  <a:pt x="1" y="7054"/>
                  <a:pt x="2055" y="9108"/>
                  <a:pt x="4543" y="9108"/>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Overpass ExtraBold"/>
                <a:ea typeface="Overpass ExtraBold"/>
                <a:cs typeface="Overpass ExtraBold"/>
                <a:sym typeface="Overpass ExtraBold"/>
              </a:rPr>
              <a:t>1</a:t>
            </a:r>
            <a:endParaRPr>
              <a:solidFill>
                <a:schemeClr val="lt2"/>
              </a:solidFill>
              <a:latin typeface="Overpass ExtraBold"/>
              <a:ea typeface="Overpass ExtraBold"/>
              <a:cs typeface="Overpass ExtraBold"/>
              <a:sym typeface="Overpass ExtraBold"/>
            </a:endParaRPr>
          </a:p>
        </p:txBody>
      </p:sp>
      <p:sp>
        <p:nvSpPr>
          <p:cNvPr id="1267" name="Google Shape;1267;p35"/>
          <p:cNvSpPr/>
          <p:nvPr/>
        </p:nvSpPr>
        <p:spPr>
          <a:xfrm>
            <a:off x="3203623" y="1501177"/>
            <a:ext cx="331272" cy="330435"/>
          </a:xfrm>
          <a:custGeom>
            <a:avLst/>
            <a:gdLst/>
            <a:ahLst/>
            <a:cxnLst/>
            <a:rect l="l" t="t" r="r" b="b"/>
            <a:pathLst>
              <a:path w="9109" h="9086" extrusionOk="0">
                <a:moveTo>
                  <a:pt x="4543" y="9085"/>
                </a:moveTo>
                <a:cubicBezTo>
                  <a:pt x="7054" y="9085"/>
                  <a:pt x="9108" y="7054"/>
                  <a:pt x="9108" y="4543"/>
                </a:cubicBezTo>
                <a:cubicBezTo>
                  <a:pt x="9108" y="2032"/>
                  <a:pt x="7054" y="1"/>
                  <a:pt x="4543" y="1"/>
                </a:cubicBezTo>
                <a:cubicBezTo>
                  <a:pt x="2055" y="1"/>
                  <a:pt x="1" y="2032"/>
                  <a:pt x="1" y="4543"/>
                </a:cubicBezTo>
                <a:cubicBezTo>
                  <a:pt x="1" y="7054"/>
                  <a:pt x="2055" y="9085"/>
                  <a:pt x="4543" y="9085"/>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Overpass ExtraBold"/>
                <a:ea typeface="Overpass ExtraBold"/>
                <a:cs typeface="Overpass ExtraBold"/>
                <a:sym typeface="Overpass ExtraBold"/>
              </a:rPr>
              <a:t>2</a:t>
            </a:r>
            <a:endParaRPr/>
          </a:p>
        </p:txBody>
      </p:sp>
      <p:sp>
        <p:nvSpPr>
          <p:cNvPr id="1268" name="Google Shape;1268;p35"/>
          <p:cNvSpPr/>
          <p:nvPr/>
        </p:nvSpPr>
        <p:spPr>
          <a:xfrm>
            <a:off x="1430773" y="2037435"/>
            <a:ext cx="331272" cy="331235"/>
          </a:xfrm>
          <a:custGeom>
            <a:avLst/>
            <a:gdLst/>
            <a:ahLst/>
            <a:cxnLst/>
            <a:rect l="l" t="t" r="r" b="b"/>
            <a:pathLst>
              <a:path w="9109" h="9108" extrusionOk="0">
                <a:moveTo>
                  <a:pt x="4543" y="9108"/>
                </a:moveTo>
                <a:cubicBezTo>
                  <a:pt x="7054" y="9108"/>
                  <a:pt x="9108" y="7054"/>
                  <a:pt x="9108" y="4566"/>
                </a:cubicBezTo>
                <a:cubicBezTo>
                  <a:pt x="9108" y="2055"/>
                  <a:pt x="7054" y="1"/>
                  <a:pt x="4543" y="1"/>
                </a:cubicBezTo>
                <a:cubicBezTo>
                  <a:pt x="2055" y="1"/>
                  <a:pt x="1" y="2055"/>
                  <a:pt x="1" y="4566"/>
                </a:cubicBezTo>
                <a:cubicBezTo>
                  <a:pt x="1" y="7054"/>
                  <a:pt x="2055" y="9108"/>
                  <a:pt x="4543" y="9108"/>
                </a:cubicBezTo>
                <a:close/>
              </a:path>
            </a:pathLst>
          </a:cu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Overpass ExtraBold"/>
                <a:ea typeface="Overpass ExtraBold"/>
                <a:cs typeface="Overpass ExtraBold"/>
                <a:sym typeface="Overpass ExtraBold"/>
              </a:rPr>
              <a:t>3</a:t>
            </a:r>
            <a:endParaRPr/>
          </a:p>
        </p:txBody>
      </p:sp>
      <p:sp>
        <p:nvSpPr>
          <p:cNvPr id="1269" name="Google Shape;1269;p35"/>
          <p:cNvSpPr/>
          <p:nvPr/>
        </p:nvSpPr>
        <p:spPr>
          <a:xfrm>
            <a:off x="3203623" y="2037866"/>
            <a:ext cx="331272" cy="330399"/>
          </a:xfrm>
          <a:custGeom>
            <a:avLst/>
            <a:gdLst/>
            <a:ahLst/>
            <a:cxnLst/>
            <a:rect l="l" t="t" r="r" b="b"/>
            <a:pathLst>
              <a:path w="9109" h="9085" extrusionOk="0">
                <a:moveTo>
                  <a:pt x="4543" y="9085"/>
                </a:moveTo>
                <a:cubicBezTo>
                  <a:pt x="7054" y="9085"/>
                  <a:pt x="9108" y="7053"/>
                  <a:pt x="9108" y="4543"/>
                </a:cubicBezTo>
                <a:cubicBezTo>
                  <a:pt x="9108" y="2032"/>
                  <a:pt x="7054" y="0"/>
                  <a:pt x="4543" y="0"/>
                </a:cubicBezTo>
                <a:cubicBezTo>
                  <a:pt x="2055" y="0"/>
                  <a:pt x="1" y="2032"/>
                  <a:pt x="1" y="4543"/>
                </a:cubicBezTo>
                <a:cubicBezTo>
                  <a:pt x="1" y="7053"/>
                  <a:pt x="2055" y="9085"/>
                  <a:pt x="4543" y="9085"/>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Overpass ExtraBold"/>
                <a:ea typeface="Overpass ExtraBold"/>
                <a:cs typeface="Overpass ExtraBold"/>
                <a:sym typeface="Overpass ExtraBold"/>
              </a:rPr>
              <a:t>4</a:t>
            </a:r>
            <a:endParaRPr/>
          </a:p>
        </p:txBody>
      </p:sp>
      <p:sp>
        <p:nvSpPr>
          <p:cNvPr id="1270" name="Google Shape;1270;p35"/>
          <p:cNvSpPr txBox="1"/>
          <p:nvPr/>
        </p:nvSpPr>
        <p:spPr>
          <a:xfrm>
            <a:off x="1762056" y="1489408"/>
            <a:ext cx="1441556" cy="354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solidFill>
                  <a:schemeClr val="dk1"/>
                </a:solidFill>
                <a:latin typeface="Overpass ExtraBold"/>
                <a:ea typeface="Overpass ExtraBold"/>
                <a:cs typeface="Overpass ExtraBold"/>
                <a:sym typeface="Overpass ExtraBold"/>
              </a:rPr>
              <a:t>Subscription</a:t>
            </a:r>
            <a:endParaRPr sz="1600" dirty="0">
              <a:solidFill>
                <a:schemeClr val="dk1"/>
              </a:solidFill>
              <a:latin typeface="Overpass ExtraBold"/>
              <a:ea typeface="Overpass ExtraBold"/>
              <a:cs typeface="Overpass ExtraBold"/>
              <a:sym typeface="Overpass ExtraBold"/>
            </a:endParaRPr>
          </a:p>
        </p:txBody>
      </p:sp>
      <p:sp>
        <p:nvSpPr>
          <p:cNvPr id="1271" name="Google Shape;1271;p35"/>
          <p:cNvSpPr txBox="1"/>
          <p:nvPr/>
        </p:nvSpPr>
        <p:spPr>
          <a:xfrm>
            <a:off x="3534906" y="1489408"/>
            <a:ext cx="1276200" cy="354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solidFill>
                  <a:schemeClr val="dk1"/>
                </a:solidFill>
                <a:latin typeface="Overpass ExtraBold"/>
                <a:ea typeface="Overpass ExtraBold"/>
                <a:cs typeface="Overpass ExtraBold"/>
                <a:sym typeface="Overpass ExtraBold"/>
              </a:rPr>
              <a:t>Freemium</a:t>
            </a:r>
            <a:endParaRPr sz="1600" dirty="0">
              <a:solidFill>
                <a:schemeClr val="dk1"/>
              </a:solidFill>
              <a:latin typeface="Overpass ExtraBold"/>
              <a:ea typeface="Overpass ExtraBold"/>
              <a:cs typeface="Overpass ExtraBold"/>
              <a:sym typeface="Overpass ExtraBold"/>
            </a:endParaRPr>
          </a:p>
        </p:txBody>
      </p:sp>
      <p:sp>
        <p:nvSpPr>
          <p:cNvPr id="1272" name="Google Shape;1272;p35"/>
          <p:cNvSpPr txBox="1"/>
          <p:nvPr/>
        </p:nvSpPr>
        <p:spPr>
          <a:xfrm>
            <a:off x="1762056" y="2037883"/>
            <a:ext cx="1441556" cy="354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solidFill>
                  <a:schemeClr val="dk1"/>
                </a:solidFill>
                <a:latin typeface="Overpass ExtraBold"/>
                <a:ea typeface="Overpass ExtraBold"/>
                <a:cs typeface="Overpass ExtraBold"/>
                <a:sym typeface="Overpass ExtraBold"/>
              </a:rPr>
              <a:t>Sponsorship</a:t>
            </a:r>
            <a:endParaRPr sz="1600" dirty="0">
              <a:solidFill>
                <a:schemeClr val="dk1"/>
              </a:solidFill>
              <a:latin typeface="Overpass ExtraBold"/>
              <a:ea typeface="Overpass ExtraBold"/>
              <a:cs typeface="Overpass ExtraBold"/>
              <a:sym typeface="Overpass ExtraBold"/>
            </a:endParaRPr>
          </a:p>
        </p:txBody>
      </p:sp>
      <p:sp>
        <p:nvSpPr>
          <p:cNvPr id="1273" name="Google Shape;1273;p35"/>
          <p:cNvSpPr txBox="1"/>
          <p:nvPr/>
        </p:nvSpPr>
        <p:spPr>
          <a:xfrm>
            <a:off x="3534906" y="2037883"/>
            <a:ext cx="1276200" cy="354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solidFill>
                  <a:schemeClr val="dk1"/>
                </a:solidFill>
                <a:latin typeface="Overpass ExtraBold"/>
                <a:ea typeface="Overpass ExtraBold"/>
                <a:cs typeface="Overpass ExtraBold"/>
                <a:sym typeface="Overpass ExtraBold"/>
              </a:rPr>
              <a:t>Advertising</a:t>
            </a:r>
            <a:endParaRPr sz="1600" dirty="0">
              <a:solidFill>
                <a:schemeClr val="dk1"/>
              </a:solidFill>
              <a:latin typeface="Overpass ExtraBold"/>
              <a:ea typeface="Overpass ExtraBold"/>
              <a:cs typeface="Overpass ExtraBold"/>
              <a:sym typeface="Overpass ExtraBold"/>
            </a:endParaRPr>
          </a:p>
        </p:txBody>
      </p:sp>
    </p:spTree>
    <p:extLst>
      <p:ext uri="{BB962C8B-B14F-4D97-AF65-F5344CB8AC3E}">
        <p14:creationId xmlns:p14="http://schemas.microsoft.com/office/powerpoint/2010/main" val="2590773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4"/>
        <p:cNvGrpSpPr/>
        <p:nvPr/>
      </p:nvGrpSpPr>
      <p:grpSpPr>
        <a:xfrm>
          <a:off x="0" y="0"/>
          <a:ext cx="0" cy="0"/>
          <a:chOff x="0" y="0"/>
          <a:chExt cx="0" cy="0"/>
        </a:xfrm>
      </p:grpSpPr>
      <p:sp>
        <p:nvSpPr>
          <p:cNvPr id="1245" name="Google Shape;1245;p35"/>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Subscription </a:t>
            </a:r>
            <a:r>
              <a:rPr lang="en" dirty="0">
                <a:solidFill>
                  <a:schemeClr val="accent1"/>
                </a:solidFill>
                <a:latin typeface="Overpass SemiBold"/>
                <a:ea typeface="Overpass SemiBold"/>
                <a:cs typeface="Overpass SemiBold"/>
                <a:sym typeface="Overpass SemiBold"/>
              </a:rPr>
              <a:t>PLAN</a:t>
            </a:r>
            <a:endParaRPr dirty="0">
              <a:solidFill>
                <a:schemeClr val="accent1"/>
              </a:solidFill>
              <a:latin typeface="Overpass SemiBold"/>
              <a:ea typeface="Overpass SemiBold"/>
              <a:cs typeface="Overpass SemiBold"/>
              <a:sym typeface="Overpass SemiBold"/>
            </a:endParaRPr>
          </a:p>
        </p:txBody>
      </p:sp>
      <p:sp>
        <p:nvSpPr>
          <p:cNvPr id="1266" name="Google Shape;1266;p35"/>
          <p:cNvSpPr/>
          <p:nvPr/>
        </p:nvSpPr>
        <p:spPr>
          <a:xfrm>
            <a:off x="1430773" y="1500759"/>
            <a:ext cx="331272" cy="331272"/>
          </a:xfrm>
          <a:custGeom>
            <a:avLst/>
            <a:gdLst/>
            <a:ahLst/>
            <a:cxnLst/>
            <a:rect l="l" t="t" r="r" b="b"/>
            <a:pathLst>
              <a:path w="9109" h="9109" extrusionOk="0">
                <a:moveTo>
                  <a:pt x="4543" y="9108"/>
                </a:moveTo>
                <a:cubicBezTo>
                  <a:pt x="7054" y="9108"/>
                  <a:pt x="9108" y="7054"/>
                  <a:pt x="9108" y="4566"/>
                </a:cubicBezTo>
                <a:cubicBezTo>
                  <a:pt x="9108" y="2055"/>
                  <a:pt x="7054" y="1"/>
                  <a:pt x="4543" y="1"/>
                </a:cubicBezTo>
                <a:cubicBezTo>
                  <a:pt x="2055" y="1"/>
                  <a:pt x="1" y="2055"/>
                  <a:pt x="1" y="4566"/>
                </a:cubicBezTo>
                <a:cubicBezTo>
                  <a:pt x="1" y="7054"/>
                  <a:pt x="2055" y="9108"/>
                  <a:pt x="4543" y="9108"/>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Overpass ExtraBold"/>
                <a:ea typeface="Overpass ExtraBold"/>
                <a:cs typeface="Overpass ExtraBold"/>
                <a:sym typeface="Overpass ExtraBold"/>
              </a:rPr>
              <a:t>1</a:t>
            </a:r>
            <a:endParaRPr>
              <a:solidFill>
                <a:schemeClr val="lt2"/>
              </a:solidFill>
              <a:latin typeface="Overpass ExtraBold"/>
              <a:ea typeface="Overpass ExtraBold"/>
              <a:cs typeface="Overpass ExtraBold"/>
              <a:sym typeface="Overpass ExtraBold"/>
            </a:endParaRPr>
          </a:p>
        </p:txBody>
      </p:sp>
      <p:sp>
        <p:nvSpPr>
          <p:cNvPr id="1267" name="Google Shape;1267;p35"/>
          <p:cNvSpPr/>
          <p:nvPr/>
        </p:nvSpPr>
        <p:spPr>
          <a:xfrm>
            <a:off x="1430773" y="2562697"/>
            <a:ext cx="331272" cy="330435"/>
          </a:xfrm>
          <a:custGeom>
            <a:avLst/>
            <a:gdLst/>
            <a:ahLst/>
            <a:cxnLst/>
            <a:rect l="l" t="t" r="r" b="b"/>
            <a:pathLst>
              <a:path w="9109" h="9086" extrusionOk="0">
                <a:moveTo>
                  <a:pt x="4543" y="9085"/>
                </a:moveTo>
                <a:cubicBezTo>
                  <a:pt x="7054" y="9085"/>
                  <a:pt x="9108" y="7054"/>
                  <a:pt x="9108" y="4543"/>
                </a:cubicBezTo>
                <a:cubicBezTo>
                  <a:pt x="9108" y="2032"/>
                  <a:pt x="7054" y="1"/>
                  <a:pt x="4543" y="1"/>
                </a:cubicBezTo>
                <a:cubicBezTo>
                  <a:pt x="2055" y="1"/>
                  <a:pt x="1" y="2032"/>
                  <a:pt x="1" y="4543"/>
                </a:cubicBezTo>
                <a:cubicBezTo>
                  <a:pt x="1" y="7054"/>
                  <a:pt x="2055" y="9085"/>
                  <a:pt x="4543" y="9085"/>
                </a:cubicBezTo>
                <a:close/>
              </a:path>
            </a:pathLst>
          </a:cu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2"/>
                </a:solidFill>
                <a:latin typeface="Overpass ExtraBold"/>
                <a:sym typeface="Overpass ExtraBold"/>
              </a:rPr>
              <a:t>3</a:t>
            </a:r>
            <a:endParaRPr dirty="0"/>
          </a:p>
        </p:txBody>
      </p:sp>
      <p:sp>
        <p:nvSpPr>
          <p:cNvPr id="1268" name="Google Shape;1268;p35"/>
          <p:cNvSpPr/>
          <p:nvPr/>
        </p:nvSpPr>
        <p:spPr>
          <a:xfrm>
            <a:off x="1430773" y="2037435"/>
            <a:ext cx="331272" cy="331235"/>
          </a:xfrm>
          <a:custGeom>
            <a:avLst/>
            <a:gdLst/>
            <a:ahLst/>
            <a:cxnLst/>
            <a:rect l="l" t="t" r="r" b="b"/>
            <a:pathLst>
              <a:path w="9109" h="9108" extrusionOk="0">
                <a:moveTo>
                  <a:pt x="4543" y="9108"/>
                </a:moveTo>
                <a:cubicBezTo>
                  <a:pt x="7054" y="9108"/>
                  <a:pt x="9108" y="7054"/>
                  <a:pt x="9108" y="4566"/>
                </a:cubicBezTo>
                <a:cubicBezTo>
                  <a:pt x="9108" y="2055"/>
                  <a:pt x="7054" y="1"/>
                  <a:pt x="4543" y="1"/>
                </a:cubicBezTo>
                <a:cubicBezTo>
                  <a:pt x="2055" y="1"/>
                  <a:pt x="1" y="2055"/>
                  <a:pt x="1" y="4566"/>
                </a:cubicBezTo>
                <a:cubicBezTo>
                  <a:pt x="1" y="7054"/>
                  <a:pt x="2055" y="9108"/>
                  <a:pt x="4543" y="9108"/>
                </a:cubicBezTo>
                <a:close/>
              </a:path>
            </a:pathLst>
          </a:cu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2"/>
                </a:solidFill>
                <a:latin typeface="Overpass ExtraBold"/>
                <a:sym typeface="Overpass ExtraBold"/>
              </a:rPr>
              <a:t>2</a:t>
            </a:r>
            <a:endParaRPr dirty="0"/>
          </a:p>
        </p:txBody>
      </p:sp>
      <p:sp>
        <p:nvSpPr>
          <p:cNvPr id="1270" name="Google Shape;1270;p35"/>
          <p:cNvSpPr txBox="1"/>
          <p:nvPr/>
        </p:nvSpPr>
        <p:spPr>
          <a:xfrm>
            <a:off x="1762055" y="1489408"/>
            <a:ext cx="4946393" cy="354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800" dirty="0">
                <a:effectLst/>
                <a:latin typeface="Arial" panose="020B0604020202020204" pitchFamily="34" charset="0"/>
                <a:ea typeface="Arial" panose="020B0604020202020204" pitchFamily="34" charset="0"/>
              </a:rPr>
              <a:t>10$ (Some of the Basic </a:t>
            </a:r>
            <a:r>
              <a:rPr lang="en-US" sz="1800" dirty="0">
                <a:latin typeface="Arial" panose="020B0604020202020204" pitchFamily="34" charset="0"/>
                <a:ea typeface="Arial" panose="020B0604020202020204" pitchFamily="34" charset="0"/>
              </a:rPr>
              <a:t>will unlocked</a:t>
            </a:r>
            <a:r>
              <a:rPr lang="en-US" sz="1800" dirty="0">
                <a:effectLst/>
                <a:latin typeface="Arial" panose="020B0604020202020204" pitchFamily="34" charset="0"/>
                <a:ea typeface="Arial" panose="020B0604020202020204" pitchFamily="34" charset="0"/>
              </a:rPr>
              <a:t>)</a:t>
            </a:r>
            <a:endParaRPr sz="1600" dirty="0">
              <a:solidFill>
                <a:schemeClr val="dk1"/>
              </a:solidFill>
              <a:latin typeface="Overpass ExtraBold"/>
              <a:ea typeface="Overpass ExtraBold"/>
              <a:cs typeface="Overpass ExtraBold"/>
              <a:sym typeface="Overpass ExtraBold"/>
            </a:endParaRPr>
          </a:p>
        </p:txBody>
      </p:sp>
      <p:sp>
        <p:nvSpPr>
          <p:cNvPr id="1272" name="Google Shape;1272;p35"/>
          <p:cNvSpPr txBox="1"/>
          <p:nvPr/>
        </p:nvSpPr>
        <p:spPr>
          <a:xfrm>
            <a:off x="1762055" y="2037883"/>
            <a:ext cx="5951171" cy="354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800" dirty="0">
                <a:effectLst/>
                <a:latin typeface="Arial" panose="020B0604020202020204" pitchFamily="34" charset="0"/>
                <a:ea typeface="Arial" panose="020B0604020202020204" pitchFamily="34" charset="0"/>
              </a:rPr>
              <a:t>15$ (All Controllers unlocked, But Low Accuracy)</a:t>
            </a:r>
            <a:endParaRPr sz="1600" dirty="0">
              <a:solidFill>
                <a:schemeClr val="dk1"/>
              </a:solidFill>
              <a:latin typeface="Overpass ExtraBold"/>
              <a:ea typeface="Overpass ExtraBold"/>
              <a:cs typeface="Overpass ExtraBold"/>
              <a:sym typeface="Overpass ExtraBold"/>
            </a:endParaRPr>
          </a:p>
        </p:txBody>
      </p:sp>
      <p:sp>
        <p:nvSpPr>
          <p:cNvPr id="1273" name="Google Shape;1273;p35"/>
          <p:cNvSpPr txBox="1"/>
          <p:nvPr/>
        </p:nvSpPr>
        <p:spPr>
          <a:xfrm>
            <a:off x="1762044" y="2550914"/>
            <a:ext cx="5450605" cy="354000"/>
          </a:xfrm>
          <a:prstGeom prst="rect">
            <a:avLst/>
          </a:prstGeom>
          <a:noFill/>
          <a:ln>
            <a:noFill/>
          </a:ln>
        </p:spPr>
        <p:txBody>
          <a:bodyPr spcFirstLastPara="1" wrap="square" lIns="91425" tIns="91425" rIns="91425" bIns="91425" anchor="ctr" anchorCtr="0">
            <a:noAutofit/>
          </a:bodyPr>
          <a:lstStyle/>
          <a:p>
            <a:pPr marL="0" marR="0" algn="just">
              <a:spcBef>
                <a:spcPts val="0"/>
              </a:spcBef>
              <a:spcAft>
                <a:spcPts val="0"/>
              </a:spcAft>
            </a:pPr>
            <a:r>
              <a:rPr lang="en-US" sz="1800" dirty="0">
                <a:effectLst/>
                <a:latin typeface="Arial" panose="020B0604020202020204" pitchFamily="34" charset="0"/>
                <a:ea typeface="Arial" panose="020B0604020202020204" pitchFamily="34" charset="0"/>
              </a:rPr>
              <a:t>20$ (All Controllers unlocked, High Accuracy)</a:t>
            </a:r>
          </a:p>
        </p:txBody>
      </p:sp>
    </p:spTree>
    <p:extLst>
      <p:ext uri="{BB962C8B-B14F-4D97-AF65-F5344CB8AC3E}">
        <p14:creationId xmlns:p14="http://schemas.microsoft.com/office/powerpoint/2010/main" val="1764182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05"/>
        <p:cNvGrpSpPr/>
        <p:nvPr/>
      </p:nvGrpSpPr>
      <p:grpSpPr>
        <a:xfrm>
          <a:off x="0" y="0"/>
          <a:ext cx="0" cy="0"/>
          <a:chOff x="0" y="0"/>
          <a:chExt cx="0" cy="0"/>
        </a:xfrm>
      </p:grpSpPr>
      <p:sp>
        <p:nvSpPr>
          <p:cNvPr id="1506" name="Google Shape;1506;p41"/>
          <p:cNvSpPr txBox="1">
            <a:spLocks noGrp="1"/>
          </p:cNvSpPr>
          <p:nvPr>
            <p:ph type="title"/>
          </p:nvPr>
        </p:nvSpPr>
        <p:spPr>
          <a:xfrm>
            <a:off x="755149" y="1000680"/>
            <a:ext cx="2937900" cy="100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COST </a:t>
            </a:r>
            <a:r>
              <a:rPr lang="en" dirty="0">
                <a:solidFill>
                  <a:schemeClr val="accent1"/>
                </a:solidFill>
                <a:latin typeface="Overpass SemiBold"/>
                <a:ea typeface="Overpass SemiBold"/>
                <a:cs typeface="Overpass SemiBold"/>
                <a:sym typeface="Overpass SemiBold"/>
              </a:rPr>
              <a:t>STRUCTURE</a:t>
            </a:r>
            <a:endParaRPr dirty="0">
              <a:solidFill>
                <a:schemeClr val="accent1"/>
              </a:solidFill>
              <a:latin typeface="Overpass SemiBold"/>
              <a:ea typeface="Overpass SemiBold"/>
              <a:cs typeface="Overpass SemiBold"/>
              <a:sym typeface="Overpass SemiBold"/>
            </a:endParaRPr>
          </a:p>
        </p:txBody>
      </p:sp>
      <p:sp>
        <p:nvSpPr>
          <p:cNvPr id="1507" name="Google Shape;1507;p41"/>
          <p:cNvSpPr txBox="1">
            <a:spLocks noGrp="1"/>
          </p:cNvSpPr>
          <p:nvPr>
            <p:ph type="subTitle" idx="1"/>
          </p:nvPr>
        </p:nvSpPr>
        <p:spPr>
          <a:xfrm>
            <a:off x="722949" y="2350819"/>
            <a:ext cx="3558945" cy="1290000"/>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800"/>
              </a:spcAft>
              <a:buFont typeface="Wingdings" panose="05000000000000000000" pitchFamily="2" charset="2"/>
              <a:buChar char="Ø"/>
            </a:pPr>
            <a:r>
              <a:rPr lang="en-US" dirty="0"/>
              <a:t>Starting Capital: Rs.1,070,000</a:t>
            </a:r>
          </a:p>
          <a:p>
            <a:pPr marL="285750" lvl="0" indent="-285750" algn="l" rtl="0">
              <a:spcBef>
                <a:spcPts val="0"/>
              </a:spcBef>
              <a:spcAft>
                <a:spcPts val="800"/>
              </a:spcAft>
              <a:buFont typeface="Wingdings" panose="05000000000000000000" pitchFamily="2" charset="2"/>
              <a:buChar char="Ø"/>
            </a:pPr>
            <a:r>
              <a:rPr lang="en-US" dirty="0"/>
              <a:t>1 Month Revenue: Rs. 200,000</a:t>
            </a:r>
          </a:p>
          <a:p>
            <a:pPr marL="285750" lvl="0" indent="-285750" algn="l" rtl="0">
              <a:spcBef>
                <a:spcPts val="0"/>
              </a:spcBef>
              <a:spcAft>
                <a:spcPts val="800"/>
              </a:spcAft>
              <a:buFont typeface="Wingdings" panose="05000000000000000000" pitchFamily="2" charset="2"/>
              <a:buChar char="Ø"/>
            </a:pPr>
            <a:r>
              <a:rPr lang="en-US" dirty="0"/>
              <a:t>1 Year Profit: Rs. 7,600,000</a:t>
            </a:r>
          </a:p>
          <a:p>
            <a:pPr marL="285750" lvl="0" indent="-285750" algn="l" rtl="0">
              <a:spcBef>
                <a:spcPts val="0"/>
              </a:spcBef>
              <a:spcAft>
                <a:spcPts val="800"/>
              </a:spcAft>
              <a:buFont typeface="Wingdings" panose="05000000000000000000" pitchFamily="2" charset="2"/>
              <a:buChar char="Ø"/>
            </a:pPr>
            <a:r>
              <a:rPr lang="en-US" dirty="0"/>
              <a:t>Payback Period:  2.23 Months</a:t>
            </a:r>
            <a:endParaRPr dirty="0"/>
          </a:p>
        </p:txBody>
      </p:sp>
      <p:grpSp>
        <p:nvGrpSpPr>
          <p:cNvPr id="1508" name="Google Shape;1508;p41"/>
          <p:cNvGrpSpPr/>
          <p:nvPr/>
        </p:nvGrpSpPr>
        <p:grpSpPr>
          <a:xfrm>
            <a:off x="4144165" y="1038855"/>
            <a:ext cx="4278545" cy="3564477"/>
            <a:chOff x="4917367" y="1691724"/>
            <a:chExt cx="3211398" cy="2675431"/>
          </a:xfrm>
        </p:grpSpPr>
        <p:sp>
          <p:nvSpPr>
            <p:cNvPr id="1509" name="Google Shape;1509;p41"/>
            <p:cNvSpPr/>
            <p:nvPr/>
          </p:nvSpPr>
          <p:spPr>
            <a:xfrm>
              <a:off x="6136947" y="1745673"/>
              <a:ext cx="188242" cy="1193994"/>
            </a:xfrm>
            <a:custGeom>
              <a:avLst/>
              <a:gdLst/>
              <a:ahLst/>
              <a:cxnLst/>
              <a:rect l="l" t="t" r="r" b="b"/>
              <a:pathLst>
                <a:path w="10911" h="69207" extrusionOk="0">
                  <a:moveTo>
                    <a:pt x="10888" y="0"/>
                  </a:moveTo>
                  <a:lnTo>
                    <a:pt x="0" y="6231"/>
                  </a:lnTo>
                  <a:lnTo>
                    <a:pt x="0" y="69206"/>
                  </a:lnTo>
                  <a:lnTo>
                    <a:pt x="10911" y="62861"/>
                  </a:lnTo>
                  <a:lnTo>
                    <a:pt x="108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1"/>
            <p:cNvSpPr/>
            <p:nvPr/>
          </p:nvSpPr>
          <p:spPr>
            <a:xfrm>
              <a:off x="6136947" y="2056770"/>
              <a:ext cx="188242" cy="882500"/>
            </a:xfrm>
            <a:custGeom>
              <a:avLst/>
              <a:gdLst/>
              <a:ahLst/>
              <a:cxnLst/>
              <a:rect l="l" t="t" r="r" b="b"/>
              <a:pathLst>
                <a:path w="10911" h="51152" extrusionOk="0">
                  <a:moveTo>
                    <a:pt x="10911" y="0"/>
                  </a:moveTo>
                  <a:lnTo>
                    <a:pt x="0" y="11573"/>
                  </a:lnTo>
                  <a:lnTo>
                    <a:pt x="0" y="51152"/>
                  </a:lnTo>
                  <a:lnTo>
                    <a:pt x="10911" y="44829"/>
                  </a:lnTo>
                  <a:lnTo>
                    <a:pt x="109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1"/>
            <p:cNvSpPr/>
            <p:nvPr/>
          </p:nvSpPr>
          <p:spPr>
            <a:xfrm>
              <a:off x="6044404" y="1802382"/>
              <a:ext cx="92560" cy="1137285"/>
            </a:xfrm>
            <a:custGeom>
              <a:avLst/>
              <a:gdLst/>
              <a:ahLst/>
              <a:cxnLst/>
              <a:rect l="l" t="t" r="r" b="b"/>
              <a:pathLst>
                <a:path w="5365" h="65920" extrusionOk="0">
                  <a:moveTo>
                    <a:pt x="0" y="0"/>
                  </a:moveTo>
                  <a:lnTo>
                    <a:pt x="23" y="62815"/>
                  </a:lnTo>
                  <a:lnTo>
                    <a:pt x="5364" y="65919"/>
                  </a:lnTo>
                  <a:lnTo>
                    <a:pt x="5364" y="294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1"/>
            <p:cNvSpPr/>
            <p:nvPr/>
          </p:nvSpPr>
          <p:spPr>
            <a:xfrm>
              <a:off x="6044404" y="1691724"/>
              <a:ext cx="280405" cy="161466"/>
            </a:xfrm>
            <a:custGeom>
              <a:avLst/>
              <a:gdLst/>
              <a:ahLst/>
              <a:cxnLst/>
              <a:rect l="l" t="t" r="r" b="b"/>
              <a:pathLst>
                <a:path w="16253" h="9359" extrusionOk="0">
                  <a:moveTo>
                    <a:pt x="10820" y="0"/>
                  </a:moveTo>
                  <a:lnTo>
                    <a:pt x="0" y="6414"/>
                  </a:lnTo>
                  <a:lnTo>
                    <a:pt x="5364" y="9358"/>
                  </a:lnTo>
                  <a:lnTo>
                    <a:pt x="16252" y="3127"/>
                  </a:lnTo>
                  <a:lnTo>
                    <a:pt x="1082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1"/>
            <p:cNvSpPr/>
            <p:nvPr/>
          </p:nvSpPr>
          <p:spPr>
            <a:xfrm>
              <a:off x="5762447" y="2288316"/>
              <a:ext cx="187069" cy="868336"/>
            </a:xfrm>
            <a:custGeom>
              <a:avLst/>
              <a:gdLst/>
              <a:ahLst/>
              <a:cxnLst/>
              <a:rect l="l" t="t" r="r" b="b"/>
              <a:pathLst>
                <a:path w="10843" h="50331" extrusionOk="0">
                  <a:moveTo>
                    <a:pt x="10820" y="0"/>
                  </a:moveTo>
                  <a:lnTo>
                    <a:pt x="0" y="6232"/>
                  </a:lnTo>
                  <a:lnTo>
                    <a:pt x="0" y="50330"/>
                  </a:lnTo>
                  <a:lnTo>
                    <a:pt x="10843" y="43985"/>
                  </a:lnTo>
                  <a:lnTo>
                    <a:pt x="108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1"/>
            <p:cNvSpPr/>
            <p:nvPr/>
          </p:nvSpPr>
          <p:spPr>
            <a:xfrm>
              <a:off x="5762447" y="2455285"/>
              <a:ext cx="187069" cy="700572"/>
            </a:xfrm>
            <a:custGeom>
              <a:avLst/>
              <a:gdLst/>
              <a:ahLst/>
              <a:cxnLst/>
              <a:rect l="l" t="t" r="r" b="b"/>
              <a:pathLst>
                <a:path w="10843" h="40607" extrusionOk="0">
                  <a:moveTo>
                    <a:pt x="10820" y="0"/>
                  </a:moveTo>
                  <a:lnTo>
                    <a:pt x="0" y="11481"/>
                  </a:lnTo>
                  <a:lnTo>
                    <a:pt x="0" y="40606"/>
                  </a:lnTo>
                  <a:lnTo>
                    <a:pt x="7008" y="36544"/>
                  </a:lnTo>
                  <a:lnTo>
                    <a:pt x="10843" y="34307"/>
                  </a:lnTo>
                  <a:lnTo>
                    <a:pt x="108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1"/>
            <p:cNvSpPr/>
            <p:nvPr/>
          </p:nvSpPr>
          <p:spPr>
            <a:xfrm>
              <a:off x="5667541" y="2342661"/>
              <a:ext cx="94923" cy="813990"/>
            </a:xfrm>
            <a:custGeom>
              <a:avLst/>
              <a:gdLst/>
              <a:ahLst/>
              <a:cxnLst/>
              <a:rect l="l" t="t" r="r" b="b"/>
              <a:pathLst>
                <a:path w="5502" h="47181" extrusionOk="0">
                  <a:moveTo>
                    <a:pt x="1" y="0"/>
                  </a:moveTo>
                  <a:lnTo>
                    <a:pt x="1" y="43985"/>
                  </a:lnTo>
                  <a:lnTo>
                    <a:pt x="5501" y="47180"/>
                  </a:lnTo>
                  <a:lnTo>
                    <a:pt x="5501" y="3082"/>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1"/>
            <p:cNvSpPr/>
            <p:nvPr/>
          </p:nvSpPr>
          <p:spPr>
            <a:xfrm>
              <a:off x="5667541" y="2234367"/>
              <a:ext cx="281578" cy="161466"/>
            </a:xfrm>
            <a:custGeom>
              <a:avLst/>
              <a:gdLst/>
              <a:ahLst/>
              <a:cxnLst/>
              <a:rect l="l" t="t" r="r" b="b"/>
              <a:pathLst>
                <a:path w="16321" h="9359" extrusionOk="0">
                  <a:moveTo>
                    <a:pt x="10683" y="0"/>
                  </a:moveTo>
                  <a:lnTo>
                    <a:pt x="1" y="6277"/>
                  </a:lnTo>
                  <a:lnTo>
                    <a:pt x="5501" y="9359"/>
                  </a:lnTo>
                  <a:lnTo>
                    <a:pt x="16321" y="3127"/>
                  </a:lnTo>
                  <a:lnTo>
                    <a:pt x="1068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1"/>
            <p:cNvSpPr/>
            <p:nvPr/>
          </p:nvSpPr>
          <p:spPr>
            <a:xfrm>
              <a:off x="5387947" y="2722664"/>
              <a:ext cx="187466" cy="650557"/>
            </a:xfrm>
            <a:custGeom>
              <a:avLst/>
              <a:gdLst/>
              <a:ahLst/>
              <a:cxnLst/>
              <a:rect l="l" t="t" r="r" b="b"/>
              <a:pathLst>
                <a:path w="10866" h="37708" extrusionOk="0">
                  <a:moveTo>
                    <a:pt x="10797" y="1"/>
                  </a:moveTo>
                  <a:lnTo>
                    <a:pt x="1" y="6186"/>
                  </a:lnTo>
                  <a:lnTo>
                    <a:pt x="1" y="37708"/>
                  </a:lnTo>
                  <a:lnTo>
                    <a:pt x="10865" y="31363"/>
                  </a:lnTo>
                  <a:lnTo>
                    <a:pt x="107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1"/>
            <p:cNvSpPr/>
            <p:nvPr/>
          </p:nvSpPr>
          <p:spPr>
            <a:xfrm>
              <a:off x="5387947" y="2852231"/>
              <a:ext cx="187466" cy="520215"/>
            </a:xfrm>
            <a:custGeom>
              <a:avLst/>
              <a:gdLst/>
              <a:ahLst/>
              <a:cxnLst/>
              <a:rect l="l" t="t" r="r" b="b"/>
              <a:pathLst>
                <a:path w="10866" h="30153" extrusionOk="0">
                  <a:moveTo>
                    <a:pt x="10820" y="0"/>
                  </a:moveTo>
                  <a:lnTo>
                    <a:pt x="1" y="11481"/>
                  </a:lnTo>
                  <a:lnTo>
                    <a:pt x="1" y="30152"/>
                  </a:lnTo>
                  <a:lnTo>
                    <a:pt x="8720" y="25108"/>
                  </a:lnTo>
                  <a:lnTo>
                    <a:pt x="10865" y="23853"/>
                  </a:lnTo>
                  <a:lnTo>
                    <a:pt x="108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1"/>
            <p:cNvSpPr/>
            <p:nvPr/>
          </p:nvSpPr>
          <p:spPr>
            <a:xfrm>
              <a:off x="5291867" y="2776216"/>
              <a:ext cx="96096" cy="597006"/>
            </a:xfrm>
            <a:custGeom>
              <a:avLst/>
              <a:gdLst/>
              <a:ahLst/>
              <a:cxnLst/>
              <a:rect l="l" t="t" r="r" b="b"/>
              <a:pathLst>
                <a:path w="5570" h="34604" extrusionOk="0">
                  <a:moveTo>
                    <a:pt x="0" y="1"/>
                  </a:moveTo>
                  <a:lnTo>
                    <a:pt x="0" y="31477"/>
                  </a:lnTo>
                  <a:lnTo>
                    <a:pt x="5570" y="34604"/>
                  </a:lnTo>
                  <a:lnTo>
                    <a:pt x="5570" y="3082"/>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1"/>
            <p:cNvSpPr/>
            <p:nvPr/>
          </p:nvSpPr>
          <p:spPr>
            <a:xfrm>
              <a:off x="5291867" y="2667922"/>
              <a:ext cx="282354" cy="161483"/>
            </a:xfrm>
            <a:custGeom>
              <a:avLst/>
              <a:gdLst/>
              <a:ahLst/>
              <a:cxnLst/>
              <a:rect l="l" t="t" r="r" b="b"/>
              <a:pathLst>
                <a:path w="16366" h="9360" extrusionOk="0">
                  <a:moveTo>
                    <a:pt x="11002" y="1"/>
                  </a:moveTo>
                  <a:lnTo>
                    <a:pt x="0" y="6278"/>
                  </a:lnTo>
                  <a:lnTo>
                    <a:pt x="5570" y="9359"/>
                  </a:lnTo>
                  <a:lnTo>
                    <a:pt x="16366" y="3174"/>
                  </a:lnTo>
                  <a:lnTo>
                    <a:pt x="110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1"/>
            <p:cNvSpPr/>
            <p:nvPr/>
          </p:nvSpPr>
          <p:spPr>
            <a:xfrm>
              <a:off x="5011083" y="3156634"/>
              <a:ext cx="187862" cy="433573"/>
            </a:xfrm>
            <a:custGeom>
              <a:avLst/>
              <a:gdLst/>
              <a:ahLst/>
              <a:cxnLst/>
              <a:rect l="l" t="t" r="r" b="b"/>
              <a:pathLst>
                <a:path w="10889" h="25131" extrusionOk="0">
                  <a:moveTo>
                    <a:pt x="10888" y="0"/>
                  </a:moveTo>
                  <a:lnTo>
                    <a:pt x="1" y="6277"/>
                  </a:lnTo>
                  <a:lnTo>
                    <a:pt x="24" y="25131"/>
                  </a:lnTo>
                  <a:lnTo>
                    <a:pt x="10888" y="18785"/>
                  </a:lnTo>
                  <a:lnTo>
                    <a:pt x="108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1"/>
            <p:cNvSpPr/>
            <p:nvPr/>
          </p:nvSpPr>
          <p:spPr>
            <a:xfrm>
              <a:off x="5011480" y="3250746"/>
              <a:ext cx="187466" cy="339460"/>
            </a:xfrm>
            <a:custGeom>
              <a:avLst/>
              <a:gdLst/>
              <a:ahLst/>
              <a:cxnLst/>
              <a:rect l="l" t="t" r="r" b="b"/>
              <a:pathLst>
                <a:path w="10866" h="19676" extrusionOk="0">
                  <a:moveTo>
                    <a:pt x="10865" y="0"/>
                  </a:moveTo>
                  <a:lnTo>
                    <a:pt x="1" y="11504"/>
                  </a:lnTo>
                  <a:lnTo>
                    <a:pt x="1" y="19676"/>
                  </a:lnTo>
                  <a:lnTo>
                    <a:pt x="10865" y="13330"/>
                  </a:lnTo>
                  <a:lnTo>
                    <a:pt x="108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1"/>
            <p:cNvSpPr/>
            <p:nvPr/>
          </p:nvSpPr>
          <p:spPr>
            <a:xfrm>
              <a:off x="4917367" y="3210962"/>
              <a:ext cx="94130" cy="379244"/>
            </a:xfrm>
            <a:custGeom>
              <a:avLst/>
              <a:gdLst/>
              <a:ahLst/>
              <a:cxnLst/>
              <a:rect l="l" t="t" r="r" b="b"/>
              <a:pathLst>
                <a:path w="5456" h="21982" extrusionOk="0">
                  <a:moveTo>
                    <a:pt x="0" y="1"/>
                  </a:moveTo>
                  <a:lnTo>
                    <a:pt x="0" y="18946"/>
                  </a:lnTo>
                  <a:lnTo>
                    <a:pt x="5456" y="21982"/>
                  </a:lnTo>
                  <a:lnTo>
                    <a:pt x="5433" y="312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1"/>
            <p:cNvSpPr/>
            <p:nvPr/>
          </p:nvSpPr>
          <p:spPr>
            <a:xfrm>
              <a:off x="4917367" y="3101892"/>
              <a:ext cx="281578" cy="163053"/>
            </a:xfrm>
            <a:custGeom>
              <a:avLst/>
              <a:gdLst/>
              <a:ahLst/>
              <a:cxnLst/>
              <a:rect l="l" t="t" r="r" b="b"/>
              <a:pathLst>
                <a:path w="16321" h="9451" extrusionOk="0">
                  <a:moveTo>
                    <a:pt x="10865" y="0"/>
                  </a:moveTo>
                  <a:lnTo>
                    <a:pt x="0" y="6323"/>
                  </a:lnTo>
                  <a:lnTo>
                    <a:pt x="5433" y="9450"/>
                  </a:lnTo>
                  <a:lnTo>
                    <a:pt x="16320" y="3173"/>
                  </a:lnTo>
                  <a:lnTo>
                    <a:pt x="1086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1"/>
            <p:cNvSpPr/>
            <p:nvPr/>
          </p:nvSpPr>
          <p:spPr>
            <a:xfrm>
              <a:off x="7237984" y="2483234"/>
              <a:ext cx="28777" cy="569850"/>
            </a:xfrm>
            <a:custGeom>
              <a:avLst/>
              <a:gdLst/>
              <a:ahLst/>
              <a:cxnLst/>
              <a:rect l="l" t="t" r="r" b="b"/>
              <a:pathLst>
                <a:path w="1668" h="33030" extrusionOk="0">
                  <a:moveTo>
                    <a:pt x="1" y="1"/>
                  </a:moveTo>
                  <a:lnTo>
                    <a:pt x="1" y="32002"/>
                  </a:lnTo>
                  <a:lnTo>
                    <a:pt x="1644" y="33029"/>
                  </a:lnTo>
                  <a:lnTo>
                    <a:pt x="1667" y="960"/>
                  </a:lnTo>
                  <a:lnTo>
                    <a:pt x="1" y="1"/>
                  </a:lnTo>
                  <a:close/>
                </a:path>
              </a:pathLst>
            </a:custGeom>
            <a:solidFill>
              <a:srgbClr val="F2B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1"/>
            <p:cNvSpPr/>
            <p:nvPr/>
          </p:nvSpPr>
          <p:spPr>
            <a:xfrm>
              <a:off x="7266347" y="2508440"/>
              <a:ext cx="10248" cy="543057"/>
            </a:xfrm>
            <a:custGeom>
              <a:avLst/>
              <a:gdLst/>
              <a:ahLst/>
              <a:cxnLst/>
              <a:rect l="l" t="t" r="r" b="b"/>
              <a:pathLst>
                <a:path w="594" h="31477" extrusionOk="0">
                  <a:moveTo>
                    <a:pt x="0" y="1"/>
                  </a:moveTo>
                  <a:lnTo>
                    <a:pt x="0" y="31477"/>
                  </a:lnTo>
                  <a:lnTo>
                    <a:pt x="594" y="31157"/>
                  </a:lnTo>
                  <a:lnTo>
                    <a:pt x="594" y="320"/>
                  </a:lnTo>
                  <a:lnTo>
                    <a:pt x="0" y="1"/>
                  </a:lnTo>
                  <a:close/>
                </a:path>
              </a:pathLst>
            </a:custGeom>
            <a:solidFill>
              <a:srgbClr val="DBA7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1"/>
            <p:cNvSpPr/>
            <p:nvPr/>
          </p:nvSpPr>
          <p:spPr>
            <a:xfrm>
              <a:off x="7982257" y="2912080"/>
              <a:ext cx="28380" cy="569833"/>
            </a:xfrm>
            <a:custGeom>
              <a:avLst/>
              <a:gdLst/>
              <a:ahLst/>
              <a:cxnLst/>
              <a:rect l="l" t="t" r="r" b="b"/>
              <a:pathLst>
                <a:path w="1645" h="33029" extrusionOk="0">
                  <a:moveTo>
                    <a:pt x="1" y="1"/>
                  </a:moveTo>
                  <a:lnTo>
                    <a:pt x="1" y="32002"/>
                  </a:lnTo>
                  <a:lnTo>
                    <a:pt x="1621" y="33029"/>
                  </a:lnTo>
                  <a:lnTo>
                    <a:pt x="1644" y="936"/>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1"/>
            <p:cNvSpPr/>
            <p:nvPr/>
          </p:nvSpPr>
          <p:spPr>
            <a:xfrm>
              <a:off x="8010223" y="2938459"/>
              <a:ext cx="10248" cy="543454"/>
            </a:xfrm>
            <a:custGeom>
              <a:avLst/>
              <a:gdLst/>
              <a:ahLst/>
              <a:cxnLst/>
              <a:rect l="l" t="t" r="r" b="b"/>
              <a:pathLst>
                <a:path w="594" h="31500" extrusionOk="0">
                  <a:moveTo>
                    <a:pt x="0" y="1"/>
                  </a:moveTo>
                  <a:lnTo>
                    <a:pt x="0" y="31500"/>
                  </a:lnTo>
                  <a:lnTo>
                    <a:pt x="594" y="31180"/>
                  </a:lnTo>
                  <a:lnTo>
                    <a:pt x="594" y="343"/>
                  </a:lnTo>
                  <a:lnTo>
                    <a:pt x="0" y="1"/>
                  </a:ln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1"/>
            <p:cNvSpPr/>
            <p:nvPr/>
          </p:nvSpPr>
          <p:spPr>
            <a:xfrm>
              <a:off x="7147426" y="1792134"/>
              <a:ext cx="938812" cy="1193994"/>
            </a:xfrm>
            <a:custGeom>
              <a:avLst/>
              <a:gdLst/>
              <a:ahLst/>
              <a:cxnLst/>
              <a:rect l="l" t="t" r="r" b="b"/>
              <a:pathLst>
                <a:path w="54416" h="69207" extrusionOk="0">
                  <a:moveTo>
                    <a:pt x="0" y="1"/>
                  </a:moveTo>
                  <a:lnTo>
                    <a:pt x="0" y="37708"/>
                  </a:lnTo>
                  <a:lnTo>
                    <a:pt x="54416" y="69207"/>
                  </a:lnTo>
                  <a:lnTo>
                    <a:pt x="54416" y="31454"/>
                  </a:ln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1"/>
            <p:cNvSpPr/>
            <p:nvPr/>
          </p:nvSpPr>
          <p:spPr>
            <a:xfrm>
              <a:off x="7147426" y="1792134"/>
              <a:ext cx="938812" cy="1193994"/>
            </a:xfrm>
            <a:custGeom>
              <a:avLst/>
              <a:gdLst/>
              <a:ahLst/>
              <a:cxnLst/>
              <a:rect l="l" t="t" r="r" b="b"/>
              <a:pathLst>
                <a:path w="54416" h="69207" extrusionOk="0">
                  <a:moveTo>
                    <a:pt x="0" y="1"/>
                  </a:moveTo>
                  <a:lnTo>
                    <a:pt x="0" y="37708"/>
                  </a:lnTo>
                  <a:lnTo>
                    <a:pt x="54416" y="69207"/>
                  </a:lnTo>
                  <a:lnTo>
                    <a:pt x="24446" y="33166"/>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1"/>
            <p:cNvSpPr/>
            <p:nvPr/>
          </p:nvSpPr>
          <p:spPr>
            <a:xfrm>
              <a:off x="7138368" y="1771241"/>
              <a:ext cx="959291" cy="570644"/>
            </a:xfrm>
            <a:custGeom>
              <a:avLst/>
              <a:gdLst/>
              <a:ahLst/>
              <a:cxnLst/>
              <a:rect l="l" t="t" r="r" b="b"/>
              <a:pathLst>
                <a:path w="55603" h="33076" extrusionOk="0">
                  <a:moveTo>
                    <a:pt x="148" y="0"/>
                  </a:moveTo>
                  <a:cubicBezTo>
                    <a:pt x="63" y="0"/>
                    <a:pt x="0" y="242"/>
                    <a:pt x="0" y="504"/>
                  </a:cubicBezTo>
                  <a:cubicBezTo>
                    <a:pt x="0" y="778"/>
                    <a:pt x="69" y="983"/>
                    <a:pt x="160" y="1006"/>
                  </a:cubicBezTo>
                  <a:lnTo>
                    <a:pt x="55580" y="33076"/>
                  </a:lnTo>
                  <a:lnTo>
                    <a:pt x="55603" y="31866"/>
                  </a:lnTo>
                  <a:lnTo>
                    <a:pt x="160" y="2"/>
                  </a:lnTo>
                  <a:cubicBezTo>
                    <a:pt x="156" y="1"/>
                    <a:pt x="152" y="0"/>
                    <a:pt x="1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1"/>
            <p:cNvSpPr/>
            <p:nvPr/>
          </p:nvSpPr>
          <p:spPr>
            <a:xfrm>
              <a:off x="8094881" y="2320992"/>
              <a:ext cx="5538" cy="20893"/>
            </a:xfrm>
            <a:custGeom>
              <a:avLst/>
              <a:gdLst/>
              <a:ahLst/>
              <a:cxnLst/>
              <a:rect l="l" t="t" r="r" b="b"/>
              <a:pathLst>
                <a:path w="321" h="1211" extrusionOk="0">
                  <a:moveTo>
                    <a:pt x="161" y="1"/>
                  </a:moveTo>
                  <a:cubicBezTo>
                    <a:pt x="69" y="1"/>
                    <a:pt x="1" y="275"/>
                    <a:pt x="1" y="617"/>
                  </a:cubicBezTo>
                  <a:cubicBezTo>
                    <a:pt x="1" y="937"/>
                    <a:pt x="69" y="1211"/>
                    <a:pt x="161" y="1211"/>
                  </a:cubicBezTo>
                  <a:cubicBezTo>
                    <a:pt x="252" y="1211"/>
                    <a:pt x="320" y="937"/>
                    <a:pt x="320" y="617"/>
                  </a:cubicBezTo>
                  <a:cubicBezTo>
                    <a:pt x="320" y="275"/>
                    <a:pt x="252" y="1"/>
                    <a:pt x="161" y="1"/>
                  </a:cubicBezTo>
                  <a:close/>
                </a:path>
              </a:pathLst>
            </a:custGeom>
            <a:solidFill>
              <a:srgbClr val="DBA7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1"/>
            <p:cNvSpPr/>
            <p:nvPr/>
          </p:nvSpPr>
          <p:spPr>
            <a:xfrm>
              <a:off x="7110799" y="2055096"/>
              <a:ext cx="1014827" cy="618761"/>
            </a:xfrm>
            <a:custGeom>
              <a:avLst/>
              <a:gdLst/>
              <a:ahLst/>
              <a:cxnLst/>
              <a:rect l="l" t="t" r="r" b="b"/>
              <a:pathLst>
                <a:path w="58822" h="35865" extrusionOk="0">
                  <a:moveTo>
                    <a:pt x="18329" y="0"/>
                  </a:moveTo>
                  <a:cubicBezTo>
                    <a:pt x="18217" y="0"/>
                    <a:pt x="18112" y="48"/>
                    <a:pt x="18055" y="143"/>
                  </a:cubicBezTo>
                  <a:lnTo>
                    <a:pt x="8491" y="12993"/>
                  </a:lnTo>
                  <a:lnTo>
                    <a:pt x="571" y="8269"/>
                  </a:lnTo>
                  <a:cubicBezTo>
                    <a:pt x="518" y="8238"/>
                    <a:pt x="459" y="8223"/>
                    <a:pt x="402" y="8223"/>
                  </a:cubicBezTo>
                  <a:cubicBezTo>
                    <a:pt x="287" y="8223"/>
                    <a:pt x="175" y="8284"/>
                    <a:pt x="114" y="8406"/>
                  </a:cubicBezTo>
                  <a:cubicBezTo>
                    <a:pt x="0" y="8565"/>
                    <a:pt x="69" y="8771"/>
                    <a:pt x="229" y="8862"/>
                  </a:cubicBezTo>
                  <a:lnTo>
                    <a:pt x="8423" y="13747"/>
                  </a:lnTo>
                  <a:cubicBezTo>
                    <a:pt x="8471" y="13779"/>
                    <a:pt x="8529" y="13794"/>
                    <a:pt x="8586" y="13794"/>
                  </a:cubicBezTo>
                  <a:cubicBezTo>
                    <a:pt x="8691" y="13794"/>
                    <a:pt x="8798" y="13744"/>
                    <a:pt x="8857" y="13655"/>
                  </a:cubicBezTo>
                  <a:lnTo>
                    <a:pt x="18124" y="1193"/>
                  </a:lnTo>
                  <a:lnTo>
                    <a:pt x="21570" y="21370"/>
                  </a:lnTo>
                  <a:cubicBezTo>
                    <a:pt x="21593" y="21484"/>
                    <a:pt x="21684" y="21599"/>
                    <a:pt x="21821" y="21644"/>
                  </a:cubicBezTo>
                  <a:cubicBezTo>
                    <a:pt x="21848" y="21650"/>
                    <a:pt x="21876" y="21652"/>
                    <a:pt x="21905" y="21652"/>
                  </a:cubicBezTo>
                  <a:cubicBezTo>
                    <a:pt x="21998" y="21652"/>
                    <a:pt x="22094" y="21623"/>
                    <a:pt x="22164" y="21553"/>
                  </a:cubicBezTo>
                  <a:lnTo>
                    <a:pt x="27573" y="15938"/>
                  </a:lnTo>
                  <a:lnTo>
                    <a:pt x="29993" y="32395"/>
                  </a:lnTo>
                  <a:cubicBezTo>
                    <a:pt x="30016" y="32532"/>
                    <a:pt x="30107" y="32646"/>
                    <a:pt x="30221" y="32669"/>
                  </a:cubicBezTo>
                  <a:cubicBezTo>
                    <a:pt x="30258" y="32681"/>
                    <a:pt x="30294" y="32687"/>
                    <a:pt x="30330" y="32687"/>
                  </a:cubicBezTo>
                  <a:cubicBezTo>
                    <a:pt x="30428" y="32687"/>
                    <a:pt x="30519" y="32644"/>
                    <a:pt x="30586" y="32577"/>
                  </a:cubicBezTo>
                  <a:lnTo>
                    <a:pt x="34101" y="28652"/>
                  </a:lnTo>
                  <a:lnTo>
                    <a:pt x="41132" y="32646"/>
                  </a:lnTo>
                  <a:cubicBezTo>
                    <a:pt x="41186" y="32673"/>
                    <a:pt x="41243" y="32686"/>
                    <a:pt x="41299" y="32686"/>
                  </a:cubicBezTo>
                  <a:cubicBezTo>
                    <a:pt x="41384" y="32686"/>
                    <a:pt x="41464" y="32656"/>
                    <a:pt x="41520" y="32600"/>
                  </a:cubicBezTo>
                  <a:lnTo>
                    <a:pt x="45057" y="29359"/>
                  </a:lnTo>
                  <a:lnTo>
                    <a:pt x="46541" y="35613"/>
                  </a:lnTo>
                  <a:cubicBezTo>
                    <a:pt x="46564" y="35705"/>
                    <a:pt x="46655" y="35796"/>
                    <a:pt x="46747" y="35842"/>
                  </a:cubicBezTo>
                  <a:cubicBezTo>
                    <a:pt x="46792" y="35864"/>
                    <a:pt x="46838" y="35864"/>
                    <a:pt x="46884" y="35864"/>
                  </a:cubicBezTo>
                  <a:cubicBezTo>
                    <a:pt x="46929" y="35864"/>
                    <a:pt x="46998" y="35864"/>
                    <a:pt x="47043" y="35819"/>
                  </a:cubicBezTo>
                  <a:lnTo>
                    <a:pt x="58593" y="29085"/>
                  </a:lnTo>
                  <a:cubicBezTo>
                    <a:pt x="58776" y="28994"/>
                    <a:pt x="58821" y="28789"/>
                    <a:pt x="58730" y="28606"/>
                  </a:cubicBezTo>
                  <a:cubicBezTo>
                    <a:pt x="58670" y="28501"/>
                    <a:pt x="58551" y="28445"/>
                    <a:pt x="58431" y="28445"/>
                  </a:cubicBezTo>
                  <a:cubicBezTo>
                    <a:pt x="58368" y="28445"/>
                    <a:pt x="58305" y="28460"/>
                    <a:pt x="58251" y="28492"/>
                  </a:cubicBezTo>
                  <a:lnTo>
                    <a:pt x="47112" y="34997"/>
                  </a:lnTo>
                  <a:lnTo>
                    <a:pt x="45582" y="28629"/>
                  </a:lnTo>
                  <a:cubicBezTo>
                    <a:pt x="45560" y="28515"/>
                    <a:pt x="45468" y="28423"/>
                    <a:pt x="45354" y="28378"/>
                  </a:cubicBezTo>
                  <a:cubicBezTo>
                    <a:pt x="45322" y="28365"/>
                    <a:pt x="45289" y="28359"/>
                    <a:pt x="45255" y="28359"/>
                  </a:cubicBezTo>
                  <a:cubicBezTo>
                    <a:pt x="45167" y="28359"/>
                    <a:pt x="45078" y="28397"/>
                    <a:pt x="45012" y="28446"/>
                  </a:cubicBezTo>
                  <a:lnTo>
                    <a:pt x="41246" y="31916"/>
                  </a:lnTo>
                  <a:lnTo>
                    <a:pt x="34215" y="27898"/>
                  </a:lnTo>
                  <a:cubicBezTo>
                    <a:pt x="34156" y="27873"/>
                    <a:pt x="34096" y="27860"/>
                    <a:pt x="34038" y="27860"/>
                  </a:cubicBezTo>
                  <a:cubicBezTo>
                    <a:pt x="33942" y="27860"/>
                    <a:pt x="33853" y="27895"/>
                    <a:pt x="33782" y="27967"/>
                  </a:cubicBezTo>
                  <a:lnTo>
                    <a:pt x="30563" y="31573"/>
                  </a:lnTo>
                  <a:lnTo>
                    <a:pt x="28144" y="15162"/>
                  </a:lnTo>
                  <a:cubicBezTo>
                    <a:pt x="28121" y="15025"/>
                    <a:pt x="28030" y="14911"/>
                    <a:pt x="27916" y="14888"/>
                  </a:cubicBezTo>
                  <a:cubicBezTo>
                    <a:pt x="27870" y="14873"/>
                    <a:pt x="27824" y="14865"/>
                    <a:pt x="27781" y="14865"/>
                  </a:cubicBezTo>
                  <a:cubicBezTo>
                    <a:pt x="27695" y="14865"/>
                    <a:pt x="27619" y="14896"/>
                    <a:pt x="27573" y="14956"/>
                  </a:cubicBezTo>
                  <a:lnTo>
                    <a:pt x="22141" y="20594"/>
                  </a:lnTo>
                  <a:lnTo>
                    <a:pt x="18671" y="280"/>
                  </a:lnTo>
                  <a:cubicBezTo>
                    <a:pt x="18649" y="143"/>
                    <a:pt x="18534" y="29"/>
                    <a:pt x="18398" y="6"/>
                  </a:cubicBezTo>
                  <a:cubicBezTo>
                    <a:pt x="18375" y="2"/>
                    <a:pt x="18352" y="0"/>
                    <a:pt x="183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1"/>
            <p:cNvSpPr/>
            <p:nvPr/>
          </p:nvSpPr>
          <p:spPr>
            <a:xfrm>
              <a:off x="8112220" y="2536010"/>
              <a:ext cx="16545" cy="28363"/>
            </a:xfrm>
            <a:custGeom>
              <a:avLst/>
              <a:gdLst/>
              <a:ahLst/>
              <a:cxnLst/>
              <a:rect l="l" t="t" r="r" b="b"/>
              <a:pathLst>
                <a:path w="959" h="1644" extrusionOk="0">
                  <a:moveTo>
                    <a:pt x="479" y="0"/>
                  </a:moveTo>
                  <a:cubicBezTo>
                    <a:pt x="206" y="0"/>
                    <a:pt x="0" y="366"/>
                    <a:pt x="0" y="822"/>
                  </a:cubicBezTo>
                  <a:cubicBezTo>
                    <a:pt x="0" y="1279"/>
                    <a:pt x="206" y="1644"/>
                    <a:pt x="479" y="1644"/>
                  </a:cubicBezTo>
                  <a:cubicBezTo>
                    <a:pt x="731" y="1644"/>
                    <a:pt x="959" y="1279"/>
                    <a:pt x="959" y="822"/>
                  </a:cubicBezTo>
                  <a:cubicBezTo>
                    <a:pt x="959" y="366"/>
                    <a:pt x="731" y="0"/>
                    <a:pt x="4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1"/>
            <p:cNvSpPr/>
            <p:nvPr/>
          </p:nvSpPr>
          <p:spPr>
            <a:xfrm>
              <a:off x="7109608" y="2188682"/>
              <a:ext cx="16166" cy="28380"/>
            </a:xfrm>
            <a:custGeom>
              <a:avLst/>
              <a:gdLst/>
              <a:ahLst/>
              <a:cxnLst/>
              <a:rect l="l" t="t" r="r" b="b"/>
              <a:pathLst>
                <a:path w="937" h="1645" extrusionOk="0">
                  <a:moveTo>
                    <a:pt x="480" y="1"/>
                  </a:moveTo>
                  <a:cubicBezTo>
                    <a:pt x="206" y="1"/>
                    <a:pt x="1" y="366"/>
                    <a:pt x="1" y="822"/>
                  </a:cubicBezTo>
                  <a:cubicBezTo>
                    <a:pt x="1" y="1279"/>
                    <a:pt x="206" y="1644"/>
                    <a:pt x="480" y="1644"/>
                  </a:cubicBezTo>
                  <a:cubicBezTo>
                    <a:pt x="731" y="1644"/>
                    <a:pt x="937" y="1279"/>
                    <a:pt x="937" y="822"/>
                  </a:cubicBezTo>
                  <a:cubicBezTo>
                    <a:pt x="937" y="366"/>
                    <a:pt x="731" y="1"/>
                    <a:pt x="4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41"/>
            <p:cNvSpPr/>
            <p:nvPr/>
          </p:nvSpPr>
          <p:spPr>
            <a:xfrm>
              <a:off x="6703605" y="2056011"/>
              <a:ext cx="107138" cy="142954"/>
            </a:xfrm>
            <a:custGeom>
              <a:avLst/>
              <a:gdLst/>
              <a:ahLst/>
              <a:cxnLst/>
              <a:rect l="l" t="t" r="r" b="b"/>
              <a:pathLst>
                <a:path w="6210" h="8286" extrusionOk="0">
                  <a:moveTo>
                    <a:pt x="2413" y="0"/>
                  </a:moveTo>
                  <a:cubicBezTo>
                    <a:pt x="1892" y="0"/>
                    <a:pt x="947" y="1986"/>
                    <a:pt x="800" y="2281"/>
                  </a:cubicBezTo>
                  <a:cubicBezTo>
                    <a:pt x="526" y="2852"/>
                    <a:pt x="229" y="3445"/>
                    <a:pt x="115" y="4084"/>
                  </a:cubicBezTo>
                  <a:cubicBezTo>
                    <a:pt x="1" y="4723"/>
                    <a:pt x="47" y="5385"/>
                    <a:pt x="92" y="6024"/>
                  </a:cubicBezTo>
                  <a:cubicBezTo>
                    <a:pt x="115" y="6390"/>
                    <a:pt x="161" y="6800"/>
                    <a:pt x="343" y="7120"/>
                  </a:cubicBezTo>
                  <a:cubicBezTo>
                    <a:pt x="526" y="7485"/>
                    <a:pt x="868" y="7759"/>
                    <a:pt x="1256" y="7942"/>
                  </a:cubicBezTo>
                  <a:cubicBezTo>
                    <a:pt x="1738" y="8171"/>
                    <a:pt x="2271" y="8285"/>
                    <a:pt x="2804" y="8285"/>
                  </a:cubicBezTo>
                  <a:cubicBezTo>
                    <a:pt x="3281" y="8285"/>
                    <a:pt x="3759" y="8193"/>
                    <a:pt x="4201" y="8010"/>
                  </a:cubicBezTo>
                  <a:cubicBezTo>
                    <a:pt x="4817" y="7782"/>
                    <a:pt x="5365" y="7348"/>
                    <a:pt x="5730" y="6800"/>
                  </a:cubicBezTo>
                  <a:cubicBezTo>
                    <a:pt x="6073" y="6230"/>
                    <a:pt x="6209" y="5522"/>
                    <a:pt x="6027" y="4883"/>
                  </a:cubicBezTo>
                  <a:cubicBezTo>
                    <a:pt x="5730" y="3947"/>
                    <a:pt x="4840" y="3331"/>
                    <a:pt x="4110" y="2692"/>
                  </a:cubicBezTo>
                  <a:cubicBezTo>
                    <a:pt x="3676" y="2327"/>
                    <a:pt x="3288" y="1916"/>
                    <a:pt x="3014" y="1436"/>
                  </a:cubicBezTo>
                  <a:cubicBezTo>
                    <a:pt x="2877" y="1208"/>
                    <a:pt x="2763" y="980"/>
                    <a:pt x="2672" y="729"/>
                  </a:cubicBezTo>
                  <a:cubicBezTo>
                    <a:pt x="2626" y="592"/>
                    <a:pt x="2626" y="135"/>
                    <a:pt x="2535" y="44"/>
                  </a:cubicBezTo>
                  <a:cubicBezTo>
                    <a:pt x="2498" y="14"/>
                    <a:pt x="2457" y="0"/>
                    <a:pt x="2413" y="0"/>
                  </a:cubicBezTo>
                  <a:close/>
                </a:path>
              </a:pathLst>
            </a:custGeom>
            <a:solidFill>
              <a:srgbClr val="A640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1"/>
            <p:cNvSpPr/>
            <p:nvPr/>
          </p:nvSpPr>
          <p:spPr>
            <a:xfrm>
              <a:off x="6757174" y="2163597"/>
              <a:ext cx="191399" cy="257839"/>
            </a:xfrm>
            <a:custGeom>
              <a:avLst/>
              <a:gdLst/>
              <a:ahLst/>
              <a:cxnLst/>
              <a:rect l="l" t="t" r="r" b="b"/>
              <a:pathLst>
                <a:path w="11094" h="14945" extrusionOk="0">
                  <a:moveTo>
                    <a:pt x="1510" y="0"/>
                  </a:moveTo>
                  <a:cubicBezTo>
                    <a:pt x="1478" y="0"/>
                    <a:pt x="1447" y="5"/>
                    <a:pt x="1415" y="17"/>
                  </a:cubicBezTo>
                  <a:cubicBezTo>
                    <a:pt x="0" y="519"/>
                    <a:pt x="2557" y="12160"/>
                    <a:pt x="2557" y="12160"/>
                  </a:cubicBezTo>
                  <a:lnTo>
                    <a:pt x="10180" y="14944"/>
                  </a:lnTo>
                  <a:lnTo>
                    <a:pt x="11093" y="13712"/>
                  </a:lnTo>
                  <a:lnTo>
                    <a:pt x="4771" y="10585"/>
                  </a:lnTo>
                  <a:cubicBezTo>
                    <a:pt x="4771" y="10585"/>
                    <a:pt x="2916" y="0"/>
                    <a:pt x="1510" y="0"/>
                  </a:cubicBezTo>
                  <a:close/>
                </a:path>
              </a:pathLst>
            </a:custGeom>
            <a:solidFill>
              <a:srgbClr val="F7D5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1"/>
            <p:cNvSpPr/>
            <p:nvPr/>
          </p:nvSpPr>
          <p:spPr>
            <a:xfrm>
              <a:off x="6853253" y="2331240"/>
              <a:ext cx="161466" cy="191796"/>
            </a:xfrm>
            <a:custGeom>
              <a:avLst/>
              <a:gdLst/>
              <a:ahLst/>
              <a:cxnLst/>
              <a:rect l="l" t="t" r="r" b="b"/>
              <a:pathLst>
                <a:path w="9359" h="11117" extrusionOk="0">
                  <a:moveTo>
                    <a:pt x="9131" y="0"/>
                  </a:moveTo>
                  <a:lnTo>
                    <a:pt x="6004" y="3242"/>
                  </a:lnTo>
                  <a:lnTo>
                    <a:pt x="1" y="10934"/>
                  </a:lnTo>
                  <a:lnTo>
                    <a:pt x="229" y="11116"/>
                  </a:lnTo>
                  <a:lnTo>
                    <a:pt x="6278" y="3401"/>
                  </a:lnTo>
                  <a:lnTo>
                    <a:pt x="9359" y="206"/>
                  </a:lnTo>
                  <a:lnTo>
                    <a:pt x="9131" y="0"/>
                  </a:lnTo>
                  <a:close/>
                </a:path>
              </a:pathLst>
            </a:custGeom>
            <a:solidFill>
              <a:srgbClr val="343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1"/>
            <p:cNvSpPr/>
            <p:nvPr/>
          </p:nvSpPr>
          <p:spPr>
            <a:xfrm>
              <a:off x="6857187" y="2334777"/>
              <a:ext cx="157533" cy="188259"/>
            </a:xfrm>
            <a:custGeom>
              <a:avLst/>
              <a:gdLst/>
              <a:ahLst/>
              <a:cxnLst/>
              <a:rect l="l" t="t" r="r" b="b"/>
              <a:pathLst>
                <a:path w="9131" h="10912" extrusionOk="0">
                  <a:moveTo>
                    <a:pt x="9131" y="1"/>
                  </a:moveTo>
                  <a:lnTo>
                    <a:pt x="6050" y="3196"/>
                  </a:lnTo>
                  <a:lnTo>
                    <a:pt x="1" y="10911"/>
                  </a:lnTo>
                  <a:lnTo>
                    <a:pt x="4863" y="6072"/>
                  </a:lnTo>
                  <a:lnTo>
                    <a:pt x="9131" y="1"/>
                  </a:lnTo>
                  <a:close/>
                </a:path>
              </a:pathLst>
            </a:custGeom>
            <a:solidFill>
              <a:srgbClr val="434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1"/>
            <p:cNvSpPr/>
            <p:nvPr/>
          </p:nvSpPr>
          <p:spPr>
            <a:xfrm>
              <a:off x="6950126" y="2394194"/>
              <a:ext cx="28760" cy="24723"/>
            </a:xfrm>
            <a:custGeom>
              <a:avLst/>
              <a:gdLst/>
              <a:ahLst/>
              <a:cxnLst/>
              <a:rect l="l" t="t" r="r" b="b"/>
              <a:pathLst>
                <a:path w="1667" h="1433" extrusionOk="0">
                  <a:moveTo>
                    <a:pt x="927" y="1"/>
                  </a:moveTo>
                  <a:cubicBezTo>
                    <a:pt x="698" y="1"/>
                    <a:pt x="489" y="131"/>
                    <a:pt x="320" y="300"/>
                  </a:cubicBezTo>
                  <a:cubicBezTo>
                    <a:pt x="160" y="483"/>
                    <a:pt x="1" y="711"/>
                    <a:pt x="23" y="962"/>
                  </a:cubicBezTo>
                  <a:cubicBezTo>
                    <a:pt x="46" y="1167"/>
                    <a:pt x="229" y="1350"/>
                    <a:pt x="434" y="1419"/>
                  </a:cubicBezTo>
                  <a:cubicBezTo>
                    <a:pt x="476" y="1428"/>
                    <a:pt x="520" y="1432"/>
                    <a:pt x="564" y="1432"/>
                  </a:cubicBezTo>
                  <a:cubicBezTo>
                    <a:pt x="737" y="1432"/>
                    <a:pt x="919" y="1363"/>
                    <a:pt x="1028" y="1236"/>
                  </a:cubicBezTo>
                  <a:cubicBezTo>
                    <a:pt x="1347" y="894"/>
                    <a:pt x="1667" y="95"/>
                    <a:pt x="982" y="3"/>
                  </a:cubicBezTo>
                  <a:cubicBezTo>
                    <a:pt x="964" y="2"/>
                    <a:pt x="945" y="1"/>
                    <a:pt x="927" y="1"/>
                  </a:cubicBezTo>
                  <a:close/>
                </a:path>
              </a:pathLst>
            </a:custGeom>
            <a:solidFill>
              <a:srgbClr val="F7D5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1"/>
            <p:cNvSpPr/>
            <p:nvPr/>
          </p:nvSpPr>
          <p:spPr>
            <a:xfrm>
              <a:off x="6607129" y="2163476"/>
              <a:ext cx="225266" cy="315358"/>
            </a:xfrm>
            <a:custGeom>
              <a:avLst/>
              <a:gdLst/>
              <a:ahLst/>
              <a:cxnLst/>
              <a:rect l="l" t="t" r="r" b="b"/>
              <a:pathLst>
                <a:path w="13057" h="18279" extrusionOk="0">
                  <a:moveTo>
                    <a:pt x="6940" y="1"/>
                  </a:moveTo>
                  <a:lnTo>
                    <a:pt x="3219" y="617"/>
                  </a:lnTo>
                  <a:lnTo>
                    <a:pt x="1" y="2922"/>
                  </a:lnTo>
                  <a:lnTo>
                    <a:pt x="3493" y="12053"/>
                  </a:lnTo>
                  <a:lnTo>
                    <a:pt x="2192" y="17051"/>
                  </a:lnTo>
                  <a:cubicBezTo>
                    <a:pt x="2192" y="17051"/>
                    <a:pt x="4079" y="18279"/>
                    <a:pt x="6940" y="18279"/>
                  </a:cubicBezTo>
                  <a:cubicBezTo>
                    <a:pt x="8370" y="18279"/>
                    <a:pt x="10044" y="17972"/>
                    <a:pt x="11847" y="17051"/>
                  </a:cubicBezTo>
                  <a:lnTo>
                    <a:pt x="11117" y="10386"/>
                  </a:lnTo>
                  <a:lnTo>
                    <a:pt x="12098" y="9382"/>
                  </a:lnTo>
                  <a:cubicBezTo>
                    <a:pt x="13057" y="8172"/>
                    <a:pt x="12851" y="6940"/>
                    <a:pt x="12212" y="5525"/>
                  </a:cubicBezTo>
                  <a:lnTo>
                    <a:pt x="10067" y="138"/>
                  </a:lnTo>
                  <a:lnTo>
                    <a:pt x="6940" y="1"/>
                  </a:lnTo>
                  <a:close/>
                </a:path>
              </a:pathLst>
            </a:custGeom>
            <a:solidFill>
              <a:srgbClr val="605F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1"/>
            <p:cNvSpPr/>
            <p:nvPr/>
          </p:nvSpPr>
          <p:spPr>
            <a:xfrm>
              <a:off x="6607129" y="2206797"/>
              <a:ext cx="73271" cy="257166"/>
            </a:xfrm>
            <a:custGeom>
              <a:avLst/>
              <a:gdLst/>
              <a:ahLst/>
              <a:cxnLst/>
              <a:rect l="l" t="t" r="r" b="b"/>
              <a:pathLst>
                <a:path w="4247" h="14906" extrusionOk="0">
                  <a:moveTo>
                    <a:pt x="571" y="1"/>
                  </a:moveTo>
                  <a:lnTo>
                    <a:pt x="1" y="411"/>
                  </a:lnTo>
                  <a:lnTo>
                    <a:pt x="3493" y="9542"/>
                  </a:lnTo>
                  <a:lnTo>
                    <a:pt x="2192" y="14540"/>
                  </a:lnTo>
                  <a:cubicBezTo>
                    <a:pt x="2192" y="14540"/>
                    <a:pt x="2443" y="14700"/>
                    <a:pt x="2877" y="14905"/>
                  </a:cubicBezTo>
                  <a:cubicBezTo>
                    <a:pt x="2877" y="14905"/>
                    <a:pt x="2877" y="14883"/>
                    <a:pt x="2877" y="14883"/>
                  </a:cubicBezTo>
                  <a:lnTo>
                    <a:pt x="4246" y="9656"/>
                  </a:lnTo>
                  <a:lnTo>
                    <a:pt x="571" y="46"/>
                  </a:lnTo>
                  <a:lnTo>
                    <a:pt x="594" y="23"/>
                  </a:lnTo>
                  <a:cubicBezTo>
                    <a:pt x="594" y="23"/>
                    <a:pt x="571" y="23"/>
                    <a:pt x="571" y="1"/>
                  </a:cubicBezTo>
                  <a:close/>
                </a:path>
              </a:pathLst>
            </a:custGeom>
            <a:solidFill>
              <a:srgbClr val="5353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1"/>
            <p:cNvSpPr/>
            <p:nvPr/>
          </p:nvSpPr>
          <p:spPr>
            <a:xfrm>
              <a:off x="6650450" y="2163476"/>
              <a:ext cx="118162" cy="94147"/>
            </a:xfrm>
            <a:custGeom>
              <a:avLst/>
              <a:gdLst/>
              <a:ahLst/>
              <a:cxnLst/>
              <a:rect l="l" t="t" r="r" b="b"/>
              <a:pathLst>
                <a:path w="6849" h="5457" extrusionOk="0">
                  <a:moveTo>
                    <a:pt x="4429" y="1"/>
                  </a:moveTo>
                  <a:lnTo>
                    <a:pt x="526" y="731"/>
                  </a:lnTo>
                  <a:lnTo>
                    <a:pt x="1" y="1142"/>
                  </a:lnTo>
                  <a:cubicBezTo>
                    <a:pt x="1" y="1142"/>
                    <a:pt x="2420" y="5365"/>
                    <a:pt x="5524" y="5456"/>
                  </a:cubicBezTo>
                  <a:cubicBezTo>
                    <a:pt x="6848" y="3835"/>
                    <a:pt x="5867" y="69"/>
                    <a:pt x="5867" y="69"/>
                  </a:cubicBezTo>
                  <a:lnTo>
                    <a:pt x="5342" y="46"/>
                  </a:lnTo>
                  <a:lnTo>
                    <a:pt x="4429" y="1"/>
                  </a:lnTo>
                  <a:close/>
                </a:path>
              </a:pathLst>
            </a:custGeom>
            <a:solidFill>
              <a:srgbClr val="F7D5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1"/>
            <p:cNvSpPr/>
            <p:nvPr/>
          </p:nvSpPr>
          <p:spPr>
            <a:xfrm>
              <a:off x="6659508" y="2090636"/>
              <a:ext cx="67354" cy="119870"/>
            </a:xfrm>
            <a:custGeom>
              <a:avLst/>
              <a:gdLst/>
              <a:ahLst/>
              <a:cxnLst/>
              <a:rect l="l" t="t" r="r" b="b"/>
              <a:pathLst>
                <a:path w="3904" h="6948" extrusionOk="0">
                  <a:moveTo>
                    <a:pt x="1" y="0"/>
                  </a:moveTo>
                  <a:lnTo>
                    <a:pt x="1" y="4953"/>
                  </a:lnTo>
                  <a:cubicBezTo>
                    <a:pt x="530" y="6567"/>
                    <a:pt x="1587" y="6948"/>
                    <a:pt x="2468" y="6948"/>
                  </a:cubicBezTo>
                  <a:cubicBezTo>
                    <a:pt x="3257" y="6948"/>
                    <a:pt x="3904" y="6642"/>
                    <a:pt x="3904" y="6642"/>
                  </a:cubicBezTo>
                  <a:lnTo>
                    <a:pt x="3904" y="1666"/>
                  </a:lnTo>
                  <a:lnTo>
                    <a:pt x="1" y="0"/>
                  </a:lnTo>
                  <a:close/>
                </a:path>
              </a:pathLst>
            </a:custGeom>
            <a:solidFill>
              <a:srgbClr val="F7D5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1"/>
            <p:cNvSpPr/>
            <p:nvPr/>
          </p:nvSpPr>
          <p:spPr>
            <a:xfrm>
              <a:off x="6659508" y="2090636"/>
              <a:ext cx="67354" cy="76808"/>
            </a:xfrm>
            <a:custGeom>
              <a:avLst/>
              <a:gdLst/>
              <a:ahLst/>
              <a:cxnLst/>
              <a:rect l="l" t="t" r="r" b="b"/>
              <a:pathLst>
                <a:path w="3904" h="4452" extrusionOk="0">
                  <a:moveTo>
                    <a:pt x="1" y="0"/>
                  </a:moveTo>
                  <a:lnTo>
                    <a:pt x="1" y="1004"/>
                  </a:lnTo>
                  <a:cubicBezTo>
                    <a:pt x="457" y="2808"/>
                    <a:pt x="2100" y="3949"/>
                    <a:pt x="3904" y="4451"/>
                  </a:cubicBezTo>
                  <a:lnTo>
                    <a:pt x="3904" y="1666"/>
                  </a:lnTo>
                  <a:lnTo>
                    <a:pt x="1" y="0"/>
                  </a:lnTo>
                  <a:close/>
                </a:path>
              </a:pathLst>
            </a:custGeom>
            <a:solidFill>
              <a:srgbClr val="EDC7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1"/>
            <p:cNvSpPr/>
            <p:nvPr/>
          </p:nvSpPr>
          <p:spPr>
            <a:xfrm>
              <a:off x="6617377" y="1937451"/>
              <a:ext cx="171714" cy="207151"/>
            </a:xfrm>
            <a:custGeom>
              <a:avLst/>
              <a:gdLst/>
              <a:ahLst/>
              <a:cxnLst/>
              <a:rect l="l" t="t" r="r" b="b"/>
              <a:pathLst>
                <a:path w="9953" h="12007" extrusionOk="0">
                  <a:moveTo>
                    <a:pt x="4520" y="0"/>
                  </a:moveTo>
                  <a:cubicBezTo>
                    <a:pt x="2009" y="0"/>
                    <a:pt x="0" y="2009"/>
                    <a:pt x="0" y="4519"/>
                  </a:cubicBezTo>
                  <a:cubicBezTo>
                    <a:pt x="0" y="5067"/>
                    <a:pt x="114" y="5592"/>
                    <a:pt x="297" y="6094"/>
                  </a:cubicBezTo>
                  <a:cubicBezTo>
                    <a:pt x="388" y="6368"/>
                    <a:pt x="525" y="6619"/>
                    <a:pt x="685" y="6871"/>
                  </a:cubicBezTo>
                  <a:cubicBezTo>
                    <a:pt x="1530" y="8445"/>
                    <a:pt x="3812" y="11824"/>
                    <a:pt x="7806" y="12006"/>
                  </a:cubicBezTo>
                  <a:cubicBezTo>
                    <a:pt x="7806" y="12006"/>
                    <a:pt x="9952" y="7555"/>
                    <a:pt x="8925" y="3606"/>
                  </a:cubicBezTo>
                  <a:cubicBezTo>
                    <a:pt x="8925" y="3538"/>
                    <a:pt x="8902" y="3470"/>
                    <a:pt x="8879" y="3424"/>
                  </a:cubicBezTo>
                  <a:cubicBezTo>
                    <a:pt x="8811" y="3173"/>
                    <a:pt x="8742" y="2922"/>
                    <a:pt x="8628" y="2693"/>
                  </a:cubicBezTo>
                  <a:cubicBezTo>
                    <a:pt x="8628" y="2693"/>
                    <a:pt x="8628" y="2693"/>
                    <a:pt x="8628" y="2671"/>
                  </a:cubicBezTo>
                  <a:cubicBezTo>
                    <a:pt x="7943" y="1096"/>
                    <a:pt x="6346" y="0"/>
                    <a:pt x="4520" y="0"/>
                  </a:cubicBezTo>
                  <a:close/>
                </a:path>
              </a:pathLst>
            </a:custGeom>
            <a:solidFill>
              <a:srgbClr val="F7D5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41"/>
            <p:cNvSpPr/>
            <p:nvPr/>
          </p:nvSpPr>
          <p:spPr>
            <a:xfrm>
              <a:off x="6726447" y="2154022"/>
              <a:ext cx="811" cy="27984"/>
            </a:xfrm>
            <a:custGeom>
              <a:avLst/>
              <a:gdLst/>
              <a:ahLst/>
              <a:cxnLst/>
              <a:rect l="l" t="t" r="r" b="b"/>
              <a:pathLst>
                <a:path w="47" h="1622" extrusionOk="0">
                  <a:moveTo>
                    <a:pt x="24" y="1"/>
                  </a:moveTo>
                  <a:cubicBezTo>
                    <a:pt x="1" y="275"/>
                    <a:pt x="1" y="549"/>
                    <a:pt x="1" y="823"/>
                  </a:cubicBezTo>
                  <a:cubicBezTo>
                    <a:pt x="1" y="1074"/>
                    <a:pt x="1" y="1348"/>
                    <a:pt x="24" y="1622"/>
                  </a:cubicBezTo>
                  <a:cubicBezTo>
                    <a:pt x="46" y="1348"/>
                    <a:pt x="46" y="1074"/>
                    <a:pt x="46" y="823"/>
                  </a:cubicBezTo>
                  <a:cubicBezTo>
                    <a:pt x="46" y="549"/>
                    <a:pt x="46" y="275"/>
                    <a:pt x="24" y="1"/>
                  </a:cubicBezTo>
                  <a:close/>
                </a:path>
              </a:pathLst>
            </a:custGeom>
            <a:solidFill>
              <a:srgbClr val="D19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1"/>
            <p:cNvSpPr/>
            <p:nvPr/>
          </p:nvSpPr>
          <p:spPr>
            <a:xfrm>
              <a:off x="6569726" y="2213474"/>
              <a:ext cx="313875" cy="223920"/>
            </a:xfrm>
            <a:custGeom>
              <a:avLst/>
              <a:gdLst/>
              <a:ahLst/>
              <a:cxnLst/>
              <a:rect l="l" t="t" r="r" b="b"/>
              <a:pathLst>
                <a:path w="18193" h="12979" extrusionOk="0">
                  <a:moveTo>
                    <a:pt x="2388" y="1"/>
                  </a:moveTo>
                  <a:cubicBezTo>
                    <a:pt x="2376" y="1"/>
                    <a:pt x="2364" y="1"/>
                    <a:pt x="2351" y="2"/>
                  </a:cubicBezTo>
                  <a:cubicBezTo>
                    <a:pt x="0" y="116"/>
                    <a:pt x="2922" y="11597"/>
                    <a:pt x="4497" y="12966"/>
                  </a:cubicBezTo>
                  <a:cubicBezTo>
                    <a:pt x="4497" y="12966"/>
                    <a:pt x="4550" y="12978"/>
                    <a:pt x="4665" y="12978"/>
                  </a:cubicBezTo>
                  <a:cubicBezTo>
                    <a:pt x="5295" y="12978"/>
                    <a:pt x="7773" y="12619"/>
                    <a:pt x="13467" y="7968"/>
                  </a:cubicBezTo>
                  <a:lnTo>
                    <a:pt x="13467" y="7990"/>
                  </a:lnTo>
                  <a:cubicBezTo>
                    <a:pt x="13467" y="7990"/>
                    <a:pt x="13962" y="7441"/>
                    <a:pt x="14573" y="7441"/>
                  </a:cubicBezTo>
                  <a:cubicBezTo>
                    <a:pt x="14644" y="7441"/>
                    <a:pt x="14717" y="7449"/>
                    <a:pt x="14791" y="7465"/>
                  </a:cubicBezTo>
                  <a:cubicBezTo>
                    <a:pt x="15069" y="7521"/>
                    <a:pt x="15368" y="7550"/>
                    <a:pt x="15648" y="7550"/>
                  </a:cubicBezTo>
                  <a:cubicBezTo>
                    <a:pt x="16059" y="7550"/>
                    <a:pt x="16427" y="7487"/>
                    <a:pt x="16617" y="7351"/>
                  </a:cubicBezTo>
                  <a:cubicBezTo>
                    <a:pt x="16708" y="7283"/>
                    <a:pt x="16891" y="7123"/>
                    <a:pt x="17097" y="6918"/>
                  </a:cubicBezTo>
                  <a:cubicBezTo>
                    <a:pt x="17188" y="6826"/>
                    <a:pt x="17302" y="6735"/>
                    <a:pt x="17393" y="6621"/>
                  </a:cubicBezTo>
                  <a:cubicBezTo>
                    <a:pt x="17416" y="6598"/>
                    <a:pt x="17416" y="6598"/>
                    <a:pt x="17439" y="6575"/>
                  </a:cubicBezTo>
                  <a:cubicBezTo>
                    <a:pt x="17462" y="6552"/>
                    <a:pt x="17485" y="6530"/>
                    <a:pt x="17507" y="6507"/>
                  </a:cubicBezTo>
                  <a:cubicBezTo>
                    <a:pt x="17530" y="6484"/>
                    <a:pt x="17553" y="6461"/>
                    <a:pt x="17576" y="6438"/>
                  </a:cubicBezTo>
                  <a:cubicBezTo>
                    <a:pt x="17599" y="6416"/>
                    <a:pt x="17622" y="6393"/>
                    <a:pt x="17644" y="6370"/>
                  </a:cubicBezTo>
                  <a:cubicBezTo>
                    <a:pt x="17667" y="6347"/>
                    <a:pt x="17690" y="6301"/>
                    <a:pt x="17736" y="6279"/>
                  </a:cubicBezTo>
                  <a:cubicBezTo>
                    <a:pt x="17736" y="6256"/>
                    <a:pt x="17758" y="6256"/>
                    <a:pt x="17758" y="6233"/>
                  </a:cubicBezTo>
                  <a:cubicBezTo>
                    <a:pt x="17804" y="6187"/>
                    <a:pt x="17850" y="6142"/>
                    <a:pt x="17873" y="6096"/>
                  </a:cubicBezTo>
                  <a:cubicBezTo>
                    <a:pt x="17895" y="6096"/>
                    <a:pt x="17895" y="6073"/>
                    <a:pt x="17918" y="6073"/>
                  </a:cubicBezTo>
                  <a:cubicBezTo>
                    <a:pt x="17941" y="6027"/>
                    <a:pt x="17964" y="6005"/>
                    <a:pt x="17987" y="5982"/>
                  </a:cubicBezTo>
                  <a:cubicBezTo>
                    <a:pt x="17987" y="5959"/>
                    <a:pt x="17987" y="5959"/>
                    <a:pt x="18010" y="5936"/>
                  </a:cubicBezTo>
                  <a:cubicBezTo>
                    <a:pt x="18032" y="5913"/>
                    <a:pt x="18055" y="5891"/>
                    <a:pt x="18078" y="5845"/>
                  </a:cubicBezTo>
                  <a:cubicBezTo>
                    <a:pt x="18078" y="5845"/>
                    <a:pt x="18078" y="5845"/>
                    <a:pt x="18078" y="5822"/>
                  </a:cubicBezTo>
                  <a:cubicBezTo>
                    <a:pt x="18101" y="5799"/>
                    <a:pt x="18124" y="5754"/>
                    <a:pt x="18146" y="5731"/>
                  </a:cubicBezTo>
                  <a:cubicBezTo>
                    <a:pt x="18146" y="5731"/>
                    <a:pt x="18146" y="5731"/>
                    <a:pt x="18146" y="5708"/>
                  </a:cubicBezTo>
                  <a:cubicBezTo>
                    <a:pt x="18169" y="5685"/>
                    <a:pt x="18169" y="5662"/>
                    <a:pt x="18169" y="5662"/>
                  </a:cubicBezTo>
                  <a:cubicBezTo>
                    <a:pt x="18169" y="5639"/>
                    <a:pt x="18169" y="5639"/>
                    <a:pt x="18169" y="5639"/>
                  </a:cubicBezTo>
                  <a:cubicBezTo>
                    <a:pt x="18192" y="5617"/>
                    <a:pt x="18192" y="5594"/>
                    <a:pt x="18169" y="5594"/>
                  </a:cubicBezTo>
                  <a:cubicBezTo>
                    <a:pt x="18169" y="5594"/>
                    <a:pt x="18169" y="5594"/>
                    <a:pt x="18169" y="5571"/>
                  </a:cubicBezTo>
                  <a:cubicBezTo>
                    <a:pt x="18169" y="5571"/>
                    <a:pt x="18146" y="5548"/>
                    <a:pt x="18146" y="5548"/>
                  </a:cubicBezTo>
                  <a:cubicBezTo>
                    <a:pt x="18124" y="5548"/>
                    <a:pt x="18078" y="5548"/>
                    <a:pt x="18032" y="5594"/>
                  </a:cubicBezTo>
                  <a:cubicBezTo>
                    <a:pt x="18032" y="5594"/>
                    <a:pt x="18010" y="5617"/>
                    <a:pt x="17964" y="5639"/>
                  </a:cubicBezTo>
                  <a:cubicBezTo>
                    <a:pt x="17918" y="5662"/>
                    <a:pt x="17873" y="5708"/>
                    <a:pt x="17804" y="5776"/>
                  </a:cubicBezTo>
                  <a:cubicBezTo>
                    <a:pt x="17781" y="5799"/>
                    <a:pt x="17736" y="5822"/>
                    <a:pt x="17713" y="5868"/>
                  </a:cubicBezTo>
                  <a:cubicBezTo>
                    <a:pt x="17576" y="5982"/>
                    <a:pt x="17462" y="6096"/>
                    <a:pt x="17325" y="6210"/>
                  </a:cubicBezTo>
                  <a:cubicBezTo>
                    <a:pt x="17188" y="6324"/>
                    <a:pt x="17051" y="6438"/>
                    <a:pt x="16937" y="6484"/>
                  </a:cubicBezTo>
                  <a:cubicBezTo>
                    <a:pt x="17325" y="5913"/>
                    <a:pt x="17736" y="5229"/>
                    <a:pt x="17507" y="5229"/>
                  </a:cubicBezTo>
                  <a:cubicBezTo>
                    <a:pt x="17506" y="5228"/>
                    <a:pt x="17504" y="5228"/>
                    <a:pt x="17502" y="5228"/>
                  </a:cubicBezTo>
                  <a:cubicBezTo>
                    <a:pt x="17358" y="5228"/>
                    <a:pt x="16886" y="6077"/>
                    <a:pt x="16526" y="6370"/>
                  </a:cubicBezTo>
                  <a:cubicBezTo>
                    <a:pt x="16914" y="5799"/>
                    <a:pt x="17279" y="5160"/>
                    <a:pt x="17074" y="5160"/>
                  </a:cubicBezTo>
                  <a:cubicBezTo>
                    <a:pt x="17072" y="5160"/>
                    <a:pt x="17070" y="5160"/>
                    <a:pt x="17069" y="5160"/>
                  </a:cubicBezTo>
                  <a:cubicBezTo>
                    <a:pt x="16901" y="5160"/>
                    <a:pt x="16294" y="6235"/>
                    <a:pt x="15955" y="6393"/>
                  </a:cubicBezTo>
                  <a:cubicBezTo>
                    <a:pt x="15750" y="6370"/>
                    <a:pt x="15499" y="6347"/>
                    <a:pt x="15248" y="6347"/>
                  </a:cubicBezTo>
                  <a:cubicBezTo>
                    <a:pt x="15704" y="5982"/>
                    <a:pt x="16229" y="5502"/>
                    <a:pt x="16252" y="4955"/>
                  </a:cubicBezTo>
                  <a:lnTo>
                    <a:pt x="16252" y="4955"/>
                  </a:lnTo>
                  <a:cubicBezTo>
                    <a:pt x="16115" y="5000"/>
                    <a:pt x="16047" y="5137"/>
                    <a:pt x="15932" y="5229"/>
                  </a:cubicBezTo>
                  <a:cubicBezTo>
                    <a:pt x="15567" y="5662"/>
                    <a:pt x="14974" y="5822"/>
                    <a:pt x="14426" y="5982"/>
                  </a:cubicBezTo>
                  <a:cubicBezTo>
                    <a:pt x="13901" y="6164"/>
                    <a:pt x="13239" y="6507"/>
                    <a:pt x="12942" y="6963"/>
                  </a:cubicBezTo>
                  <a:lnTo>
                    <a:pt x="5730" y="10889"/>
                  </a:lnTo>
                  <a:cubicBezTo>
                    <a:pt x="5730" y="10889"/>
                    <a:pt x="4713" y="1"/>
                    <a:pt x="2388" y="1"/>
                  </a:cubicBezTo>
                  <a:close/>
                </a:path>
              </a:pathLst>
            </a:custGeom>
            <a:solidFill>
              <a:srgbClr val="F7D5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1"/>
            <p:cNvSpPr/>
            <p:nvPr/>
          </p:nvSpPr>
          <p:spPr>
            <a:xfrm>
              <a:off x="6781190" y="2298546"/>
              <a:ext cx="102790" cy="68941"/>
            </a:xfrm>
            <a:custGeom>
              <a:avLst/>
              <a:gdLst/>
              <a:ahLst/>
              <a:cxnLst/>
              <a:rect l="l" t="t" r="r" b="b"/>
              <a:pathLst>
                <a:path w="5958" h="3996" extrusionOk="0">
                  <a:moveTo>
                    <a:pt x="1416" y="1393"/>
                  </a:moveTo>
                  <a:cubicBezTo>
                    <a:pt x="1119" y="1553"/>
                    <a:pt x="868" y="1758"/>
                    <a:pt x="685" y="2032"/>
                  </a:cubicBezTo>
                  <a:cubicBezTo>
                    <a:pt x="868" y="1758"/>
                    <a:pt x="1142" y="1553"/>
                    <a:pt x="1416" y="1393"/>
                  </a:cubicBezTo>
                  <a:close/>
                  <a:moveTo>
                    <a:pt x="3995" y="1"/>
                  </a:moveTo>
                  <a:cubicBezTo>
                    <a:pt x="3835" y="69"/>
                    <a:pt x="3744" y="229"/>
                    <a:pt x="3630" y="343"/>
                  </a:cubicBezTo>
                  <a:cubicBezTo>
                    <a:pt x="3516" y="457"/>
                    <a:pt x="3379" y="549"/>
                    <a:pt x="3242" y="640"/>
                  </a:cubicBezTo>
                  <a:cubicBezTo>
                    <a:pt x="2945" y="800"/>
                    <a:pt x="2625" y="891"/>
                    <a:pt x="2329" y="1005"/>
                  </a:cubicBezTo>
                  <a:cubicBezTo>
                    <a:pt x="2009" y="1096"/>
                    <a:pt x="1690" y="1211"/>
                    <a:pt x="1416" y="1393"/>
                  </a:cubicBezTo>
                  <a:cubicBezTo>
                    <a:pt x="1712" y="1233"/>
                    <a:pt x="2009" y="1119"/>
                    <a:pt x="2329" y="1028"/>
                  </a:cubicBezTo>
                  <a:cubicBezTo>
                    <a:pt x="2648" y="937"/>
                    <a:pt x="2968" y="845"/>
                    <a:pt x="3242" y="663"/>
                  </a:cubicBezTo>
                  <a:cubicBezTo>
                    <a:pt x="3402" y="594"/>
                    <a:pt x="3538" y="503"/>
                    <a:pt x="3653" y="366"/>
                  </a:cubicBezTo>
                  <a:cubicBezTo>
                    <a:pt x="3754" y="265"/>
                    <a:pt x="3838" y="145"/>
                    <a:pt x="3967" y="72"/>
                  </a:cubicBezTo>
                  <a:lnTo>
                    <a:pt x="3967" y="72"/>
                  </a:lnTo>
                  <a:cubicBezTo>
                    <a:pt x="3932" y="348"/>
                    <a:pt x="3780" y="584"/>
                    <a:pt x="3607" y="800"/>
                  </a:cubicBezTo>
                  <a:cubicBezTo>
                    <a:pt x="3424" y="1028"/>
                    <a:pt x="3196" y="1211"/>
                    <a:pt x="2968" y="1393"/>
                  </a:cubicBezTo>
                  <a:cubicBezTo>
                    <a:pt x="2968" y="1393"/>
                    <a:pt x="2945" y="1416"/>
                    <a:pt x="2945" y="1416"/>
                  </a:cubicBezTo>
                  <a:cubicBezTo>
                    <a:pt x="2945" y="1439"/>
                    <a:pt x="2968" y="1439"/>
                    <a:pt x="2991" y="1439"/>
                  </a:cubicBezTo>
                  <a:cubicBezTo>
                    <a:pt x="3219" y="1439"/>
                    <a:pt x="3447" y="1462"/>
                    <a:pt x="3698" y="1485"/>
                  </a:cubicBezTo>
                  <a:cubicBezTo>
                    <a:pt x="3949" y="1348"/>
                    <a:pt x="4086" y="1142"/>
                    <a:pt x="4246" y="937"/>
                  </a:cubicBezTo>
                  <a:cubicBezTo>
                    <a:pt x="4406" y="731"/>
                    <a:pt x="4543" y="503"/>
                    <a:pt x="4725" y="320"/>
                  </a:cubicBezTo>
                  <a:cubicBezTo>
                    <a:pt x="4758" y="288"/>
                    <a:pt x="4790" y="256"/>
                    <a:pt x="4814" y="256"/>
                  </a:cubicBezTo>
                  <a:cubicBezTo>
                    <a:pt x="4824" y="256"/>
                    <a:pt x="4833" y="261"/>
                    <a:pt x="4840" y="275"/>
                  </a:cubicBezTo>
                  <a:cubicBezTo>
                    <a:pt x="4840" y="298"/>
                    <a:pt x="4840" y="366"/>
                    <a:pt x="4817" y="435"/>
                  </a:cubicBezTo>
                  <a:cubicBezTo>
                    <a:pt x="4771" y="549"/>
                    <a:pt x="4703" y="663"/>
                    <a:pt x="4657" y="777"/>
                  </a:cubicBezTo>
                  <a:cubicBezTo>
                    <a:pt x="4520" y="982"/>
                    <a:pt x="4383" y="1211"/>
                    <a:pt x="4246" y="1416"/>
                  </a:cubicBezTo>
                  <a:cubicBezTo>
                    <a:pt x="4246" y="1439"/>
                    <a:pt x="4246" y="1462"/>
                    <a:pt x="4246" y="1462"/>
                  </a:cubicBezTo>
                  <a:cubicBezTo>
                    <a:pt x="4257" y="1473"/>
                    <a:pt x="4269" y="1479"/>
                    <a:pt x="4277" y="1479"/>
                  </a:cubicBezTo>
                  <a:cubicBezTo>
                    <a:pt x="4286" y="1479"/>
                    <a:pt x="4292" y="1473"/>
                    <a:pt x="4292" y="1462"/>
                  </a:cubicBezTo>
                  <a:cubicBezTo>
                    <a:pt x="4295" y="1459"/>
                    <a:pt x="4299" y="1456"/>
                    <a:pt x="4302" y="1453"/>
                  </a:cubicBezTo>
                  <a:lnTo>
                    <a:pt x="4302" y="1453"/>
                  </a:lnTo>
                  <a:lnTo>
                    <a:pt x="4315" y="1462"/>
                  </a:lnTo>
                  <a:cubicBezTo>
                    <a:pt x="4322" y="1449"/>
                    <a:pt x="4329" y="1437"/>
                    <a:pt x="4337" y="1425"/>
                  </a:cubicBezTo>
                  <a:lnTo>
                    <a:pt x="4337" y="1425"/>
                  </a:lnTo>
                  <a:cubicBezTo>
                    <a:pt x="4518" y="1271"/>
                    <a:pt x="4646" y="1081"/>
                    <a:pt x="4794" y="891"/>
                  </a:cubicBezTo>
                  <a:cubicBezTo>
                    <a:pt x="4931" y="708"/>
                    <a:pt x="5068" y="457"/>
                    <a:pt x="5250" y="343"/>
                  </a:cubicBezTo>
                  <a:cubicBezTo>
                    <a:pt x="5256" y="338"/>
                    <a:pt x="5262" y="335"/>
                    <a:pt x="5267" y="335"/>
                  </a:cubicBezTo>
                  <a:cubicBezTo>
                    <a:pt x="5282" y="335"/>
                    <a:pt x="5290" y="360"/>
                    <a:pt x="5273" y="412"/>
                  </a:cubicBezTo>
                  <a:cubicBezTo>
                    <a:pt x="5273" y="480"/>
                    <a:pt x="5250" y="526"/>
                    <a:pt x="5228" y="594"/>
                  </a:cubicBezTo>
                  <a:cubicBezTo>
                    <a:pt x="5159" y="686"/>
                    <a:pt x="5113" y="800"/>
                    <a:pt x="5045" y="914"/>
                  </a:cubicBezTo>
                  <a:cubicBezTo>
                    <a:pt x="4931" y="1119"/>
                    <a:pt x="4794" y="1348"/>
                    <a:pt x="4657" y="1553"/>
                  </a:cubicBezTo>
                  <a:cubicBezTo>
                    <a:pt x="4657" y="1553"/>
                    <a:pt x="4657" y="1576"/>
                    <a:pt x="4657" y="1576"/>
                  </a:cubicBezTo>
                  <a:cubicBezTo>
                    <a:pt x="4657" y="1599"/>
                    <a:pt x="4680" y="1599"/>
                    <a:pt x="4703" y="1599"/>
                  </a:cubicBezTo>
                  <a:cubicBezTo>
                    <a:pt x="4976" y="1439"/>
                    <a:pt x="5182" y="1211"/>
                    <a:pt x="5410" y="1005"/>
                  </a:cubicBezTo>
                  <a:cubicBezTo>
                    <a:pt x="5524" y="891"/>
                    <a:pt x="5638" y="800"/>
                    <a:pt x="5753" y="708"/>
                  </a:cubicBezTo>
                  <a:cubicBezTo>
                    <a:pt x="5801" y="676"/>
                    <a:pt x="5849" y="644"/>
                    <a:pt x="5874" y="644"/>
                  </a:cubicBezTo>
                  <a:cubicBezTo>
                    <a:pt x="5884" y="644"/>
                    <a:pt x="5889" y="649"/>
                    <a:pt x="5889" y="663"/>
                  </a:cubicBezTo>
                  <a:cubicBezTo>
                    <a:pt x="5889" y="731"/>
                    <a:pt x="5844" y="800"/>
                    <a:pt x="5821" y="868"/>
                  </a:cubicBezTo>
                  <a:cubicBezTo>
                    <a:pt x="5479" y="1348"/>
                    <a:pt x="5022" y="1781"/>
                    <a:pt x="4588" y="2192"/>
                  </a:cubicBezTo>
                  <a:cubicBezTo>
                    <a:pt x="4474" y="2306"/>
                    <a:pt x="4360" y="2398"/>
                    <a:pt x="4223" y="2466"/>
                  </a:cubicBezTo>
                  <a:cubicBezTo>
                    <a:pt x="4086" y="2534"/>
                    <a:pt x="3927" y="2557"/>
                    <a:pt x="3790" y="2580"/>
                  </a:cubicBezTo>
                  <a:cubicBezTo>
                    <a:pt x="3667" y="2590"/>
                    <a:pt x="3540" y="2595"/>
                    <a:pt x="3412" y="2595"/>
                  </a:cubicBezTo>
                  <a:cubicBezTo>
                    <a:pt x="3232" y="2595"/>
                    <a:pt x="3050" y="2584"/>
                    <a:pt x="2877" y="2557"/>
                  </a:cubicBezTo>
                  <a:cubicBezTo>
                    <a:pt x="2717" y="2557"/>
                    <a:pt x="2580" y="2512"/>
                    <a:pt x="2420" y="2489"/>
                  </a:cubicBezTo>
                  <a:cubicBezTo>
                    <a:pt x="2383" y="2483"/>
                    <a:pt x="2345" y="2480"/>
                    <a:pt x="2305" y="2480"/>
                  </a:cubicBezTo>
                  <a:cubicBezTo>
                    <a:pt x="2197" y="2480"/>
                    <a:pt x="2081" y="2501"/>
                    <a:pt x="1964" y="2534"/>
                  </a:cubicBezTo>
                  <a:cubicBezTo>
                    <a:pt x="1667" y="2649"/>
                    <a:pt x="1416" y="2831"/>
                    <a:pt x="1210" y="3037"/>
                  </a:cubicBezTo>
                  <a:cubicBezTo>
                    <a:pt x="1005" y="3196"/>
                    <a:pt x="799" y="3356"/>
                    <a:pt x="594" y="3516"/>
                  </a:cubicBezTo>
                  <a:lnTo>
                    <a:pt x="1" y="3995"/>
                  </a:lnTo>
                  <a:lnTo>
                    <a:pt x="617" y="3539"/>
                  </a:lnTo>
                  <a:cubicBezTo>
                    <a:pt x="799" y="3379"/>
                    <a:pt x="1028" y="3219"/>
                    <a:pt x="1210" y="3059"/>
                  </a:cubicBezTo>
                  <a:cubicBezTo>
                    <a:pt x="1439" y="2854"/>
                    <a:pt x="1690" y="2671"/>
                    <a:pt x="1986" y="2580"/>
                  </a:cubicBezTo>
                  <a:cubicBezTo>
                    <a:pt x="2087" y="2547"/>
                    <a:pt x="2199" y="2526"/>
                    <a:pt x="2306" y="2526"/>
                  </a:cubicBezTo>
                  <a:cubicBezTo>
                    <a:pt x="2345" y="2526"/>
                    <a:pt x="2383" y="2528"/>
                    <a:pt x="2420" y="2534"/>
                  </a:cubicBezTo>
                  <a:cubicBezTo>
                    <a:pt x="2580" y="2557"/>
                    <a:pt x="2717" y="2580"/>
                    <a:pt x="2877" y="2603"/>
                  </a:cubicBezTo>
                  <a:cubicBezTo>
                    <a:pt x="3050" y="2630"/>
                    <a:pt x="3232" y="2641"/>
                    <a:pt x="3412" y="2641"/>
                  </a:cubicBezTo>
                  <a:cubicBezTo>
                    <a:pt x="3540" y="2641"/>
                    <a:pt x="3667" y="2635"/>
                    <a:pt x="3790" y="2626"/>
                  </a:cubicBezTo>
                  <a:cubicBezTo>
                    <a:pt x="3949" y="2603"/>
                    <a:pt x="4109" y="2580"/>
                    <a:pt x="4246" y="2512"/>
                  </a:cubicBezTo>
                  <a:cubicBezTo>
                    <a:pt x="4383" y="2443"/>
                    <a:pt x="4497" y="2329"/>
                    <a:pt x="4611" y="2238"/>
                  </a:cubicBezTo>
                  <a:cubicBezTo>
                    <a:pt x="5068" y="1804"/>
                    <a:pt x="5501" y="1393"/>
                    <a:pt x="5867" y="891"/>
                  </a:cubicBezTo>
                  <a:cubicBezTo>
                    <a:pt x="5912" y="823"/>
                    <a:pt x="5958" y="777"/>
                    <a:pt x="5958" y="663"/>
                  </a:cubicBezTo>
                  <a:cubicBezTo>
                    <a:pt x="5958" y="611"/>
                    <a:pt x="5907" y="586"/>
                    <a:pt x="5862" y="586"/>
                  </a:cubicBezTo>
                  <a:cubicBezTo>
                    <a:pt x="5847" y="586"/>
                    <a:pt x="5832" y="589"/>
                    <a:pt x="5821" y="594"/>
                  </a:cubicBezTo>
                  <a:cubicBezTo>
                    <a:pt x="5775" y="617"/>
                    <a:pt x="5753" y="640"/>
                    <a:pt x="5730" y="663"/>
                  </a:cubicBezTo>
                  <a:cubicBezTo>
                    <a:pt x="5593" y="754"/>
                    <a:pt x="5479" y="845"/>
                    <a:pt x="5365" y="960"/>
                  </a:cubicBezTo>
                  <a:cubicBezTo>
                    <a:pt x="5177" y="1129"/>
                    <a:pt x="5004" y="1313"/>
                    <a:pt x="4809" y="1449"/>
                  </a:cubicBezTo>
                  <a:lnTo>
                    <a:pt x="4809" y="1449"/>
                  </a:lnTo>
                  <a:cubicBezTo>
                    <a:pt x="4918" y="1285"/>
                    <a:pt x="5023" y="1118"/>
                    <a:pt x="5113" y="937"/>
                  </a:cubicBezTo>
                  <a:cubicBezTo>
                    <a:pt x="5182" y="845"/>
                    <a:pt x="5228" y="731"/>
                    <a:pt x="5296" y="617"/>
                  </a:cubicBezTo>
                  <a:cubicBezTo>
                    <a:pt x="5319" y="549"/>
                    <a:pt x="5342" y="503"/>
                    <a:pt x="5342" y="435"/>
                  </a:cubicBezTo>
                  <a:cubicBezTo>
                    <a:pt x="5342" y="389"/>
                    <a:pt x="5365" y="366"/>
                    <a:pt x="5342" y="320"/>
                  </a:cubicBezTo>
                  <a:cubicBezTo>
                    <a:pt x="5325" y="287"/>
                    <a:pt x="5296" y="266"/>
                    <a:pt x="5264" y="266"/>
                  </a:cubicBezTo>
                  <a:cubicBezTo>
                    <a:pt x="5252" y="266"/>
                    <a:pt x="5240" y="269"/>
                    <a:pt x="5228" y="275"/>
                  </a:cubicBezTo>
                  <a:cubicBezTo>
                    <a:pt x="5091" y="343"/>
                    <a:pt x="5022" y="457"/>
                    <a:pt x="4954" y="549"/>
                  </a:cubicBezTo>
                  <a:lnTo>
                    <a:pt x="4725" y="845"/>
                  </a:lnTo>
                  <a:cubicBezTo>
                    <a:pt x="4661" y="942"/>
                    <a:pt x="4592" y="1038"/>
                    <a:pt x="4518" y="1129"/>
                  </a:cubicBezTo>
                  <a:lnTo>
                    <a:pt x="4518" y="1129"/>
                  </a:lnTo>
                  <a:cubicBezTo>
                    <a:pt x="4583" y="1021"/>
                    <a:pt x="4646" y="913"/>
                    <a:pt x="4703" y="800"/>
                  </a:cubicBezTo>
                  <a:cubicBezTo>
                    <a:pt x="4771" y="686"/>
                    <a:pt x="4840" y="571"/>
                    <a:pt x="4862" y="435"/>
                  </a:cubicBezTo>
                  <a:cubicBezTo>
                    <a:pt x="4885" y="389"/>
                    <a:pt x="4931" y="320"/>
                    <a:pt x="4885" y="229"/>
                  </a:cubicBezTo>
                  <a:cubicBezTo>
                    <a:pt x="4872" y="202"/>
                    <a:pt x="4835" y="191"/>
                    <a:pt x="4802" y="191"/>
                  </a:cubicBezTo>
                  <a:cubicBezTo>
                    <a:pt x="4779" y="191"/>
                    <a:pt x="4758" y="197"/>
                    <a:pt x="4748" y="206"/>
                  </a:cubicBezTo>
                  <a:cubicBezTo>
                    <a:pt x="4725" y="229"/>
                    <a:pt x="4703" y="252"/>
                    <a:pt x="4680" y="275"/>
                  </a:cubicBezTo>
                  <a:cubicBezTo>
                    <a:pt x="4497" y="480"/>
                    <a:pt x="4360" y="686"/>
                    <a:pt x="4200" y="891"/>
                  </a:cubicBezTo>
                  <a:cubicBezTo>
                    <a:pt x="4042" y="1095"/>
                    <a:pt x="3906" y="1320"/>
                    <a:pt x="3682" y="1436"/>
                  </a:cubicBezTo>
                  <a:lnTo>
                    <a:pt x="3682" y="1436"/>
                  </a:lnTo>
                  <a:cubicBezTo>
                    <a:pt x="3477" y="1397"/>
                    <a:pt x="3254" y="1394"/>
                    <a:pt x="3047" y="1393"/>
                  </a:cubicBezTo>
                  <a:lnTo>
                    <a:pt x="3047" y="1393"/>
                  </a:lnTo>
                  <a:cubicBezTo>
                    <a:pt x="3256" y="1222"/>
                    <a:pt x="3464" y="1032"/>
                    <a:pt x="3653" y="823"/>
                  </a:cubicBezTo>
                  <a:cubicBezTo>
                    <a:pt x="3831" y="622"/>
                    <a:pt x="3987" y="357"/>
                    <a:pt x="4016" y="47"/>
                  </a:cubicBezTo>
                  <a:lnTo>
                    <a:pt x="4016" y="47"/>
                  </a:lnTo>
                  <a:cubicBezTo>
                    <a:pt x="4017" y="47"/>
                    <a:pt x="4017" y="47"/>
                    <a:pt x="4018" y="47"/>
                  </a:cubicBezTo>
                  <a:lnTo>
                    <a:pt x="4016" y="46"/>
                  </a:lnTo>
                  <a:lnTo>
                    <a:pt x="4016" y="46"/>
                  </a:lnTo>
                  <a:cubicBezTo>
                    <a:pt x="4017" y="38"/>
                    <a:pt x="4017" y="31"/>
                    <a:pt x="4018" y="24"/>
                  </a:cubicBezTo>
                  <a:cubicBezTo>
                    <a:pt x="4018" y="24"/>
                    <a:pt x="3995" y="1"/>
                    <a:pt x="3995" y="1"/>
                  </a:cubicBezTo>
                  <a:close/>
                </a:path>
              </a:pathLst>
            </a:custGeom>
            <a:solidFill>
              <a:srgbClr val="D19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1"/>
            <p:cNvSpPr/>
            <p:nvPr/>
          </p:nvSpPr>
          <p:spPr>
            <a:xfrm>
              <a:off x="6651640" y="2172534"/>
              <a:ext cx="10645" cy="11042"/>
            </a:xfrm>
            <a:custGeom>
              <a:avLst/>
              <a:gdLst/>
              <a:ahLst/>
              <a:cxnLst/>
              <a:rect l="l" t="t" r="r" b="b"/>
              <a:pathLst>
                <a:path w="617" h="640" extrusionOk="0">
                  <a:moveTo>
                    <a:pt x="297" y="1"/>
                  </a:moveTo>
                  <a:cubicBezTo>
                    <a:pt x="137" y="1"/>
                    <a:pt x="0" y="138"/>
                    <a:pt x="0" y="320"/>
                  </a:cubicBezTo>
                  <a:cubicBezTo>
                    <a:pt x="0" y="480"/>
                    <a:pt x="137" y="640"/>
                    <a:pt x="297" y="640"/>
                  </a:cubicBezTo>
                  <a:cubicBezTo>
                    <a:pt x="479" y="640"/>
                    <a:pt x="616" y="480"/>
                    <a:pt x="616" y="320"/>
                  </a:cubicBezTo>
                  <a:cubicBezTo>
                    <a:pt x="616" y="138"/>
                    <a:pt x="479" y="1"/>
                    <a:pt x="297" y="1"/>
                  </a:cubicBezTo>
                  <a:close/>
                </a:path>
              </a:pathLst>
            </a:custGeom>
            <a:solidFill>
              <a:srgbClr val="F2B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1"/>
            <p:cNvSpPr/>
            <p:nvPr/>
          </p:nvSpPr>
          <p:spPr>
            <a:xfrm>
              <a:off x="6659508" y="2181988"/>
              <a:ext cx="11042" cy="11042"/>
            </a:xfrm>
            <a:custGeom>
              <a:avLst/>
              <a:gdLst/>
              <a:ahLst/>
              <a:cxnLst/>
              <a:rect l="l" t="t" r="r" b="b"/>
              <a:pathLst>
                <a:path w="640" h="640" extrusionOk="0">
                  <a:moveTo>
                    <a:pt x="320" y="1"/>
                  </a:moveTo>
                  <a:cubicBezTo>
                    <a:pt x="137" y="1"/>
                    <a:pt x="1" y="138"/>
                    <a:pt x="1" y="320"/>
                  </a:cubicBezTo>
                  <a:cubicBezTo>
                    <a:pt x="1" y="503"/>
                    <a:pt x="137" y="640"/>
                    <a:pt x="320" y="640"/>
                  </a:cubicBezTo>
                  <a:cubicBezTo>
                    <a:pt x="480" y="640"/>
                    <a:pt x="640" y="503"/>
                    <a:pt x="640" y="320"/>
                  </a:cubicBezTo>
                  <a:cubicBezTo>
                    <a:pt x="640" y="138"/>
                    <a:pt x="480" y="1"/>
                    <a:pt x="320" y="1"/>
                  </a:cubicBezTo>
                  <a:close/>
                </a:path>
              </a:pathLst>
            </a:custGeom>
            <a:solidFill>
              <a:srgbClr val="F2B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1"/>
            <p:cNvSpPr/>
            <p:nvPr/>
          </p:nvSpPr>
          <p:spPr>
            <a:xfrm>
              <a:off x="6668565" y="2191046"/>
              <a:ext cx="11042" cy="10645"/>
            </a:xfrm>
            <a:custGeom>
              <a:avLst/>
              <a:gdLst/>
              <a:ahLst/>
              <a:cxnLst/>
              <a:rect l="l" t="t" r="r" b="b"/>
              <a:pathLst>
                <a:path w="640" h="617" extrusionOk="0">
                  <a:moveTo>
                    <a:pt x="320" y="1"/>
                  </a:moveTo>
                  <a:cubicBezTo>
                    <a:pt x="137" y="1"/>
                    <a:pt x="1" y="138"/>
                    <a:pt x="1" y="297"/>
                  </a:cubicBezTo>
                  <a:cubicBezTo>
                    <a:pt x="1" y="480"/>
                    <a:pt x="137" y="617"/>
                    <a:pt x="320" y="617"/>
                  </a:cubicBezTo>
                  <a:cubicBezTo>
                    <a:pt x="480" y="617"/>
                    <a:pt x="640" y="480"/>
                    <a:pt x="640" y="297"/>
                  </a:cubicBezTo>
                  <a:cubicBezTo>
                    <a:pt x="640" y="138"/>
                    <a:pt x="480" y="1"/>
                    <a:pt x="320" y="1"/>
                  </a:cubicBezTo>
                  <a:close/>
                </a:path>
              </a:pathLst>
            </a:custGeom>
            <a:solidFill>
              <a:srgbClr val="F2B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1"/>
            <p:cNvSpPr/>
            <p:nvPr/>
          </p:nvSpPr>
          <p:spPr>
            <a:xfrm>
              <a:off x="6679193" y="2197740"/>
              <a:ext cx="10662" cy="10645"/>
            </a:xfrm>
            <a:custGeom>
              <a:avLst/>
              <a:gdLst/>
              <a:ahLst/>
              <a:cxnLst/>
              <a:rect l="l" t="t" r="r" b="b"/>
              <a:pathLst>
                <a:path w="618" h="617" extrusionOk="0">
                  <a:moveTo>
                    <a:pt x="320" y="1"/>
                  </a:moveTo>
                  <a:cubicBezTo>
                    <a:pt x="138" y="1"/>
                    <a:pt x="1" y="138"/>
                    <a:pt x="1" y="320"/>
                  </a:cubicBezTo>
                  <a:cubicBezTo>
                    <a:pt x="1" y="480"/>
                    <a:pt x="138" y="617"/>
                    <a:pt x="320" y="617"/>
                  </a:cubicBezTo>
                  <a:cubicBezTo>
                    <a:pt x="480" y="617"/>
                    <a:pt x="617" y="480"/>
                    <a:pt x="617" y="320"/>
                  </a:cubicBezTo>
                  <a:cubicBezTo>
                    <a:pt x="617" y="138"/>
                    <a:pt x="480" y="1"/>
                    <a:pt x="320" y="1"/>
                  </a:cubicBezTo>
                  <a:close/>
                </a:path>
              </a:pathLst>
            </a:custGeom>
            <a:solidFill>
              <a:srgbClr val="F2B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1"/>
            <p:cNvSpPr/>
            <p:nvPr/>
          </p:nvSpPr>
          <p:spPr>
            <a:xfrm>
              <a:off x="6690217" y="2203261"/>
              <a:ext cx="11059" cy="10645"/>
            </a:xfrm>
            <a:custGeom>
              <a:avLst/>
              <a:gdLst/>
              <a:ahLst/>
              <a:cxnLst/>
              <a:rect l="l" t="t" r="r" b="b"/>
              <a:pathLst>
                <a:path w="641" h="617" extrusionOk="0">
                  <a:moveTo>
                    <a:pt x="320" y="0"/>
                  </a:moveTo>
                  <a:cubicBezTo>
                    <a:pt x="138" y="0"/>
                    <a:pt x="1" y="137"/>
                    <a:pt x="1" y="297"/>
                  </a:cubicBezTo>
                  <a:cubicBezTo>
                    <a:pt x="1" y="479"/>
                    <a:pt x="138" y="616"/>
                    <a:pt x="320" y="616"/>
                  </a:cubicBezTo>
                  <a:cubicBezTo>
                    <a:pt x="503" y="616"/>
                    <a:pt x="640" y="479"/>
                    <a:pt x="640" y="297"/>
                  </a:cubicBezTo>
                  <a:cubicBezTo>
                    <a:pt x="640" y="137"/>
                    <a:pt x="503" y="0"/>
                    <a:pt x="320" y="0"/>
                  </a:cubicBezTo>
                  <a:close/>
                </a:path>
              </a:pathLst>
            </a:custGeom>
            <a:solidFill>
              <a:srgbClr val="F2B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1"/>
            <p:cNvSpPr/>
            <p:nvPr/>
          </p:nvSpPr>
          <p:spPr>
            <a:xfrm>
              <a:off x="6702829" y="2206401"/>
              <a:ext cx="11042" cy="10662"/>
            </a:xfrm>
            <a:custGeom>
              <a:avLst/>
              <a:gdLst/>
              <a:ahLst/>
              <a:cxnLst/>
              <a:rect l="l" t="t" r="r" b="b"/>
              <a:pathLst>
                <a:path w="640" h="618" extrusionOk="0">
                  <a:moveTo>
                    <a:pt x="320" y="1"/>
                  </a:moveTo>
                  <a:cubicBezTo>
                    <a:pt x="137" y="1"/>
                    <a:pt x="0" y="138"/>
                    <a:pt x="0" y="320"/>
                  </a:cubicBezTo>
                  <a:cubicBezTo>
                    <a:pt x="0" y="480"/>
                    <a:pt x="137" y="617"/>
                    <a:pt x="320" y="617"/>
                  </a:cubicBezTo>
                  <a:cubicBezTo>
                    <a:pt x="480" y="617"/>
                    <a:pt x="639" y="480"/>
                    <a:pt x="639" y="320"/>
                  </a:cubicBezTo>
                  <a:cubicBezTo>
                    <a:pt x="639" y="138"/>
                    <a:pt x="480" y="1"/>
                    <a:pt x="320" y="1"/>
                  </a:cubicBezTo>
                  <a:close/>
                </a:path>
              </a:pathLst>
            </a:custGeom>
            <a:solidFill>
              <a:srgbClr val="F2B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1"/>
            <p:cNvSpPr/>
            <p:nvPr/>
          </p:nvSpPr>
          <p:spPr>
            <a:xfrm>
              <a:off x="6715026" y="2202070"/>
              <a:ext cx="11059" cy="11042"/>
            </a:xfrm>
            <a:custGeom>
              <a:avLst/>
              <a:gdLst/>
              <a:ahLst/>
              <a:cxnLst/>
              <a:rect l="l" t="t" r="r" b="b"/>
              <a:pathLst>
                <a:path w="641" h="640" extrusionOk="0">
                  <a:moveTo>
                    <a:pt x="320" y="1"/>
                  </a:moveTo>
                  <a:cubicBezTo>
                    <a:pt x="138" y="1"/>
                    <a:pt x="1" y="138"/>
                    <a:pt x="1" y="320"/>
                  </a:cubicBezTo>
                  <a:cubicBezTo>
                    <a:pt x="1" y="503"/>
                    <a:pt x="138" y="640"/>
                    <a:pt x="320" y="640"/>
                  </a:cubicBezTo>
                  <a:cubicBezTo>
                    <a:pt x="503" y="640"/>
                    <a:pt x="640" y="503"/>
                    <a:pt x="640" y="320"/>
                  </a:cubicBezTo>
                  <a:cubicBezTo>
                    <a:pt x="640" y="138"/>
                    <a:pt x="503" y="1"/>
                    <a:pt x="320" y="1"/>
                  </a:cubicBezTo>
                  <a:close/>
                </a:path>
              </a:pathLst>
            </a:custGeom>
            <a:solidFill>
              <a:srgbClr val="F2B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41"/>
            <p:cNvSpPr/>
            <p:nvPr/>
          </p:nvSpPr>
          <p:spPr>
            <a:xfrm>
              <a:off x="6724481" y="2192236"/>
              <a:ext cx="10645" cy="11042"/>
            </a:xfrm>
            <a:custGeom>
              <a:avLst/>
              <a:gdLst/>
              <a:ahLst/>
              <a:cxnLst/>
              <a:rect l="l" t="t" r="r" b="b"/>
              <a:pathLst>
                <a:path w="617" h="640" extrusionOk="0">
                  <a:moveTo>
                    <a:pt x="320" y="0"/>
                  </a:moveTo>
                  <a:cubicBezTo>
                    <a:pt x="138" y="0"/>
                    <a:pt x="1" y="137"/>
                    <a:pt x="1" y="320"/>
                  </a:cubicBezTo>
                  <a:cubicBezTo>
                    <a:pt x="1" y="479"/>
                    <a:pt x="138" y="639"/>
                    <a:pt x="320" y="639"/>
                  </a:cubicBezTo>
                  <a:cubicBezTo>
                    <a:pt x="480" y="639"/>
                    <a:pt x="617" y="479"/>
                    <a:pt x="617" y="320"/>
                  </a:cubicBezTo>
                  <a:cubicBezTo>
                    <a:pt x="617" y="137"/>
                    <a:pt x="480" y="0"/>
                    <a:pt x="320" y="0"/>
                  </a:cubicBezTo>
                  <a:close/>
                </a:path>
              </a:pathLst>
            </a:custGeom>
            <a:solidFill>
              <a:srgbClr val="F2B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1"/>
            <p:cNvSpPr/>
            <p:nvPr/>
          </p:nvSpPr>
          <p:spPr>
            <a:xfrm>
              <a:off x="6730001" y="2180815"/>
              <a:ext cx="10645" cy="11042"/>
            </a:xfrm>
            <a:custGeom>
              <a:avLst/>
              <a:gdLst/>
              <a:ahLst/>
              <a:cxnLst/>
              <a:rect l="l" t="t" r="r" b="b"/>
              <a:pathLst>
                <a:path w="617" h="640" extrusionOk="0">
                  <a:moveTo>
                    <a:pt x="297" y="0"/>
                  </a:moveTo>
                  <a:cubicBezTo>
                    <a:pt x="137" y="0"/>
                    <a:pt x="0" y="137"/>
                    <a:pt x="0" y="320"/>
                  </a:cubicBezTo>
                  <a:cubicBezTo>
                    <a:pt x="0" y="502"/>
                    <a:pt x="137" y="639"/>
                    <a:pt x="297" y="639"/>
                  </a:cubicBezTo>
                  <a:cubicBezTo>
                    <a:pt x="480" y="639"/>
                    <a:pt x="617" y="502"/>
                    <a:pt x="617" y="320"/>
                  </a:cubicBezTo>
                  <a:cubicBezTo>
                    <a:pt x="617" y="137"/>
                    <a:pt x="480" y="0"/>
                    <a:pt x="297" y="0"/>
                  </a:cubicBezTo>
                  <a:close/>
                </a:path>
              </a:pathLst>
            </a:custGeom>
            <a:solidFill>
              <a:srgbClr val="F2B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1"/>
            <p:cNvSpPr/>
            <p:nvPr/>
          </p:nvSpPr>
          <p:spPr>
            <a:xfrm>
              <a:off x="6731571" y="2168600"/>
              <a:ext cx="11042" cy="10645"/>
            </a:xfrm>
            <a:custGeom>
              <a:avLst/>
              <a:gdLst/>
              <a:ahLst/>
              <a:cxnLst/>
              <a:rect l="l" t="t" r="r" b="b"/>
              <a:pathLst>
                <a:path w="640" h="617" extrusionOk="0">
                  <a:moveTo>
                    <a:pt x="320" y="1"/>
                  </a:moveTo>
                  <a:cubicBezTo>
                    <a:pt x="160" y="1"/>
                    <a:pt x="1" y="137"/>
                    <a:pt x="1" y="320"/>
                  </a:cubicBezTo>
                  <a:cubicBezTo>
                    <a:pt x="1" y="480"/>
                    <a:pt x="160" y="617"/>
                    <a:pt x="320" y="617"/>
                  </a:cubicBezTo>
                  <a:cubicBezTo>
                    <a:pt x="503" y="617"/>
                    <a:pt x="640" y="480"/>
                    <a:pt x="640" y="320"/>
                  </a:cubicBezTo>
                  <a:cubicBezTo>
                    <a:pt x="640" y="137"/>
                    <a:pt x="503" y="1"/>
                    <a:pt x="320" y="1"/>
                  </a:cubicBezTo>
                  <a:close/>
                </a:path>
              </a:pathLst>
            </a:custGeom>
            <a:solidFill>
              <a:srgbClr val="F2B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1"/>
            <p:cNvSpPr/>
            <p:nvPr/>
          </p:nvSpPr>
          <p:spPr>
            <a:xfrm>
              <a:off x="6732762" y="2157973"/>
              <a:ext cx="8678" cy="8678"/>
            </a:xfrm>
            <a:custGeom>
              <a:avLst/>
              <a:gdLst/>
              <a:ahLst/>
              <a:cxnLst/>
              <a:rect l="l" t="t" r="r" b="b"/>
              <a:pathLst>
                <a:path w="503" h="503" extrusionOk="0">
                  <a:moveTo>
                    <a:pt x="251" y="0"/>
                  </a:moveTo>
                  <a:cubicBezTo>
                    <a:pt x="114" y="0"/>
                    <a:pt x="0" y="114"/>
                    <a:pt x="0" y="251"/>
                  </a:cubicBezTo>
                  <a:cubicBezTo>
                    <a:pt x="0" y="388"/>
                    <a:pt x="114" y="502"/>
                    <a:pt x="251" y="502"/>
                  </a:cubicBezTo>
                  <a:cubicBezTo>
                    <a:pt x="388" y="502"/>
                    <a:pt x="502" y="388"/>
                    <a:pt x="502" y="251"/>
                  </a:cubicBezTo>
                  <a:cubicBezTo>
                    <a:pt x="502" y="114"/>
                    <a:pt x="388" y="0"/>
                    <a:pt x="251" y="0"/>
                  </a:cubicBezTo>
                  <a:close/>
                </a:path>
              </a:pathLst>
            </a:custGeom>
            <a:solidFill>
              <a:srgbClr val="F2BB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1"/>
            <p:cNvSpPr/>
            <p:nvPr/>
          </p:nvSpPr>
          <p:spPr>
            <a:xfrm>
              <a:off x="6587047" y="1932621"/>
              <a:ext cx="173681" cy="300314"/>
            </a:xfrm>
            <a:custGeom>
              <a:avLst/>
              <a:gdLst/>
              <a:ahLst/>
              <a:cxnLst/>
              <a:rect l="l" t="t" r="r" b="b"/>
              <a:pathLst>
                <a:path w="10067" h="17407" extrusionOk="0">
                  <a:moveTo>
                    <a:pt x="6187" y="1"/>
                  </a:moveTo>
                  <a:cubicBezTo>
                    <a:pt x="5295" y="1"/>
                    <a:pt x="4280" y="331"/>
                    <a:pt x="3173" y="1239"/>
                  </a:cubicBezTo>
                  <a:cubicBezTo>
                    <a:pt x="845" y="3179"/>
                    <a:pt x="1553" y="5667"/>
                    <a:pt x="2489" y="7333"/>
                  </a:cubicBezTo>
                  <a:cubicBezTo>
                    <a:pt x="2489" y="7584"/>
                    <a:pt x="2466" y="7835"/>
                    <a:pt x="2443" y="8086"/>
                  </a:cubicBezTo>
                  <a:cubicBezTo>
                    <a:pt x="2238" y="9387"/>
                    <a:pt x="1370" y="10437"/>
                    <a:pt x="754" y="11601"/>
                  </a:cubicBezTo>
                  <a:cubicBezTo>
                    <a:pt x="297" y="12492"/>
                    <a:pt x="1" y="13473"/>
                    <a:pt x="46" y="14477"/>
                  </a:cubicBezTo>
                  <a:cubicBezTo>
                    <a:pt x="115" y="15459"/>
                    <a:pt x="571" y="16463"/>
                    <a:pt x="1416" y="17011"/>
                  </a:cubicBezTo>
                  <a:cubicBezTo>
                    <a:pt x="1804" y="17270"/>
                    <a:pt x="2278" y="17406"/>
                    <a:pt x="2748" y="17406"/>
                  </a:cubicBezTo>
                  <a:cubicBezTo>
                    <a:pt x="3273" y="17406"/>
                    <a:pt x="3792" y="17236"/>
                    <a:pt x="4178" y="16874"/>
                  </a:cubicBezTo>
                  <a:cubicBezTo>
                    <a:pt x="4862" y="16235"/>
                    <a:pt x="4999" y="15208"/>
                    <a:pt x="5091" y="14249"/>
                  </a:cubicBezTo>
                  <a:cubicBezTo>
                    <a:pt x="5273" y="12377"/>
                    <a:pt x="5433" y="10460"/>
                    <a:pt x="5296" y="8588"/>
                  </a:cubicBezTo>
                  <a:cubicBezTo>
                    <a:pt x="5296" y="8566"/>
                    <a:pt x="5296" y="8543"/>
                    <a:pt x="5296" y="8543"/>
                  </a:cubicBezTo>
                  <a:cubicBezTo>
                    <a:pt x="8743" y="6648"/>
                    <a:pt x="10067" y="2357"/>
                    <a:pt x="10067" y="2357"/>
                  </a:cubicBezTo>
                  <a:cubicBezTo>
                    <a:pt x="10067" y="2357"/>
                    <a:pt x="8568" y="1"/>
                    <a:pt x="6187" y="1"/>
                  </a:cubicBezTo>
                  <a:close/>
                </a:path>
              </a:pathLst>
            </a:custGeom>
            <a:solidFill>
              <a:srgbClr val="A640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1"/>
            <p:cNvSpPr/>
            <p:nvPr/>
          </p:nvSpPr>
          <p:spPr>
            <a:xfrm>
              <a:off x="6550817" y="2457649"/>
              <a:ext cx="104378" cy="518645"/>
            </a:xfrm>
            <a:custGeom>
              <a:avLst/>
              <a:gdLst/>
              <a:ahLst/>
              <a:cxnLst/>
              <a:rect l="l" t="t" r="r" b="b"/>
              <a:pathLst>
                <a:path w="6050" h="30062" extrusionOk="0">
                  <a:moveTo>
                    <a:pt x="5456" y="0"/>
                  </a:moveTo>
                  <a:cubicBezTo>
                    <a:pt x="1" y="14905"/>
                    <a:pt x="4086" y="29947"/>
                    <a:pt x="4086" y="29947"/>
                  </a:cubicBezTo>
                  <a:cubicBezTo>
                    <a:pt x="4292" y="29993"/>
                    <a:pt x="4520" y="30015"/>
                    <a:pt x="4771" y="30061"/>
                  </a:cubicBezTo>
                  <a:cubicBezTo>
                    <a:pt x="4406" y="28623"/>
                    <a:pt x="982" y="14380"/>
                    <a:pt x="6049" y="114"/>
                  </a:cubicBezTo>
                  <a:cubicBezTo>
                    <a:pt x="5684" y="46"/>
                    <a:pt x="5456" y="0"/>
                    <a:pt x="5456" y="0"/>
                  </a:cubicBezTo>
                  <a:close/>
                </a:path>
              </a:pathLst>
            </a:custGeom>
            <a:solidFill>
              <a:srgbClr val="C9A1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1"/>
            <p:cNvSpPr/>
            <p:nvPr/>
          </p:nvSpPr>
          <p:spPr>
            <a:xfrm>
              <a:off x="6693771" y="2518688"/>
              <a:ext cx="153996" cy="1039618"/>
            </a:xfrm>
            <a:custGeom>
              <a:avLst/>
              <a:gdLst/>
              <a:ahLst/>
              <a:cxnLst/>
              <a:rect l="l" t="t" r="r" b="b"/>
              <a:pathLst>
                <a:path w="8926" h="60259" extrusionOk="0">
                  <a:moveTo>
                    <a:pt x="7396" y="0"/>
                  </a:moveTo>
                  <a:lnTo>
                    <a:pt x="2602" y="343"/>
                  </a:lnTo>
                  <a:lnTo>
                    <a:pt x="0" y="9998"/>
                  </a:lnTo>
                  <a:lnTo>
                    <a:pt x="2465" y="31933"/>
                  </a:lnTo>
                  <a:cubicBezTo>
                    <a:pt x="2100" y="42524"/>
                    <a:pt x="2831" y="50855"/>
                    <a:pt x="2831" y="50855"/>
                  </a:cubicBezTo>
                  <a:lnTo>
                    <a:pt x="2831" y="52544"/>
                  </a:lnTo>
                  <a:cubicBezTo>
                    <a:pt x="2831" y="52544"/>
                    <a:pt x="2785" y="53548"/>
                    <a:pt x="3242" y="55671"/>
                  </a:cubicBezTo>
                  <a:cubicBezTo>
                    <a:pt x="3310" y="56059"/>
                    <a:pt x="3378" y="56493"/>
                    <a:pt x="3424" y="56949"/>
                  </a:cubicBezTo>
                  <a:cubicBezTo>
                    <a:pt x="3721" y="58273"/>
                    <a:pt x="4474" y="60145"/>
                    <a:pt x="6277" y="60259"/>
                  </a:cubicBezTo>
                  <a:lnTo>
                    <a:pt x="7966" y="60259"/>
                  </a:lnTo>
                  <a:cubicBezTo>
                    <a:pt x="7966" y="60259"/>
                    <a:pt x="8332" y="59209"/>
                    <a:pt x="6962" y="58090"/>
                  </a:cubicBezTo>
                  <a:cubicBezTo>
                    <a:pt x="6962" y="58090"/>
                    <a:pt x="4885" y="55466"/>
                    <a:pt x="5022" y="50786"/>
                  </a:cubicBezTo>
                  <a:cubicBezTo>
                    <a:pt x="5205" y="49052"/>
                    <a:pt x="8240" y="20474"/>
                    <a:pt x="8583" y="13102"/>
                  </a:cubicBezTo>
                  <a:cubicBezTo>
                    <a:pt x="8925" y="5501"/>
                    <a:pt x="7396" y="0"/>
                    <a:pt x="7396" y="0"/>
                  </a:cubicBezTo>
                  <a:close/>
                </a:path>
              </a:pathLst>
            </a:custGeom>
            <a:solidFill>
              <a:srgbClr val="F7D5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1"/>
            <p:cNvSpPr/>
            <p:nvPr/>
          </p:nvSpPr>
          <p:spPr>
            <a:xfrm>
              <a:off x="6693771" y="2518688"/>
              <a:ext cx="153996" cy="485951"/>
            </a:xfrm>
            <a:custGeom>
              <a:avLst/>
              <a:gdLst/>
              <a:ahLst/>
              <a:cxnLst/>
              <a:rect l="l" t="t" r="r" b="b"/>
              <a:pathLst>
                <a:path w="8926" h="28167" extrusionOk="0">
                  <a:moveTo>
                    <a:pt x="7396" y="0"/>
                  </a:moveTo>
                  <a:lnTo>
                    <a:pt x="2602" y="343"/>
                  </a:lnTo>
                  <a:lnTo>
                    <a:pt x="0" y="9998"/>
                  </a:lnTo>
                  <a:lnTo>
                    <a:pt x="2055" y="28167"/>
                  </a:lnTo>
                  <a:cubicBezTo>
                    <a:pt x="3926" y="27322"/>
                    <a:pt x="5752" y="26363"/>
                    <a:pt x="7578" y="25405"/>
                  </a:cubicBezTo>
                  <a:cubicBezTo>
                    <a:pt x="8081" y="20155"/>
                    <a:pt x="8469" y="15499"/>
                    <a:pt x="8583" y="13102"/>
                  </a:cubicBezTo>
                  <a:cubicBezTo>
                    <a:pt x="8925" y="5501"/>
                    <a:pt x="7396" y="0"/>
                    <a:pt x="7396" y="0"/>
                  </a:cubicBezTo>
                  <a:close/>
                </a:path>
              </a:pathLst>
            </a:custGeom>
            <a:solidFill>
              <a:srgbClr val="EDC7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41"/>
            <p:cNvSpPr/>
            <p:nvPr/>
          </p:nvSpPr>
          <p:spPr>
            <a:xfrm>
              <a:off x="6735505" y="3359075"/>
              <a:ext cx="102014" cy="199232"/>
            </a:xfrm>
            <a:custGeom>
              <a:avLst/>
              <a:gdLst/>
              <a:ahLst/>
              <a:cxnLst/>
              <a:rect l="l" t="t" r="r" b="b"/>
              <a:pathLst>
                <a:path w="5913" h="11548" extrusionOk="0">
                  <a:moveTo>
                    <a:pt x="872" y="1"/>
                  </a:moveTo>
                  <a:cubicBezTo>
                    <a:pt x="564" y="1"/>
                    <a:pt x="267" y="6"/>
                    <a:pt x="1" y="21"/>
                  </a:cubicBezTo>
                  <a:lnTo>
                    <a:pt x="206" y="9904"/>
                  </a:lnTo>
                  <a:lnTo>
                    <a:pt x="823" y="9904"/>
                  </a:lnTo>
                  <a:lnTo>
                    <a:pt x="708" y="6618"/>
                  </a:lnTo>
                  <a:lnTo>
                    <a:pt x="708" y="6618"/>
                  </a:lnTo>
                  <a:cubicBezTo>
                    <a:pt x="754" y="7690"/>
                    <a:pt x="1142" y="11183"/>
                    <a:pt x="3539" y="11502"/>
                  </a:cubicBezTo>
                  <a:lnTo>
                    <a:pt x="3562" y="11502"/>
                  </a:lnTo>
                  <a:cubicBezTo>
                    <a:pt x="3653" y="11525"/>
                    <a:pt x="3767" y="11548"/>
                    <a:pt x="3858" y="11548"/>
                  </a:cubicBezTo>
                  <a:lnTo>
                    <a:pt x="5547" y="11548"/>
                  </a:lnTo>
                  <a:cubicBezTo>
                    <a:pt x="5547" y="11548"/>
                    <a:pt x="5913" y="10498"/>
                    <a:pt x="4543" y="9379"/>
                  </a:cubicBezTo>
                  <a:cubicBezTo>
                    <a:pt x="4543" y="9379"/>
                    <a:pt x="3470" y="8033"/>
                    <a:pt x="2922" y="5545"/>
                  </a:cubicBezTo>
                  <a:lnTo>
                    <a:pt x="3333" y="21"/>
                  </a:lnTo>
                  <a:lnTo>
                    <a:pt x="2717" y="21"/>
                  </a:lnTo>
                  <a:cubicBezTo>
                    <a:pt x="2154" y="21"/>
                    <a:pt x="1490" y="1"/>
                    <a:pt x="872" y="1"/>
                  </a:cubicBezTo>
                  <a:close/>
                </a:path>
              </a:pathLst>
            </a:custGeom>
            <a:solidFill>
              <a:srgbClr val="343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1"/>
            <p:cNvSpPr/>
            <p:nvPr/>
          </p:nvSpPr>
          <p:spPr>
            <a:xfrm>
              <a:off x="6592568" y="2522622"/>
              <a:ext cx="170127" cy="1122344"/>
            </a:xfrm>
            <a:custGeom>
              <a:avLst/>
              <a:gdLst/>
              <a:ahLst/>
              <a:cxnLst/>
              <a:rect l="l" t="t" r="r" b="b"/>
              <a:pathLst>
                <a:path w="9861" h="65054" extrusionOk="0">
                  <a:moveTo>
                    <a:pt x="9861" y="0"/>
                  </a:moveTo>
                  <a:lnTo>
                    <a:pt x="2351" y="46"/>
                  </a:lnTo>
                  <a:cubicBezTo>
                    <a:pt x="2351" y="46"/>
                    <a:pt x="0" y="5296"/>
                    <a:pt x="776" y="15955"/>
                  </a:cubicBezTo>
                  <a:cubicBezTo>
                    <a:pt x="1530" y="26638"/>
                    <a:pt x="2990" y="31454"/>
                    <a:pt x="2990" y="31454"/>
                  </a:cubicBezTo>
                  <a:cubicBezTo>
                    <a:pt x="2990" y="31454"/>
                    <a:pt x="1233" y="40675"/>
                    <a:pt x="2762" y="53663"/>
                  </a:cubicBezTo>
                  <a:lnTo>
                    <a:pt x="2374" y="57657"/>
                  </a:lnTo>
                  <a:cubicBezTo>
                    <a:pt x="2325" y="64144"/>
                    <a:pt x="4721" y="65054"/>
                    <a:pt x="6070" y="65054"/>
                  </a:cubicBezTo>
                  <a:cubicBezTo>
                    <a:pt x="6596" y="65054"/>
                    <a:pt x="6962" y="64915"/>
                    <a:pt x="6962" y="64915"/>
                  </a:cubicBezTo>
                  <a:cubicBezTo>
                    <a:pt x="6962" y="64915"/>
                    <a:pt x="7464" y="63843"/>
                    <a:pt x="5866" y="61560"/>
                  </a:cubicBezTo>
                  <a:cubicBezTo>
                    <a:pt x="4565" y="59711"/>
                    <a:pt x="4725" y="55352"/>
                    <a:pt x="4839" y="53754"/>
                  </a:cubicBezTo>
                  <a:lnTo>
                    <a:pt x="8697" y="30290"/>
                  </a:lnTo>
                  <a:lnTo>
                    <a:pt x="8651" y="9792"/>
                  </a:lnTo>
                  <a:lnTo>
                    <a:pt x="9861" y="6848"/>
                  </a:lnTo>
                  <a:lnTo>
                    <a:pt x="9861" y="0"/>
                  </a:lnTo>
                  <a:close/>
                </a:path>
              </a:pathLst>
            </a:custGeom>
            <a:solidFill>
              <a:srgbClr val="F7D5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41"/>
            <p:cNvSpPr/>
            <p:nvPr/>
          </p:nvSpPr>
          <p:spPr>
            <a:xfrm>
              <a:off x="6592568" y="2522622"/>
              <a:ext cx="170127" cy="539520"/>
            </a:xfrm>
            <a:custGeom>
              <a:avLst/>
              <a:gdLst/>
              <a:ahLst/>
              <a:cxnLst/>
              <a:rect l="l" t="t" r="r" b="b"/>
              <a:pathLst>
                <a:path w="9861" h="31272" extrusionOk="0">
                  <a:moveTo>
                    <a:pt x="9861" y="0"/>
                  </a:moveTo>
                  <a:lnTo>
                    <a:pt x="2351" y="46"/>
                  </a:lnTo>
                  <a:cubicBezTo>
                    <a:pt x="2351" y="46"/>
                    <a:pt x="0" y="5296"/>
                    <a:pt x="776" y="15955"/>
                  </a:cubicBezTo>
                  <a:cubicBezTo>
                    <a:pt x="1461" y="25473"/>
                    <a:pt x="2671" y="30335"/>
                    <a:pt x="2945" y="31271"/>
                  </a:cubicBezTo>
                  <a:cubicBezTo>
                    <a:pt x="4839" y="30335"/>
                    <a:pt x="6757" y="29399"/>
                    <a:pt x="8674" y="28486"/>
                  </a:cubicBezTo>
                  <a:lnTo>
                    <a:pt x="8651" y="9792"/>
                  </a:lnTo>
                  <a:lnTo>
                    <a:pt x="9861" y="6848"/>
                  </a:lnTo>
                  <a:lnTo>
                    <a:pt x="9861" y="0"/>
                  </a:lnTo>
                  <a:close/>
                </a:path>
              </a:pathLst>
            </a:custGeom>
            <a:solidFill>
              <a:srgbClr val="EDC7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1"/>
            <p:cNvSpPr/>
            <p:nvPr/>
          </p:nvSpPr>
          <p:spPr>
            <a:xfrm>
              <a:off x="6683144" y="2932955"/>
              <a:ext cx="60660" cy="475324"/>
            </a:xfrm>
            <a:custGeom>
              <a:avLst/>
              <a:gdLst/>
              <a:ahLst/>
              <a:cxnLst/>
              <a:rect l="l" t="t" r="r" b="b"/>
              <a:pathLst>
                <a:path w="3516" h="27551" extrusionOk="0">
                  <a:moveTo>
                    <a:pt x="3424" y="0"/>
                  </a:moveTo>
                  <a:cubicBezTo>
                    <a:pt x="3401" y="2169"/>
                    <a:pt x="3378" y="4337"/>
                    <a:pt x="3378" y="6506"/>
                  </a:cubicBezTo>
                  <a:lnTo>
                    <a:pt x="3378" y="6483"/>
                  </a:lnTo>
                  <a:lnTo>
                    <a:pt x="2488" y="11733"/>
                  </a:lnTo>
                  <a:lnTo>
                    <a:pt x="1621" y="17005"/>
                  </a:lnTo>
                  <a:cubicBezTo>
                    <a:pt x="1050" y="20520"/>
                    <a:pt x="525" y="24035"/>
                    <a:pt x="0" y="27550"/>
                  </a:cubicBezTo>
                  <a:cubicBezTo>
                    <a:pt x="616" y="24035"/>
                    <a:pt x="1233" y="20543"/>
                    <a:pt x="1803" y="17028"/>
                  </a:cubicBezTo>
                  <a:lnTo>
                    <a:pt x="2671" y="11778"/>
                  </a:lnTo>
                  <a:lnTo>
                    <a:pt x="3515" y="6506"/>
                  </a:lnTo>
                  <a:cubicBezTo>
                    <a:pt x="3492" y="4337"/>
                    <a:pt x="3470" y="2169"/>
                    <a:pt x="3424" y="0"/>
                  </a:cubicBezTo>
                  <a:close/>
                </a:path>
              </a:pathLst>
            </a:custGeom>
            <a:solidFill>
              <a:srgbClr val="D19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1"/>
            <p:cNvSpPr/>
            <p:nvPr/>
          </p:nvSpPr>
          <p:spPr>
            <a:xfrm>
              <a:off x="6629971" y="3406692"/>
              <a:ext cx="91386" cy="238240"/>
            </a:xfrm>
            <a:custGeom>
              <a:avLst/>
              <a:gdLst/>
              <a:ahLst/>
              <a:cxnLst/>
              <a:rect l="l" t="t" r="r" b="b"/>
              <a:pathLst>
                <a:path w="5297" h="13809" extrusionOk="0">
                  <a:moveTo>
                    <a:pt x="92" y="0"/>
                  </a:moveTo>
                  <a:lnTo>
                    <a:pt x="1" y="9381"/>
                  </a:lnTo>
                  <a:lnTo>
                    <a:pt x="389" y="9381"/>
                  </a:lnTo>
                  <a:cubicBezTo>
                    <a:pt x="978" y="13197"/>
                    <a:pt x="2801" y="13808"/>
                    <a:pt x="3908" y="13808"/>
                  </a:cubicBezTo>
                  <a:cubicBezTo>
                    <a:pt x="4431" y="13808"/>
                    <a:pt x="4794" y="13672"/>
                    <a:pt x="4794" y="13672"/>
                  </a:cubicBezTo>
                  <a:cubicBezTo>
                    <a:pt x="4794" y="13672"/>
                    <a:pt x="5296" y="12600"/>
                    <a:pt x="3698" y="10317"/>
                  </a:cubicBezTo>
                  <a:cubicBezTo>
                    <a:pt x="3082" y="9427"/>
                    <a:pt x="2785" y="8012"/>
                    <a:pt x="2671" y="6574"/>
                  </a:cubicBezTo>
                  <a:lnTo>
                    <a:pt x="3402" y="0"/>
                  </a:lnTo>
                  <a:close/>
                </a:path>
              </a:pathLst>
            </a:custGeom>
            <a:solidFill>
              <a:srgbClr val="343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41"/>
            <p:cNvSpPr/>
            <p:nvPr/>
          </p:nvSpPr>
          <p:spPr>
            <a:xfrm>
              <a:off x="6550817" y="2457649"/>
              <a:ext cx="313875" cy="524148"/>
            </a:xfrm>
            <a:custGeom>
              <a:avLst/>
              <a:gdLst/>
              <a:ahLst/>
              <a:cxnLst/>
              <a:rect l="l" t="t" r="r" b="b"/>
              <a:pathLst>
                <a:path w="18193" h="30381" extrusionOk="0">
                  <a:moveTo>
                    <a:pt x="5456" y="0"/>
                  </a:moveTo>
                  <a:cubicBezTo>
                    <a:pt x="1" y="14905"/>
                    <a:pt x="4086" y="29947"/>
                    <a:pt x="4086" y="29947"/>
                  </a:cubicBezTo>
                  <a:cubicBezTo>
                    <a:pt x="4566" y="30061"/>
                    <a:pt x="5228" y="30107"/>
                    <a:pt x="5661" y="30175"/>
                  </a:cubicBezTo>
                  <a:cubicBezTo>
                    <a:pt x="5570" y="28783"/>
                    <a:pt x="5616" y="26706"/>
                    <a:pt x="5776" y="24127"/>
                  </a:cubicBezTo>
                  <a:cubicBezTo>
                    <a:pt x="5776" y="24127"/>
                    <a:pt x="6209" y="28943"/>
                    <a:pt x="6620" y="30289"/>
                  </a:cubicBezTo>
                  <a:cubicBezTo>
                    <a:pt x="7238" y="30352"/>
                    <a:pt x="7833" y="30380"/>
                    <a:pt x="8403" y="30380"/>
                  </a:cubicBezTo>
                  <a:cubicBezTo>
                    <a:pt x="13231" y="30380"/>
                    <a:pt x="16298" y="28372"/>
                    <a:pt x="16298" y="28372"/>
                  </a:cubicBezTo>
                  <a:cubicBezTo>
                    <a:pt x="18193" y="9587"/>
                    <a:pt x="15111" y="0"/>
                    <a:pt x="15111" y="0"/>
                  </a:cubicBezTo>
                  <a:cubicBezTo>
                    <a:pt x="13567" y="434"/>
                    <a:pt x="11979" y="579"/>
                    <a:pt x="10549" y="579"/>
                  </a:cubicBezTo>
                  <a:cubicBezTo>
                    <a:pt x="7688" y="579"/>
                    <a:pt x="5456" y="0"/>
                    <a:pt x="54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41"/>
            <p:cNvSpPr/>
            <p:nvPr/>
          </p:nvSpPr>
          <p:spPr>
            <a:xfrm>
              <a:off x="5936110" y="2697459"/>
              <a:ext cx="373724" cy="421772"/>
            </a:xfrm>
            <a:custGeom>
              <a:avLst/>
              <a:gdLst/>
              <a:ahLst/>
              <a:cxnLst/>
              <a:rect l="l" t="t" r="r" b="b"/>
              <a:pathLst>
                <a:path w="21662" h="24447" extrusionOk="0">
                  <a:moveTo>
                    <a:pt x="16321" y="1"/>
                  </a:moveTo>
                  <a:lnTo>
                    <a:pt x="0" y="7647"/>
                  </a:lnTo>
                  <a:lnTo>
                    <a:pt x="4360" y="24447"/>
                  </a:lnTo>
                  <a:lnTo>
                    <a:pt x="21662" y="14449"/>
                  </a:lnTo>
                  <a:lnTo>
                    <a:pt x="16321" y="1"/>
                  </a:lnTo>
                  <a:close/>
                </a:path>
              </a:pathLst>
            </a:custGeom>
            <a:solidFill>
              <a:srgbClr val="F2A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41"/>
            <p:cNvSpPr/>
            <p:nvPr/>
          </p:nvSpPr>
          <p:spPr>
            <a:xfrm>
              <a:off x="6338180" y="3096440"/>
              <a:ext cx="57106" cy="111744"/>
            </a:xfrm>
            <a:custGeom>
              <a:avLst/>
              <a:gdLst/>
              <a:ahLst/>
              <a:cxnLst/>
              <a:rect l="l" t="t" r="r" b="b"/>
              <a:pathLst>
                <a:path w="3310" h="6477" extrusionOk="0">
                  <a:moveTo>
                    <a:pt x="1379" y="0"/>
                  </a:moveTo>
                  <a:cubicBezTo>
                    <a:pt x="1279" y="0"/>
                    <a:pt x="1163" y="14"/>
                    <a:pt x="1027" y="42"/>
                  </a:cubicBezTo>
                  <a:cubicBezTo>
                    <a:pt x="639" y="157"/>
                    <a:pt x="206" y="408"/>
                    <a:pt x="114" y="773"/>
                  </a:cubicBezTo>
                  <a:cubicBezTo>
                    <a:pt x="0" y="1184"/>
                    <a:pt x="525" y="1891"/>
                    <a:pt x="662" y="2279"/>
                  </a:cubicBezTo>
                  <a:cubicBezTo>
                    <a:pt x="890" y="2896"/>
                    <a:pt x="1050" y="3535"/>
                    <a:pt x="1164" y="4197"/>
                  </a:cubicBezTo>
                  <a:cubicBezTo>
                    <a:pt x="1210" y="4608"/>
                    <a:pt x="1255" y="5018"/>
                    <a:pt x="1096" y="5406"/>
                  </a:cubicBezTo>
                  <a:cubicBezTo>
                    <a:pt x="959" y="5749"/>
                    <a:pt x="662" y="6114"/>
                    <a:pt x="845" y="6434"/>
                  </a:cubicBezTo>
                  <a:cubicBezTo>
                    <a:pt x="926" y="6463"/>
                    <a:pt x="1008" y="6477"/>
                    <a:pt x="1090" y="6477"/>
                  </a:cubicBezTo>
                  <a:cubicBezTo>
                    <a:pt x="1512" y="6477"/>
                    <a:pt x="1924" y="6120"/>
                    <a:pt x="2191" y="5794"/>
                  </a:cubicBezTo>
                  <a:cubicBezTo>
                    <a:pt x="2808" y="5041"/>
                    <a:pt x="3310" y="4174"/>
                    <a:pt x="3287" y="3284"/>
                  </a:cubicBezTo>
                  <a:cubicBezTo>
                    <a:pt x="3264" y="2416"/>
                    <a:pt x="2785" y="1640"/>
                    <a:pt x="2328" y="910"/>
                  </a:cubicBezTo>
                  <a:cubicBezTo>
                    <a:pt x="2001" y="390"/>
                    <a:pt x="1917" y="0"/>
                    <a:pt x="1379" y="0"/>
                  </a:cubicBezTo>
                  <a:close/>
                </a:path>
              </a:pathLst>
            </a:custGeom>
            <a:solidFill>
              <a:srgbClr val="754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41"/>
            <p:cNvSpPr/>
            <p:nvPr/>
          </p:nvSpPr>
          <p:spPr>
            <a:xfrm>
              <a:off x="6216101" y="2764674"/>
              <a:ext cx="162536" cy="358783"/>
            </a:xfrm>
            <a:custGeom>
              <a:avLst/>
              <a:gdLst/>
              <a:ahLst/>
              <a:cxnLst/>
              <a:rect l="l" t="t" r="r" b="b"/>
              <a:pathLst>
                <a:path w="9421" h="20796" extrusionOk="0">
                  <a:moveTo>
                    <a:pt x="2454" y="1"/>
                  </a:moveTo>
                  <a:cubicBezTo>
                    <a:pt x="2427" y="1"/>
                    <a:pt x="2401" y="3"/>
                    <a:pt x="2374" y="8"/>
                  </a:cubicBezTo>
                  <a:cubicBezTo>
                    <a:pt x="0" y="396"/>
                    <a:pt x="3424" y="12311"/>
                    <a:pt x="3424" y="12311"/>
                  </a:cubicBezTo>
                  <a:lnTo>
                    <a:pt x="7327" y="20619"/>
                  </a:lnTo>
                  <a:cubicBezTo>
                    <a:pt x="7784" y="20746"/>
                    <a:pt x="8138" y="20795"/>
                    <a:pt x="8411" y="20795"/>
                  </a:cubicBezTo>
                  <a:cubicBezTo>
                    <a:pt x="9421" y="20795"/>
                    <a:pt x="9336" y="20117"/>
                    <a:pt x="9336" y="20117"/>
                  </a:cubicBezTo>
                  <a:lnTo>
                    <a:pt x="6391" y="11809"/>
                  </a:lnTo>
                  <a:cubicBezTo>
                    <a:pt x="6391" y="11809"/>
                    <a:pt x="4349" y="1"/>
                    <a:pt x="2454" y="1"/>
                  </a:cubicBezTo>
                  <a:close/>
                </a:path>
              </a:pathLst>
            </a:custGeom>
            <a:solidFill>
              <a:srgbClr val="754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41"/>
            <p:cNvSpPr/>
            <p:nvPr/>
          </p:nvSpPr>
          <p:spPr>
            <a:xfrm>
              <a:off x="6230662" y="2764674"/>
              <a:ext cx="83899" cy="150977"/>
            </a:xfrm>
            <a:custGeom>
              <a:avLst/>
              <a:gdLst/>
              <a:ahLst/>
              <a:cxnLst/>
              <a:rect l="l" t="t" r="r" b="b"/>
              <a:pathLst>
                <a:path w="4863" h="8751" extrusionOk="0">
                  <a:moveTo>
                    <a:pt x="1612" y="1"/>
                  </a:moveTo>
                  <a:cubicBezTo>
                    <a:pt x="1584" y="1"/>
                    <a:pt x="1557" y="3"/>
                    <a:pt x="1530" y="8"/>
                  </a:cubicBezTo>
                  <a:cubicBezTo>
                    <a:pt x="1" y="259"/>
                    <a:pt x="868" y="5212"/>
                    <a:pt x="1667" y="8750"/>
                  </a:cubicBezTo>
                  <a:cubicBezTo>
                    <a:pt x="1872" y="8704"/>
                    <a:pt x="2101" y="8636"/>
                    <a:pt x="2306" y="8567"/>
                  </a:cubicBezTo>
                  <a:cubicBezTo>
                    <a:pt x="3174" y="8294"/>
                    <a:pt x="4109" y="7860"/>
                    <a:pt x="4863" y="7426"/>
                  </a:cubicBezTo>
                  <a:cubicBezTo>
                    <a:pt x="4083" y="4061"/>
                    <a:pt x="2737" y="1"/>
                    <a:pt x="1612" y="1"/>
                  </a:cubicBez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41"/>
            <p:cNvSpPr/>
            <p:nvPr/>
          </p:nvSpPr>
          <p:spPr>
            <a:xfrm>
              <a:off x="6014471" y="2738813"/>
              <a:ext cx="278041" cy="394754"/>
            </a:xfrm>
            <a:custGeom>
              <a:avLst/>
              <a:gdLst/>
              <a:ahLst/>
              <a:cxnLst/>
              <a:rect l="l" t="t" r="r" b="b"/>
              <a:pathLst>
                <a:path w="16116" h="22881" extrusionOk="0">
                  <a:moveTo>
                    <a:pt x="10637" y="1"/>
                  </a:moveTo>
                  <a:lnTo>
                    <a:pt x="5228" y="389"/>
                  </a:lnTo>
                  <a:lnTo>
                    <a:pt x="1758" y="2899"/>
                  </a:lnTo>
                  <a:cubicBezTo>
                    <a:pt x="1758" y="2899"/>
                    <a:pt x="1" y="7693"/>
                    <a:pt x="1393" y="10272"/>
                  </a:cubicBezTo>
                  <a:cubicBezTo>
                    <a:pt x="2785" y="12851"/>
                    <a:pt x="2785" y="17393"/>
                    <a:pt x="2694" y="21274"/>
                  </a:cubicBezTo>
                  <a:cubicBezTo>
                    <a:pt x="2694" y="21274"/>
                    <a:pt x="6185" y="22881"/>
                    <a:pt x="9873" y="22881"/>
                  </a:cubicBezTo>
                  <a:cubicBezTo>
                    <a:pt x="11797" y="22881"/>
                    <a:pt x="13775" y="22444"/>
                    <a:pt x="15339" y="21114"/>
                  </a:cubicBezTo>
                  <a:cubicBezTo>
                    <a:pt x="15339" y="21114"/>
                    <a:pt x="16115" y="3904"/>
                    <a:pt x="14723" y="2009"/>
                  </a:cubicBezTo>
                  <a:cubicBezTo>
                    <a:pt x="13331" y="115"/>
                    <a:pt x="10637" y="1"/>
                    <a:pt x="10637" y="1"/>
                  </a:cubicBez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41"/>
            <p:cNvSpPr/>
            <p:nvPr/>
          </p:nvSpPr>
          <p:spPr>
            <a:xfrm>
              <a:off x="6268480" y="2773473"/>
              <a:ext cx="15372" cy="296139"/>
            </a:xfrm>
            <a:custGeom>
              <a:avLst/>
              <a:gdLst/>
              <a:ahLst/>
              <a:cxnLst/>
              <a:rect l="l" t="t" r="r" b="b"/>
              <a:pathLst>
                <a:path w="891" h="17165" extrusionOk="0">
                  <a:moveTo>
                    <a:pt x="0" y="0"/>
                  </a:moveTo>
                  <a:cubicBezTo>
                    <a:pt x="205" y="320"/>
                    <a:pt x="274" y="662"/>
                    <a:pt x="342" y="1004"/>
                  </a:cubicBezTo>
                  <a:cubicBezTo>
                    <a:pt x="411" y="1370"/>
                    <a:pt x="479" y="1712"/>
                    <a:pt x="502" y="2077"/>
                  </a:cubicBezTo>
                  <a:cubicBezTo>
                    <a:pt x="593" y="2785"/>
                    <a:pt x="639" y="3515"/>
                    <a:pt x="685" y="4223"/>
                  </a:cubicBezTo>
                  <a:cubicBezTo>
                    <a:pt x="753" y="5661"/>
                    <a:pt x="776" y="7099"/>
                    <a:pt x="799" y="8537"/>
                  </a:cubicBezTo>
                  <a:cubicBezTo>
                    <a:pt x="822" y="11413"/>
                    <a:pt x="753" y="14289"/>
                    <a:pt x="708" y="17165"/>
                  </a:cubicBezTo>
                  <a:cubicBezTo>
                    <a:pt x="822" y="14289"/>
                    <a:pt x="890" y="11413"/>
                    <a:pt x="867" y="8537"/>
                  </a:cubicBezTo>
                  <a:cubicBezTo>
                    <a:pt x="867" y="7099"/>
                    <a:pt x="822" y="5661"/>
                    <a:pt x="753" y="4223"/>
                  </a:cubicBezTo>
                  <a:cubicBezTo>
                    <a:pt x="708" y="3515"/>
                    <a:pt x="639" y="2785"/>
                    <a:pt x="548" y="2077"/>
                  </a:cubicBezTo>
                  <a:cubicBezTo>
                    <a:pt x="502" y="1712"/>
                    <a:pt x="457" y="1370"/>
                    <a:pt x="365" y="1004"/>
                  </a:cubicBezTo>
                  <a:cubicBezTo>
                    <a:pt x="297" y="662"/>
                    <a:pt x="205" y="297"/>
                    <a:pt x="0" y="0"/>
                  </a:cubicBezTo>
                  <a:close/>
                </a:path>
              </a:pathLst>
            </a:custGeom>
            <a:solidFill>
              <a:srgbClr val="DBD0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1"/>
            <p:cNvSpPr/>
            <p:nvPr/>
          </p:nvSpPr>
          <p:spPr>
            <a:xfrm>
              <a:off x="6085362" y="2552400"/>
              <a:ext cx="35454" cy="92422"/>
            </a:xfrm>
            <a:custGeom>
              <a:avLst/>
              <a:gdLst/>
              <a:ahLst/>
              <a:cxnLst/>
              <a:rect l="l" t="t" r="r" b="b"/>
              <a:pathLst>
                <a:path w="2055" h="5357" extrusionOk="0">
                  <a:moveTo>
                    <a:pt x="1184" y="1"/>
                  </a:moveTo>
                  <a:cubicBezTo>
                    <a:pt x="835" y="1"/>
                    <a:pt x="537" y="336"/>
                    <a:pt x="411" y="671"/>
                  </a:cubicBezTo>
                  <a:cubicBezTo>
                    <a:pt x="0" y="1630"/>
                    <a:pt x="160" y="2908"/>
                    <a:pt x="320" y="3889"/>
                  </a:cubicBezTo>
                  <a:cubicBezTo>
                    <a:pt x="390" y="4260"/>
                    <a:pt x="967" y="5356"/>
                    <a:pt x="1425" y="5356"/>
                  </a:cubicBezTo>
                  <a:cubicBezTo>
                    <a:pt x="1559" y="5356"/>
                    <a:pt x="1683" y="5263"/>
                    <a:pt x="1781" y="5031"/>
                  </a:cubicBezTo>
                  <a:cubicBezTo>
                    <a:pt x="1849" y="4848"/>
                    <a:pt x="1849" y="4643"/>
                    <a:pt x="1849" y="4437"/>
                  </a:cubicBezTo>
                  <a:cubicBezTo>
                    <a:pt x="1849" y="3296"/>
                    <a:pt x="2055" y="2155"/>
                    <a:pt x="1918" y="1013"/>
                  </a:cubicBezTo>
                  <a:cubicBezTo>
                    <a:pt x="1872" y="580"/>
                    <a:pt x="1689" y="78"/>
                    <a:pt x="1278" y="9"/>
                  </a:cubicBezTo>
                  <a:cubicBezTo>
                    <a:pt x="1247" y="4"/>
                    <a:pt x="1215" y="1"/>
                    <a:pt x="1184" y="1"/>
                  </a:cubicBezTo>
                  <a:close/>
                </a:path>
              </a:pathLst>
            </a:custGeom>
            <a:solidFill>
              <a:srgbClr val="5E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41"/>
            <p:cNvSpPr/>
            <p:nvPr/>
          </p:nvSpPr>
          <p:spPr>
            <a:xfrm>
              <a:off x="6104650" y="2661625"/>
              <a:ext cx="87832" cy="113608"/>
            </a:xfrm>
            <a:custGeom>
              <a:avLst/>
              <a:gdLst/>
              <a:ahLst/>
              <a:cxnLst/>
              <a:rect l="l" t="t" r="r" b="b"/>
              <a:pathLst>
                <a:path w="5091" h="6585" extrusionOk="0">
                  <a:moveTo>
                    <a:pt x="1" y="1"/>
                  </a:moveTo>
                  <a:lnTo>
                    <a:pt x="1" y="4863"/>
                  </a:lnTo>
                  <a:cubicBezTo>
                    <a:pt x="1" y="4863"/>
                    <a:pt x="652" y="6584"/>
                    <a:pt x="2557" y="6584"/>
                  </a:cubicBezTo>
                  <a:cubicBezTo>
                    <a:pt x="2639" y="6584"/>
                    <a:pt x="2722" y="6581"/>
                    <a:pt x="2808" y="6574"/>
                  </a:cubicBezTo>
                  <a:cubicBezTo>
                    <a:pt x="4908" y="6392"/>
                    <a:pt x="5091" y="5228"/>
                    <a:pt x="5091" y="5228"/>
                  </a:cubicBezTo>
                  <a:lnTo>
                    <a:pt x="5091" y="2557"/>
                  </a:lnTo>
                  <a:lnTo>
                    <a:pt x="1" y="1"/>
                  </a:lnTo>
                  <a:close/>
                </a:path>
              </a:pathLst>
            </a:custGeom>
            <a:solidFill>
              <a:srgbClr val="6B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41"/>
            <p:cNvSpPr/>
            <p:nvPr/>
          </p:nvSpPr>
          <p:spPr>
            <a:xfrm>
              <a:off x="6104650" y="2661625"/>
              <a:ext cx="87832" cy="82726"/>
            </a:xfrm>
            <a:custGeom>
              <a:avLst/>
              <a:gdLst/>
              <a:ahLst/>
              <a:cxnLst/>
              <a:rect l="l" t="t" r="r" b="b"/>
              <a:pathLst>
                <a:path w="5091" h="4795" extrusionOk="0">
                  <a:moveTo>
                    <a:pt x="1" y="1"/>
                  </a:moveTo>
                  <a:lnTo>
                    <a:pt x="1" y="3082"/>
                  </a:lnTo>
                  <a:cubicBezTo>
                    <a:pt x="1644" y="3904"/>
                    <a:pt x="3333" y="4338"/>
                    <a:pt x="5091" y="4794"/>
                  </a:cubicBezTo>
                  <a:lnTo>
                    <a:pt x="5091" y="2557"/>
                  </a:lnTo>
                  <a:lnTo>
                    <a:pt x="1" y="1"/>
                  </a:lnTo>
                  <a:close/>
                </a:path>
              </a:pathLst>
            </a:custGeom>
            <a:solidFill>
              <a:srgbClr val="5E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41"/>
            <p:cNvSpPr/>
            <p:nvPr/>
          </p:nvSpPr>
          <p:spPr>
            <a:xfrm>
              <a:off x="6069610" y="2569480"/>
              <a:ext cx="158706" cy="155652"/>
            </a:xfrm>
            <a:custGeom>
              <a:avLst/>
              <a:gdLst/>
              <a:ahLst/>
              <a:cxnLst/>
              <a:rect l="l" t="t" r="r" b="b"/>
              <a:pathLst>
                <a:path w="9199" h="9022" extrusionOk="0">
                  <a:moveTo>
                    <a:pt x="2534" y="1"/>
                  </a:moveTo>
                  <a:lnTo>
                    <a:pt x="2397" y="3904"/>
                  </a:lnTo>
                  <a:cubicBezTo>
                    <a:pt x="2397" y="3904"/>
                    <a:pt x="1620" y="2987"/>
                    <a:pt x="1130" y="2987"/>
                  </a:cubicBezTo>
                  <a:cubicBezTo>
                    <a:pt x="1026" y="2987"/>
                    <a:pt x="935" y="3028"/>
                    <a:pt x="868" y="3128"/>
                  </a:cubicBezTo>
                  <a:cubicBezTo>
                    <a:pt x="0" y="4360"/>
                    <a:pt x="2032" y="5342"/>
                    <a:pt x="2032" y="5342"/>
                  </a:cubicBezTo>
                  <a:cubicBezTo>
                    <a:pt x="2032" y="5342"/>
                    <a:pt x="3241" y="8263"/>
                    <a:pt x="4953" y="8880"/>
                  </a:cubicBezTo>
                  <a:cubicBezTo>
                    <a:pt x="5238" y="8980"/>
                    <a:pt x="5524" y="9022"/>
                    <a:pt x="5802" y="9022"/>
                  </a:cubicBezTo>
                  <a:cubicBezTo>
                    <a:pt x="7172" y="9022"/>
                    <a:pt x="8354" y="8012"/>
                    <a:pt x="8354" y="8012"/>
                  </a:cubicBezTo>
                  <a:cubicBezTo>
                    <a:pt x="9199" y="6574"/>
                    <a:pt x="8948" y="1"/>
                    <a:pt x="8948" y="1"/>
                  </a:cubicBezTo>
                  <a:close/>
                </a:path>
              </a:pathLst>
            </a:custGeom>
            <a:solidFill>
              <a:srgbClr val="6B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41"/>
            <p:cNvSpPr/>
            <p:nvPr/>
          </p:nvSpPr>
          <p:spPr>
            <a:xfrm>
              <a:off x="6094419" y="2530730"/>
              <a:ext cx="129963" cy="64783"/>
            </a:xfrm>
            <a:custGeom>
              <a:avLst/>
              <a:gdLst/>
              <a:ahLst/>
              <a:cxnLst/>
              <a:rect l="l" t="t" r="r" b="b"/>
              <a:pathLst>
                <a:path w="7533" h="3755" extrusionOk="0">
                  <a:moveTo>
                    <a:pt x="3928" y="1"/>
                  </a:moveTo>
                  <a:cubicBezTo>
                    <a:pt x="2861" y="1"/>
                    <a:pt x="1553" y="370"/>
                    <a:pt x="0" y="1402"/>
                  </a:cubicBezTo>
                  <a:cubicBezTo>
                    <a:pt x="0" y="1402"/>
                    <a:pt x="1532" y="3755"/>
                    <a:pt x="4069" y="3755"/>
                  </a:cubicBezTo>
                  <a:cubicBezTo>
                    <a:pt x="4105" y="3755"/>
                    <a:pt x="4141" y="3754"/>
                    <a:pt x="4177" y="3753"/>
                  </a:cubicBezTo>
                  <a:cubicBezTo>
                    <a:pt x="6757" y="3662"/>
                    <a:pt x="7533" y="2817"/>
                    <a:pt x="7510" y="2247"/>
                  </a:cubicBezTo>
                  <a:cubicBezTo>
                    <a:pt x="7510" y="1867"/>
                    <a:pt x="6328" y="1"/>
                    <a:pt x="3928" y="1"/>
                  </a:cubicBezTo>
                  <a:close/>
                </a:path>
              </a:pathLst>
            </a:custGeom>
            <a:solidFill>
              <a:srgbClr val="38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41"/>
            <p:cNvSpPr/>
            <p:nvPr/>
          </p:nvSpPr>
          <p:spPr>
            <a:xfrm>
              <a:off x="6297999" y="3901683"/>
              <a:ext cx="48065" cy="447754"/>
            </a:xfrm>
            <a:custGeom>
              <a:avLst/>
              <a:gdLst/>
              <a:ahLst/>
              <a:cxnLst/>
              <a:rect l="l" t="t" r="r" b="b"/>
              <a:pathLst>
                <a:path w="2786" h="25953" extrusionOk="0">
                  <a:moveTo>
                    <a:pt x="1" y="1"/>
                  </a:moveTo>
                  <a:lnTo>
                    <a:pt x="1" y="25268"/>
                  </a:lnTo>
                  <a:lnTo>
                    <a:pt x="1462" y="25953"/>
                  </a:lnTo>
                  <a:lnTo>
                    <a:pt x="2786" y="25085"/>
                  </a:lnTo>
                  <a:lnTo>
                    <a:pt x="2740" y="92"/>
                  </a:lnTo>
                  <a:lnTo>
                    <a:pt x="1462" y="822"/>
                  </a:ln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41"/>
            <p:cNvSpPr/>
            <p:nvPr/>
          </p:nvSpPr>
          <p:spPr>
            <a:xfrm>
              <a:off x="6321238" y="3961929"/>
              <a:ext cx="1587" cy="371360"/>
            </a:xfrm>
            <a:custGeom>
              <a:avLst/>
              <a:gdLst/>
              <a:ahLst/>
              <a:cxnLst/>
              <a:rect l="l" t="t" r="r" b="b"/>
              <a:pathLst>
                <a:path w="92" h="21525" extrusionOk="0">
                  <a:moveTo>
                    <a:pt x="46" y="1"/>
                  </a:moveTo>
                  <a:cubicBezTo>
                    <a:pt x="1" y="3584"/>
                    <a:pt x="23" y="7168"/>
                    <a:pt x="1" y="10751"/>
                  </a:cubicBezTo>
                  <a:cubicBezTo>
                    <a:pt x="23" y="14358"/>
                    <a:pt x="1" y="17941"/>
                    <a:pt x="46" y="21525"/>
                  </a:cubicBezTo>
                  <a:cubicBezTo>
                    <a:pt x="92" y="17941"/>
                    <a:pt x="69" y="14358"/>
                    <a:pt x="92" y="10751"/>
                  </a:cubicBezTo>
                  <a:cubicBezTo>
                    <a:pt x="69" y="7168"/>
                    <a:pt x="92" y="3584"/>
                    <a:pt x="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41"/>
            <p:cNvSpPr/>
            <p:nvPr/>
          </p:nvSpPr>
          <p:spPr>
            <a:xfrm>
              <a:off x="5478919" y="3427170"/>
              <a:ext cx="28760" cy="452878"/>
            </a:xfrm>
            <a:custGeom>
              <a:avLst/>
              <a:gdLst/>
              <a:ahLst/>
              <a:cxnLst/>
              <a:rect l="l" t="t" r="r" b="b"/>
              <a:pathLst>
                <a:path w="1667" h="26250" extrusionOk="0">
                  <a:moveTo>
                    <a:pt x="0" y="0"/>
                  </a:moveTo>
                  <a:lnTo>
                    <a:pt x="0" y="25199"/>
                  </a:lnTo>
                  <a:lnTo>
                    <a:pt x="1667" y="26249"/>
                  </a:lnTo>
                  <a:lnTo>
                    <a:pt x="1667" y="1164"/>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1"/>
            <p:cNvSpPr/>
            <p:nvPr/>
          </p:nvSpPr>
          <p:spPr>
            <a:xfrm>
              <a:off x="7793635" y="3047546"/>
              <a:ext cx="29554" cy="451705"/>
            </a:xfrm>
            <a:custGeom>
              <a:avLst/>
              <a:gdLst/>
              <a:ahLst/>
              <a:cxnLst/>
              <a:rect l="l" t="t" r="r" b="b"/>
              <a:pathLst>
                <a:path w="1713" h="26182" extrusionOk="0">
                  <a:moveTo>
                    <a:pt x="1712" y="1"/>
                  </a:moveTo>
                  <a:lnTo>
                    <a:pt x="0" y="982"/>
                  </a:lnTo>
                  <a:lnTo>
                    <a:pt x="0" y="26181"/>
                  </a:lnTo>
                  <a:lnTo>
                    <a:pt x="1712" y="25177"/>
                  </a:lnTo>
                  <a:lnTo>
                    <a:pt x="17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41"/>
            <p:cNvSpPr/>
            <p:nvPr/>
          </p:nvSpPr>
          <p:spPr>
            <a:xfrm>
              <a:off x="5478919" y="2559646"/>
              <a:ext cx="2344270" cy="1356236"/>
            </a:xfrm>
            <a:custGeom>
              <a:avLst/>
              <a:gdLst/>
              <a:ahLst/>
              <a:cxnLst/>
              <a:rect l="l" t="t" r="r" b="b"/>
              <a:pathLst>
                <a:path w="135880" h="78611" extrusionOk="0">
                  <a:moveTo>
                    <a:pt x="86942" y="0"/>
                  </a:moveTo>
                  <a:lnTo>
                    <a:pt x="0" y="50284"/>
                  </a:lnTo>
                  <a:lnTo>
                    <a:pt x="48938" y="78610"/>
                  </a:lnTo>
                  <a:lnTo>
                    <a:pt x="135879" y="28281"/>
                  </a:lnTo>
                  <a:lnTo>
                    <a:pt x="869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41"/>
            <p:cNvSpPr/>
            <p:nvPr/>
          </p:nvSpPr>
          <p:spPr>
            <a:xfrm>
              <a:off x="5478919" y="3427170"/>
              <a:ext cx="844303" cy="523751"/>
            </a:xfrm>
            <a:custGeom>
              <a:avLst/>
              <a:gdLst/>
              <a:ahLst/>
              <a:cxnLst/>
              <a:rect l="l" t="t" r="r" b="b"/>
              <a:pathLst>
                <a:path w="48938" h="30358" extrusionOk="0">
                  <a:moveTo>
                    <a:pt x="0" y="0"/>
                  </a:moveTo>
                  <a:lnTo>
                    <a:pt x="0" y="2077"/>
                  </a:lnTo>
                  <a:lnTo>
                    <a:pt x="48938" y="30358"/>
                  </a:lnTo>
                  <a:lnTo>
                    <a:pt x="48938" y="28326"/>
                  </a:lnTo>
                  <a:lnTo>
                    <a:pt x="0" y="0"/>
                  </a:ln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41"/>
            <p:cNvSpPr/>
            <p:nvPr/>
          </p:nvSpPr>
          <p:spPr>
            <a:xfrm>
              <a:off x="6323205" y="3047546"/>
              <a:ext cx="1499984" cy="903375"/>
            </a:xfrm>
            <a:custGeom>
              <a:avLst/>
              <a:gdLst/>
              <a:ahLst/>
              <a:cxnLst/>
              <a:rect l="l" t="t" r="r" b="b"/>
              <a:pathLst>
                <a:path w="86943" h="52362" extrusionOk="0">
                  <a:moveTo>
                    <a:pt x="86942" y="1"/>
                  </a:moveTo>
                  <a:lnTo>
                    <a:pt x="1" y="50330"/>
                  </a:lnTo>
                  <a:lnTo>
                    <a:pt x="1" y="52362"/>
                  </a:lnTo>
                  <a:lnTo>
                    <a:pt x="86942" y="1804"/>
                  </a:lnTo>
                  <a:lnTo>
                    <a:pt x="86942" y="1"/>
                  </a:ln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41"/>
            <p:cNvSpPr/>
            <p:nvPr/>
          </p:nvSpPr>
          <p:spPr>
            <a:xfrm>
              <a:off x="5478919" y="2559646"/>
              <a:ext cx="1499967" cy="1356236"/>
            </a:xfrm>
            <a:custGeom>
              <a:avLst/>
              <a:gdLst/>
              <a:ahLst/>
              <a:cxnLst/>
              <a:rect l="l" t="t" r="r" b="b"/>
              <a:pathLst>
                <a:path w="86942" h="78611" extrusionOk="0">
                  <a:moveTo>
                    <a:pt x="86942" y="0"/>
                  </a:moveTo>
                  <a:lnTo>
                    <a:pt x="0" y="50284"/>
                  </a:lnTo>
                  <a:lnTo>
                    <a:pt x="48938" y="78610"/>
                  </a:lnTo>
                  <a:lnTo>
                    <a:pt x="86942" y="0"/>
                  </a:lnTo>
                  <a:close/>
                </a:path>
              </a:pathLst>
            </a:custGeom>
            <a:solidFill>
              <a:srgbClr val="C3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41"/>
            <p:cNvSpPr/>
            <p:nvPr/>
          </p:nvSpPr>
          <p:spPr>
            <a:xfrm>
              <a:off x="6792214" y="2994391"/>
              <a:ext cx="282372" cy="209514"/>
            </a:xfrm>
            <a:custGeom>
              <a:avLst/>
              <a:gdLst/>
              <a:ahLst/>
              <a:cxnLst/>
              <a:rect l="l" t="t" r="r" b="b"/>
              <a:pathLst>
                <a:path w="16367" h="12144" extrusionOk="0">
                  <a:moveTo>
                    <a:pt x="1" y="0"/>
                  </a:moveTo>
                  <a:lnTo>
                    <a:pt x="1" y="2876"/>
                  </a:lnTo>
                  <a:lnTo>
                    <a:pt x="16366" y="12143"/>
                  </a:lnTo>
                  <a:lnTo>
                    <a:pt x="16366" y="12143"/>
                  </a:lnTo>
                  <a:lnTo>
                    <a:pt x="16344" y="9313"/>
                  </a:lnTo>
                  <a:lnTo>
                    <a:pt x="1" y="0"/>
                  </a:lnTo>
                  <a:close/>
                </a:path>
              </a:pathLst>
            </a:custGeom>
            <a:solidFill>
              <a:srgbClr val="F7F4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41"/>
            <p:cNvSpPr/>
            <p:nvPr/>
          </p:nvSpPr>
          <p:spPr>
            <a:xfrm>
              <a:off x="7074171" y="3047546"/>
              <a:ext cx="183135" cy="156359"/>
            </a:xfrm>
            <a:custGeom>
              <a:avLst/>
              <a:gdLst/>
              <a:ahLst/>
              <a:cxnLst/>
              <a:rect l="l" t="t" r="r" b="b"/>
              <a:pathLst>
                <a:path w="10615" h="9063" extrusionOk="0">
                  <a:moveTo>
                    <a:pt x="10614" y="1"/>
                  </a:moveTo>
                  <a:lnTo>
                    <a:pt x="1" y="6232"/>
                  </a:lnTo>
                  <a:lnTo>
                    <a:pt x="23" y="9062"/>
                  </a:lnTo>
                  <a:lnTo>
                    <a:pt x="10614" y="2397"/>
                  </a:lnTo>
                  <a:lnTo>
                    <a:pt x="10614" y="1"/>
                  </a:lnTo>
                  <a:close/>
                </a:path>
              </a:pathLst>
            </a:custGeom>
            <a:solidFill>
              <a:srgbClr val="F7F4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41"/>
            <p:cNvSpPr/>
            <p:nvPr/>
          </p:nvSpPr>
          <p:spPr>
            <a:xfrm>
              <a:off x="7157259" y="2981003"/>
              <a:ext cx="29157" cy="29933"/>
            </a:xfrm>
            <a:custGeom>
              <a:avLst/>
              <a:gdLst/>
              <a:ahLst/>
              <a:cxnLst/>
              <a:rect l="l" t="t" r="r" b="b"/>
              <a:pathLst>
                <a:path w="1690" h="1735" extrusionOk="0">
                  <a:moveTo>
                    <a:pt x="1690" y="0"/>
                  </a:moveTo>
                  <a:lnTo>
                    <a:pt x="1" y="867"/>
                  </a:lnTo>
                  <a:lnTo>
                    <a:pt x="1690" y="1735"/>
                  </a:lnTo>
                  <a:lnTo>
                    <a:pt x="1690" y="0"/>
                  </a:lnTo>
                  <a:close/>
                </a:path>
              </a:pathLst>
            </a:custGeom>
            <a:solidFill>
              <a:srgbClr val="F7F4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1"/>
            <p:cNvSpPr/>
            <p:nvPr/>
          </p:nvSpPr>
          <p:spPr>
            <a:xfrm>
              <a:off x="6792214" y="2884131"/>
              <a:ext cx="465093" cy="270933"/>
            </a:xfrm>
            <a:custGeom>
              <a:avLst/>
              <a:gdLst/>
              <a:ahLst/>
              <a:cxnLst/>
              <a:rect l="l" t="t" r="r" b="b"/>
              <a:pathLst>
                <a:path w="26958" h="15704" extrusionOk="0">
                  <a:moveTo>
                    <a:pt x="10706" y="0"/>
                  </a:moveTo>
                  <a:lnTo>
                    <a:pt x="1" y="6391"/>
                  </a:lnTo>
                  <a:lnTo>
                    <a:pt x="16344" y="15704"/>
                  </a:lnTo>
                  <a:lnTo>
                    <a:pt x="26957" y="9473"/>
                  </a:lnTo>
                  <a:lnTo>
                    <a:pt x="107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1"/>
            <p:cNvSpPr/>
            <p:nvPr/>
          </p:nvSpPr>
          <p:spPr>
            <a:xfrm>
              <a:off x="7071014" y="2927434"/>
              <a:ext cx="115402" cy="66577"/>
            </a:xfrm>
            <a:custGeom>
              <a:avLst/>
              <a:gdLst/>
              <a:ahLst/>
              <a:cxnLst/>
              <a:rect l="l" t="t" r="r" b="b"/>
              <a:pathLst>
                <a:path w="6689" h="3859" extrusionOk="0">
                  <a:moveTo>
                    <a:pt x="1211" y="1"/>
                  </a:moveTo>
                  <a:lnTo>
                    <a:pt x="1" y="686"/>
                  </a:lnTo>
                  <a:lnTo>
                    <a:pt x="5456" y="3858"/>
                  </a:lnTo>
                  <a:lnTo>
                    <a:pt x="6689" y="3105"/>
                  </a:lnTo>
                  <a:lnTo>
                    <a:pt x="121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41"/>
            <p:cNvSpPr/>
            <p:nvPr/>
          </p:nvSpPr>
          <p:spPr>
            <a:xfrm>
              <a:off x="7106071" y="2312728"/>
              <a:ext cx="813197" cy="656078"/>
            </a:xfrm>
            <a:custGeom>
              <a:avLst/>
              <a:gdLst/>
              <a:ahLst/>
              <a:cxnLst/>
              <a:rect l="l" t="t" r="r" b="b"/>
              <a:pathLst>
                <a:path w="47135" h="38028" extrusionOk="0">
                  <a:moveTo>
                    <a:pt x="0" y="34969"/>
                  </a:moveTo>
                  <a:cubicBezTo>
                    <a:pt x="0" y="34969"/>
                    <a:pt x="0" y="34969"/>
                    <a:pt x="0" y="34969"/>
                  </a:cubicBezTo>
                  <a:lnTo>
                    <a:pt x="0" y="34969"/>
                  </a:lnTo>
                  <a:lnTo>
                    <a:pt x="5615" y="38027"/>
                  </a:lnTo>
                  <a:lnTo>
                    <a:pt x="47135" y="27071"/>
                  </a:lnTo>
                  <a:lnTo>
                    <a:pt x="34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41"/>
            <p:cNvSpPr/>
            <p:nvPr/>
          </p:nvSpPr>
          <p:spPr>
            <a:xfrm>
              <a:off x="5875071" y="3453549"/>
              <a:ext cx="391839" cy="227629"/>
            </a:xfrm>
            <a:custGeom>
              <a:avLst/>
              <a:gdLst/>
              <a:ahLst/>
              <a:cxnLst/>
              <a:rect l="l" t="t" r="r" b="b"/>
              <a:pathLst>
                <a:path w="22712" h="13194" extrusionOk="0">
                  <a:moveTo>
                    <a:pt x="8537" y="0"/>
                  </a:moveTo>
                  <a:lnTo>
                    <a:pt x="1" y="4839"/>
                  </a:lnTo>
                  <a:lnTo>
                    <a:pt x="14107" y="13193"/>
                  </a:lnTo>
                  <a:lnTo>
                    <a:pt x="22712" y="8103"/>
                  </a:lnTo>
                  <a:lnTo>
                    <a:pt x="8537" y="0"/>
                  </a:lnTo>
                  <a:close/>
                </a:path>
              </a:pathLst>
            </a:custGeom>
            <a:solidFill>
              <a:srgbClr val="38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41"/>
            <p:cNvSpPr/>
            <p:nvPr/>
          </p:nvSpPr>
          <p:spPr>
            <a:xfrm>
              <a:off x="6022356" y="3278695"/>
              <a:ext cx="244554" cy="314668"/>
            </a:xfrm>
            <a:custGeom>
              <a:avLst/>
              <a:gdLst/>
              <a:ahLst/>
              <a:cxnLst/>
              <a:rect l="l" t="t" r="r" b="b"/>
              <a:pathLst>
                <a:path w="14175" h="18239" extrusionOk="0">
                  <a:moveTo>
                    <a:pt x="114" y="1"/>
                  </a:moveTo>
                  <a:lnTo>
                    <a:pt x="0" y="10135"/>
                  </a:lnTo>
                  <a:lnTo>
                    <a:pt x="14175" y="18238"/>
                  </a:lnTo>
                  <a:lnTo>
                    <a:pt x="14175" y="8287"/>
                  </a:lnTo>
                  <a:lnTo>
                    <a:pt x="114" y="1"/>
                  </a:lnTo>
                  <a:close/>
                </a:path>
              </a:pathLst>
            </a:custGeom>
            <a:solidFill>
              <a:srgbClr val="38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1"/>
            <p:cNvSpPr/>
            <p:nvPr/>
          </p:nvSpPr>
          <p:spPr>
            <a:xfrm>
              <a:off x="6037313" y="3303901"/>
              <a:ext cx="214638" cy="270157"/>
            </a:xfrm>
            <a:custGeom>
              <a:avLst/>
              <a:gdLst/>
              <a:ahLst/>
              <a:cxnLst/>
              <a:rect l="l" t="t" r="r" b="b"/>
              <a:pathLst>
                <a:path w="12441" h="15659" extrusionOk="0">
                  <a:moveTo>
                    <a:pt x="92" y="1"/>
                  </a:moveTo>
                  <a:lnTo>
                    <a:pt x="1" y="8560"/>
                  </a:lnTo>
                  <a:lnTo>
                    <a:pt x="12440" y="15659"/>
                  </a:lnTo>
                  <a:lnTo>
                    <a:pt x="12440" y="7214"/>
                  </a:lnTo>
                  <a:lnTo>
                    <a:pt x="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41"/>
            <p:cNvSpPr/>
            <p:nvPr/>
          </p:nvSpPr>
          <p:spPr>
            <a:xfrm>
              <a:off x="6037313" y="3303901"/>
              <a:ext cx="214638" cy="270157"/>
            </a:xfrm>
            <a:custGeom>
              <a:avLst/>
              <a:gdLst/>
              <a:ahLst/>
              <a:cxnLst/>
              <a:rect l="l" t="t" r="r" b="b"/>
              <a:pathLst>
                <a:path w="12441" h="15659" extrusionOk="0">
                  <a:moveTo>
                    <a:pt x="92" y="1"/>
                  </a:moveTo>
                  <a:lnTo>
                    <a:pt x="1" y="8560"/>
                  </a:lnTo>
                  <a:lnTo>
                    <a:pt x="12440" y="15659"/>
                  </a:lnTo>
                  <a:lnTo>
                    <a:pt x="92" y="1"/>
                  </a:lnTo>
                  <a:close/>
                </a:path>
              </a:pathLst>
            </a:custGeom>
            <a:solidFill>
              <a:srgbClr val="D5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41"/>
            <p:cNvSpPr/>
            <p:nvPr/>
          </p:nvSpPr>
          <p:spPr>
            <a:xfrm>
              <a:off x="5875071" y="3537034"/>
              <a:ext cx="243381" cy="151235"/>
            </a:xfrm>
            <a:custGeom>
              <a:avLst/>
              <a:gdLst/>
              <a:ahLst/>
              <a:cxnLst/>
              <a:rect l="l" t="t" r="r" b="b"/>
              <a:pathLst>
                <a:path w="14107" h="8766" extrusionOk="0">
                  <a:moveTo>
                    <a:pt x="1" y="0"/>
                  </a:moveTo>
                  <a:lnTo>
                    <a:pt x="1" y="411"/>
                  </a:lnTo>
                  <a:lnTo>
                    <a:pt x="14107" y="8765"/>
                  </a:lnTo>
                  <a:lnTo>
                    <a:pt x="14107" y="8354"/>
                  </a:lnTo>
                  <a:lnTo>
                    <a:pt x="1" y="0"/>
                  </a:lnTo>
                  <a:close/>
                </a:path>
              </a:pathLst>
            </a:custGeom>
            <a:solidFill>
              <a:srgbClr val="27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41"/>
            <p:cNvSpPr/>
            <p:nvPr/>
          </p:nvSpPr>
          <p:spPr>
            <a:xfrm>
              <a:off x="6118435" y="3593346"/>
              <a:ext cx="148475" cy="94923"/>
            </a:xfrm>
            <a:custGeom>
              <a:avLst/>
              <a:gdLst/>
              <a:ahLst/>
              <a:cxnLst/>
              <a:rect l="l" t="t" r="r" b="b"/>
              <a:pathLst>
                <a:path w="8606" h="5502" extrusionOk="0">
                  <a:moveTo>
                    <a:pt x="8606" y="0"/>
                  </a:moveTo>
                  <a:lnTo>
                    <a:pt x="1" y="5090"/>
                  </a:lnTo>
                  <a:lnTo>
                    <a:pt x="1" y="5501"/>
                  </a:lnTo>
                  <a:lnTo>
                    <a:pt x="8606" y="411"/>
                  </a:lnTo>
                  <a:lnTo>
                    <a:pt x="8606" y="0"/>
                  </a:lnTo>
                  <a:close/>
                </a:path>
              </a:pathLst>
            </a:custGeom>
            <a:solidFill>
              <a:srgbClr val="27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41"/>
            <p:cNvSpPr/>
            <p:nvPr/>
          </p:nvSpPr>
          <p:spPr>
            <a:xfrm>
              <a:off x="6024322" y="3275555"/>
              <a:ext cx="246521" cy="146111"/>
            </a:xfrm>
            <a:custGeom>
              <a:avLst/>
              <a:gdLst/>
              <a:ahLst/>
              <a:cxnLst/>
              <a:rect l="l" t="t" r="r" b="b"/>
              <a:pathLst>
                <a:path w="14289" h="8469" extrusionOk="0">
                  <a:moveTo>
                    <a:pt x="229" y="0"/>
                  </a:moveTo>
                  <a:lnTo>
                    <a:pt x="0" y="183"/>
                  </a:lnTo>
                  <a:lnTo>
                    <a:pt x="14061" y="8469"/>
                  </a:lnTo>
                  <a:lnTo>
                    <a:pt x="14289" y="8286"/>
                  </a:lnTo>
                  <a:lnTo>
                    <a:pt x="229" y="0"/>
                  </a:lnTo>
                  <a:close/>
                </a:path>
              </a:pathLst>
            </a:custGeom>
            <a:solidFill>
              <a:srgbClr val="4B4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1"/>
            <p:cNvSpPr/>
            <p:nvPr/>
          </p:nvSpPr>
          <p:spPr>
            <a:xfrm>
              <a:off x="6266892" y="3418492"/>
              <a:ext cx="4348" cy="181962"/>
            </a:xfrm>
            <a:custGeom>
              <a:avLst/>
              <a:gdLst/>
              <a:ahLst/>
              <a:cxnLst/>
              <a:rect l="l" t="t" r="r" b="b"/>
              <a:pathLst>
                <a:path w="252" h="10547" extrusionOk="0">
                  <a:moveTo>
                    <a:pt x="229" y="1"/>
                  </a:moveTo>
                  <a:lnTo>
                    <a:pt x="1" y="184"/>
                  </a:lnTo>
                  <a:lnTo>
                    <a:pt x="1" y="10546"/>
                  </a:lnTo>
                  <a:lnTo>
                    <a:pt x="252" y="10318"/>
                  </a:lnTo>
                  <a:lnTo>
                    <a:pt x="229" y="1"/>
                  </a:lnTo>
                  <a:close/>
                </a:path>
              </a:pathLst>
            </a:custGeom>
            <a:solidFill>
              <a:srgbClr val="27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41"/>
            <p:cNvSpPr/>
            <p:nvPr/>
          </p:nvSpPr>
          <p:spPr>
            <a:xfrm>
              <a:off x="6028653" y="3457086"/>
              <a:ext cx="229993" cy="131550"/>
            </a:xfrm>
            <a:custGeom>
              <a:avLst/>
              <a:gdLst/>
              <a:ahLst/>
              <a:cxnLst/>
              <a:rect l="l" t="t" r="r" b="b"/>
              <a:pathLst>
                <a:path w="13331" h="7625" extrusionOk="0">
                  <a:moveTo>
                    <a:pt x="0" y="1"/>
                  </a:moveTo>
                  <a:lnTo>
                    <a:pt x="0" y="1"/>
                  </a:lnTo>
                  <a:cubicBezTo>
                    <a:pt x="1096" y="663"/>
                    <a:pt x="2192" y="1325"/>
                    <a:pt x="3287" y="1964"/>
                  </a:cubicBezTo>
                  <a:lnTo>
                    <a:pt x="6620" y="3881"/>
                  </a:lnTo>
                  <a:lnTo>
                    <a:pt x="9952" y="5776"/>
                  </a:lnTo>
                  <a:cubicBezTo>
                    <a:pt x="11071" y="6392"/>
                    <a:pt x="12189" y="7008"/>
                    <a:pt x="13330" y="7624"/>
                  </a:cubicBezTo>
                  <a:cubicBezTo>
                    <a:pt x="12235" y="6962"/>
                    <a:pt x="11139" y="6301"/>
                    <a:pt x="10021" y="5661"/>
                  </a:cubicBezTo>
                  <a:lnTo>
                    <a:pt x="6711" y="3744"/>
                  </a:lnTo>
                  <a:lnTo>
                    <a:pt x="3356" y="1850"/>
                  </a:lnTo>
                  <a:cubicBezTo>
                    <a:pt x="2237" y="1233"/>
                    <a:pt x="1119" y="617"/>
                    <a:pt x="0" y="1"/>
                  </a:cubicBezTo>
                  <a:close/>
                </a:path>
              </a:pathLst>
            </a:custGeom>
            <a:solidFill>
              <a:srgbClr val="27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41"/>
            <p:cNvSpPr/>
            <p:nvPr/>
          </p:nvSpPr>
          <p:spPr>
            <a:xfrm>
              <a:off x="6139310" y="3351553"/>
              <a:ext cx="6314" cy="8281"/>
            </a:xfrm>
            <a:custGeom>
              <a:avLst/>
              <a:gdLst/>
              <a:ahLst/>
              <a:cxnLst/>
              <a:rect l="l" t="t" r="r" b="b"/>
              <a:pathLst>
                <a:path w="366" h="480" extrusionOk="0">
                  <a:moveTo>
                    <a:pt x="183" y="1"/>
                  </a:moveTo>
                  <a:cubicBezTo>
                    <a:pt x="92" y="1"/>
                    <a:pt x="0" y="115"/>
                    <a:pt x="0" y="229"/>
                  </a:cubicBezTo>
                  <a:cubicBezTo>
                    <a:pt x="0" y="366"/>
                    <a:pt x="92" y="480"/>
                    <a:pt x="183" y="480"/>
                  </a:cubicBezTo>
                  <a:cubicBezTo>
                    <a:pt x="297" y="480"/>
                    <a:pt x="366" y="366"/>
                    <a:pt x="366" y="229"/>
                  </a:cubicBezTo>
                  <a:cubicBezTo>
                    <a:pt x="366" y="115"/>
                    <a:pt x="297" y="1"/>
                    <a:pt x="183" y="1"/>
                  </a:cubicBezTo>
                  <a:close/>
                </a:path>
              </a:pathLst>
            </a:custGeom>
            <a:solidFill>
              <a:srgbClr val="4B4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1"/>
            <p:cNvSpPr/>
            <p:nvPr/>
          </p:nvSpPr>
          <p:spPr>
            <a:xfrm>
              <a:off x="5905780" y="3471664"/>
              <a:ext cx="330420" cy="191399"/>
            </a:xfrm>
            <a:custGeom>
              <a:avLst/>
              <a:gdLst/>
              <a:ahLst/>
              <a:cxnLst/>
              <a:rect l="l" t="t" r="r" b="b"/>
              <a:pathLst>
                <a:path w="19152" h="11094" extrusionOk="0">
                  <a:moveTo>
                    <a:pt x="7191" y="0"/>
                  </a:moveTo>
                  <a:lnTo>
                    <a:pt x="1" y="4063"/>
                  </a:lnTo>
                  <a:lnTo>
                    <a:pt x="11893" y="11093"/>
                  </a:lnTo>
                  <a:lnTo>
                    <a:pt x="19151" y="6825"/>
                  </a:lnTo>
                  <a:lnTo>
                    <a:pt x="7191" y="0"/>
                  </a:lnTo>
                  <a:close/>
                </a:path>
              </a:pathLst>
            </a:custGeom>
            <a:solidFill>
              <a:srgbClr val="4B4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41"/>
            <p:cNvSpPr/>
            <p:nvPr/>
          </p:nvSpPr>
          <p:spPr>
            <a:xfrm>
              <a:off x="5912095" y="3477185"/>
              <a:ext cx="315824" cy="177994"/>
            </a:xfrm>
            <a:custGeom>
              <a:avLst/>
              <a:gdLst/>
              <a:ahLst/>
              <a:cxnLst/>
              <a:rect l="l" t="t" r="r" b="b"/>
              <a:pathLst>
                <a:path w="18306" h="10317" extrusionOk="0">
                  <a:moveTo>
                    <a:pt x="6756" y="434"/>
                  </a:moveTo>
                  <a:cubicBezTo>
                    <a:pt x="6939" y="548"/>
                    <a:pt x="7122" y="662"/>
                    <a:pt x="7327" y="776"/>
                  </a:cubicBezTo>
                  <a:cubicBezTo>
                    <a:pt x="7076" y="890"/>
                    <a:pt x="6848" y="1027"/>
                    <a:pt x="6597" y="1141"/>
                  </a:cubicBezTo>
                  <a:cubicBezTo>
                    <a:pt x="6414" y="1050"/>
                    <a:pt x="6231" y="936"/>
                    <a:pt x="6049" y="844"/>
                  </a:cubicBezTo>
                  <a:cubicBezTo>
                    <a:pt x="6277" y="707"/>
                    <a:pt x="6528" y="571"/>
                    <a:pt x="6756" y="434"/>
                  </a:cubicBezTo>
                  <a:close/>
                  <a:moveTo>
                    <a:pt x="7350" y="776"/>
                  </a:moveTo>
                  <a:cubicBezTo>
                    <a:pt x="7532" y="890"/>
                    <a:pt x="7738" y="1004"/>
                    <a:pt x="7920" y="1118"/>
                  </a:cubicBezTo>
                  <a:cubicBezTo>
                    <a:pt x="7692" y="1232"/>
                    <a:pt x="7441" y="1369"/>
                    <a:pt x="7213" y="1484"/>
                  </a:cubicBezTo>
                  <a:cubicBezTo>
                    <a:pt x="7030" y="1392"/>
                    <a:pt x="6848" y="1278"/>
                    <a:pt x="6665" y="1187"/>
                  </a:cubicBezTo>
                  <a:cubicBezTo>
                    <a:pt x="6893" y="1050"/>
                    <a:pt x="7122" y="913"/>
                    <a:pt x="7350" y="776"/>
                  </a:cubicBezTo>
                  <a:close/>
                  <a:moveTo>
                    <a:pt x="6026" y="844"/>
                  </a:moveTo>
                  <a:cubicBezTo>
                    <a:pt x="6209" y="959"/>
                    <a:pt x="6391" y="1073"/>
                    <a:pt x="6574" y="1164"/>
                  </a:cubicBezTo>
                  <a:cubicBezTo>
                    <a:pt x="6414" y="1255"/>
                    <a:pt x="6254" y="1347"/>
                    <a:pt x="6094" y="1415"/>
                  </a:cubicBezTo>
                  <a:lnTo>
                    <a:pt x="5935" y="1506"/>
                  </a:lnTo>
                  <a:cubicBezTo>
                    <a:pt x="5752" y="1415"/>
                    <a:pt x="5569" y="1324"/>
                    <a:pt x="5410" y="1232"/>
                  </a:cubicBezTo>
                  <a:lnTo>
                    <a:pt x="5706" y="1050"/>
                  </a:lnTo>
                  <a:cubicBezTo>
                    <a:pt x="5821" y="981"/>
                    <a:pt x="5912" y="913"/>
                    <a:pt x="6026" y="844"/>
                  </a:cubicBezTo>
                  <a:close/>
                  <a:moveTo>
                    <a:pt x="4109" y="1255"/>
                  </a:moveTo>
                  <a:lnTo>
                    <a:pt x="4109" y="1255"/>
                  </a:lnTo>
                  <a:cubicBezTo>
                    <a:pt x="4268" y="1347"/>
                    <a:pt x="4451" y="1461"/>
                    <a:pt x="4634" y="1552"/>
                  </a:cubicBezTo>
                  <a:cubicBezTo>
                    <a:pt x="4451" y="1438"/>
                    <a:pt x="4291" y="1347"/>
                    <a:pt x="4109" y="1255"/>
                  </a:cubicBezTo>
                  <a:close/>
                  <a:moveTo>
                    <a:pt x="7943" y="1141"/>
                  </a:moveTo>
                  <a:cubicBezTo>
                    <a:pt x="8149" y="1255"/>
                    <a:pt x="8331" y="1347"/>
                    <a:pt x="8514" y="1461"/>
                  </a:cubicBezTo>
                  <a:cubicBezTo>
                    <a:pt x="8286" y="1598"/>
                    <a:pt x="8057" y="1712"/>
                    <a:pt x="7829" y="1826"/>
                  </a:cubicBezTo>
                  <a:cubicBezTo>
                    <a:pt x="7647" y="1735"/>
                    <a:pt x="7464" y="1620"/>
                    <a:pt x="7281" y="1529"/>
                  </a:cubicBezTo>
                  <a:cubicBezTo>
                    <a:pt x="7510" y="1392"/>
                    <a:pt x="7738" y="1255"/>
                    <a:pt x="7943" y="1141"/>
                  </a:cubicBezTo>
                  <a:close/>
                  <a:moveTo>
                    <a:pt x="6642" y="1210"/>
                  </a:moveTo>
                  <a:cubicBezTo>
                    <a:pt x="6802" y="1301"/>
                    <a:pt x="6985" y="1415"/>
                    <a:pt x="7167" y="1529"/>
                  </a:cubicBezTo>
                  <a:cubicBezTo>
                    <a:pt x="7030" y="1598"/>
                    <a:pt x="6871" y="1666"/>
                    <a:pt x="6734" y="1757"/>
                  </a:cubicBezTo>
                  <a:lnTo>
                    <a:pt x="6551" y="1849"/>
                  </a:lnTo>
                  <a:cubicBezTo>
                    <a:pt x="6368" y="1757"/>
                    <a:pt x="6186" y="1666"/>
                    <a:pt x="6026" y="1575"/>
                  </a:cubicBezTo>
                  <a:lnTo>
                    <a:pt x="6140" y="1506"/>
                  </a:lnTo>
                  <a:cubicBezTo>
                    <a:pt x="6300" y="1392"/>
                    <a:pt x="6460" y="1301"/>
                    <a:pt x="6642" y="1210"/>
                  </a:cubicBezTo>
                  <a:close/>
                  <a:moveTo>
                    <a:pt x="5387" y="1232"/>
                  </a:moveTo>
                  <a:cubicBezTo>
                    <a:pt x="5547" y="1347"/>
                    <a:pt x="5729" y="1438"/>
                    <a:pt x="5889" y="1529"/>
                  </a:cubicBezTo>
                  <a:lnTo>
                    <a:pt x="5250" y="1894"/>
                  </a:lnTo>
                  <a:cubicBezTo>
                    <a:pt x="5090" y="1803"/>
                    <a:pt x="4908" y="1689"/>
                    <a:pt x="4748" y="1598"/>
                  </a:cubicBezTo>
                  <a:lnTo>
                    <a:pt x="5387" y="1232"/>
                  </a:lnTo>
                  <a:close/>
                  <a:moveTo>
                    <a:pt x="8560" y="1484"/>
                  </a:moveTo>
                  <a:cubicBezTo>
                    <a:pt x="8742" y="1598"/>
                    <a:pt x="8925" y="1712"/>
                    <a:pt x="9107" y="1803"/>
                  </a:cubicBezTo>
                  <a:lnTo>
                    <a:pt x="9107" y="1826"/>
                  </a:lnTo>
                  <a:cubicBezTo>
                    <a:pt x="8902" y="1940"/>
                    <a:pt x="8674" y="2054"/>
                    <a:pt x="8445" y="2168"/>
                  </a:cubicBezTo>
                  <a:cubicBezTo>
                    <a:pt x="8263" y="2077"/>
                    <a:pt x="8080" y="1963"/>
                    <a:pt x="7898" y="1872"/>
                  </a:cubicBezTo>
                  <a:cubicBezTo>
                    <a:pt x="8126" y="1735"/>
                    <a:pt x="8331" y="1620"/>
                    <a:pt x="8560" y="1484"/>
                  </a:cubicBezTo>
                  <a:close/>
                  <a:moveTo>
                    <a:pt x="7236" y="1552"/>
                  </a:moveTo>
                  <a:cubicBezTo>
                    <a:pt x="7418" y="1666"/>
                    <a:pt x="7601" y="1757"/>
                    <a:pt x="7761" y="1872"/>
                  </a:cubicBezTo>
                  <a:cubicBezTo>
                    <a:pt x="7647" y="1940"/>
                    <a:pt x="7510" y="2008"/>
                    <a:pt x="7373" y="2077"/>
                  </a:cubicBezTo>
                  <a:lnTo>
                    <a:pt x="7167" y="2191"/>
                  </a:lnTo>
                  <a:cubicBezTo>
                    <a:pt x="6985" y="2100"/>
                    <a:pt x="6802" y="2008"/>
                    <a:pt x="6642" y="1917"/>
                  </a:cubicBezTo>
                  <a:lnTo>
                    <a:pt x="6779" y="1826"/>
                  </a:lnTo>
                  <a:cubicBezTo>
                    <a:pt x="6939" y="1735"/>
                    <a:pt x="7076" y="1643"/>
                    <a:pt x="7236" y="1552"/>
                  </a:cubicBezTo>
                  <a:close/>
                  <a:moveTo>
                    <a:pt x="5980" y="1575"/>
                  </a:moveTo>
                  <a:cubicBezTo>
                    <a:pt x="6163" y="1689"/>
                    <a:pt x="6323" y="1780"/>
                    <a:pt x="6482" y="1894"/>
                  </a:cubicBezTo>
                  <a:lnTo>
                    <a:pt x="5866" y="2237"/>
                  </a:lnTo>
                  <a:cubicBezTo>
                    <a:pt x="5706" y="2123"/>
                    <a:pt x="5524" y="2031"/>
                    <a:pt x="5364" y="1940"/>
                  </a:cubicBezTo>
                  <a:lnTo>
                    <a:pt x="5980" y="1575"/>
                  </a:lnTo>
                  <a:close/>
                  <a:moveTo>
                    <a:pt x="4725" y="1620"/>
                  </a:moveTo>
                  <a:cubicBezTo>
                    <a:pt x="4885" y="1712"/>
                    <a:pt x="5067" y="1803"/>
                    <a:pt x="5227" y="1894"/>
                  </a:cubicBezTo>
                  <a:lnTo>
                    <a:pt x="4588" y="2260"/>
                  </a:lnTo>
                  <a:cubicBezTo>
                    <a:pt x="4428" y="2168"/>
                    <a:pt x="4246" y="2077"/>
                    <a:pt x="4086" y="1986"/>
                  </a:cubicBezTo>
                  <a:lnTo>
                    <a:pt x="4725" y="1620"/>
                  </a:lnTo>
                  <a:close/>
                  <a:moveTo>
                    <a:pt x="9153" y="1826"/>
                  </a:moveTo>
                  <a:lnTo>
                    <a:pt x="9724" y="2168"/>
                  </a:lnTo>
                  <a:cubicBezTo>
                    <a:pt x="9495" y="2282"/>
                    <a:pt x="9290" y="2397"/>
                    <a:pt x="9062" y="2511"/>
                  </a:cubicBezTo>
                  <a:lnTo>
                    <a:pt x="8537" y="2214"/>
                  </a:lnTo>
                  <a:lnTo>
                    <a:pt x="8514" y="2214"/>
                  </a:lnTo>
                  <a:cubicBezTo>
                    <a:pt x="8719" y="2077"/>
                    <a:pt x="8948" y="1963"/>
                    <a:pt x="9153" y="1826"/>
                  </a:cubicBezTo>
                  <a:close/>
                  <a:moveTo>
                    <a:pt x="7829" y="1917"/>
                  </a:moveTo>
                  <a:cubicBezTo>
                    <a:pt x="8012" y="2008"/>
                    <a:pt x="8194" y="2123"/>
                    <a:pt x="8377" y="2214"/>
                  </a:cubicBezTo>
                  <a:cubicBezTo>
                    <a:pt x="8263" y="2282"/>
                    <a:pt x="8126" y="2351"/>
                    <a:pt x="8012" y="2397"/>
                  </a:cubicBezTo>
                  <a:lnTo>
                    <a:pt x="7784" y="2533"/>
                  </a:lnTo>
                  <a:cubicBezTo>
                    <a:pt x="7601" y="2442"/>
                    <a:pt x="7418" y="2351"/>
                    <a:pt x="7259" y="2260"/>
                  </a:cubicBezTo>
                  <a:lnTo>
                    <a:pt x="7418" y="2145"/>
                  </a:lnTo>
                  <a:cubicBezTo>
                    <a:pt x="7555" y="2077"/>
                    <a:pt x="7692" y="1986"/>
                    <a:pt x="7829" y="1917"/>
                  </a:cubicBezTo>
                  <a:close/>
                  <a:moveTo>
                    <a:pt x="6574" y="1940"/>
                  </a:moveTo>
                  <a:cubicBezTo>
                    <a:pt x="6756" y="2031"/>
                    <a:pt x="6916" y="2145"/>
                    <a:pt x="7099" y="2237"/>
                  </a:cubicBezTo>
                  <a:lnTo>
                    <a:pt x="6482" y="2579"/>
                  </a:lnTo>
                  <a:cubicBezTo>
                    <a:pt x="6323" y="2465"/>
                    <a:pt x="6140" y="2374"/>
                    <a:pt x="5980" y="2282"/>
                  </a:cubicBezTo>
                  <a:lnTo>
                    <a:pt x="6574" y="1940"/>
                  </a:lnTo>
                  <a:close/>
                  <a:moveTo>
                    <a:pt x="5318" y="1963"/>
                  </a:moveTo>
                  <a:cubicBezTo>
                    <a:pt x="5478" y="2054"/>
                    <a:pt x="5661" y="2168"/>
                    <a:pt x="5821" y="2260"/>
                  </a:cubicBezTo>
                  <a:lnTo>
                    <a:pt x="5204" y="2602"/>
                  </a:lnTo>
                  <a:cubicBezTo>
                    <a:pt x="5045" y="2511"/>
                    <a:pt x="4862" y="2419"/>
                    <a:pt x="4702" y="2328"/>
                  </a:cubicBezTo>
                  <a:lnTo>
                    <a:pt x="5318" y="1963"/>
                  </a:lnTo>
                  <a:close/>
                  <a:moveTo>
                    <a:pt x="4063" y="1986"/>
                  </a:moveTo>
                  <a:cubicBezTo>
                    <a:pt x="4223" y="2077"/>
                    <a:pt x="4383" y="2191"/>
                    <a:pt x="4565" y="2282"/>
                  </a:cubicBezTo>
                  <a:lnTo>
                    <a:pt x="4291" y="2419"/>
                  </a:lnTo>
                  <a:lnTo>
                    <a:pt x="3926" y="2625"/>
                  </a:lnTo>
                  <a:cubicBezTo>
                    <a:pt x="3766" y="2533"/>
                    <a:pt x="3584" y="2442"/>
                    <a:pt x="3424" y="2351"/>
                  </a:cubicBezTo>
                  <a:lnTo>
                    <a:pt x="3903" y="2077"/>
                  </a:lnTo>
                  <a:lnTo>
                    <a:pt x="4063" y="1986"/>
                  </a:lnTo>
                  <a:close/>
                  <a:moveTo>
                    <a:pt x="9769" y="2191"/>
                  </a:moveTo>
                  <a:lnTo>
                    <a:pt x="10317" y="2511"/>
                  </a:lnTo>
                  <a:cubicBezTo>
                    <a:pt x="10112" y="2625"/>
                    <a:pt x="9883" y="2739"/>
                    <a:pt x="9678" y="2853"/>
                  </a:cubicBezTo>
                  <a:lnTo>
                    <a:pt x="9130" y="2556"/>
                  </a:lnTo>
                  <a:cubicBezTo>
                    <a:pt x="9336" y="2442"/>
                    <a:pt x="9541" y="2305"/>
                    <a:pt x="9769" y="2191"/>
                  </a:cubicBezTo>
                  <a:close/>
                  <a:moveTo>
                    <a:pt x="8445" y="2260"/>
                  </a:moveTo>
                  <a:cubicBezTo>
                    <a:pt x="8468" y="2282"/>
                    <a:pt x="8491" y="2282"/>
                    <a:pt x="8491" y="2305"/>
                  </a:cubicBezTo>
                  <a:lnTo>
                    <a:pt x="8970" y="2579"/>
                  </a:lnTo>
                  <a:cubicBezTo>
                    <a:pt x="8879" y="2625"/>
                    <a:pt x="8765" y="2670"/>
                    <a:pt x="8651" y="2739"/>
                  </a:cubicBezTo>
                  <a:lnTo>
                    <a:pt x="8400" y="2876"/>
                  </a:lnTo>
                  <a:lnTo>
                    <a:pt x="7875" y="2602"/>
                  </a:lnTo>
                  <a:lnTo>
                    <a:pt x="8057" y="2488"/>
                  </a:lnTo>
                  <a:cubicBezTo>
                    <a:pt x="8194" y="2419"/>
                    <a:pt x="8309" y="2328"/>
                    <a:pt x="8445" y="2260"/>
                  </a:cubicBezTo>
                  <a:close/>
                  <a:moveTo>
                    <a:pt x="7190" y="2282"/>
                  </a:moveTo>
                  <a:cubicBezTo>
                    <a:pt x="7350" y="2397"/>
                    <a:pt x="7532" y="2488"/>
                    <a:pt x="7692" y="2579"/>
                  </a:cubicBezTo>
                  <a:lnTo>
                    <a:pt x="7122" y="2922"/>
                  </a:lnTo>
                  <a:cubicBezTo>
                    <a:pt x="6939" y="2807"/>
                    <a:pt x="6756" y="2716"/>
                    <a:pt x="6597" y="2625"/>
                  </a:cubicBezTo>
                  <a:lnTo>
                    <a:pt x="7190" y="2282"/>
                  </a:lnTo>
                  <a:close/>
                  <a:moveTo>
                    <a:pt x="5912" y="2305"/>
                  </a:moveTo>
                  <a:cubicBezTo>
                    <a:pt x="6094" y="2419"/>
                    <a:pt x="6254" y="2511"/>
                    <a:pt x="6414" y="2602"/>
                  </a:cubicBezTo>
                  <a:lnTo>
                    <a:pt x="5821" y="2944"/>
                  </a:lnTo>
                  <a:cubicBezTo>
                    <a:pt x="5661" y="2853"/>
                    <a:pt x="5478" y="2762"/>
                    <a:pt x="5318" y="2670"/>
                  </a:cubicBezTo>
                  <a:lnTo>
                    <a:pt x="5912" y="2305"/>
                  </a:lnTo>
                  <a:close/>
                  <a:moveTo>
                    <a:pt x="4656" y="2351"/>
                  </a:moveTo>
                  <a:cubicBezTo>
                    <a:pt x="4816" y="2442"/>
                    <a:pt x="4999" y="2533"/>
                    <a:pt x="5159" y="2625"/>
                  </a:cubicBezTo>
                  <a:lnTo>
                    <a:pt x="4930" y="2762"/>
                  </a:lnTo>
                  <a:lnTo>
                    <a:pt x="4542" y="2967"/>
                  </a:lnTo>
                  <a:cubicBezTo>
                    <a:pt x="4383" y="2876"/>
                    <a:pt x="4200" y="2785"/>
                    <a:pt x="4040" y="2693"/>
                  </a:cubicBezTo>
                  <a:lnTo>
                    <a:pt x="4337" y="2533"/>
                  </a:lnTo>
                  <a:lnTo>
                    <a:pt x="4656" y="2351"/>
                  </a:lnTo>
                  <a:close/>
                  <a:moveTo>
                    <a:pt x="3401" y="2351"/>
                  </a:moveTo>
                  <a:cubicBezTo>
                    <a:pt x="3561" y="2465"/>
                    <a:pt x="3721" y="2556"/>
                    <a:pt x="3903" y="2648"/>
                  </a:cubicBezTo>
                  <a:lnTo>
                    <a:pt x="3264" y="3013"/>
                  </a:lnTo>
                  <a:cubicBezTo>
                    <a:pt x="3104" y="2922"/>
                    <a:pt x="2922" y="2807"/>
                    <a:pt x="2762" y="2716"/>
                  </a:cubicBezTo>
                  <a:lnTo>
                    <a:pt x="3401" y="2351"/>
                  </a:lnTo>
                  <a:close/>
                  <a:moveTo>
                    <a:pt x="10363" y="2533"/>
                  </a:moveTo>
                  <a:lnTo>
                    <a:pt x="10933" y="2853"/>
                  </a:lnTo>
                  <a:cubicBezTo>
                    <a:pt x="10728" y="2967"/>
                    <a:pt x="10500" y="3081"/>
                    <a:pt x="10294" y="3218"/>
                  </a:cubicBezTo>
                  <a:lnTo>
                    <a:pt x="9747" y="2899"/>
                  </a:lnTo>
                  <a:cubicBezTo>
                    <a:pt x="9952" y="2785"/>
                    <a:pt x="10157" y="2648"/>
                    <a:pt x="10363" y="2533"/>
                  </a:cubicBezTo>
                  <a:close/>
                  <a:moveTo>
                    <a:pt x="9039" y="2602"/>
                  </a:moveTo>
                  <a:lnTo>
                    <a:pt x="9587" y="2922"/>
                  </a:lnTo>
                  <a:cubicBezTo>
                    <a:pt x="9495" y="2967"/>
                    <a:pt x="9404" y="3013"/>
                    <a:pt x="9313" y="3058"/>
                  </a:cubicBezTo>
                  <a:lnTo>
                    <a:pt x="8993" y="3241"/>
                  </a:lnTo>
                  <a:lnTo>
                    <a:pt x="8491" y="2944"/>
                  </a:lnTo>
                  <a:lnTo>
                    <a:pt x="8697" y="2807"/>
                  </a:lnTo>
                  <a:cubicBezTo>
                    <a:pt x="8811" y="2739"/>
                    <a:pt x="8925" y="2670"/>
                    <a:pt x="9039" y="2602"/>
                  </a:cubicBezTo>
                  <a:close/>
                  <a:moveTo>
                    <a:pt x="7784" y="2648"/>
                  </a:moveTo>
                  <a:lnTo>
                    <a:pt x="8309" y="2944"/>
                  </a:lnTo>
                  <a:lnTo>
                    <a:pt x="7715" y="3264"/>
                  </a:lnTo>
                  <a:lnTo>
                    <a:pt x="7213" y="2967"/>
                  </a:lnTo>
                  <a:lnTo>
                    <a:pt x="7784" y="2648"/>
                  </a:lnTo>
                  <a:close/>
                  <a:moveTo>
                    <a:pt x="6528" y="2670"/>
                  </a:moveTo>
                  <a:cubicBezTo>
                    <a:pt x="6688" y="2762"/>
                    <a:pt x="6848" y="2853"/>
                    <a:pt x="7030" y="2967"/>
                  </a:cubicBezTo>
                  <a:lnTo>
                    <a:pt x="6437" y="3287"/>
                  </a:lnTo>
                  <a:lnTo>
                    <a:pt x="6414" y="3264"/>
                  </a:lnTo>
                  <a:cubicBezTo>
                    <a:pt x="6254" y="3173"/>
                    <a:pt x="6094" y="3081"/>
                    <a:pt x="5935" y="3013"/>
                  </a:cubicBezTo>
                  <a:lnTo>
                    <a:pt x="6528" y="2670"/>
                  </a:lnTo>
                  <a:close/>
                  <a:moveTo>
                    <a:pt x="5273" y="2693"/>
                  </a:moveTo>
                  <a:cubicBezTo>
                    <a:pt x="5433" y="2785"/>
                    <a:pt x="5592" y="2876"/>
                    <a:pt x="5752" y="2990"/>
                  </a:cubicBezTo>
                  <a:lnTo>
                    <a:pt x="5569" y="3081"/>
                  </a:lnTo>
                  <a:lnTo>
                    <a:pt x="5159" y="3310"/>
                  </a:lnTo>
                  <a:cubicBezTo>
                    <a:pt x="4999" y="3218"/>
                    <a:pt x="4816" y="3127"/>
                    <a:pt x="4656" y="3036"/>
                  </a:cubicBezTo>
                  <a:lnTo>
                    <a:pt x="4976" y="2853"/>
                  </a:lnTo>
                  <a:lnTo>
                    <a:pt x="5273" y="2693"/>
                  </a:lnTo>
                  <a:close/>
                  <a:moveTo>
                    <a:pt x="3995" y="2716"/>
                  </a:moveTo>
                  <a:cubicBezTo>
                    <a:pt x="4154" y="2807"/>
                    <a:pt x="4337" y="2899"/>
                    <a:pt x="4497" y="3013"/>
                  </a:cubicBezTo>
                  <a:lnTo>
                    <a:pt x="3880" y="3355"/>
                  </a:lnTo>
                  <a:cubicBezTo>
                    <a:pt x="3721" y="3264"/>
                    <a:pt x="3538" y="3150"/>
                    <a:pt x="3378" y="3058"/>
                  </a:cubicBezTo>
                  <a:lnTo>
                    <a:pt x="3995" y="2716"/>
                  </a:lnTo>
                  <a:close/>
                  <a:moveTo>
                    <a:pt x="2739" y="2739"/>
                  </a:moveTo>
                  <a:cubicBezTo>
                    <a:pt x="2899" y="2830"/>
                    <a:pt x="3059" y="2922"/>
                    <a:pt x="3241" y="3036"/>
                  </a:cubicBezTo>
                  <a:lnTo>
                    <a:pt x="2602" y="3378"/>
                  </a:lnTo>
                  <a:cubicBezTo>
                    <a:pt x="2442" y="3287"/>
                    <a:pt x="2260" y="3195"/>
                    <a:pt x="2077" y="3081"/>
                  </a:cubicBezTo>
                  <a:lnTo>
                    <a:pt x="2100" y="3081"/>
                  </a:lnTo>
                  <a:lnTo>
                    <a:pt x="2739" y="2739"/>
                  </a:lnTo>
                  <a:close/>
                  <a:moveTo>
                    <a:pt x="10979" y="2876"/>
                  </a:moveTo>
                  <a:lnTo>
                    <a:pt x="11550" y="3218"/>
                  </a:lnTo>
                  <a:cubicBezTo>
                    <a:pt x="11321" y="3332"/>
                    <a:pt x="11116" y="3446"/>
                    <a:pt x="10911" y="3561"/>
                  </a:cubicBezTo>
                  <a:lnTo>
                    <a:pt x="10363" y="3241"/>
                  </a:lnTo>
                  <a:cubicBezTo>
                    <a:pt x="10568" y="3127"/>
                    <a:pt x="10774" y="3013"/>
                    <a:pt x="10979" y="2876"/>
                  </a:cubicBezTo>
                  <a:close/>
                  <a:moveTo>
                    <a:pt x="9655" y="2967"/>
                  </a:moveTo>
                  <a:lnTo>
                    <a:pt x="10180" y="3264"/>
                  </a:lnTo>
                  <a:cubicBezTo>
                    <a:pt x="10112" y="3310"/>
                    <a:pt x="10020" y="3355"/>
                    <a:pt x="9952" y="3401"/>
                  </a:cubicBezTo>
                  <a:lnTo>
                    <a:pt x="9610" y="3583"/>
                  </a:lnTo>
                  <a:lnTo>
                    <a:pt x="9085" y="3287"/>
                  </a:lnTo>
                  <a:lnTo>
                    <a:pt x="9336" y="3127"/>
                  </a:lnTo>
                  <a:cubicBezTo>
                    <a:pt x="9450" y="3081"/>
                    <a:pt x="9541" y="3013"/>
                    <a:pt x="9655" y="2967"/>
                  </a:cubicBezTo>
                  <a:close/>
                  <a:moveTo>
                    <a:pt x="8400" y="2990"/>
                  </a:moveTo>
                  <a:lnTo>
                    <a:pt x="8902" y="3287"/>
                  </a:lnTo>
                  <a:lnTo>
                    <a:pt x="8331" y="3606"/>
                  </a:lnTo>
                  <a:lnTo>
                    <a:pt x="7829" y="3310"/>
                  </a:lnTo>
                  <a:lnTo>
                    <a:pt x="8400" y="2990"/>
                  </a:lnTo>
                  <a:close/>
                  <a:moveTo>
                    <a:pt x="7122" y="3013"/>
                  </a:moveTo>
                  <a:lnTo>
                    <a:pt x="7624" y="3310"/>
                  </a:lnTo>
                  <a:lnTo>
                    <a:pt x="7053" y="3629"/>
                  </a:lnTo>
                  <a:lnTo>
                    <a:pt x="6551" y="3355"/>
                  </a:lnTo>
                  <a:lnTo>
                    <a:pt x="7122" y="3013"/>
                  </a:lnTo>
                  <a:close/>
                  <a:moveTo>
                    <a:pt x="5866" y="3036"/>
                  </a:moveTo>
                  <a:cubicBezTo>
                    <a:pt x="6026" y="3150"/>
                    <a:pt x="6186" y="3241"/>
                    <a:pt x="6346" y="3332"/>
                  </a:cubicBezTo>
                  <a:lnTo>
                    <a:pt x="6209" y="3401"/>
                  </a:lnTo>
                  <a:lnTo>
                    <a:pt x="5775" y="3652"/>
                  </a:lnTo>
                  <a:lnTo>
                    <a:pt x="5706" y="3606"/>
                  </a:lnTo>
                  <a:cubicBezTo>
                    <a:pt x="5547" y="3538"/>
                    <a:pt x="5410" y="3446"/>
                    <a:pt x="5273" y="3378"/>
                  </a:cubicBezTo>
                  <a:lnTo>
                    <a:pt x="5615" y="3173"/>
                  </a:lnTo>
                  <a:lnTo>
                    <a:pt x="5866" y="3036"/>
                  </a:lnTo>
                  <a:close/>
                  <a:moveTo>
                    <a:pt x="4588" y="3058"/>
                  </a:moveTo>
                  <a:cubicBezTo>
                    <a:pt x="4771" y="3173"/>
                    <a:pt x="4930" y="3264"/>
                    <a:pt x="5090" y="3355"/>
                  </a:cubicBezTo>
                  <a:lnTo>
                    <a:pt x="4497" y="3698"/>
                  </a:lnTo>
                  <a:cubicBezTo>
                    <a:pt x="4337" y="3606"/>
                    <a:pt x="4154" y="3492"/>
                    <a:pt x="3995" y="3401"/>
                  </a:cubicBezTo>
                  <a:lnTo>
                    <a:pt x="4588" y="3058"/>
                  </a:lnTo>
                  <a:close/>
                  <a:moveTo>
                    <a:pt x="3333" y="3081"/>
                  </a:moveTo>
                  <a:cubicBezTo>
                    <a:pt x="3492" y="3195"/>
                    <a:pt x="3675" y="3287"/>
                    <a:pt x="3835" y="3378"/>
                  </a:cubicBezTo>
                  <a:lnTo>
                    <a:pt x="3241" y="3720"/>
                  </a:lnTo>
                  <a:cubicBezTo>
                    <a:pt x="3059" y="3629"/>
                    <a:pt x="2876" y="3538"/>
                    <a:pt x="2693" y="3424"/>
                  </a:cubicBezTo>
                  <a:lnTo>
                    <a:pt x="3333" y="3081"/>
                  </a:lnTo>
                  <a:close/>
                  <a:moveTo>
                    <a:pt x="2054" y="3104"/>
                  </a:moveTo>
                  <a:cubicBezTo>
                    <a:pt x="2237" y="3195"/>
                    <a:pt x="2397" y="3310"/>
                    <a:pt x="2579" y="3401"/>
                  </a:cubicBezTo>
                  <a:lnTo>
                    <a:pt x="2488" y="3446"/>
                  </a:lnTo>
                  <a:cubicBezTo>
                    <a:pt x="2305" y="3561"/>
                    <a:pt x="2146" y="3652"/>
                    <a:pt x="1963" y="3766"/>
                  </a:cubicBezTo>
                  <a:cubicBezTo>
                    <a:pt x="1780" y="3652"/>
                    <a:pt x="1598" y="3561"/>
                    <a:pt x="1415" y="3446"/>
                  </a:cubicBezTo>
                  <a:cubicBezTo>
                    <a:pt x="1621" y="3332"/>
                    <a:pt x="1849" y="3218"/>
                    <a:pt x="2054" y="3104"/>
                  </a:cubicBezTo>
                  <a:close/>
                  <a:moveTo>
                    <a:pt x="11573" y="3218"/>
                  </a:moveTo>
                  <a:lnTo>
                    <a:pt x="12098" y="3538"/>
                  </a:lnTo>
                  <a:lnTo>
                    <a:pt x="12143" y="3561"/>
                  </a:lnTo>
                  <a:cubicBezTo>
                    <a:pt x="11938" y="3675"/>
                    <a:pt x="11732" y="3789"/>
                    <a:pt x="11504" y="3903"/>
                  </a:cubicBezTo>
                  <a:lnTo>
                    <a:pt x="10956" y="3583"/>
                  </a:lnTo>
                  <a:cubicBezTo>
                    <a:pt x="11162" y="3469"/>
                    <a:pt x="11367" y="3355"/>
                    <a:pt x="11573" y="3218"/>
                  </a:cubicBezTo>
                  <a:close/>
                  <a:moveTo>
                    <a:pt x="10249" y="3310"/>
                  </a:moveTo>
                  <a:lnTo>
                    <a:pt x="10796" y="3606"/>
                  </a:lnTo>
                  <a:cubicBezTo>
                    <a:pt x="10682" y="3675"/>
                    <a:pt x="10545" y="3743"/>
                    <a:pt x="10431" y="3812"/>
                  </a:cubicBezTo>
                  <a:lnTo>
                    <a:pt x="10226" y="3926"/>
                  </a:lnTo>
                  <a:lnTo>
                    <a:pt x="9701" y="3629"/>
                  </a:lnTo>
                  <a:lnTo>
                    <a:pt x="9998" y="3469"/>
                  </a:lnTo>
                  <a:cubicBezTo>
                    <a:pt x="10066" y="3424"/>
                    <a:pt x="10157" y="3355"/>
                    <a:pt x="10249" y="3310"/>
                  </a:cubicBezTo>
                  <a:close/>
                  <a:moveTo>
                    <a:pt x="8993" y="3332"/>
                  </a:moveTo>
                  <a:lnTo>
                    <a:pt x="9518" y="3629"/>
                  </a:lnTo>
                  <a:lnTo>
                    <a:pt x="8948" y="3949"/>
                  </a:lnTo>
                  <a:lnTo>
                    <a:pt x="8445" y="3652"/>
                  </a:lnTo>
                  <a:lnTo>
                    <a:pt x="8993" y="3332"/>
                  </a:lnTo>
                  <a:close/>
                  <a:moveTo>
                    <a:pt x="7738" y="3355"/>
                  </a:moveTo>
                  <a:lnTo>
                    <a:pt x="8240" y="3652"/>
                  </a:lnTo>
                  <a:lnTo>
                    <a:pt x="7669" y="3971"/>
                  </a:lnTo>
                  <a:lnTo>
                    <a:pt x="7167" y="3698"/>
                  </a:lnTo>
                  <a:lnTo>
                    <a:pt x="7738" y="3355"/>
                  </a:lnTo>
                  <a:close/>
                  <a:moveTo>
                    <a:pt x="6460" y="3401"/>
                  </a:moveTo>
                  <a:lnTo>
                    <a:pt x="6962" y="3675"/>
                  </a:lnTo>
                  <a:lnTo>
                    <a:pt x="6848" y="3743"/>
                  </a:lnTo>
                  <a:lnTo>
                    <a:pt x="6391" y="3994"/>
                  </a:lnTo>
                  <a:lnTo>
                    <a:pt x="5889" y="3720"/>
                  </a:lnTo>
                  <a:lnTo>
                    <a:pt x="6277" y="3515"/>
                  </a:lnTo>
                  <a:lnTo>
                    <a:pt x="6460" y="3401"/>
                  </a:lnTo>
                  <a:close/>
                  <a:moveTo>
                    <a:pt x="5204" y="3424"/>
                  </a:moveTo>
                  <a:cubicBezTo>
                    <a:pt x="5341" y="3515"/>
                    <a:pt x="5501" y="3606"/>
                    <a:pt x="5661" y="3675"/>
                  </a:cubicBezTo>
                  <a:lnTo>
                    <a:pt x="5684" y="3698"/>
                  </a:lnTo>
                  <a:lnTo>
                    <a:pt x="5113" y="4040"/>
                  </a:lnTo>
                  <a:lnTo>
                    <a:pt x="4999" y="3949"/>
                  </a:lnTo>
                  <a:cubicBezTo>
                    <a:pt x="4862" y="3880"/>
                    <a:pt x="4725" y="3812"/>
                    <a:pt x="4611" y="3743"/>
                  </a:cubicBezTo>
                  <a:lnTo>
                    <a:pt x="5204" y="3424"/>
                  </a:lnTo>
                  <a:close/>
                  <a:moveTo>
                    <a:pt x="3926" y="3446"/>
                  </a:moveTo>
                  <a:cubicBezTo>
                    <a:pt x="4109" y="3538"/>
                    <a:pt x="4268" y="3629"/>
                    <a:pt x="4428" y="3743"/>
                  </a:cubicBezTo>
                  <a:lnTo>
                    <a:pt x="3858" y="4063"/>
                  </a:lnTo>
                  <a:cubicBezTo>
                    <a:pt x="3675" y="3971"/>
                    <a:pt x="3492" y="3880"/>
                    <a:pt x="3310" y="3766"/>
                  </a:cubicBezTo>
                  <a:lnTo>
                    <a:pt x="3926" y="3446"/>
                  </a:lnTo>
                  <a:close/>
                  <a:moveTo>
                    <a:pt x="2671" y="3446"/>
                  </a:moveTo>
                  <a:cubicBezTo>
                    <a:pt x="2830" y="3561"/>
                    <a:pt x="3013" y="3652"/>
                    <a:pt x="3173" y="3766"/>
                  </a:cubicBezTo>
                  <a:lnTo>
                    <a:pt x="3127" y="3789"/>
                  </a:lnTo>
                  <a:cubicBezTo>
                    <a:pt x="2945" y="3880"/>
                    <a:pt x="2762" y="3994"/>
                    <a:pt x="2579" y="4108"/>
                  </a:cubicBezTo>
                  <a:cubicBezTo>
                    <a:pt x="2397" y="3994"/>
                    <a:pt x="2214" y="3903"/>
                    <a:pt x="2032" y="3812"/>
                  </a:cubicBezTo>
                  <a:cubicBezTo>
                    <a:pt x="2191" y="3720"/>
                    <a:pt x="2374" y="3629"/>
                    <a:pt x="2534" y="3538"/>
                  </a:cubicBezTo>
                  <a:lnTo>
                    <a:pt x="2671" y="3446"/>
                  </a:lnTo>
                  <a:close/>
                  <a:moveTo>
                    <a:pt x="1370" y="3469"/>
                  </a:moveTo>
                  <a:cubicBezTo>
                    <a:pt x="1552" y="3583"/>
                    <a:pt x="1735" y="3675"/>
                    <a:pt x="1917" y="3789"/>
                  </a:cubicBezTo>
                  <a:cubicBezTo>
                    <a:pt x="1712" y="3903"/>
                    <a:pt x="1507" y="4040"/>
                    <a:pt x="1324" y="4154"/>
                  </a:cubicBezTo>
                  <a:cubicBezTo>
                    <a:pt x="1119" y="4040"/>
                    <a:pt x="913" y="3926"/>
                    <a:pt x="731" y="3812"/>
                  </a:cubicBezTo>
                  <a:cubicBezTo>
                    <a:pt x="936" y="3698"/>
                    <a:pt x="1164" y="3583"/>
                    <a:pt x="1370" y="3469"/>
                  </a:cubicBezTo>
                  <a:close/>
                  <a:moveTo>
                    <a:pt x="12189" y="3583"/>
                  </a:moveTo>
                  <a:lnTo>
                    <a:pt x="12759" y="3903"/>
                  </a:lnTo>
                  <a:cubicBezTo>
                    <a:pt x="12554" y="4017"/>
                    <a:pt x="12326" y="4131"/>
                    <a:pt x="12120" y="4245"/>
                  </a:cubicBezTo>
                  <a:lnTo>
                    <a:pt x="11573" y="3926"/>
                  </a:lnTo>
                  <a:cubicBezTo>
                    <a:pt x="11778" y="3812"/>
                    <a:pt x="11983" y="3698"/>
                    <a:pt x="12189" y="3583"/>
                  </a:cubicBezTo>
                  <a:close/>
                  <a:moveTo>
                    <a:pt x="10865" y="3652"/>
                  </a:moveTo>
                  <a:lnTo>
                    <a:pt x="11390" y="3971"/>
                  </a:lnTo>
                  <a:cubicBezTo>
                    <a:pt x="11299" y="4017"/>
                    <a:pt x="11185" y="4063"/>
                    <a:pt x="11093" y="4131"/>
                  </a:cubicBezTo>
                  <a:lnTo>
                    <a:pt x="10842" y="4268"/>
                  </a:lnTo>
                  <a:lnTo>
                    <a:pt x="10317" y="3971"/>
                  </a:lnTo>
                  <a:lnTo>
                    <a:pt x="10477" y="3880"/>
                  </a:lnTo>
                  <a:cubicBezTo>
                    <a:pt x="10614" y="3812"/>
                    <a:pt x="10728" y="3720"/>
                    <a:pt x="10865" y="3652"/>
                  </a:cubicBezTo>
                  <a:close/>
                  <a:moveTo>
                    <a:pt x="9610" y="3675"/>
                  </a:moveTo>
                  <a:lnTo>
                    <a:pt x="10112" y="3971"/>
                  </a:lnTo>
                  <a:lnTo>
                    <a:pt x="9564" y="4291"/>
                  </a:lnTo>
                  <a:lnTo>
                    <a:pt x="9039" y="3994"/>
                  </a:lnTo>
                  <a:lnTo>
                    <a:pt x="9610" y="3675"/>
                  </a:lnTo>
                  <a:close/>
                  <a:moveTo>
                    <a:pt x="8331" y="3720"/>
                  </a:moveTo>
                  <a:lnTo>
                    <a:pt x="8834" y="3994"/>
                  </a:lnTo>
                  <a:lnTo>
                    <a:pt x="8286" y="4314"/>
                  </a:lnTo>
                  <a:lnTo>
                    <a:pt x="7784" y="4040"/>
                  </a:lnTo>
                  <a:lnTo>
                    <a:pt x="8331" y="3720"/>
                  </a:lnTo>
                  <a:close/>
                  <a:moveTo>
                    <a:pt x="7076" y="3743"/>
                  </a:moveTo>
                  <a:lnTo>
                    <a:pt x="7555" y="4017"/>
                  </a:lnTo>
                  <a:lnTo>
                    <a:pt x="7487" y="4063"/>
                  </a:lnTo>
                  <a:lnTo>
                    <a:pt x="7007" y="4337"/>
                  </a:lnTo>
                  <a:lnTo>
                    <a:pt x="6505" y="4063"/>
                  </a:lnTo>
                  <a:lnTo>
                    <a:pt x="6916" y="3835"/>
                  </a:lnTo>
                  <a:lnTo>
                    <a:pt x="7076" y="3743"/>
                  </a:lnTo>
                  <a:close/>
                  <a:moveTo>
                    <a:pt x="5798" y="3766"/>
                  </a:moveTo>
                  <a:lnTo>
                    <a:pt x="6300" y="4063"/>
                  </a:lnTo>
                  <a:lnTo>
                    <a:pt x="5729" y="4382"/>
                  </a:lnTo>
                  <a:lnTo>
                    <a:pt x="5227" y="4086"/>
                  </a:lnTo>
                  <a:lnTo>
                    <a:pt x="5798" y="3766"/>
                  </a:lnTo>
                  <a:close/>
                  <a:moveTo>
                    <a:pt x="4520" y="3789"/>
                  </a:moveTo>
                  <a:cubicBezTo>
                    <a:pt x="4679" y="3880"/>
                    <a:pt x="4816" y="3949"/>
                    <a:pt x="4953" y="4040"/>
                  </a:cubicBezTo>
                  <a:lnTo>
                    <a:pt x="5045" y="4086"/>
                  </a:lnTo>
                  <a:lnTo>
                    <a:pt x="4474" y="4405"/>
                  </a:lnTo>
                  <a:lnTo>
                    <a:pt x="4268" y="4314"/>
                  </a:lnTo>
                  <a:cubicBezTo>
                    <a:pt x="4154" y="4245"/>
                    <a:pt x="4040" y="4177"/>
                    <a:pt x="3949" y="4108"/>
                  </a:cubicBezTo>
                  <a:lnTo>
                    <a:pt x="4520" y="3789"/>
                  </a:lnTo>
                  <a:close/>
                  <a:moveTo>
                    <a:pt x="3264" y="3812"/>
                  </a:moveTo>
                  <a:cubicBezTo>
                    <a:pt x="3424" y="3903"/>
                    <a:pt x="3607" y="4017"/>
                    <a:pt x="3766" y="4108"/>
                  </a:cubicBezTo>
                  <a:cubicBezTo>
                    <a:pt x="3584" y="4223"/>
                    <a:pt x="3401" y="4337"/>
                    <a:pt x="3196" y="4451"/>
                  </a:cubicBezTo>
                  <a:cubicBezTo>
                    <a:pt x="3013" y="4337"/>
                    <a:pt x="2830" y="4245"/>
                    <a:pt x="2648" y="4131"/>
                  </a:cubicBezTo>
                  <a:cubicBezTo>
                    <a:pt x="2830" y="4040"/>
                    <a:pt x="2990" y="3949"/>
                    <a:pt x="3173" y="3857"/>
                  </a:cubicBezTo>
                  <a:lnTo>
                    <a:pt x="3264" y="3812"/>
                  </a:lnTo>
                  <a:close/>
                  <a:moveTo>
                    <a:pt x="1986" y="3835"/>
                  </a:moveTo>
                  <a:cubicBezTo>
                    <a:pt x="2169" y="3926"/>
                    <a:pt x="2351" y="4040"/>
                    <a:pt x="2534" y="4131"/>
                  </a:cubicBezTo>
                  <a:cubicBezTo>
                    <a:pt x="2328" y="4268"/>
                    <a:pt x="2123" y="4382"/>
                    <a:pt x="1940" y="4496"/>
                  </a:cubicBezTo>
                  <a:cubicBezTo>
                    <a:pt x="1735" y="4382"/>
                    <a:pt x="1552" y="4268"/>
                    <a:pt x="1347" y="4177"/>
                  </a:cubicBezTo>
                  <a:cubicBezTo>
                    <a:pt x="1552" y="4063"/>
                    <a:pt x="1780" y="3949"/>
                    <a:pt x="1986" y="3835"/>
                  </a:cubicBezTo>
                  <a:close/>
                  <a:moveTo>
                    <a:pt x="12805" y="3926"/>
                  </a:moveTo>
                  <a:lnTo>
                    <a:pt x="13376" y="4245"/>
                  </a:lnTo>
                  <a:cubicBezTo>
                    <a:pt x="13147" y="4359"/>
                    <a:pt x="12942" y="4474"/>
                    <a:pt x="12714" y="4588"/>
                  </a:cubicBezTo>
                  <a:lnTo>
                    <a:pt x="12189" y="4291"/>
                  </a:lnTo>
                  <a:cubicBezTo>
                    <a:pt x="12394" y="4154"/>
                    <a:pt x="12600" y="4040"/>
                    <a:pt x="12805" y="3926"/>
                  </a:cubicBezTo>
                  <a:close/>
                  <a:moveTo>
                    <a:pt x="11458" y="3994"/>
                  </a:moveTo>
                  <a:lnTo>
                    <a:pt x="11504" y="4017"/>
                  </a:lnTo>
                  <a:lnTo>
                    <a:pt x="12006" y="4314"/>
                  </a:lnTo>
                  <a:cubicBezTo>
                    <a:pt x="11915" y="4359"/>
                    <a:pt x="11824" y="4405"/>
                    <a:pt x="11732" y="4451"/>
                  </a:cubicBezTo>
                  <a:lnTo>
                    <a:pt x="11436" y="4611"/>
                  </a:lnTo>
                  <a:lnTo>
                    <a:pt x="10933" y="4314"/>
                  </a:lnTo>
                  <a:lnTo>
                    <a:pt x="11116" y="4200"/>
                  </a:lnTo>
                  <a:cubicBezTo>
                    <a:pt x="11230" y="4131"/>
                    <a:pt x="11344" y="4063"/>
                    <a:pt x="11458" y="3994"/>
                  </a:cubicBezTo>
                  <a:close/>
                  <a:moveTo>
                    <a:pt x="10203" y="4040"/>
                  </a:moveTo>
                  <a:lnTo>
                    <a:pt x="10728" y="4337"/>
                  </a:lnTo>
                  <a:lnTo>
                    <a:pt x="10157" y="4633"/>
                  </a:lnTo>
                  <a:lnTo>
                    <a:pt x="10135" y="4611"/>
                  </a:lnTo>
                  <a:lnTo>
                    <a:pt x="9655" y="4337"/>
                  </a:lnTo>
                  <a:lnTo>
                    <a:pt x="10203" y="4040"/>
                  </a:lnTo>
                  <a:close/>
                  <a:moveTo>
                    <a:pt x="8948" y="4063"/>
                  </a:moveTo>
                  <a:lnTo>
                    <a:pt x="9450" y="4359"/>
                  </a:lnTo>
                  <a:lnTo>
                    <a:pt x="8879" y="4656"/>
                  </a:lnTo>
                  <a:lnTo>
                    <a:pt x="8377" y="4382"/>
                  </a:lnTo>
                  <a:lnTo>
                    <a:pt x="8948" y="4063"/>
                  </a:lnTo>
                  <a:close/>
                  <a:moveTo>
                    <a:pt x="7669" y="4086"/>
                  </a:moveTo>
                  <a:lnTo>
                    <a:pt x="8172" y="4382"/>
                  </a:lnTo>
                  <a:lnTo>
                    <a:pt x="8126" y="4405"/>
                  </a:lnTo>
                  <a:lnTo>
                    <a:pt x="7624" y="4702"/>
                  </a:lnTo>
                  <a:lnTo>
                    <a:pt x="7122" y="4405"/>
                  </a:lnTo>
                  <a:lnTo>
                    <a:pt x="7555" y="4154"/>
                  </a:lnTo>
                  <a:lnTo>
                    <a:pt x="7669" y="4086"/>
                  </a:lnTo>
                  <a:close/>
                  <a:moveTo>
                    <a:pt x="6414" y="4108"/>
                  </a:moveTo>
                  <a:lnTo>
                    <a:pt x="6916" y="4405"/>
                  </a:lnTo>
                  <a:lnTo>
                    <a:pt x="6346" y="4725"/>
                  </a:lnTo>
                  <a:lnTo>
                    <a:pt x="5821" y="4428"/>
                  </a:lnTo>
                  <a:lnTo>
                    <a:pt x="6414" y="4108"/>
                  </a:lnTo>
                  <a:close/>
                  <a:moveTo>
                    <a:pt x="5136" y="4131"/>
                  </a:moveTo>
                  <a:lnTo>
                    <a:pt x="5638" y="4428"/>
                  </a:lnTo>
                  <a:lnTo>
                    <a:pt x="5067" y="4748"/>
                  </a:lnTo>
                  <a:lnTo>
                    <a:pt x="4542" y="4451"/>
                  </a:lnTo>
                  <a:lnTo>
                    <a:pt x="5136" y="4131"/>
                  </a:lnTo>
                  <a:close/>
                  <a:moveTo>
                    <a:pt x="3858" y="4154"/>
                  </a:moveTo>
                  <a:cubicBezTo>
                    <a:pt x="3995" y="4223"/>
                    <a:pt x="4109" y="4314"/>
                    <a:pt x="4246" y="4382"/>
                  </a:cubicBezTo>
                  <a:lnTo>
                    <a:pt x="4383" y="4451"/>
                  </a:lnTo>
                  <a:cubicBezTo>
                    <a:pt x="4200" y="4565"/>
                    <a:pt x="3995" y="4679"/>
                    <a:pt x="3812" y="4793"/>
                  </a:cubicBezTo>
                  <a:lnTo>
                    <a:pt x="3561" y="4656"/>
                  </a:lnTo>
                  <a:cubicBezTo>
                    <a:pt x="3470" y="4588"/>
                    <a:pt x="3355" y="4542"/>
                    <a:pt x="3264" y="4474"/>
                  </a:cubicBezTo>
                  <a:cubicBezTo>
                    <a:pt x="3447" y="4382"/>
                    <a:pt x="3629" y="4291"/>
                    <a:pt x="3812" y="4177"/>
                  </a:cubicBezTo>
                  <a:lnTo>
                    <a:pt x="3858" y="4154"/>
                  </a:lnTo>
                  <a:close/>
                  <a:moveTo>
                    <a:pt x="2579" y="4177"/>
                  </a:moveTo>
                  <a:cubicBezTo>
                    <a:pt x="2762" y="4291"/>
                    <a:pt x="2945" y="4382"/>
                    <a:pt x="3127" y="4496"/>
                  </a:cubicBezTo>
                  <a:cubicBezTo>
                    <a:pt x="2945" y="4611"/>
                    <a:pt x="2739" y="4725"/>
                    <a:pt x="2557" y="4839"/>
                  </a:cubicBezTo>
                  <a:cubicBezTo>
                    <a:pt x="2351" y="4725"/>
                    <a:pt x="2169" y="4611"/>
                    <a:pt x="1963" y="4496"/>
                  </a:cubicBezTo>
                  <a:cubicBezTo>
                    <a:pt x="2169" y="4405"/>
                    <a:pt x="2374" y="4291"/>
                    <a:pt x="2579" y="4177"/>
                  </a:cubicBezTo>
                  <a:close/>
                  <a:moveTo>
                    <a:pt x="12075" y="4337"/>
                  </a:moveTo>
                  <a:lnTo>
                    <a:pt x="12623" y="4656"/>
                  </a:lnTo>
                  <a:cubicBezTo>
                    <a:pt x="12531" y="4702"/>
                    <a:pt x="12440" y="4748"/>
                    <a:pt x="12371" y="4793"/>
                  </a:cubicBezTo>
                  <a:lnTo>
                    <a:pt x="12052" y="4953"/>
                  </a:lnTo>
                  <a:lnTo>
                    <a:pt x="11527" y="4656"/>
                  </a:lnTo>
                  <a:lnTo>
                    <a:pt x="11755" y="4542"/>
                  </a:lnTo>
                  <a:cubicBezTo>
                    <a:pt x="11869" y="4474"/>
                    <a:pt x="11983" y="4405"/>
                    <a:pt x="12075" y="4337"/>
                  </a:cubicBezTo>
                  <a:close/>
                  <a:moveTo>
                    <a:pt x="13399" y="4268"/>
                  </a:moveTo>
                  <a:lnTo>
                    <a:pt x="13992" y="4588"/>
                  </a:lnTo>
                  <a:cubicBezTo>
                    <a:pt x="13764" y="4702"/>
                    <a:pt x="13558" y="4816"/>
                    <a:pt x="13330" y="4953"/>
                  </a:cubicBezTo>
                  <a:lnTo>
                    <a:pt x="12782" y="4633"/>
                  </a:lnTo>
                  <a:cubicBezTo>
                    <a:pt x="12988" y="4519"/>
                    <a:pt x="13193" y="4382"/>
                    <a:pt x="13399" y="4268"/>
                  </a:cubicBezTo>
                  <a:close/>
                  <a:moveTo>
                    <a:pt x="10819" y="4382"/>
                  </a:moveTo>
                  <a:lnTo>
                    <a:pt x="11321" y="4679"/>
                  </a:lnTo>
                  <a:lnTo>
                    <a:pt x="10774" y="4976"/>
                  </a:lnTo>
                  <a:lnTo>
                    <a:pt x="10271" y="4702"/>
                  </a:lnTo>
                  <a:lnTo>
                    <a:pt x="10819" y="4382"/>
                  </a:lnTo>
                  <a:close/>
                  <a:moveTo>
                    <a:pt x="9541" y="4405"/>
                  </a:moveTo>
                  <a:lnTo>
                    <a:pt x="10043" y="4702"/>
                  </a:lnTo>
                  <a:lnTo>
                    <a:pt x="9495" y="4999"/>
                  </a:lnTo>
                  <a:lnTo>
                    <a:pt x="9404" y="4953"/>
                  </a:lnTo>
                  <a:lnTo>
                    <a:pt x="8993" y="4725"/>
                  </a:lnTo>
                  <a:lnTo>
                    <a:pt x="9541" y="4405"/>
                  </a:lnTo>
                  <a:close/>
                  <a:moveTo>
                    <a:pt x="8286" y="4428"/>
                  </a:moveTo>
                  <a:lnTo>
                    <a:pt x="8788" y="4725"/>
                  </a:lnTo>
                  <a:lnTo>
                    <a:pt x="8628" y="4793"/>
                  </a:lnTo>
                  <a:lnTo>
                    <a:pt x="8217" y="5044"/>
                  </a:lnTo>
                  <a:lnTo>
                    <a:pt x="7715" y="4748"/>
                  </a:lnTo>
                  <a:lnTo>
                    <a:pt x="8194" y="4496"/>
                  </a:lnTo>
                  <a:lnTo>
                    <a:pt x="8286" y="4428"/>
                  </a:lnTo>
                  <a:close/>
                  <a:moveTo>
                    <a:pt x="7007" y="4474"/>
                  </a:moveTo>
                  <a:lnTo>
                    <a:pt x="7510" y="4748"/>
                  </a:lnTo>
                  <a:lnTo>
                    <a:pt x="6962" y="5067"/>
                  </a:lnTo>
                  <a:lnTo>
                    <a:pt x="6437" y="4770"/>
                  </a:lnTo>
                  <a:lnTo>
                    <a:pt x="7007" y="4474"/>
                  </a:lnTo>
                  <a:close/>
                  <a:moveTo>
                    <a:pt x="5729" y="4496"/>
                  </a:moveTo>
                  <a:lnTo>
                    <a:pt x="6254" y="4770"/>
                  </a:lnTo>
                  <a:lnTo>
                    <a:pt x="5706" y="5090"/>
                  </a:lnTo>
                  <a:lnTo>
                    <a:pt x="5684" y="5090"/>
                  </a:lnTo>
                  <a:lnTo>
                    <a:pt x="5159" y="4816"/>
                  </a:lnTo>
                  <a:lnTo>
                    <a:pt x="5729" y="4496"/>
                  </a:lnTo>
                  <a:close/>
                  <a:moveTo>
                    <a:pt x="4474" y="4519"/>
                  </a:moveTo>
                  <a:lnTo>
                    <a:pt x="4976" y="4816"/>
                  </a:lnTo>
                  <a:cubicBezTo>
                    <a:pt x="4793" y="4907"/>
                    <a:pt x="4611" y="5021"/>
                    <a:pt x="4428" y="5136"/>
                  </a:cubicBezTo>
                  <a:lnTo>
                    <a:pt x="3880" y="4816"/>
                  </a:lnTo>
                  <a:cubicBezTo>
                    <a:pt x="4063" y="4725"/>
                    <a:pt x="4268" y="4611"/>
                    <a:pt x="4451" y="4519"/>
                  </a:cubicBezTo>
                  <a:close/>
                  <a:moveTo>
                    <a:pt x="3173" y="4519"/>
                  </a:moveTo>
                  <a:cubicBezTo>
                    <a:pt x="3287" y="4588"/>
                    <a:pt x="3401" y="4656"/>
                    <a:pt x="3515" y="4725"/>
                  </a:cubicBezTo>
                  <a:lnTo>
                    <a:pt x="3721" y="4839"/>
                  </a:lnTo>
                  <a:cubicBezTo>
                    <a:pt x="3538" y="4953"/>
                    <a:pt x="3355" y="5067"/>
                    <a:pt x="3173" y="5181"/>
                  </a:cubicBezTo>
                  <a:lnTo>
                    <a:pt x="3013" y="5090"/>
                  </a:lnTo>
                  <a:cubicBezTo>
                    <a:pt x="2876" y="5021"/>
                    <a:pt x="2716" y="4930"/>
                    <a:pt x="2579" y="4839"/>
                  </a:cubicBezTo>
                  <a:cubicBezTo>
                    <a:pt x="2785" y="4748"/>
                    <a:pt x="2990" y="4633"/>
                    <a:pt x="3173" y="4519"/>
                  </a:cubicBezTo>
                  <a:close/>
                  <a:moveTo>
                    <a:pt x="14015" y="4611"/>
                  </a:moveTo>
                  <a:lnTo>
                    <a:pt x="14540" y="4907"/>
                  </a:lnTo>
                  <a:cubicBezTo>
                    <a:pt x="14334" y="5021"/>
                    <a:pt x="14106" y="5136"/>
                    <a:pt x="13878" y="5273"/>
                  </a:cubicBezTo>
                  <a:lnTo>
                    <a:pt x="13399" y="4976"/>
                  </a:lnTo>
                  <a:cubicBezTo>
                    <a:pt x="13604" y="4862"/>
                    <a:pt x="13809" y="4725"/>
                    <a:pt x="14015" y="4611"/>
                  </a:cubicBezTo>
                  <a:close/>
                  <a:moveTo>
                    <a:pt x="12691" y="4702"/>
                  </a:moveTo>
                  <a:lnTo>
                    <a:pt x="13239" y="4999"/>
                  </a:lnTo>
                  <a:cubicBezTo>
                    <a:pt x="13102" y="5067"/>
                    <a:pt x="12965" y="5136"/>
                    <a:pt x="12828" y="5204"/>
                  </a:cubicBezTo>
                  <a:lnTo>
                    <a:pt x="12645" y="5318"/>
                  </a:lnTo>
                  <a:lnTo>
                    <a:pt x="12143" y="5021"/>
                  </a:lnTo>
                  <a:lnTo>
                    <a:pt x="12417" y="4862"/>
                  </a:lnTo>
                  <a:cubicBezTo>
                    <a:pt x="12508" y="4793"/>
                    <a:pt x="12600" y="4748"/>
                    <a:pt x="12691" y="4702"/>
                  </a:cubicBezTo>
                  <a:close/>
                  <a:moveTo>
                    <a:pt x="11436" y="4725"/>
                  </a:moveTo>
                  <a:lnTo>
                    <a:pt x="11938" y="5021"/>
                  </a:lnTo>
                  <a:lnTo>
                    <a:pt x="11390" y="5341"/>
                  </a:lnTo>
                  <a:lnTo>
                    <a:pt x="10865" y="5044"/>
                  </a:lnTo>
                  <a:lnTo>
                    <a:pt x="11436" y="4725"/>
                  </a:lnTo>
                  <a:close/>
                  <a:moveTo>
                    <a:pt x="10157" y="4748"/>
                  </a:moveTo>
                  <a:lnTo>
                    <a:pt x="10660" y="5044"/>
                  </a:lnTo>
                  <a:lnTo>
                    <a:pt x="10112" y="5364"/>
                  </a:lnTo>
                  <a:lnTo>
                    <a:pt x="9610" y="5067"/>
                  </a:lnTo>
                  <a:lnTo>
                    <a:pt x="10157" y="4748"/>
                  </a:lnTo>
                  <a:close/>
                  <a:moveTo>
                    <a:pt x="8879" y="4793"/>
                  </a:moveTo>
                  <a:lnTo>
                    <a:pt x="9358" y="5067"/>
                  </a:lnTo>
                  <a:lnTo>
                    <a:pt x="9381" y="5067"/>
                  </a:lnTo>
                  <a:lnTo>
                    <a:pt x="9267" y="5136"/>
                  </a:lnTo>
                  <a:lnTo>
                    <a:pt x="8834" y="5387"/>
                  </a:lnTo>
                  <a:lnTo>
                    <a:pt x="8697" y="5295"/>
                  </a:lnTo>
                  <a:lnTo>
                    <a:pt x="8331" y="5090"/>
                  </a:lnTo>
                  <a:lnTo>
                    <a:pt x="8697" y="4907"/>
                  </a:lnTo>
                  <a:lnTo>
                    <a:pt x="8879" y="4793"/>
                  </a:lnTo>
                  <a:close/>
                  <a:moveTo>
                    <a:pt x="7624" y="4816"/>
                  </a:moveTo>
                  <a:lnTo>
                    <a:pt x="8126" y="5090"/>
                  </a:lnTo>
                  <a:lnTo>
                    <a:pt x="7578" y="5409"/>
                  </a:lnTo>
                  <a:lnTo>
                    <a:pt x="7053" y="5113"/>
                  </a:lnTo>
                  <a:lnTo>
                    <a:pt x="7624" y="4816"/>
                  </a:lnTo>
                  <a:close/>
                  <a:moveTo>
                    <a:pt x="6346" y="4839"/>
                  </a:moveTo>
                  <a:lnTo>
                    <a:pt x="6848" y="5136"/>
                  </a:lnTo>
                  <a:lnTo>
                    <a:pt x="6346" y="5432"/>
                  </a:lnTo>
                  <a:cubicBezTo>
                    <a:pt x="6323" y="5432"/>
                    <a:pt x="6323" y="5432"/>
                    <a:pt x="6300" y="5455"/>
                  </a:cubicBezTo>
                  <a:lnTo>
                    <a:pt x="5775" y="5158"/>
                  </a:lnTo>
                  <a:lnTo>
                    <a:pt x="6346" y="4839"/>
                  </a:lnTo>
                  <a:close/>
                  <a:moveTo>
                    <a:pt x="5067" y="4862"/>
                  </a:moveTo>
                  <a:lnTo>
                    <a:pt x="5592" y="5158"/>
                  </a:lnTo>
                  <a:cubicBezTo>
                    <a:pt x="5410" y="5273"/>
                    <a:pt x="5227" y="5387"/>
                    <a:pt x="5045" y="5478"/>
                  </a:cubicBezTo>
                  <a:lnTo>
                    <a:pt x="4497" y="5181"/>
                  </a:lnTo>
                  <a:cubicBezTo>
                    <a:pt x="4679" y="5067"/>
                    <a:pt x="4885" y="4953"/>
                    <a:pt x="5067" y="4862"/>
                  </a:cubicBezTo>
                  <a:close/>
                  <a:moveTo>
                    <a:pt x="3789" y="4884"/>
                  </a:moveTo>
                  <a:lnTo>
                    <a:pt x="4337" y="5204"/>
                  </a:lnTo>
                  <a:cubicBezTo>
                    <a:pt x="4154" y="5295"/>
                    <a:pt x="3972" y="5409"/>
                    <a:pt x="3789" y="5524"/>
                  </a:cubicBezTo>
                  <a:lnTo>
                    <a:pt x="3196" y="5181"/>
                  </a:lnTo>
                  <a:cubicBezTo>
                    <a:pt x="3401" y="5090"/>
                    <a:pt x="3584" y="4976"/>
                    <a:pt x="3789" y="4884"/>
                  </a:cubicBezTo>
                  <a:close/>
                  <a:moveTo>
                    <a:pt x="14563" y="4930"/>
                  </a:moveTo>
                  <a:lnTo>
                    <a:pt x="15110" y="5227"/>
                  </a:lnTo>
                  <a:cubicBezTo>
                    <a:pt x="15133" y="5227"/>
                    <a:pt x="15133" y="5250"/>
                    <a:pt x="15156" y="5250"/>
                  </a:cubicBezTo>
                  <a:cubicBezTo>
                    <a:pt x="14928" y="5364"/>
                    <a:pt x="14722" y="5501"/>
                    <a:pt x="14494" y="5615"/>
                  </a:cubicBezTo>
                  <a:lnTo>
                    <a:pt x="13946" y="5295"/>
                  </a:lnTo>
                  <a:cubicBezTo>
                    <a:pt x="14152" y="5181"/>
                    <a:pt x="14357" y="5044"/>
                    <a:pt x="14563" y="4930"/>
                  </a:cubicBezTo>
                  <a:close/>
                  <a:moveTo>
                    <a:pt x="13307" y="5044"/>
                  </a:moveTo>
                  <a:lnTo>
                    <a:pt x="13787" y="5318"/>
                  </a:lnTo>
                  <a:cubicBezTo>
                    <a:pt x="13627" y="5409"/>
                    <a:pt x="13444" y="5501"/>
                    <a:pt x="13284" y="5592"/>
                  </a:cubicBezTo>
                  <a:lnTo>
                    <a:pt x="13216" y="5638"/>
                  </a:lnTo>
                  <a:lnTo>
                    <a:pt x="12737" y="5364"/>
                  </a:lnTo>
                  <a:lnTo>
                    <a:pt x="12874" y="5295"/>
                  </a:lnTo>
                  <a:cubicBezTo>
                    <a:pt x="13011" y="5204"/>
                    <a:pt x="13147" y="5113"/>
                    <a:pt x="13307" y="5044"/>
                  </a:cubicBezTo>
                  <a:close/>
                  <a:moveTo>
                    <a:pt x="12029" y="5067"/>
                  </a:moveTo>
                  <a:lnTo>
                    <a:pt x="12554" y="5364"/>
                  </a:lnTo>
                  <a:lnTo>
                    <a:pt x="11983" y="5683"/>
                  </a:lnTo>
                  <a:lnTo>
                    <a:pt x="11481" y="5387"/>
                  </a:lnTo>
                  <a:lnTo>
                    <a:pt x="12029" y="5067"/>
                  </a:lnTo>
                  <a:close/>
                  <a:moveTo>
                    <a:pt x="10774" y="5113"/>
                  </a:moveTo>
                  <a:lnTo>
                    <a:pt x="11276" y="5387"/>
                  </a:lnTo>
                  <a:lnTo>
                    <a:pt x="10705" y="5706"/>
                  </a:lnTo>
                  <a:lnTo>
                    <a:pt x="10226" y="5409"/>
                  </a:lnTo>
                  <a:lnTo>
                    <a:pt x="10774" y="5113"/>
                  </a:lnTo>
                  <a:close/>
                  <a:moveTo>
                    <a:pt x="9495" y="5136"/>
                  </a:moveTo>
                  <a:lnTo>
                    <a:pt x="9998" y="5409"/>
                  </a:lnTo>
                  <a:lnTo>
                    <a:pt x="9906" y="5455"/>
                  </a:lnTo>
                  <a:lnTo>
                    <a:pt x="9450" y="5729"/>
                  </a:lnTo>
                  <a:lnTo>
                    <a:pt x="8948" y="5455"/>
                  </a:lnTo>
                  <a:lnTo>
                    <a:pt x="9336" y="5227"/>
                  </a:lnTo>
                  <a:lnTo>
                    <a:pt x="9495" y="5136"/>
                  </a:lnTo>
                  <a:close/>
                  <a:moveTo>
                    <a:pt x="8217" y="5158"/>
                  </a:moveTo>
                  <a:lnTo>
                    <a:pt x="8651" y="5409"/>
                  </a:lnTo>
                  <a:lnTo>
                    <a:pt x="8719" y="5455"/>
                  </a:lnTo>
                  <a:lnTo>
                    <a:pt x="8172" y="5752"/>
                  </a:lnTo>
                  <a:lnTo>
                    <a:pt x="7989" y="5661"/>
                  </a:lnTo>
                  <a:lnTo>
                    <a:pt x="7669" y="5478"/>
                  </a:lnTo>
                  <a:lnTo>
                    <a:pt x="8217" y="5158"/>
                  </a:lnTo>
                  <a:close/>
                  <a:moveTo>
                    <a:pt x="6939" y="5181"/>
                  </a:moveTo>
                  <a:lnTo>
                    <a:pt x="7464" y="5478"/>
                  </a:lnTo>
                  <a:lnTo>
                    <a:pt x="6916" y="5797"/>
                  </a:lnTo>
                  <a:lnTo>
                    <a:pt x="6391" y="5501"/>
                  </a:lnTo>
                  <a:lnTo>
                    <a:pt x="6939" y="5181"/>
                  </a:lnTo>
                  <a:close/>
                  <a:moveTo>
                    <a:pt x="5684" y="5204"/>
                  </a:moveTo>
                  <a:lnTo>
                    <a:pt x="6209" y="5501"/>
                  </a:lnTo>
                  <a:cubicBezTo>
                    <a:pt x="6026" y="5615"/>
                    <a:pt x="5843" y="5729"/>
                    <a:pt x="5661" y="5820"/>
                  </a:cubicBezTo>
                  <a:lnTo>
                    <a:pt x="5090" y="5524"/>
                  </a:lnTo>
                  <a:cubicBezTo>
                    <a:pt x="5296" y="5409"/>
                    <a:pt x="5478" y="5318"/>
                    <a:pt x="5684" y="5204"/>
                  </a:cubicBezTo>
                  <a:close/>
                  <a:moveTo>
                    <a:pt x="4383" y="5227"/>
                  </a:moveTo>
                  <a:lnTo>
                    <a:pt x="4953" y="5546"/>
                  </a:lnTo>
                  <a:cubicBezTo>
                    <a:pt x="4771" y="5661"/>
                    <a:pt x="4565" y="5752"/>
                    <a:pt x="4383" y="5866"/>
                  </a:cubicBezTo>
                  <a:lnTo>
                    <a:pt x="3812" y="5546"/>
                  </a:lnTo>
                  <a:cubicBezTo>
                    <a:pt x="3995" y="5432"/>
                    <a:pt x="4200" y="5318"/>
                    <a:pt x="4383" y="5227"/>
                  </a:cubicBezTo>
                  <a:close/>
                  <a:moveTo>
                    <a:pt x="15179" y="5273"/>
                  </a:moveTo>
                  <a:cubicBezTo>
                    <a:pt x="15384" y="5387"/>
                    <a:pt x="15590" y="5478"/>
                    <a:pt x="15772" y="5592"/>
                  </a:cubicBezTo>
                  <a:cubicBezTo>
                    <a:pt x="15544" y="5706"/>
                    <a:pt x="15316" y="5843"/>
                    <a:pt x="15088" y="5957"/>
                  </a:cubicBezTo>
                  <a:cubicBezTo>
                    <a:pt x="14905" y="5866"/>
                    <a:pt x="14745" y="5752"/>
                    <a:pt x="14563" y="5638"/>
                  </a:cubicBezTo>
                  <a:cubicBezTo>
                    <a:pt x="14768" y="5524"/>
                    <a:pt x="14974" y="5387"/>
                    <a:pt x="15179" y="5273"/>
                  </a:cubicBezTo>
                  <a:close/>
                  <a:moveTo>
                    <a:pt x="13855" y="5341"/>
                  </a:moveTo>
                  <a:lnTo>
                    <a:pt x="14403" y="5661"/>
                  </a:lnTo>
                  <a:cubicBezTo>
                    <a:pt x="14243" y="5752"/>
                    <a:pt x="14083" y="5843"/>
                    <a:pt x="13924" y="5912"/>
                  </a:cubicBezTo>
                  <a:lnTo>
                    <a:pt x="13809" y="5980"/>
                  </a:lnTo>
                  <a:lnTo>
                    <a:pt x="13307" y="5683"/>
                  </a:lnTo>
                  <a:lnTo>
                    <a:pt x="13307" y="5661"/>
                  </a:lnTo>
                  <a:cubicBezTo>
                    <a:pt x="13490" y="5569"/>
                    <a:pt x="13672" y="5455"/>
                    <a:pt x="13855" y="5341"/>
                  </a:cubicBezTo>
                  <a:close/>
                  <a:moveTo>
                    <a:pt x="12645" y="5409"/>
                  </a:moveTo>
                  <a:lnTo>
                    <a:pt x="13125" y="5683"/>
                  </a:lnTo>
                  <a:lnTo>
                    <a:pt x="12531" y="6003"/>
                  </a:lnTo>
                  <a:lnTo>
                    <a:pt x="12075" y="5729"/>
                  </a:lnTo>
                  <a:lnTo>
                    <a:pt x="12645" y="5409"/>
                  </a:lnTo>
                  <a:close/>
                  <a:moveTo>
                    <a:pt x="11390" y="5455"/>
                  </a:moveTo>
                  <a:lnTo>
                    <a:pt x="11892" y="5729"/>
                  </a:lnTo>
                  <a:lnTo>
                    <a:pt x="11321" y="6049"/>
                  </a:lnTo>
                  <a:lnTo>
                    <a:pt x="10819" y="5775"/>
                  </a:lnTo>
                  <a:lnTo>
                    <a:pt x="11390" y="5455"/>
                  </a:lnTo>
                  <a:close/>
                  <a:moveTo>
                    <a:pt x="10112" y="5478"/>
                  </a:moveTo>
                  <a:lnTo>
                    <a:pt x="10614" y="5752"/>
                  </a:lnTo>
                  <a:lnTo>
                    <a:pt x="10568" y="5797"/>
                  </a:lnTo>
                  <a:lnTo>
                    <a:pt x="10043" y="6071"/>
                  </a:lnTo>
                  <a:lnTo>
                    <a:pt x="9541" y="5797"/>
                  </a:lnTo>
                  <a:lnTo>
                    <a:pt x="9975" y="5569"/>
                  </a:lnTo>
                  <a:lnTo>
                    <a:pt x="10112" y="5478"/>
                  </a:lnTo>
                  <a:close/>
                  <a:moveTo>
                    <a:pt x="8834" y="5501"/>
                  </a:moveTo>
                  <a:lnTo>
                    <a:pt x="9336" y="5797"/>
                  </a:lnTo>
                  <a:lnTo>
                    <a:pt x="8788" y="6117"/>
                  </a:lnTo>
                  <a:lnTo>
                    <a:pt x="8286" y="5820"/>
                  </a:lnTo>
                  <a:lnTo>
                    <a:pt x="8834" y="5501"/>
                  </a:lnTo>
                  <a:close/>
                  <a:moveTo>
                    <a:pt x="7555" y="5524"/>
                  </a:moveTo>
                  <a:lnTo>
                    <a:pt x="7943" y="5752"/>
                  </a:lnTo>
                  <a:lnTo>
                    <a:pt x="8057" y="5820"/>
                  </a:lnTo>
                  <a:lnTo>
                    <a:pt x="7510" y="6140"/>
                  </a:lnTo>
                  <a:lnTo>
                    <a:pt x="7281" y="6003"/>
                  </a:lnTo>
                  <a:lnTo>
                    <a:pt x="7007" y="5843"/>
                  </a:lnTo>
                  <a:lnTo>
                    <a:pt x="7555" y="5524"/>
                  </a:lnTo>
                  <a:close/>
                  <a:moveTo>
                    <a:pt x="6277" y="5546"/>
                  </a:moveTo>
                  <a:lnTo>
                    <a:pt x="6802" y="5843"/>
                  </a:lnTo>
                  <a:cubicBezTo>
                    <a:pt x="6619" y="5957"/>
                    <a:pt x="6437" y="6071"/>
                    <a:pt x="6254" y="6163"/>
                  </a:cubicBezTo>
                  <a:lnTo>
                    <a:pt x="5706" y="5866"/>
                  </a:lnTo>
                  <a:cubicBezTo>
                    <a:pt x="5889" y="5752"/>
                    <a:pt x="6094" y="5661"/>
                    <a:pt x="6277" y="5546"/>
                  </a:cubicBezTo>
                  <a:close/>
                  <a:moveTo>
                    <a:pt x="4999" y="5569"/>
                  </a:moveTo>
                  <a:lnTo>
                    <a:pt x="5547" y="5889"/>
                  </a:lnTo>
                  <a:cubicBezTo>
                    <a:pt x="5364" y="6003"/>
                    <a:pt x="5181" y="6094"/>
                    <a:pt x="4999" y="6208"/>
                  </a:cubicBezTo>
                  <a:lnTo>
                    <a:pt x="4405" y="5889"/>
                  </a:lnTo>
                  <a:cubicBezTo>
                    <a:pt x="4611" y="5775"/>
                    <a:pt x="4793" y="5683"/>
                    <a:pt x="4999" y="5569"/>
                  </a:cubicBezTo>
                  <a:close/>
                  <a:moveTo>
                    <a:pt x="14494" y="5706"/>
                  </a:moveTo>
                  <a:cubicBezTo>
                    <a:pt x="14677" y="5797"/>
                    <a:pt x="14837" y="5912"/>
                    <a:pt x="15019" y="6003"/>
                  </a:cubicBezTo>
                  <a:cubicBezTo>
                    <a:pt x="14859" y="6094"/>
                    <a:pt x="14700" y="6163"/>
                    <a:pt x="14563" y="6254"/>
                  </a:cubicBezTo>
                  <a:lnTo>
                    <a:pt x="14426" y="6322"/>
                  </a:lnTo>
                  <a:cubicBezTo>
                    <a:pt x="14243" y="6231"/>
                    <a:pt x="14083" y="6117"/>
                    <a:pt x="13901" y="6026"/>
                  </a:cubicBezTo>
                  <a:lnTo>
                    <a:pt x="13969" y="6003"/>
                  </a:lnTo>
                  <a:cubicBezTo>
                    <a:pt x="14129" y="5889"/>
                    <a:pt x="14289" y="5797"/>
                    <a:pt x="14471" y="5706"/>
                  </a:cubicBezTo>
                  <a:close/>
                  <a:moveTo>
                    <a:pt x="15795" y="5615"/>
                  </a:moveTo>
                  <a:cubicBezTo>
                    <a:pt x="16001" y="5729"/>
                    <a:pt x="16206" y="5820"/>
                    <a:pt x="16389" y="5934"/>
                  </a:cubicBezTo>
                  <a:cubicBezTo>
                    <a:pt x="16160" y="6071"/>
                    <a:pt x="15932" y="6186"/>
                    <a:pt x="15704" y="6322"/>
                  </a:cubicBezTo>
                  <a:cubicBezTo>
                    <a:pt x="15521" y="6208"/>
                    <a:pt x="15339" y="6094"/>
                    <a:pt x="15156" y="6003"/>
                  </a:cubicBezTo>
                  <a:cubicBezTo>
                    <a:pt x="15362" y="5866"/>
                    <a:pt x="15590" y="5752"/>
                    <a:pt x="15795" y="5615"/>
                  </a:cubicBezTo>
                  <a:close/>
                  <a:moveTo>
                    <a:pt x="13216" y="5729"/>
                  </a:moveTo>
                  <a:lnTo>
                    <a:pt x="13718" y="6026"/>
                  </a:lnTo>
                  <a:lnTo>
                    <a:pt x="13147" y="6345"/>
                  </a:lnTo>
                  <a:lnTo>
                    <a:pt x="13125" y="6322"/>
                  </a:lnTo>
                  <a:lnTo>
                    <a:pt x="12645" y="6049"/>
                  </a:lnTo>
                  <a:lnTo>
                    <a:pt x="13216" y="5729"/>
                  </a:lnTo>
                  <a:close/>
                  <a:moveTo>
                    <a:pt x="11983" y="5797"/>
                  </a:moveTo>
                  <a:lnTo>
                    <a:pt x="12440" y="6049"/>
                  </a:lnTo>
                  <a:lnTo>
                    <a:pt x="11869" y="6368"/>
                  </a:lnTo>
                  <a:lnTo>
                    <a:pt x="11436" y="6117"/>
                  </a:lnTo>
                  <a:lnTo>
                    <a:pt x="11983" y="5797"/>
                  </a:lnTo>
                  <a:close/>
                  <a:moveTo>
                    <a:pt x="10728" y="5820"/>
                  </a:moveTo>
                  <a:lnTo>
                    <a:pt x="11230" y="6117"/>
                  </a:lnTo>
                  <a:lnTo>
                    <a:pt x="11025" y="6208"/>
                  </a:lnTo>
                  <a:lnTo>
                    <a:pt x="10660" y="6437"/>
                  </a:lnTo>
                  <a:lnTo>
                    <a:pt x="10157" y="6140"/>
                  </a:lnTo>
                  <a:lnTo>
                    <a:pt x="10614" y="5889"/>
                  </a:lnTo>
                  <a:lnTo>
                    <a:pt x="10728" y="5820"/>
                  </a:lnTo>
                  <a:close/>
                  <a:moveTo>
                    <a:pt x="9450" y="5843"/>
                  </a:moveTo>
                  <a:lnTo>
                    <a:pt x="9952" y="6140"/>
                  </a:lnTo>
                  <a:lnTo>
                    <a:pt x="9381" y="6459"/>
                  </a:lnTo>
                  <a:lnTo>
                    <a:pt x="8879" y="6163"/>
                  </a:lnTo>
                  <a:lnTo>
                    <a:pt x="9450" y="5843"/>
                  </a:lnTo>
                  <a:close/>
                  <a:moveTo>
                    <a:pt x="8172" y="5889"/>
                  </a:moveTo>
                  <a:lnTo>
                    <a:pt x="8674" y="6163"/>
                  </a:lnTo>
                  <a:lnTo>
                    <a:pt x="8126" y="6482"/>
                  </a:lnTo>
                  <a:lnTo>
                    <a:pt x="7601" y="6186"/>
                  </a:lnTo>
                  <a:lnTo>
                    <a:pt x="8172" y="5889"/>
                  </a:lnTo>
                  <a:close/>
                  <a:moveTo>
                    <a:pt x="6893" y="5912"/>
                  </a:moveTo>
                  <a:lnTo>
                    <a:pt x="7236" y="6094"/>
                  </a:lnTo>
                  <a:lnTo>
                    <a:pt x="7418" y="6208"/>
                  </a:lnTo>
                  <a:cubicBezTo>
                    <a:pt x="7236" y="6300"/>
                    <a:pt x="7053" y="6414"/>
                    <a:pt x="6871" y="6528"/>
                  </a:cubicBezTo>
                  <a:lnTo>
                    <a:pt x="6574" y="6345"/>
                  </a:lnTo>
                  <a:lnTo>
                    <a:pt x="6323" y="6208"/>
                  </a:lnTo>
                  <a:cubicBezTo>
                    <a:pt x="6505" y="6094"/>
                    <a:pt x="6688" y="6003"/>
                    <a:pt x="6871" y="5912"/>
                  </a:cubicBezTo>
                  <a:close/>
                  <a:moveTo>
                    <a:pt x="5592" y="5912"/>
                  </a:moveTo>
                  <a:lnTo>
                    <a:pt x="6163" y="6231"/>
                  </a:lnTo>
                  <a:cubicBezTo>
                    <a:pt x="5980" y="6345"/>
                    <a:pt x="5798" y="6459"/>
                    <a:pt x="5615" y="6551"/>
                  </a:cubicBezTo>
                  <a:lnTo>
                    <a:pt x="5022" y="6231"/>
                  </a:lnTo>
                  <a:cubicBezTo>
                    <a:pt x="5227" y="6117"/>
                    <a:pt x="5410" y="6026"/>
                    <a:pt x="5592" y="5912"/>
                  </a:cubicBezTo>
                  <a:close/>
                  <a:moveTo>
                    <a:pt x="16412" y="5957"/>
                  </a:moveTo>
                  <a:cubicBezTo>
                    <a:pt x="16617" y="6071"/>
                    <a:pt x="16822" y="6163"/>
                    <a:pt x="17005" y="6277"/>
                  </a:cubicBezTo>
                  <a:cubicBezTo>
                    <a:pt x="16777" y="6414"/>
                    <a:pt x="16526" y="6528"/>
                    <a:pt x="16297" y="6665"/>
                  </a:cubicBezTo>
                  <a:cubicBezTo>
                    <a:pt x="16115" y="6551"/>
                    <a:pt x="15932" y="6459"/>
                    <a:pt x="15750" y="6345"/>
                  </a:cubicBezTo>
                  <a:cubicBezTo>
                    <a:pt x="15978" y="6208"/>
                    <a:pt x="16206" y="6094"/>
                    <a:pt x="16412" y="5957"/>
                  </a:cubicBezTo>
                  <a:close/>
                  <a:moveTo>
                    <a:pt x="15088" y="6026"/>
                  </a:moveTo>
                  <a:cubicBezTo>
                    <a:pt x="15270" y="6140"/>
                    <a:pt x="15453" y="6231"/>
                    <a:pt x="15635" y="6345"/>
                  </a:cubicBezTo>
                  <a:cubicBezTo>
                    <a:pt x="15498" y="6414"/>
                    <a:pt x="15339" y="6505"/>
                    <a:pt x="15202" y="6574"/>
                  </a:cubicBezTo>
                  <a:lnTo>
                    <a:pt x="15019" y="6688"/>
                  </a:lnTo>
                  <a:cubicBezTo>
                    <a:pt x="14837" y="6574"/>
                    <a:pt x="14677" y="6482"/>
                    <a:pt x="14494" y="6368"/>
                  </a:cubicBezTo>
                  <a:lnTo>
                    <a:pt x="14608" y="6322"/>
                  </a:lnTo>
                  <a:cubicBezTo>
                    <a:pt x="14768" y="6231"/>
                    <a:pt x="14928" y="6140"/>
                    <a:pt x="15088" y="6026"/>
                  </a:cubicBezTo>
                  <a:close/>
                  <a:moveTo>
                    <a:pt x="12554" y="6117"/>
                  </a:moveTo>
                  <a:lnTo>
                    <a:pt x="13056" y="6391"/>
                  </a:lnTo>
                  <a:lnTo>
                    <a:pt x="12486" y="6710"/>
                  </a:lnTo>
                  <a:cubicBezTo>
                    <a:pt x="12463" y="6710"/>
                    <a:pt x="12440" y="6688"/>
                    <a:pt x="12394" y="6688"/>
                  </a:cubicBezTo>
                  <a:lnTo>
                    <a:pt x="11983" y="6437"/>
                  </a:lnTo>
                  <a:lnTo>
                    <a:pt x="12554" y="6117"/>
                  </a:lnTo>
                  <a:close/>
                  <a:moveTo>
                    <a:pt x="13809" y="6071"/>
                  </a:moveTo>
                  <a:cubicBezTo>
                    <a:pt x="13992" y="6186"/>
                    <a:pt x="14175" y="6277"/>
                    <a:pt x="14334" y="6368"/>
                  </a:cubicBezTo>
                  <a:lnTo>
                    <a:pt x="13741" y="6710"/>
                  </a:lnTo>
                  <a:cubicBezTo>
                    <a:pt x="13581" y="6596"/>
                    <a:pt x="13421" y="6505"/>
                    <a:pt x="13239" y="6414"/>
                  </a:cubicBezTo>
                  <a:lnTo>
                    <a:pt x="13809" y="6071"/>
                  </a:lnTo>
                  <a:close/>
                  <a:moveTo>
                    <a:pt x="11321" y="6163"/>
                  </a:moveTo>
                  <a:lnTo>
                    <a:pt x="11778" y="6414"/>
                  </a:lnTo>
                  <a:lnTo>
                    <a:pt x="11458" y="6596"/>
                  </a:lnTo>
                  <a:lnTo>
                    <a:pt x="11207" y="6756"/>
                  </a:lnTo>
                  <a:lnTo>
                    <a:pt x="10774" y="6482"/>
                  </a:lnTo>
                  <a:lnTo>
                    <a:pt x="11070" y="6322"/>
                  </a:lnTo>
                  <a:lnTo>
                    <a:pt x="11321" y="6163"/>
                  </a:lnTo>
                  <a:close/>
                  <a:moveTo>
                    <a:pt x="10043" y="6186"/>
                  </a:moveTo>
                  <a:lnTo>
                    <a:pt x="10568" y="6482"/>
                  </a:lnTo>
                  <a:lnTo>
                    <a:pt x="9998" y="6802"/>
                  </a:lnTo>
                  <a:lnTo>
                    <a:pt x="9495" y="6505"/>
                  </a:lnTo>
                  <a:lnTo>
                    <a:pt x="10043" y="6186"/>
                  </a:lnTo>
                  <a:close/>
                  <a:moveTo>
                    <a:pt x="8765" y="6231"/>
                  </a:moveTo>
                  <a:lnTo>
                    <a:pt x="9290" y="6505"/>
                  </a:lnTo>
                  <a:lnTo>
                    <a:pt x="8765" y="6825"/>
                  </a:lnTo>
                  <a:lnTo>
                    <a:pt x="8742" y="6825"/>
                  </a:lnTo>
                  <a:lnTo>
                    <a:pt x="8217" y="6528"/>
                  </a:lnTo>
                  <a:lnTo>
                    <a:pt x="8765" y="6231"/>
                  </a:lnTo>
                  <a:close/>
                  <a:moveTo>
                    <a:pt x="7487" y="6254"/>
                  </a:moveTo>
                  <a:lnTo>
                    <a:pt x="8012" y="6551"/>
                  </a:lnTo>
                  <a:cubicBezTo>
                    <a:pt x="7829" y="6642"/>
                    <a:pt x="7669" y="6756"/>
                    <a:pt x="7487" y="6870"/>
                  </a:cubicBezTo>
                  <a:lnTo>
                    <a:pt x="6939" y="6551"/>
                  </a:lnTo>
                  <a:cubicBezTo>
                    <a:pt x="7122" y="6459"/>
                    <a:pt x="7304" y="6345"/>
                    <a:pt x="7487" y="6254"/>
                  </a:cubicBezTo>
                  <a:close/>
                  <a:moveTo>
                    <a:pt x="6209" y="6277"/>
                  </a:moveTo>
                  <a:lnTo>
                    <a:pt x="6505" y="6437"/>
                  </a:lnTo>
                  <a:lnTo>
                    <a:pt x="6756" y="6574"/>
                  </a:lnTo>
                  <a:cubicBezTo>
                    <a:pt x="6574" y="6688"/>
                    <a:pt x="6414" y="6802"/>
                    <a:pt x="6231" y="6893"/>
                  </a:cubicBezTo>
                  <a:lnTo>
                    <a:pt x="6026" y="6779"/>
                  </a:lnTo>
                  <a:lnTo>
                    <a:pt x="5638" y="6574"/>
                  </a:lnTo>
                  <a:cubicBezTo>
                    <a:pt x="5821" y="6459"/>
                    <a:pt x="6026" y="6368"/>
                    <a:pt x="6209" y="6277"/>
                  </a:cubicBezTo>
                  <a:close/>
                  <a:moveTo>
                    <a:pt x="17051" y="6300"/>
                  </a:moveTo>
                  <a:cubicBezTo>
                    <a:pt x="17233" y="6414"/>
                    <a:pt x="17439" y="6505"/>
                    <a:pt x="17621" y="6619"/>
                  </a:cubicBezTo>
                  <a:cubicBezTo>
                    <a:pt x="17370" y="6756"/>
                    <a:pt x="17142" y="6870"/>
                    <a:pt x="16891" y="7007"/>
                  </a:cubicBezTo>
                  <a:cubicBezTo>
                    <a:pt x="16708" y="6916"/>
                    <a:pt x="16526" y="6802"/>
                    <a:pt x="16366" y="6710"/>
                  </a:cubicBezTo>
                  <a:cubicBezTo>
                    <a:pt x="16594" y="6574"/>
                    <a:pt x="16822" y="6437"/>
                    <a:pt x="17051" y="6300"/>
                  </a:cubicBezTo>
                  <a:close/>
                  <a:moveTo>
                    <a:pt x="15704" y="6368"/>
                  </a:moveTo>
                  <a:cubicBezTo>
                    <a:pt x="15887" y="6482"/>
                    <a:pt x="16069" y="6574"/>
                    <a:pt x="16252" y="6688"/>
                  </a:cubicBezTo>
                  <a:cubicBezTo>
                    <a:pt x="16115" y="6756"/>
                    <a:pt x="15978" y="6825"/>
                    <a:pt x="15841" y="6916"/>
                  </a:cubicBezTo>
                  <a:lnTo>
                    <a:pt x="15613" y="7030"/>
                  </a:lnTo>
                  <a:cubicBezTo>
                    <a:pt x="15453" y="6939"/>
                    <a:pt x="15270" y="6825"/>
                    <a:pt x="15110" y="6733"/>
                  </a:cubicBezTo>
                  <a:lnTo>
                    <a:pt x="15247" y="6642"/>
                  </a:lnTo>
                  <a:cubicBezTo>
                    <a:pt x="15407" y="6574"/>
                    <a:pt x="15544" y="6459"/>
                    <a:pt x="15704" y="6368"/>
                  </a:cubicBezTo>
                  <a:close/>
                  <a:moveTo>
                    <a:pt x="14426" y="6414"/>
                  </a:moveTo>
                  <a:cubicBezTo>
                    <a:pt x="14608" y="6505"/>
                    <a:pt x="14791" y="6619"/>
                    <a:pt x="14974" y="6710"/>
                  </a:cubicBezTo>
                  <a:lnTo>
                    <a:pt x="14357" y="7053"/>
                  </a:lnTo>
                  <a:cubicBezTo>
                    <a:pt x="14175" y="6962"/>
                    <a:pt x="14015" y="6847"/>
                    <a:pt x="13855" y="6756"/>
                  </a:cubicBezTo>
                  <a:lnTo>
                    <a:pt x="14426" y="6414"/>
                  </a:lnTo>
                  <a:close/>
                  <a:moveTo>
                    <a:pt x="13170" y="6459"/>
                  </a:moveTo>
                  <a:cubicBezTo>
                    <a:pt x="13330" y="6551"/>
                    <a:pt x="13513" y="6642"/>
                    <a:pt x="13672" y="6733"/>
                  </a:cubicBezTo>
                  <a:lnTo>
                    <a:pt x="13079" y="7076"/>
                  </a:lnTo>
                  <a:cubicBezTo>
                    <a:pt x="12919" y="6984"/>
                    <a:pt x="12759" y="6870"/>
                    <a:pt x="12577" y="6779"/>
                  </a:cubicBezTo>
                  <a:lnTo>
                    <a:pt x="13170" y="6459"/>
                  </a:lnTo>
                  <a:close/>
                  <a:moveTo>
                    <a:pt x="11892" y="6482"/>
                  </a:moveTo>
                  <a:lnTo>
                    <a:pt x="12371" y="6756"/>
                  </a:lnTo>
                  <a:cubicBezTo>
                    <a:pt x="12371" y="6756"/>
                    <a:pt x="12371" y="6756"/>
                    <a:pt x="12394" y="6779"/>
                  </a:cubicBezTo>
                  <a:lnTo>
                    <a:pt x="12098" y="6916"/>
                  </a:lnTo>
                  <a:lnTo>
                    <a:pt x="11824" y="7099"/>
                  </a:lnTo>
                  <a:cubicBezTo>
                    <a:pt x="11778" y="7076"/>
                    <a:pt x="11732" y="7053"/>
                    <a:pt x="11687" y="7030"/>
                  </a:cubicBezTo>
                  <a:lnTo>
                    <a:pt x="11321" y="6802"/>
                  </a:lnTo>
                  <a:lnTo>
                    <a:pt x="11527" y="6688"/>
                  </a:lnTo>
                  <a:lnTo>
                    <a:pt x="11892" y="6482"/>
                  </a:lnTo>
                  <a:close/>
                  <a:moveTo>
                    <a:pt x="10660" y="6551"/>
                  </a:moveTo>
                  <a:lnTo>
                    <a:pt x="11116" y="6802"/>
                  </a:lnTo>
                  <a:lnTo>
                    <a:pt x="10545" y="7121"/>
                  </a:lnTo>
                  <a:lnTo>
                    <a:pt x="10089" y="6870"/>
                  </a:lnTo>
                  <a:lnTo>
                    <a:pt x="10660" y="6551"/>
                  </a:lnTo>
                  <a:close/>
                  <a:moveTo>
                    <a:pt x="9381" y="6574"/>
                  </a:moveTo>
                  <a:lnTo>
                    <a:pt x="9906" y="6847"/>
                  </a:lnTo>
                  <a:lnTo>
                    <a:pt x="9336" y="7190"/>
                  </a:lnTo>
                  <a:lnTo>
                    <a:pt x="8811" y="6893"/>
                  </a:lnTo>
                  <a:lnTo>
                    <a:pt x="9381" y="6574"/>
                  </a:lnTo>
                  <a:close/>
                  <a:moveTo>
                    <a:pt x="8103" y="6596"/>
                  </a:moveTo>
                  <a:lnTo>
                    <a:pt x="8628" y="6893"/>
                  </a:lnTo>
                  <a:cubicBezTo>
                    <a:pt x="8445" y="7007"/>
                    <a:pt x="8263" y="7099"/>
                    <a:pt x="8080" y="7213"/>
                  </a:cubicBezTo>
                  <a:lnTo>
                    <a:pt x="7532" y="6893"/>
                  </a:lnTo>
                  <a:cubicBezTo>
                    <a:pt x="7715" y="6802"/>
                    <a:pt x="7920" y="6688"/>
                    <a:pt x="8103" y="6596"/>
                  </a:cubicBezTo>
                  <a:close/>
                  <a:moveTo>
                    <a:pt x="6825" y="6619"/>
                  </a:moveTo>
                  <a:lnTo>
                    <a:pt x="7373" y="6939"/>
                  </a:lnTo>
                  <a:cubicBezTo>
                    <a:pt x="7190" y="7030"/>
                    <a:pt x="7007" y="7144"/>
                    <a:pt x="6825" y="7258"/>
                  </a:cubicBezTo>
                  <a:lnTo>
                    <a:pt x="6254" y="6916"/>
                  </a:lnTo>
                  <a:cubicBezTo>
                    <a:pt x="6437" y="6825"/>
                    <a:pt x="6619" y="6710"/>
                    <a:pt x="6825" y="6619"/>
                  </a:cubicBezTo>
                  <a:close/>
                  <a:moveTo>
                    <a:pt x="16320" y="6710"/>
                  </a:moveTo>
                  <a:cubicBezTo>
                    <a:pt x="16503" y="6825"/>
                    <a:pt x="16685" y="6916"/>
                    <a:pt x="16868" y="7030"/>
                  </a:cubicBezTo>
                  <a:cubicBezTo>
                    <a:pt x="16731" y="7099"/>
                    <a:pt x="16617" y="7167"/>
                    <a:pt x="16480" y="7235"/>
                  </a:cubicBezTo>
                  <a:lnTo>
                    <a:pt x="16206" y="7372"/>
                  </a:lnTo>
                  <a:cubicBezTo>
                    <a:pt x="16046" y="7281"/>
                    <a:pt x="15864" y="7190"/>
                    <a:pt x="15704" y="7076"/>
                  </a:cubicBezTo>
                  <a:lnTo>
                    <a:pt x="15887" y="6984"/>
                  </a:lnTo>
                  <a:cubicBezTo>
                    <a:pt x="16023" y="6893"/>
                    <a:pt x="16183" y="6802"/>
                    <a:pt x="16320" y="6710"/>
                  </a:cubicBezTo>
                  <a:close/>
                  <a:moveTo>
                    <a:pt x="15065" y="6756"/>
                  </a:moveTo>
                  <a:cubicBezTo>
                    <a:pt x="15225" y="6847"/>
                    <a:pt x="15407" y="6962"/>
                    <a:pt x="15590" y="7053"/>
                  </a:cubicBezTo>
                  <a:lnTo>
                    <a:pt x="14951" y="7395"/>
                  </a:lnTo>
                  <a:cubicBezTo>
                    <a:pt x="14791" y="7304"/>
                    <a:pt x="14608" y="7213"/>
                    <a:pt x="14449" y="7099"/>
                  </a:cubicBezTo>
                  <a:lnTo>
                    <a:pt x="15065" y="6756"/>
                  </a:lnTo>
                  <a:close/>
                  <a:moveTo>
                    <a:pt x="13787" y="6802"/>
                  </a:moveTo>
                  <a:cubicBezTo>
                    <a:pt x="13946" y="6893"/>
                    <a:pt x="14129" y="6984"/>
                    <a:pt x="14289" y="7076"/>
                  </a:cubicBezTo>
                  <a:lnTo>
                    <a:pt x="13672" y="7418"/>
                  </a:lnTo>
                  <a:cubicBezTo>
                    <a:pt x="13513" y="7327"/>
                    <a:pt x="13353" y="7235"/>
                    <a:pt x="13193" y="7144"/>
                  </a:cubicBezTo>
                  <a:lnTo>
                    <a:pt x="13787" y="6802"/>
                  </a:lnTo>
                  <a:close/>
                  <a:moveTo>
                    <a:pt x="12508" y="6825"/>
                  </a:moveTo>
                  <a:cubicBezTo>
                    <a:pt x="12668" y="6916"/>
                    <a:pt x="12851" y="7007"/>
                    <a:pt x="13011" y="7099"/>
                  </a:cubicBezTo>
                  <a:lnTo>
                    <a:pt x="12759" y="7258"/>
                  </a:lnTo>
                  <a:lnTo>
                    <a:pt x="12417" y="7441"/>
                  </a:lnTo>
                  <a:cubicBezTo>
                    <a:pt x="12257" y="7350"/>
                    <a:pt x="12098" y="7258"/>
                    <a:pt x="11915" y="7167"/>
                  </a:cubicBezTo>
                  <a:lnTo>
                    <a:pt x="12166" y="7030"/>
                  </a:lnTo>
                  <a:lnTo>
                    <a:pt x="12508" y="6825"/>
                  </a:lnTo>
                  <a:close/>
                  <a:moveTo>
                    <a:pt x="11230" y="6847"/>
                  </a:moveTo>
                  <a:lnTo>
                    <a:pt x="11641" y="7099"/>
                  </a:lnTo>
                  <a:cubicBezTo>
                    <a:pt x="11687" y="7121"/>
                    <a:pt x="11709" y="7121"/>
                    <a:pt x="11732" y="7144"/>
                  </a:cubicBezTo>
                  <a:lnTo>
                    <a:pt x="11162" y="7464"/>
                  </a:lnTo>
                  <a:cubicBezTo>
                    <a:pt x="11093" y="7441"/>
                    <a:pt x="11048" y="7395"/>
                    <a:pt x="10979" y="7372"/>
                  </a:cubicBezTo>
                  <a:lnTo>
                    <a:pt x="10660" y="7190"/>
                  </a:lnTo>
                  <a:lnTo>
                    <a:pt x="11230" y="6847"/>
                  </a:lnTo>
                  <a:close/>
                  <a:moveTo>
                    <a:pt x="9998" y="6916"/>
                  </a:moveTo>
                  <a:lnTo>
                    <a:pt x="10454" y="7167"/>
                  </a:lnTo>
                  <a:lnTo>
                    <a:pt x="9883" y="7509"/>
                  </a:lnTo>
                  <a:lnTo>
                    <a:pt x="9427" y="7235"/>
                  </a:lnTo>
                  <a:lnTo>
                    <a:pt x="9998" y="6916"/>
                  </a:lnTo>
                  <a:close/>
                  <a:moveTo>
                    <a:pt x="8719" y="6939"/>
                  </a:moveTo>
                  <a:lnTo>
                    <a:pt x="9244" y="7235"/>
                  </a:lnTo>
                  <a:lnTo>
                    <a:pt x="9222" y="7235"/>
                  </a:lnTo>
                  <a:cubicBezTo>
                    <a:pt x="9039" y="7350"/>
                    <a:pt x="8879" y="7464"/>
                    <a:pt x="8697" y="7555"/>
                  </a:cubicBezTo>
                  <a:lnTo>
                    <a:pt x="8149" y="7258"/>
                  </a:lnTo>
                  <a:cubicBezTo>
                    <a:pt x="8331" y="7144"/>
                    <a:pt x="8514" y="7053"/>
                    <a:pt x="8719" y="6939"/>
                  </a:cubicBezTo>
                  <a:close/>
                  <a:moveTo>
                    <a:pt x="7418" y="6962"/>
                  </a:moveTo>
                  <a:lnTo>
                    <a:pt x="7989" y="7281"/>
                  </a:lnTo>
                  <a:cubicBezTo>
                    <a:pt x="7806" y="7372"/>
                    <a:pt x="7624" y="7487"/>
                    <a:pt x="7441" y="7601"/>
                  </a:cubicBezTo>
                  <a:lnTo>
                    <a:pt x="6848" y="7258"/>
                  </a:lnTo>
                  <a:cubicBezTo>
                    <a:pt x="7053" y="7167"/>
                    <a:pt x="7236" y="7053"/>
                    <a:pt x="7418" y="6962"/>
                  </a:cubicBezTo>
                  <a:close/>
                  <a:moveTo>
                    <a:pt x="16297" y="7441"/>
                  </a:moveTo>
                  <a:lnTo>
                    <a:pt x="16297" y="7441"/>
                  </a:lnTo>
                  <a:cubicBezTo>
                    <a:pt x="16457" y="7532"/>
                    <a:pt x="16640" y="7624"/>
                    <a:pt x="16800" y="7738"/>
                  </a:cubicBezTo>
                  <a:cubicBezTo>
                    <a:pt x="16640" y="7624"/>
                    <a:pt x="16480" y="7532"/>
                    <a:pt x="16297" y="7441"/>
                  </a:cubicBezTo>
                  <a:close/>
                  <a:moveTo>
                    <a:pt x="15681" y="7099"/>
                  </a:moveTo>
                  <a:cubicBezTo>
                    <a:pt x="15841" y="7190"/>
                    <a:pt x="16023" y="7304"/>
                    <a:pt x="16206" y="7395"/>
                  </a:cubicBezTo>
                  <a:lnTo>
                    <a:pt x="15544" y="7760"/>
                  </a:lnTo>
                  <a:cubicBezTo>
                    <a:pt x="15384" y="7646"/>
                    <a:pt x="15202" y="7555"/>
                    <a:pt x="15042" y="7464"/>
                  </a:cubicBezTo>
                  <a:lnTo>
                    <a:pt x="15681" y="7099"/>
                  </a:lnTo>
                  <a:close/>
                  <a:moveTo>
                    <a:pt x="14403" y="7144"/>
                  </a:moveTo>
                  <a:cubicBezTo>
                    <a:pt x="14563" y="7235"/>
                    <a:pt x="14745" y="7327"/>
                    <a:pt x="14905" y="7418"/>
                  </a:cubicBezTo>
                  <a:lnTo>
                    <a:pt x="14289" y="7783"/>
                  </a:lnTo>
                  <a:cubicBezTo>
                    <a:pt x="14106" y="7669"/>
                    <a:pt x="13946" y="7578"/>
                    <a:pt x="13787" y="7487"/>
                  </a:cubicBezTo>
                  <a:lnTo>
                    <a:pt x="14403" y="7144"/>
                  </a:lnTo>
                  <a:close/>
                  <a:moveTo>
                    <a:pt x="13125" y="7167"/>
                  </a:moveTo>
                  <a:cubicBezTo>
                    <a:pt x="13284" y="7258"/>
                    <a:pt x="13467" y="7350"/>
                    <a:pt x="13627" y="7441"/>
                  </a:cubicBezTo>
                  <a:lnTo>
                    <a:pt x="13399" y="7578"/>
                  </a:lnTo>
                  <a:lnTo>
                    <a:pt x="13011" y="7806"/>
                  </a:lnTo>
                  <a:cubicBezTo>
                    <a:pt x="12851" y="7692"/>
                    <a:pt x="12691" y="7601"/>
                    <a:pt x="12531" y="7509"/>
                  </a:cubicBezTo>
                  <a:lnTo>
                    <a:pt x="12805" y="7350"/>
                  </a:lnTo>
                  <a:lnTo>
                    <a:pt x="13125" y="7167"/>
                  </a:lnTo>
                  <a:close/>
                  <a:moveTo>
                    <a:pt x="11846" y="7213"/>
                  </a:moveTo>
                  <a:cubicBezTo>
                    <a:pt x="12006" y="7304"/>
                    <a:pt x="12189" y="7395"/>
                    <a:pt x="12349" y="7487"/>
                  </a:cubicBezTo>
                  <a:lnTo>
                    <a:pt x="11755" y="7829"/>
                  </a:lnTo>
                  <a:cubicBezTo>
                    <a:pt x="11595" y="7715"/>
                    <a:pt x="11413" y="7624"/>
                    <a:pt x="11253" y="7532"/>
                  </a:cubicBezTo>
                  <a:lnTo>
                    <a:pt x="11846" y="7213"/>
                  </a:lnTo>
                  <a:close/>
                  <a:moveTo>
                    <a:pt x="10568" y="7235"/>
                  </a:moveTo>
                  <a:lnTo>
                    <a:pt x="10933" y="7441"/>
                  </a:lnTo>
                  <a:cubicBezTo>
                    <a:pt x="10979" y="7464"/>
                    <a:pt x="11025" y="7487"/>
                    <a:pt x="11070" y="7509"/>
                  </a:cubicBezTo>
                  <a:lnTo>
                    <a:pt x="10500" y="7852"/>
                  </a:lnTo>
                  <a:cubicBezTo>
                    <a:pt x="10431" y="7806"/>
                    <a:pt x="10340" y="7760"/>
                    <a:pt x="10271" y="7715"/>
                  </a:cubicBezTo>
                  <a:lnTo>
                    <a:pt x="9975" y="7555"/>
                  </a:lnTo>
                  <a:lnTo>
                    <a:pt x="10568" y="7235"/>
                  </a:lnTo>
                  <a:close/>
                  <a:moveTo>
                    <a:pt x="9336" y="7281"/>
                  </a:moveTo>
                  <a:lnTo>
                    <a:pt x="9792" y="7555"/>
                  </a:lnTo>
                  <a:lnTo>
                    <a:pt x="9678" y="7624"/>
                  </a:lnTo>
                  <a:cubicBezTo>
                    <a:pt x="9518" y="7715"/>
                    <a:pt x="9381" y="7806"/>
                    <a:pt x="9244" y="7875"/>
                  </a:cubicBezTo>
                  <a:lnTo>
                    <a:pt x="8742" y="7601"/>
                  </a:lnTo>
                  <a:cubicBezTo>
                    <a:pt x="8925" y="7509"/>
                    <a:pt x="9107" y="7418"/>
                    <a:pt x="9267" y="7327"/>
                  </a:cubicBezTo>
                  <a:lnTo>
                    <a:pt x="9336" y="7281"/>
                  </a:lnTo>
                  <a:close/>
                  <a:moveTo>
                    <a:pt x="8035" y="7304"/>
                  </a:moveTo>
                  <a:lnTo>
                    <a:pt x="8605" y="7624"/>
                  </a:lnTo>
                  <a:cubicBezTo>
                    <a:pt x="8400" y="7738"/>
                    <a:pt x="8217" y="7829"/>
                    <a:pt x="8035" y="7943"/>
                  </a:cubicBezTo>
                  <a:lnTo>
                    <a:pt x="7464" y="7601"/>
                  </a:lnTo>
                  <a:cubicBezTo>
                    <a:pt x="7647" y="7509"/>
                    <a:pt x="7852" y="7395"/>
                    <a:pt x="8035" y="7304"/>
                  </a:cubicBezTo>
                  <a:close/>
                  <a:moveTo>
                    <a:pt x="15019" y="7487"/>
                  </a:moveTo>
                  <a:cubicBezTo>
                    <a:pt x="15179" y="7578"/>
                    <a:pt x="15362" y="7669"/>
                    <a:pt x="15521" y="7760"/>
                  </a:cubicBezTo>
                  <a:lnTo>
                    <a:pt x="14882" y="8126"/>
                  </a:lnTo>
                  <a:cubicBezTo>
                    <a:pt x="14722" y="8034"/>
                    <a:pt x="14540" y="7943"/>
                    <a:pt x="14380" y="7829"/>
                  </a:cubicBezTo>
                  <a:lnTo>
                    <a:pt x="15019" y="7487"/>
                  </a:lnTo>
                  <a:close/>
                  <a:moveTo>
                    <a:pt x="13741" y="7509"/>
                  </a:moveTo>
                  <a:cubicBezTo>
                    <a:pt x="13901" y="7601"/>
                    <a:pt x="14083" y="7692"/>
                    <a:pt x="14243" y="7783"/>
                  </a:cubicBezTo>
                  <a:lnTo>
                    <a:pt x="14038" y="7920"/>
                  </a:lnTo>
                  <a:lnTo>
                    <a:pt x="13604" y="8148"/>
                  </a:lnTo>
                  <a:cubicBezTo>
                    <a:pt x="13444" y="8057"/>
                    <a:pt x="13284" y="7966"/>
                    <a:pt x="13125" y="7852"/>
                  </a:cubicBezTo>
                  <a:lnTo>
                    <a:pt x="13444" y="7669"/>
                  </a:lnTo>
                  <a:lnTo>
                    <a:pt x="13741" y="7509"/>
                  </a:lnTo>
                  <a:close/>
                  <a:moveTo>
                    <a:pt x="12463" y="7555"/>
                  </a:moveTo>
                  <a:cubicBezTo>
                    <a:pt x="12623" y="7646"/>
                    <a:pt x="12805" y="7738"/>
                    <a:pt x="12965" y="7829"/>
                  </a:cubicBezTo>
                  <a:lnTo>
                    <a:pt x="12349" y="8171"/>
                  </a:lnTo>
                  <a:cubicBezTo>
                    <a:pt x="12189" y="8080"/>
                    <a:pt x="12029" y="7989"/>
                    <a:pt x="11846" y="7875"/>
                  </a:cubicBezTo>
                  <a:lnTo>
                    <a:pt x="12463" y="7555"/>
                  </a:lnTo>
                  <a:close/>
                  <a:moveTo>
                    <a:pt x="11162" y="7578"/>
                  </a:moveTo>
                  <a:cubicBezTo>
                    <a:pt x="11344" y="7669"/>
                    <a:pt x="11527" y="7760"/>
                    <a:pt x="11687" y="7852"/>
                  </a:cubicBezTo>
                  <a:lnTo>
                    <a:pt x="11093" y="8194"/>
                  </a:lnTo>
                  <a:cubicBezTo>
                    <a:pt x="10933" y="8103"/>
                    <a:pt x="10751" y="7989"/>
                    <a:pt x="10591" y="7897"/>
                  </a:cubicBezTo>
                  <a:lnTo>
                    <a:pt x="11162" y="7578"/>
                  </a:lnTo>
                  <a:close/>
                  <a:moveTo>
                    <a:pt x="9883" y="7601"/>
                  </a:moveTo>
                  <a:lnTo>
                    <a:pt x="10226" y="7783"/>
                  </a:lnTo>
                  <a:cubicBezTo>
                    <a:pt x="10294" y="7829"/>
                    <a:pt x="10363" y="7852"/>
                    <a:pt x="10408" y="7897"/>
                  </a:cubicBezTo>
                  <a:lnTo>
                    <a:pt x="10317" y="7943"/>
                  </a:lnTo>
                  <a:cubicBezTo>
                    <a:pt x="10157" y="8034"/>
                    <a:pt x="9998" y="8148"/>
                    <a:pt x="9838" y="8240"/>
                  </a:cubicBezTo>
                  <a:cubicBezTo>
                    <a:pt x="9747" y="8171"/>
                    <a:pt x="9655" y="8126"/>
                    <a:pt x="9564" y="8057"/>
                  </a:cubicBezTo>
                  <a:lnTo>
                    <a:pt x="9313" y="7920"/>
                  </a:lnTo>
                  <a:cubicBezTo>
                    <a:pt x="9450" y="7852"/>
                    <a:pt x="9587" y="7783"/>
                    <a:pt x="9724" y="7692"/>
                  </a:cubicBezTo>
                  <a:lnTo>
                    <a:pt x="9883" y="7601"/>
                  </a:lnTo>
                  <a:close/>
                  <a:moveTo>
                    <a:pt x="8651" y="7646"/>
                  </a:moveTo>
                  <a:lnTo>
                    <a:pt x="9153" y="7943"/>
                  </a:lnTo>
                  <a:cubicBezTo>
                    <a:pt x="8970" y="8034"/>
                    <a:pt x="8788" y="8148"/>
                    <a:pt x="8582" y="8263"/>
                  </a:cubicBezTo>
                  <a:lnTo>
                    <a:pt x="8080" y="7966"/>
                  </a:lnTo>
                  <a:cubicBezTo>
                    <a:pt x="8263" y="7852"/>
                    <a:pt x="8468" y="7760"/>
                    <a:pt x="8651" y="7646"/>
                  </a:cubicBezTo>
                  <a:close/>
                  <a:moveTo>
                    <a:pt x="14357" y="7852"/>
                  </a:moveTo>
                  <a:cubicBezTo>
                    <a:pt x="14517" y="7943"/>
                    <a:pt x="14700" y="8034"/>
                    <a:pt x="14859" y="8126"/>
                  </a:cubicBezTo>
                  <a:lnTo>
                    <a:pt x="14677" y="8240"/>
                  </a:lnTo>
                  <a:lnTo>
                    <a:pt x="14220" y="8491"/>
                  </a:lnTo>
                  <a:cubicBezTo>
                    <a:pt x="14060" y="8400"/>
                    <a:pt x="13878" y="8308"/>
                    <a:pt x="13718" y="8217"/>
                  </a:cubicBezTo>
                  <a:lnTo>
                    <a:pt x="14083" y="8012"/>
                  </a:lnTo>
                  <a:lnTo>
                    <a:pt x="14357" y="7852"/>
                  </a:lnTo>
                  <a:close/>
                  <a:moveTo>
                    <a:pt x="13079" y="7875"/>
                  </a:moveTo>
                  <a:cubicBezTo>
                    <a:pt x="13239" y="7989"/>
                    <a:pt x="13421" y="8080"/>
                    <a:pt x="13581" y="8171"/>
                  </a:cubicBezTo>
                  <a:lnTo>
                    <a:pt x="12965" y="8537"/>
                  </a:lnTo>
                  <a:cubicBezTo>
                    <a:pt x="12782" y="8422"/>
                    <a:pt x="12623" y="8331"/>
                    <a:pt x="12463" y="8240"/>
                  </a:cubicBezTo>
                  <a:lnTo>
                    <a:pt x="13079" y="7875"/>
                  </a:lnTo>
                  <a:close/>
                  <a:moveTo>
                    <a:pt x="11801" y="7920"/>
                  </a:moveTo>
                  <a:cubicBezTo>
                    <a:pt x="11961" y="8012"/>
                    <a:pt x="12143" y="8103"/>
                    <a:pt x="12303" y="8194"/>
                  </a:cubicBezTo>
                  <a:lnTo>
                    <a:pt x="11687" y="8559"/>
                  </a:lnTo>
                  <a:cubicBezTo>
                    <a:pt x="11527" y="8445"/>
                    <a:pt x="11344" y="8354"/>
                    <a:pt x="11185" y="8263"/>
                  </a:cubicBezTo>
                  <a:lnTo>
                    <a:pt x="11801" y="7920"/>
                  </a:lnTo>
                  <a:close/>
                  <a:moveTo>
                    <a:pt x="10500" y="7943"/>
                  </a:moveTo>
                  <a:cubicBezTo>
                    <a:pt x="10682" y="8034"/>
                    <a:pt x="10865" y="8148"/>
                    <a:pt x="11025" y="8240"/>
                  </a:cubicBezTo>
                  <a:lnTo>
                    <a:pt x="10956" y="8285"/>
                  </a:lnTo>
                  <a:cubicBezTo>
                    <a:pt x="10774" y="8377"/>
                    <a:pt x="10614" y="8491"/>
                    <a:pt x="10454" y="8582"/>
                  </a:cubicBezTo>
                  <a:cubicBezTo>
                    <a:pt x="10271" y="8468"/>
                    <a:pt x="10089" y="8377"/>
                    <a:pt x="9906" y="8263"/>
                  </a:cubicBezTo>
                  <a:cubicBezTo>
                    <a:pt x="10066" y="8194"/>
                    <a:pt x="10203" y="8103"/>
                    <a:pt x="10363" y="8034"/>
                  </a:cubicBezTo>
                  <a:lnTo>
                    <a:pt x="10500" y="7943"/>
                  </a:lnTo>
                  <a:close/>
                  <a:moveTo>
                    <a:pt x="9222" y="7966"/>
                  </a:moveTo>
                  <a:lnTo>
                    <a:pt x="9518" y="8148"/>
                  </a:lnTo>
                  <a:cubicBezTo>
                    <a:pt x="9610" y="8194"/>
                    <a:pt x="9678" y="8240"/>
                    <a:pt x="9769" y="8285"/>
                  </a:cubicBezTo>
                  <a:cubicBezTo>
                    <a:pt x="9587" y="8377"/>
                    <a:pt x="9381" y="8491"/>
                    <a:pt x="9199" y="8605"/>
                  </a:cubicBezTo>
                  <a:cubicBezTo>
                    <a:pt x="9130" y="8582"/>
                    <a:pt x="9085" y="8537"/>
                    <a:pt x="9016" y="8514"/>
                  </a:cubicBezTo>
                  <a:lnTo>
                    <a:pt x="8628" y="8285"/>
                  </a:lnTo>
                  <a:cubicBezTo>
                    <a:pt x="8834" y="8171"/>
                    <a:pt x="9016" y="8080"/>
                    <a:pt x="9222" y="7966"/>
                  </a:cubicBezTo>
                  <a:close/>
                  <a:moveTo>
                    <a:pt x="14312" y="8559"/>
                  </a:moveTo>
                  <a:lnTo>
                    <a:pt x="14312" y="8559"/>
                  </a:lnTo>
                  <a:cubicBezTo>
                    <a:pt x="14426" y="8628"/>
                    <a:pt x="14540" y="8696"/>
                    <a:pt x="14677" y="8765"/>
                  </a:cubicBezTo>
                  <a:cubicBezTo>
                    <a:pt x="14563" y="8696"/>
                    <a:pt x="14449" y="8628"/>
                    <a:pt x="14312" y="8559"/>
                  </a:cubicBezTo>
                  <a:close/>
                  <a:moveTo>
                    <a:pt x="13695" y="8217"/>
                  </a:moveTo>
                  <a:cubicBezTo>
                    <a:pt x="13855" y="8331"/>
                    <a:pt x="14038" y="8422"/>
                    <a:pt x="14197" y="8514"/>
                  </a:cubicBezTo>
                  <a:lnTo>
                    <a:pt x="13558" y="8879"/>
                  </a:lnTo>
                  <a:cubicBezTo>
                    <a:pt x="13399" y="8788"/>
                    <a:pt x="13216" y="8673"/>
                    <a:pt x="13056" y="8582"/>
                  </a:cubicBezTo>
                  <a:lnTo>
                    <a:pt x="13695" y="8217"/>
                  </a:lnTo>
                  <a:close/>
                  <a:moveTo>
                    <a:pt x="12417" y="8263"/>
                  </a:moveTo>
                  <a:cubicBezTo>
                    <a:pt x="12577" y="8354"/>
                    <a:pt x="12759" y="8445"/>
                    <a:pt x="12919" y="8537"/>
                  </a:cubicBezTo>
                  <a:lnTo>
                    <a:pt x="12303" y="8902"/>
                  </a:lnTo>
                  <a:cubicBezTo>
                    <a:pt x="12120" y="8810"/>
                    <a:pt x="11961" y="8696"/>
                    <a:pt x="11778" y="8605"/>
                  </a:cubicBezTo>
                  <a:lnTo>
                    <a:pt x="12417" y="8263"/>
                  </a:lnTo>
                  <a:close/>
                  <a:moveTo>
                    <a:pt x="11116" y="8285"/>
                  </a:moveTo>
                  <a:cubicBezTo>
                    <a:pt x="11299" y="8377"/>
                    <a:pt x="11481" y="8491"/>
                    <a:pt x="11641" y="8582"/>
                  </a:cubicBezTo>
                  <a:lnTo>
                    <a:pt x="11595" y="8605"/>
                  </a:lnTo>
                  <a:cubicBezTo>
                    <a:pt x="11413" y="8719"/>
                    <a:pt x="11230" y="8833"/>
                    <a:pt x="11048" y="8925"/>
                  </a:cubicBezTo>
                  <a:cubicBezTo>
                    <a:pt x="10865" y="8833"/>
                    <a:pt x="10682" y="8719"/>
                    <a:pt x="10500" y="8628"/>
                  </a:cubicBezTo>
                  <a:cubicBezTo>
                    <a:pt x="10660" y="8537"/>
                    <a:pt x="10842" y="8445"/>
                    <a:pt x="11002" y="8354"/>
                  </a:cubicBezTo>
                  <a:lnTo>
                    <a:pt x="11116" y="8285"/>
                  </a:lnTo>
                  <a:close/>
                  <a:moveTo>
                    <a:pt x="9838" y="8308"/>
                  </a:moveTo>
                  <a:cubicBezTo>
                    <a:pt x="10020" y="8422"/>
                    <a:pt x="10203" y="8514"/>
                    <a:pt x="10386" y="8628"/>
                  </a:cubicBezTo>
                  <a:cubicBezTo>
                    <a:pt x="10180" y="8742"/>
                    <a:pt x="9998" y="8856"/>
                    <a:pt x="9792" y="8970"/>
                  </a:cubicBezTo>
                  <a:cubicBezTo>
                    <a:pt x="9610" y="8856"/>
                    <a:pt x="9427" y="8742"/>
                    <a:pt x="9222" y="8628"/>
                  </a:cubicBezTo>
                  <a:cubicBezTo>
                    <a:pt x="9427" y="8514"/>
                    <a:pt x="9632" y="8422"/>
                    <a:pt x="9838" y="8308"/>
                  </a:cubicBezTo>
                  <a:close/>
                  <a:moveTo>
                    <a:pt x="13033" y="8605"/>
                  </a:moveTo>
                  <a:cubicBezTo>
                    <a:pt x="13193" y="8696"/>
                    <a:pt x="13376" y="8788"/>
                    <a:pt x="13536" y="8879"/>
                  </a:cubicBezTo>
                  <a:lnTo>
                    <a:pt x="12896" y="9244"/>
                  </a:lnTo>
                  <a:cubicBezTo>
                    <a:pt x="12737" y="9153"/>
                    <a:pt x="12554" y="9061"/>
                    <a:pt x="12394" y="8947"/>
                  </a:cubicBezTo>
                  <a:lnTo>
                    <a:pt x="13033" y="8605"/>
                  </a:lnTo>
                  <a:close/>
                  <a:moveTo>
                    <a:pt x="11732" y="8628"/>
                  </a:moveTo>
                  <a:cubicBezTo>
                    <a:pt x="11915" y="8719"/>
                    <a:pt x="12098" y="8833"/>
                    <a:pt x="12280" y="8925"/>
                  </a:cubicBezTo>
                  <a:lnTo>
                    <a:pt x="12234" y="8947"/>
                  </a:lnTo>
                  <a:cubicBezTo>
                    <a:pt x="12029" y="9061"/>
                    <a:pt x="11846" y="9176"/>
                    <a:pt x="11641" y="9290"/>
                  </a:cubicBezTo>
                  <a:cubicBezTo>
                    <a:pt x="11458" y="9176"/>
                    <a:pt x="11276" y="9084"/>
                    <a:pt x="11116" y="8970"/>
                  </a:cubicBezTo>
                  <a:cubicBezTo>
                    <a:pt x="11276" y="8879"/>
                    <a:pt x="11458" y="8788"/>
                    <a:pt x="11641" y="8673"/>
                  </a:cubicBezTo>
                  <a:lnTo>
                    <a:pt x="11732" y="8628"/>
                  </a:lnTo>
                  <a:close/>
                  <a:moveTo>
                    <a:pt x="10454" y="8651"/>
                  </a:moveTo>
                  <a:cubicBezTo>
                    <a:pt x="10637" y="8765"/>
                    <a:pt x="10819" y="8856"/>
                    <a:pt x="11002" y="8970"/>
                  </a:cubicBezTo>
                  <a:cubicBezTo>
                    <a:pt x="10796" y="9084"/>
                    <a:pt x="10591" y="9198"/>
                    <a:pt x="10408" y="9313"/>
                  </a:cubicBezTo>
                  <a:cubicBezTo>
                    <a:pt x="10203" y="9198"/>
                    <a:pt x="10020" y="9084"/>
                    <a:pt x="9838" y="8993"/>
                  </a:cubicBezTo>
                  <a:cubicBezTo>
                    <a:pt x="10043" y="8879"/>
                    <a:pt x="10249" y="8765"/>
                    <a:pt x="10454" y="8651"/>
                  </a:cubicBezTo>
                  <a:close/>
                  <a:moveTo>
                    <a:pt x="12349" y="8970"/>
                  </a:moveTo>
                  <a:cubicBezTo>
                    <a:pt x="12531" y="9061"/>
                    <a:pt x="12714" y="9153"/>
                    <a:pt x="12896" y="9267"/>
                  </a:cubicBezTo>
                  <a:lnTo>
                    <a:pt x="12874" y="9267"/>
                  </a:lnTo>
                  <a:cubicBezTo>
                    <a:pt x="12668" y="9381"/>
                    <a:pt x="12463" y="9518"/>
                    <a:pt x="12257" y="9632"/>
                  </a:cubicBezTo>
                  <a:cubicBezTo>
                    <a:pt x="12075" y="9541"/>
                    <a:pt x="11892" y="9427"/>
                    <a:pt x="11709" y="9313"/>
                  </a:cubicBezTo>
                  <a:cubicBezTo>
                    <a:pt x="11892" y="9221"/>
                    <a:pt x="12098" y="9107"/>
                    <a:pt x="12280" y="9016"/>
                  </a:cubicBezTo>
                  <a:lnTo>
                    <a:pt x="12349" y="8970"/>
                  </a:lnTo>
                  <a:close/>
                  <a:moveTo>
                    <a:pt x="11070" y="8993"/>
                  </a:moveTo>
                  <a:cubicBezTo>
                    <a:pt x="11253" y="9084"/>
                    <a:pt x="11436" y="9198"/>
                    <a:pt x="11618" y="9313"/>
                  </a:cubicBezTo>
                  <a:cubicBezTo>
                    <a:pt x="11413" y="9427"/>
                    <a:pt x="11207" y="9541"/>
                    <a:pt x="11002" y="9678"/>
                  </a:cubicBezTo>
                  <a:cubicBezTo>
                    <a:pt x="10819" y="9564"/>
                    <a:pt x="10614" y="9450"/>
                    <a:pt x="10431" y="9335"/>
                  </a:cubicBezTo>
                  <a:cubicBezTo>
                    <a:pt x="10637" y="9221"/>
                    <a:pt x="10842" y="9107"/>
                    <a:pt x="11070" y="8993"/>
                  </a:cubicBezTo>
                  <a:close/>
                  <a:moveTo>
                    <a:pt x="11618" y="10043"/>
                  </a:moveTo>
                  <a:lnTo>
                    <a:pt x="11618" y="10043"/>
                  </a:lnTo>
                  <a:cubicBezTo>
                    <a:pt x="11732" y="10111"/>
                    <a:pt x="11869" y="10180"/>
                    <a:pt x="11983" y="10248"/>
                  </a:cubicBezTo>
                  <a:cubicBezTo>
                    <a:pt x="11869" y="10180"/>
                    <a:pt x="11755" y="10111"/>
                    <a:pt x="11618" y="10043"/>
                  </a:cubicBezTo>
                  <a:close/>
                  <a:moveTo>
                    <a:pt x="7486" y="0"/>
                  </a:moveTo>
                  <a:cubicBezTo>
                    <a:pt x="7236" y="137"/>
                    <a:pt x="6985" y="274"/>
                    <a:pt x="6734" y="411"/>
                  </a:cubicBezTo>
                  <a:cubicBezTo>
                    <a:pt x="6528" y="297"/>
                    <a:pt x="6346" y="182"/>
                    <a:pt x="6140" y="68"/>
                  </a:cubicBezTo>
                  <a:lnTo>
                    <a:pt x="6140" y="68"/>
                  </a:lnTo>
                  <a:cubicBezTo>
                    <a:pt x="6323" y="182"/>
                    <a:pt x="6528" y="297"/>
                    <a:pt x="6711" y="411"/>
                  </a:cubicBezTo>
                  <a:cubicBezTo>
                    <a:pt x="6460" y="548"/>
                    <a:pt x="6231" y="662"/>
                    <a:pt x="5980" y="799"/>
                  </a:cubicBezTo>
                  <a:cubicBezTo>
                    <a:pt x="5821" y="731"/>
                    <a:pt x="5685" y="640"/>
                    <a:pt x="5527" y="549"/>
                  </a:cubicBezTo>
                  <a:lnTo>
                    <a:pt x="5527" y="549"/>
                  </a:lnTo>
                  <a:cubicBezTo>
                    <a:pt x="5685" y="640"/>
                    <a:pt x="5821" y="731"/>
                    <a:pt x="5958" y="822"/>
                  </a:cubicBezTo>
                  <a:cubicBezTo>
                    <a:pt x="5866" y="867"/>
                    <a:pt x="5752" y="913"/>
                    <a:pt x="5661" y="981"/>
                  </a:cubicBezTo>
                  <a:lnTo>
                    <a:pt x="5296" y="1164"/>
                  </a:lnTo>
                  <a:cubicBezTo>
                    <a:pt x="5136" y="1095"/>
                    <a:pt x="4976" y="981"/>
                    <a:pt x="4816" y="913"/>
                  </a:cubicBezTo>
                  <a:lnTo>
                    <a:pt x="4816" y="913"/>
                  </a:lnTo>
                  <a:cubicBezTo>
                    <a:pt x="4976" y="1004"/>
                    <a:pt x="5136" y="1095"/>
                    <a:pt x="5296" y="1187"/>
                  </a:cubicBezTo>
                  <a:lnTo>
                    <a:pt x="4634" y="1552"/>
                  </a:lnTo>
                  <a:lnTo>
                    <a:pt x="3972" y="1917"/>
                  </a:lnTo>
                  <a:cubicBezTo>
                    <a:pt x="3789" y="1803"/>
                    <a:pt x="3584" y="1712"/>
                    <a:pt x="3401" y="1598"/>
                  </a:cubicBezTo>
                  <a:lnTo>
                    <a:pt x="3401" y="1598"/>
                  </a:lnTo>
                  <a:cubicBezTo>
                    <a:pt x="3584" y="1712"/>
                    <a:pt x="3766" y="1826"/>
                    <a:pt x="3949" y="1917"/>
                  </a:cubicBezTo>
                  <a:lnTo>
                    <a:pt x="3858" y="1986"/>
                  </a:lnTo>
                  <a:lnTo>
                    <a:pt x="3310" y="2282"/>
                  </a:lnTo>
                  <a:cubicBezTo>
                    <a:pt x="3104" y="2168"/>
                    <a:pt x="2899" y="2054"/>
                    <a:pt x="2671" y="1940"/>
                  </a:cubicBezTo>
                  <a:lnTo>
                    <a:pt x="2671" y="1940"/>
                  </a:lnTo>
                  <a:cubicBezTo>
                    <a:pt x="2876" y="2054"/>
                    <a:pt x="3082" y="2191"/>
                    <a:pt x="3287" y="2305"/>
                  </a:cubicBezTo>
                  <a:lnTo>
                    <a:pt x="2648" y="2670"/>
                  </a:lnTo>
                  <a:cubicBezTo>
                    <a:pt x="2420" y="2534"/>
                    <a:pt x="2191" y="2419"/>
                    <a:pt x="1963" y="2283"/>
                  </a:cubicBezTo>
                  <a:lnTo>
                    <a:pt x="1963" y="2283"/>
                  </a:lnTo>
                  <a:cubicBezTo>
                    <a:pt x="2191" y="2419"/>
                    <a:pt x="2420" y="2556"/>
                    <a:pt x="2625" y="2670"/>
                  </a:cubicBezTo>
                  <a:lnTo>
                    <a:pt x="2054" y="3013"/>
                  </a:lnTo>
                  <a:cubicBezTo>
                    <a:pt x="2032" y="3013"/>
                    <a:pt x="2009" y="3036"/>
                    <a:pt x="1986" y="3036"/>
                  </a:cubicBezTo>
                  <a:cubicBezTo>
                    <a:pt x="1758" y="2899"/>
                    <a:pt x="1507" y="2762"/>
                    <a:pt x="1256" y="2625"/>
                  </a:cubicBezTo>
                  <a:lnTo>
                    <a:pt x="1256" y="2625"/>
                  </a:lnTo>
                  <a:cubicBezTo>
                    <a:pt x="1507" y="2785"/>
                    <a:pt x="1735" y="2922"/>
                    <a:pt x="1986" y="3058"/>
                  </a:cubicBezTo>
                  <a:cubicBezTo>
                    <a:pt x="1758" y="3173"/>
                    <a:pt x="1552" y="3310"/>
                    <a:pt x="1347" y="3424"/>
                  </a:cubicBezTo>
                  <a:cubicBezTo>
                    <a:pt x="1073" y="3287"/>
                    <a:pt x="822" y="3127"/>
                    <a:pt x="548" y="2990"/>
                  </a:cubicBezTo>
                  <a:lnTo>
                    <a:pt x="548" y="2990"/>
                  </a:lnTo>
                  <a:cubicBezTo>
                    <a:pt x="799" y="3127"/>
                    <a:pt x="1073" y="3287"/>
                    <a:pt x="1324" y="3446"/>
                  </a:cubicBezTo>
                  <a:cubicBezTo>
                    <a:pt x="1119" y="3561"/>
                    <a:pt x="913" y="3698"/>
                    <a:pt x="708" y="3812"/>
                  </a:cubicBezTo>
                  <a:cubicBezTo>
                    <a:pt x="479" y="3675"/>
                    <a:pt x="228" y="3561"/>
                    <a:pt x="0" y="3424"/>
                  </a:cubicBezTo>
                  <a:lnTo>
                    <a:pt x="0" y="3424"/>
                  </a:lnTo>
                  <a:cubicBezTo>
                    <a:pt x="228" y="3561"/>
                    <a:pt x="457" y="3698"/>
                    <a:pt x="685" y="3812"/>
                  </a:cubicBezTo>
                  <a:cubicBezTo>
                    <a:pt x="548" y="3903"/>
                    <a:pt x="411" y="3971"/>
                    <a:pt x="274" y="4063"/>
                  </a:cubicBezTo>
                  <a:cubicBezTo>
                    <a:pt x="411" y="3994"/>
                    <a:pt x="548" y="3903"/>
                    <a:pt x="708" y="3835"/>
                  </a:cubicBezTo>
                  <a:cubicBezTo>
                    <a:pt x="890" y="3949"/>
                    <a:pt x="1096" y="4063"/>
                    <a:pt x="1278" y="4177"/>
                  </a:cubicBezTo>
                  <a:cubicBezTo>
                    <a:pt x="1096" y="4291"/>
                    <a:pt x="890" y="4382"/>
                    <a:pt x="708" y="4496"/>
                  </a:cubicBezTo>
                  <a:cubicBezTo>
                    <a:pt x="913" y="4405"/>
                    <a:pt x="1119" y="4291"/>
                    <a:pt x="1301" y="4177"/>
                  </a:cubicBezTo>
                  <a:cubicBezTo>
                    <a:pt x="1507" y="4291"/>
                    <a:pt x="1689" y="4405"/>
                    <a:pt x="1872" y="4519"/>
                  </a:cubicBezTo>
                  <a:cubicBezTo>
                    <a:pt x="1712" y="4633"/>
                    <a:pt x="1529" y="4725"/>
                    <a:pt x="1347" y="4839"/>
                  </a:cubicBezTo>
                  <a:cubicBezTo>
                    <a:pt x="1529" y="4748"/>
                    <a:pt x="1712" y="4633"/>
                    <a:pt x="1895" y="4542"/>
                  </a:cubicBezTo>
                  <a:cubicBezTo>
                    <a:pt x="2100" y="4656"/>
                    <a:pt x="2283" y="4770"/>
                    <a:pt x="2488" y="4884"/>
                  </a:cubicBezTo>
                  <a:cubicBezTo>
                    <a:pt x="2328" y="4976"/>
                    <a:pt x="2146" y="5067"/>
                    <a:pt x="1986" y="5158"/>
                  </a:cubicBezTo>
                  <a:cubicBezTo>
                    <a:pt x="2169" y="5067"/>
                    <a:pt x="2328" y="4976"/>
                    <a:pt x="2511" y="4884"/>
                  </a:cubicBezTo>
                  <a:cubicBezTo>
                    <a:pt x="2671" y="4976"/>
                    <a:pt x="2830" y="5067"/>
                    <a:pt x="2990" y="5158"/>
                  </a:cubicBezTo>
                  <a:lnTo>
                    <a:pt x="3082" y="5227"/>
                  </a:lnTo>
                  <a:cubicBezTo>
                    <a:pt x="2945" y="5318"/>
                    <a:pt x="2785" y="5409"/>
                    <a:pt x="2648" y="5501"/>
                  </a:cubicBezTo>
                  <a:lnTo>
                    <a:pt x="2648" y="5501"/>
                  </a:lnTo>
                  <a:cubicBezTo>
                    <a:pt x="2785" y="5409"/>
                    <a:pt x="2945" y="5318"/>
                    <a:pt x="3104" y="5250"/>
                  </a:cubicBezTo>
                  <a:lnTo>
                    <a:pt x="3698" y="5569"/>
                  </a:lnTo>
                  <a:cubicBezTo>
                    <a:pt x="3561" y="5661"/>
                    <a:pt x="3424" y="5729"/>
                    <a:pt x="3287" y="5820"/>
                  </a:cubicBezTo>
                  <a:cubicBezTo>
                    <a:pt x="3424" y="5752"/>
                    <a:pt x="3561" y="5661"/>
                    <a:pt x="3721" y="5592"/>
                  </a:cubicBezTo>
                  <a:lnTo>
                    <a:pt x="4291" y="5934"/>
                  </a:lnTo>
                  <a:cubicBezTo>
                    <a:pt x="4177" y="6003"/>
                    <a:pt x="4040" y="6071"/>
                    <a:pt x="3926" y="6140"/>
                  </a:cubicBezTo>
                  <a:cubicBezTo>
                    <a:pt x="4063" y="6071"/>
                    <a:pt x="4177" y="6003"/>
                    <a:pt x="4314" y="5934"/>
                  </a:cubicBezTo>
                  <a:lnTo>
                    <a:pt x="4908" y="6277"/>
                  </a:lnTo>
                  <a:cubicBezTo>
                    <a:pt x="4793" y="6345"/>
                    <a:pt x="4679" y="6414"/>
                    <a:pt x="4565" y="6482"/>
                  </a:cubicBezTo>
                  <a:cubicBezTo>
                    <a:pt x="4679" y="6414"/>
                    <a:pt x="4793" y="6345"/>
                    <a:pt x="4930" y="6277"/>
                  </a:cubicBezTo>
                  <a:lnTo>
                    <a:pt x="5501" y="6619"/>
                  </a:lnTo>
                  <a:cubicBezTo>
                    <a:pt x="5364" y="6710"/>
                    <a:pt x="5204" y="6802"/>
                    <a:pt x="5068" y="6893"/>
                  </a:cubicBezTo>
                  <a:lnTo>
                    <a:pt x="5068" y="6893"/>
                  </a:lnTo>
                  <a:cubicBezTo>
                    <a:pt x="5204" y="6802"/>
                    <a:pt x="5364" y="6710"/>
                    <a:pt x="5524" y="6642"/>
                  </a:cubicBezTo>
                  <a:lnTo>
                    <a:pt x="5980" y="6893"/>
                  </a:lnTo>
                  <a:lnTo>
                    <a:pt x="6117" y="6962"/>
                  </a:lnTo>
                  <a:cubicBezTo>
                    <a:pt x="5980" y="7053"/>
                    <a:pt x="5843" y="7121"/>
                    <a:pt x="5706" y="7213"/>
                  </a:cubicBezTo>
                  <a:cubicBezTo>
                    <a:pt x="5843" y="7144"/>
                    <a:pt x="5980" y="7053"/>
                    <a:pt x="6140" y="6984"/>
                  </a:cubicBezTo>
                  <a:lnTo>
                    <a:pt x="6734" y="7304"/>
                  </a:lnTo>
                  <a:cubicBezTo>
                    <a:pt x="6597" y="7395"/>
                    <a:pt x="6460" y="7464"/>
                    <a:pt x="6346" y="7532"/>
                  </a:cubicBezTo>
                  <a:cubicBezTo>
                    <a:pt x="6482" y="7464"/>
                    <a:pt x="6619" y="7395"/>
                    <a:pt x="6756" y="7327"/>
                  </a:cubicBezTo>
                  <a:lnTo>
                    <a:pt x="7350" y="7646"/>
                  </a:lnTo>
                  <a:cubicBezTo>
                    <a:pt x="7213" y="7738"/>
                    <a:pt x="7099" y="7806"/>
                    <a:pt x="6985" y="7875"/>
                  </a:cubicBezTo>
                  <a:cubicBezTo>
                    <a:pt x="7099" y="7806"/>
                    <a:pt x="7236" y="7738"/>
                    <a:pt x="7350" y="7669"/>
                  </a:cubicBezTo>
                  <a:lnTo>
                    <a:pt x="7943" y="8012"/>
                  </a:lnTo>
                  <a:cubicBezTo>
                    <a:pt x="7784" y="8103"/>
                    <a:pt x="7624" y="8194"/>
                    <a:pt x="7441" y="8285"/>
                  </a:cubicBezTo>
                  <a:cubicBezTo>
                    <a:pt x="7624" y="8194"/>
                    <a:pt x="7806" y="8103"/>
                    <a:pt x="7966" y="8012"/>
                  </a:cubicBezTo>
                  <a:lnTo>
                    <a:pt x="8514" y="8308"/>
                  </a:lnTo>
                  <a:cubicBezTo>
                    <a:pt x="8309" y="8445"/>
                    <a:pt x="8103" y="8559"/>
                    <a:pt x="7898" y="8673"/>
                  </a:cubicBezTo>
                  <a:cubicBezTo>
                    <a:pt x="8103" y="8559"/>
                    <a:pt x="8309" y="8445"/>
                    <a:pt x="8537" y="8331"/>
                  </a:cubicBezTo>
                  <a:lnTo>
                    <a:pt x="8970" y="8582"/>
                  </a:lnTo>
                  <a:cubicBezTo>
                    <a:pt x="9016" y="8605"/>
                    <a:pt x="9062" y="8628"/>
                    <a:pt x="9107" y="8651"/>
                  </a:cubicBezTo>
                  <a:cubicBezTo>
                    <a:pt x="8925" y="8765"/>
                    <a:pt x="8719" y="8879"/>
                    <a:pt x="8537" y="9016"/>
                  </a:cubicBezTo>
                  <a:cubicBezTo>
                    <a:pt x="8742" y="8902"/>
                    <a:pt x="8948" y="8788"/>
                    <a:pt x="9153" y="8673"/>
                  </a:cubicBezTo>
                  <a:cubicBezTo>
                    <a:pt x="9336" y="8788"/>
                    <a:pt x="9541" y="8902"/>
                    <a:pt x="9747" y="8993"/>
                  </a:cubicBezTo>
                  <a:cubicBezTo>
                    <a:pt x="9541" y="9107"/>
                    <a:pt x="9358" y="9221"/>
                    <a:pt x="9176" y="9335"/>
                  </a:cubicBezTo>
                  <a:cubicBezTo>
                    <a:pt x="9381" y="9221"/>
                    <a:pt x="9564" y="9130"/>
                    <a:pt x="9769" y="9016"/>
                  </a:cubicBezTo>
                  <a:cubicBezTo>
                    <a:pt x="9952" y="9130"/>
                    <a:pt x="10157" y="9244"/>
                    <a:pt x="10363" y="9335"/>
                  </a:cubicBezTo>
                  <a:cubicBezTo>
                    <a:pt x="10180" y="9450"/>
                    <a:pt x="9998" y="9564"/>
                    <a:pt x="9815" y="9655"/>
                  </a:cubicBezTo>
                  <a:cubicBezTo>
                    <a:pt x="9998" y="9564"/>
                    <a:pt x="10203" y="9450"/>
                    <a:pt x="10386" y="9358"/>
                  </a:cubicBezTo>
                  <a:cubicBezTo>
                    <a:pt x="10568" y="9472"/>
                    <a:pt x="10774" y="9586"/>
                    <a:pt x="10979" y="9678"/>
                  </a:cubicBezTo>
                  <a:cubicBezTo>
                    <a:pt x="10796" y="9792"/>
                    <a:pt x="10637" y="9883"/>
                    <a:pt x="10454" y="9997"/>
                  </a:cubicBezTo>
                  <a:cubicBezTo>
                    <a:pt x="10637" y="9883"/>
                    <a:pt x="10819" y="9792"/>
                    <a:pt x="11002" y="9701"/>
                  </a:cubicBezTo>
                  <a:cubicBezTo>
                    <a:pt x="11207" y="9815"/>
                    <a:pt x="11390" y="9929"/>
                    <a:pt x="11595" y="10020"/>
                  </a:cubicBezTo>
                  <a:cubicBezTo>
                    <a:pt x="11413" y="9906"/>
                    <a:pt x="11230" y="9792"/>
                    <a:pt x="11025" y="9678"/>
                  </a:cubicBezTo>
                  <a:cubicBezTo>
                    <a:pt x="11253" y="9564"/>
                    <a:pt x="11458" y="9450"/>
                    <a:pt x="11687" y="9335"/>
                  </a:cubicBezTo>
                  <a:cubicBezTo>
                    <a:pt x="11869" y="9427"/>
                    <a:pt x="12052" y="9541"/>
                    <a:pt x="12234" y="9632"/>
                  </a:cubicBezTo>
                  <a:cubicBezTo>
                    <a:pt x="12029" y="9769"/>
                    <a:pt x="11824" y="9883"/>
                    <a:pt x="11595" y="10020"/>
                  </a:cubicBezTo>
                  <a:cubicBezTo>
                    <a:pt x="11436" y="10134"/>
                    <a:pt x="11253" y="10226"/>
                    <a:pt x="11093" y="10317"/>
                  </a:cubicBezTo>
                  <a:cubicBezTo>
                    <a:pt x="11276" y="10226"/>
                    <a:pt x="11436" y="10134"/>
                    <a:pt x="11618" y="10043"/>
                  </a:cubicBezTo>
                  <a:cubicBezTo>
                    <a:pt x="11846" y="9906"/>
                    <a:pt x="12075" y="9792"/>
                    <a:pt x="12303" y="9678"/>
                  </a:cubicBezTo>
                  <a:cubicBezTo>
                    <a:pt x="12508" y="9564"/>
                    <a:pt x="12714" y="9450"/>
                    <a:pt x="12919" y="9335"/>
                  </a:cubicBezTo>
                  <a:lnTo>
                    <a:pt x="12965" y="9313"/>
                  </a:lnTo>
                  <a:cubicBezTo>
                    <a:pt x="13056" y="9358"/>
                    <a:pt x="13147" y="9404"/>
                    <a:pt x="13239" y="9450"/>
                  </a:cubicBezTo>
                  <a:cubicBezTo>
                    <a:pt x="13170" y="9404"/>
                    <a:pt x="13079" y="9358"/>
                    <a:pt x="12988" y="9313"/>
                  </a:cubicBezTo>
                  <a:lnTo>
                    <a:pt x="13650" y="8947"/>
                  </a:lnTo>
                  <a:cubicBezTo>
                    <a:pt x="13741" y="8993"/>
                    <a:pt x="13855" y="9061"/>
                    <a:pt x="13969" y="9107"/>
                  </a:cubicBezTo>
                  <a:cubicBezTo>
                    <a:pt x="13855" y="9061"/>
                    <a:pt x="13764" y="8993"/>
                    <a:pt x="13650" y="8925"/>
                  </a:cubicBezTo>
                  <a:lnTo>
                    <a:pt x="14312" y="8559"/>
                  </a:lnTo>
                  <a:lnTo>
                    <a:pt x="14722" y="8331"/>
                  </a:lnTo>
                  <a:lnTo>
                    <a:pt x="14974" y="8194"/>
                  </a:lnTo>
                  <a:cubicBezTo>
                    <a:pt x="15110" y="8263"/>
                    <a:pt x="15247" y="8354"/>
                    <a:pt x="15384" y="8422"/>
                  </a:cubicBezTo>
                  <a:cubicBezTo>
                    <a:pt x="15247" y="8331"/>
                    <a:pt x="15110" y="8263"/>
                    <a:pt x="14996" y="8194"/>
                  </a:cubicBezTo>
                  <a:lnTo>
                    <a:pt x="15635" y="7829"/>
                  </a:lnTo>
                  <a:cubicBezTo>
                    <a:pt x="15795" y="7897"/>
                    <a:pt x="15932" y="7989"/>
                    <a:pt x="16092" y="8080"/>
                  </a:cubicBezTo>
                  <a:cubicBezTo>
                    <a:pt x="15955" y="7989"/>
                    <a:pt x="15795" y="7897"/>
                    <a:pt x="15635" y="7806"/>
                  </a:cubicBezTo>
                  <a:lnTo>
                    <a:pt x="16297" y="7441"/>
                  </a:lnTo>
                  <a:lnTo>
                    <a:pt x="16526" y="7304"/>
                  </a:lnTo>
                  <a:cubicBezTo>
                    <a:pt x="16663" y="7235"/>
                    <a:pt x="16800" y="7144"/>
                    <a:pt x="16936" y="7053"/>
                  </a:cubicBezTo>
                  <a:cubicBezTo>
                    <a:pt x="17142" y="7167"/>
                    <a:pt x="17325" y="7281"/>
                    <a:pt x="17507" y="7372"/>
                  </a:cubicBezTo>
                  <a:cubicBezTo>
                    <a:pt x="17325" y="7281"/>
                    <a:pt x="17142" y="7167"/>
                    <a:pt x="16959" y="7053"/>
                  </a:cubicBezTo>
                  <a:cubicBezTo>
                    <a:pt x="17188" y="6916"/>
                    <a:pt x="17416" y="6779"/>
                    <a:pt x="17667" y="6642"/>
                  </a:cubicBezTo>
                  <a:cubicBezTo>
                    <a:pt x="17804" y="6733"/>
                    <a:pt x="17964" y="6802"/>
                    <a:pt x="18123" y="6893"/>
                  </a:cubicBezTo>
                  <a:cubicBezTo>
                    <a:pt x="17964" y="6802"/>
                    <a:pt x="17827" y="6710"/>
                    <a:pt x="17667" y="6619"/>
                  </a:cubicBezTo>
                  <a:cubicBezTo>
                    <a:pt x="17872" y="6505"/>
                    <a:pt x="18101" y="6391"/>
                    <a:pt x="18306" y="6254"/>
                  </a:cubicBezTo>
                  <a:lnTo>
                    <a:pt x="18306" y="6254"/>
                  </a:lnTo>
                  <a:cubicBezTo>
                    <a:pt x="18078" y="6368"/>
                    <a:pt x="17872" y="6482"/>
                    <a:pt x="17644" y="6619"/>
                  </a:cubicBezTo>
                  <a:cubicBezTo>
                    <a:pt x="17461" y="6505"/>
                    <a:pt x="17256" y="6391"/>
                    <a:pt x="17073" y="6277"/>
                  </a:cubicBezTo>
                  <a:cubicBezTo>
                    <a:pt x="17279" y="6163"/>
                    <a:pt x="17461" y="6049"/>
                    <a:pt x="17667" y="5934"/>
                  </a:cubicBezTo>
                  <a:lnTo>
                    <a:pt x="17667" y="5934"/>
                  </a:lnTo>
                  <a:cubicBezTo>
                    <a:pt x="17461" y="6026"/>
                    <a:pt x="17256" y="6140"/>
                    <a:pt x="17051" y="6254"/>
                  </a:cubicBezTo>
                  <a:cubicBezTo>
                    <a:pt x="16845" y="6140"/>
                    <a:pt x="16663" y="6049"/>
                    <a:pt x="16480" y="5934"/>
                  </a:cubicBezTo>
                  <a:cubicBezTo>
                    <a:pt x="16663" y="5820"/>
                    <a:pt x="16845" y="5706"/>
                    <a:pt x="17028" y="5592"/>
                  </a:cubicBezTo>
                  <a:lnTo>
                    <a:pt x="17028" y="5592"/>
                  </a:lnTo>
                  <a:cubicBezTo>
                    <a:pt x="16822" y="5706"/>
                    <a:pt x="16640" y="5797"/>
                    <a:pt x="16434" y="5912"/>
                  </a:cubicBezTo>
                  <a:cubicBezTo>
                    <a:pt x="16252" y="5797"/>
                    <a:pt x="16069" y="5683"/>
                    <a:pt x="15864" y="5569"/>
                  </a:cubicBezTo>
                  <a:cubicBezTo>
                    <a:pt x="16046" y="5478"/>
                    <a:pt x="16206" y="5364"/>
                    <a:pt x="16389" y="5273"/>
                  </a:cubicBezTo>
                  <a:lnTo>
                    <a:pt x="16389" y="5273"/>
                  </a:lnTo>
                  <a:cubicBezTo>
                    <a:pt x="16206" y="5364"/>
                    <a:pt x="16023" y="5455"/>
                    <a:pt x="15841" y="5569"/>
                  </a:cubicBezTo>
                  <a:cubicBezTo>
                    <a:pt x="15658" y="5455"/>
                    <a:pt x="15453" y="5341"/>
                    <a:pt x="15270" y="5227"/>
                  </a:cubicBezTo>
                  <a:cubicBezTo>
                    <a:pt x="15430" y="5136"/>
                    <a:pt x="15590" y="5044"/>
                    <a:pt x="15750" y="4953"/>
                  </a:cubicBezTo>
                  <a:lnTo>
                    <a:pt x="15750" y="4953"/>
                  </a:lnTo>
                  <a:cubicBezTo>
                    <a:pt x="15567" y="5021"/>
                    <a:pt x="15407" y="5113"/>
                    <a:pt x="15247" y="5204"/>
                  </a:cubicBezTo>
                  <a:cubicBezTo>
                    <a:pt x="15202" y="5181"/>
                    <a:pt x="15179" y="5158"/>
                    <a:pt x="15156" y="5158"/>
                  </a:cubicBezTo>
                  <a:lnTo>
                    <a:pt x="14654" y="4862"/>
                  </a:lnTo>
                  <a:cubicBezTo>
                    <a:pt x="14814" y="4793"/>
                    <a:pt x="14951" y="4702"/>
                    <a:pt x="15088" y="4611"/>
                  </a:cubicBezTo>
                  <a:lnTo>
                    <a:pt x="15088" y="4611"/>
                  </a:lnTo>
                  <a:cubicBezTo>
                    <a:pt x="14951" y="4702"/>
                    <a:pt x="14791" y="4770"/>
                    <a:pt x="14631" y="4862"/>
                  </a:cubicBezTo>
                  <a:lnTo>
                    <a:pt x="14106" y="4565"/>
                  </a:lnTo>
                  <a:cubicBezTo>
                    <a:pt x="14289" y="4451"/>
                    <a:pt x="14471" y="4337"/>
                    <a:pt x="14654" y="4223"/>
                  </a:cubicBezTo>
                  <a:lnTo>
                    <a:pt x="14654" y="4223"/>
                  </a:lnTo>
                  <a:cubicBezTo>
                    <a:pt x="14471" y="4337"/>
                    <a:pt x="14266" y="4428"/>
                    <a:pt x="14083" y="4542"/>
                  </a:cubicBezTo>
                  <a:lnTo>
                    <a:pt x="13513" y="4200"/>
                  </a:lnTo>
                  <a:cubicBezTo>
                    <a:pt x="13741" y="4063"/>
                    <a:pt x="13969" y="3949"/>
                    <a:pt x="14197" y="3812"/>
                  </a:cubicBezTo>
                  <a:lnTo>
                    <a:pt x="14197" y="3812"/>
                  </a:lnTo>
                  <a:cubicBezTo>
                    <a:pt x="13946" y="3926"/>
                    <a:pt x="13718" y="4063"/>
                    <a:pt x="13467" y="4200"/>
                  </a:cubicBezTo>
                  <a:lnTo>
                    <a:pt x="12896" y="3857"/>
                  </a:lnTo>
                  <a:cubicBezTo>
                    <a:pt x="13125" y="3743"/>
                    <a:pt x="13330" y="3606"/>
                    <a:pt x="13535" y="3469"/>
                  </a:cubicBezTo>
                  <a:lnTo>
                    <a:pt x="13535" y="3469"/>
                  </a:lnTo>
                  <a:cubicBezTo>
                    <a:pt x="13330" y="3606"/>
                    <a:pt x="13102" y="3720"/>
                    <a:pt x="12874" y="3835"/>
                  </a:cubicBezTo>
                  <a:lnTo>
                    <a:pt x="12303" y="3515"/>
                  </a:lnTo>
                  <a:cubicBezTo>
                    <a:pt x="12485" y="3401"/>
                    <a:pt x="12691" y="3264"/>
                    <a:pt x="12896" y="3150"/>
                  </a:cubicBezTo>
                  <a:lnTo>
                    <a:pt x="12896" y="3150"/>
                  </a:lnTo>
                  <a:cubicBezTo>
                    <a:pt x="12691" y="3264"/>
                    <a:pt x="12485" y="3378"/>
                    <a:pt x="12257" y="3492"/>
                  </a:cubicBezTo>
                  <a:lnTo>
                    <a:pt x="12166" y="3424"/>
                  </a:lnTo>
                  <a:lnTo>
                    <a:pt x="11687" y="3173"/>
                  </a:lnTo>
                  <a:cubicBezTo>
                    <a:pt x="11869" y="3058"/>
                    <a:pt x="12075" y="2944"/>
                    <a:pt x="12257" y="2830"/>
                  </a:cubicBezTo>
                  <a:lnTo>
                    <a:pt x="12257" y="2830"/>
                  </a:lnTo>
                  <a:cubicBezTo>
                    <a:pt x="12052" y="2922"/>
                    <a:pt x="11846" y="3036"/>
                    <a:pt x="11664" y="3150"/>
                  </a:cubicBezTo>
                  <a:lnTo>
                    <a:pt x="11070" y="2830"/>
                  </a:lnTo>
                  <a:cubicBezTo>
                    <a:pt x="11299" y="2693"/>
                    <a:pt x="11527" y="2556"/>
                    <a:pt x="11778" y="2419"/>
                  </a:cubicBezTo>
                  <a:lnTo>
                    <a:pt x="11778" y="2419"/>
                  </a:lnTo>
                  <a:cubicBezTo>
                    <a:pt x="11527" y="2533"/>
                    <a:pt x="11276" y="2670"/>
                    <a:pt x="11048" y="2807"/>
                  </a:cubicBezTo>
                  <a:lnTo>
                    <a:pt x="10454" y="2488"/>
                  </a:lnTo>
                  <a:cubicBezTo>
                    <a:pt x="10682" y="2351"/>
                    <a:pt x="10911" y="2214"/>
                    <a:pt x="11116" y="2077"/>
                  </a:cubicBezTo>
                  <a:lnTo>
                    <a:pt x="11116" y="2077"/>
                  </a:lnTo>
                  <a:cubicBezTo>
                    <a:pt x="10888" y="2214"/>
                    <a:pt x="10660" y="2328"/>
                    <a:pt x="10431" y="2465"/>
                  </a:cubicBezTo>
                  <a:lnTo>
                    <a:pt x="9838" y="2123"/>
                  </a:lnTo>
                  <a:cubicBezTo>
                    <a:pt x="10066" y="2008"/>
                    <a:pt x="10271" y="1894"/>
                    <a:pt x="10477" y="1757"/>
                  </a:cubicBezTo>
                  <a:lnTo>
                    <a:pt x="10477" y="1757"/>
                  </a:lnTo>
                  <a:cubicBezTo>
                    <a:pt x="10271" y="1872"/>
                    <a:pt x="10043" y="1986"/>
                    <a:pt x="9815" y="2123"/>
                  </a:cubicBezTo>
                  <a:lnTo>
                    <a:pt x="9244" y="1780"/>
                  </a:lnTo>
                  <a:cubicBezTo>
                    <a:pt x="9427" y="1666"/>
                    <a:pt x="9632" y="1552"/>
                    <a:pt x="9838" y="1438"/>
                  </a:cubicBezTo>
                  <a:lnTo>
                    <a:pt x="9838" y="1438"/>
                  </a:lnTo>
                  <a:cubicBezTo>
                    <a:pt x="9632" y="1529"/>
                    <a:pt x="9427" y="1666"/>
                    <a:pt x="9199" y="1780"/>
                  </a:cubicBezTo>
                  <a:lnTo>
                    <a:pt x="9153" y="1735"/>
                  </a:lnTo>
                  <a:cubicBezTo>
                    <a:pt x="8970" y="1643"/>
                    <a:pt x="8788" y="1552"/>
                    <a:pt x="8628" y="1438"/>
                  </a:cubicBezTo>
                  <a:cubicBezTo>
                    <a:pt x="8811" y="1324"/>
                    <a:pt x="9016" y="1210"/>
                    <a:pt x="9199" y="1095"/>
                  </a:cubicBezTo>
                  <a:lnTo>
                    <a:pt x="9199" y="1095"/>
                  </a:lnTo>
                  <a:cubicBezTo>
                    <a:pt x="8993" y="1210"/>
                    <a:pt x="8788" y="1324"/>
                    <a:pt x="8582" y="1438"/>
                  </a:cubicBezTo>
                  <a:cubicBezTo>
                    <a:pt x="8400" y="1324"/>
                    <a:pt x="8194" y="1210"/>
                    <a:pt x="8012" y="1095"/>
                  </a:cubicBezTo>
                  <a:cubicBezTo>
                    <a:pt x="8194" y="981"/>
                    <a:pt x="8377" y="890"/>
                    <a:pt x="8560" y="776"/>
                  </a:cubicBezTo>
                  <a:lnTo>
                    <a:pt x="8560" y="776"/>
                  </a:lnTo>
                  <a:cubicBezTo>
                    <a:pt x="8354" y="867"/>
                    <a:pt x="8172" y="981"/>
                    <a:pt x="7966" y="1095"/>
                  </a:cubicBezTo>
                  <a:cubicBezTo>
                    <a:pt x="7784" y="981"/>
                    <a:pt x="7578" y="867"/>
                    <a:pt x="7373" y="753"/>
                  </a:cubicBezTo>
                  <a:cubicBezTo>
                    <a:pt x="7555" y="662"/>
                    <a:pt x="7738" y="548"/>
                    <a:pt x="7920" y="434"/>
                  </a:cubicBezTo>
                  <a:lnTo>
                    <a:pt x="7920" y="434"/>
                  </a:lnTo>
                  <a:cubicBezTo>
                    <a:pt x="7738" y="548"/>
                    <a:pt x="7532" y="639"/>
                    <a:pt x="7350" y="753"/>
                  </a:cubicBezTo>
                  <a:cubicBezTo>
                    <a:pt x="7167" y="639"/>
                    <a:pt x="6962" y="525"/>
                    <a:pt x="6779" y="411"/>
                  </a:cubicBezTo>
                  <a:cubicBezTo>
                    <a:pt x="7007" y="274"/>
                    <a:pt x="7236" y="137"/>
                    <a:pt x="7486" y="0"/>
                  </a:cubicBezTo>
                  <a:close/>
                </a:path>
              </a:pathLst>
            </a:custGeom>
            <a:solidFill>
              <a:srgbClr val="27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41"/>
            <p:cNvSpPr/>
            <p:nvPr/>
          </p:nvSpPr>
          <p:spPr>
            <a:xfrm>
              <a:off x="6754017" y="2691955"/>
              <a:ext cx="152805" cy="89006"/>
            </a:xfrm>
            <a:custGeom>
              <a:avLst/>
              <a:gdLst/>
              <a:ahLst/>
              <a:cxnLst/>
              <a:rect l="l" t="t" r="r" b="b"/>
              <a:pathLst>
                <a:path w="8857" h="5159" extrusionOk="0">
                  <a:moveTo>
                    <a:pt x="5547" y="0"/>
                  </a:moveTo>
                  <a:lnTo>
                    <a:pt x="1" y="3082"/>
                  </a:lnTo>
                  <a:lnTo>
                    <a:pt x="3447" y="5159"/>
                  </a:lnTo>
                  <a:lnTo>
                    <a:pt x="8857" y="1963"/>
                  </a:lnTo>
                  <a:lnTo>
                    <a:pt x="5547" y="0"/>
                  </a:lnTo>
                  <a:close/>
                </a:path>
              </a:pathLst>
            </a:custGeom>
            <a:solidFill>
              <a:srgbClr val="605F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41"/>
            <p:cNvSpPr/>
            <p:nvPr/>
          </p:nvSpPr>
          <p:spPr>
            <a:xfrm>
              <a:off x="6813486" y="2725822"/>
              <a:ext cx="93336" cy="59866"/>
            </a:xfrm>
            <a:custGeom>
              <a:avLst/>
              <a:gdLst/>
              <a:ahLst/>
              <a:cxnLst/>
              <a:rect l="l" t="t" r="r" b="b"/>
              <a:pathLst>
                <a:path w="5410" h="3470" extrusionOk="0">
                  <a:moveTo>
                    <a:pt x="5410" y="0"/>
                  </a:moveTo>
                  <a:lnTo>
                    <a:pt x="0" y="3196"/>
                  </a:lnTo>
                  <a:lnTo>
                    <a:pt x="0" y="3470"/>
                  </a:lnTo>
                  <a:lnTo>
                    <a:pt x="5410" y="297"/>
                  </a:lnTo>
                  <a:lnTo>
                    <a:pt x="5410" y="0"/>
                  </a:lnTo>
                  <a:close/>
                </a:path>
              </a:pathLst>
            </a:custGeom>
            <a:solidFill>
              <a:srgbClr val="343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1"/>
            <p:cNvSpPr/>
            <p:nvPr/>
          </p:nvSpPr>
          <p:spPr>
            <a:xfrm>
              <a:off x="6754017" y="2745110"/>
              <a:ext cx="59487" cy="40578"/>
            </a:xfrm>
            <a:custGeom>
              <a:avLst/>
              <a:gdLst/>
              <a:ahLst/>
              <a:cxnLst/>
              <a:rect l="l" t="t" r="r" b="b"/>
              <a:pathLst>
                <a:path w="3448" h="2352" extrusionOk="0">
                  <a:moveTo>
                    <a:pt x="1" y="1"/>
                  </a:moveTo>
                  <a:lnTo>
                    <a:pt x="1" y="252"/>
                  </a:lnTo>
                  <a:lnTo>
                    <a:pt x="3447" y="2352"/>
                  </a:lnTo>
                  <a:lnTo>
                    <a:pt x="3447" y="2078"/>
                  </a:lnTo>
                  <a:lnTo>
                    <a:pt x="1" y="1"/>
                  </a:lnTo>
                  <a:close/>
                </a:path>
              </a:pathLst>
            </a:custGeom>
            <a:solidFill>
              <a:srgbClr val="343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41"/>
            <p:cNvSpPr/>
            <p:nvPr/>
          </p:nvSpPr>
          <p:spPr>
            <a:xfrm>
              <a:off x="6773322" y="2697459"/>
              <a:ext cx="122475" cy="72081"/>
            </a:xfrm>
            <a:custGeom>
              <a:avLst/>
              <a:gdLst/>
              <a:ahLst/>
              <a:cxnLst/>
              <a:rect l="l" t="t" r="r" b="b"/>
              <a:pathLst>
                <a:path w="7099" h="4178" extrusionOk="0">
                  <a:moveTo>
                    <a:pt x="4428" y="1"/>
                  </a:moveTo>
                  <a:lnTo>
                    <a:pt x="0" y="2466"/>
                  </a:lnTo>
                  <a:lnTo>
                    <a:pt x="2830" y="4178"/>
                  </a:lnTo>
                  <a:lnTo>
                    <a:pt x="7099" y="1644"/>
                  </a:lnTo>
                  <a:lnTo>
                    <a:pt x="4428" y="1"/>
                  </a:lnTo>
                  <a:close/>
                </a:path>
              </a:pathLst>
            </a:custGeom>
            <a:solidFill>
              <a:srgbClr val="B3B3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41"/>
            <p:cNvSpPr/>
            <p:nvPr/>
          </p:nvSpPr>
          <p:spPr>
            <a:xfrm>
              <a:off x="6781190" y="2753115"/>
              <a:ext cx="13405" cy="8436"/>
            </a:xfrm>
            <a:custGeom>
              <a:avLst/>
              <a:gdLst/>
              <a:ahLst/>
              <a:cxnLst/>
              <a:rect l="l" t="t" r="r" b="b"/>
              <a:pathLst>
                <a:path w="777" h="489" extrusionOk="0">
                  <a:moveTo>
                    <a:pt x="264" y="0"/>
                  </a:moveTo>
                  <a:cubicBezTo>
                    <a:pt x="157" y="0"/>
                    <a:pt x="75" y="36"/>
                    <a:pt x="46" y="107"/>
                  </a:cubicBezTo>
                  <a:cubicBezTo>
                    <a:pt x="1" y="221"/>
                    <a:pt x="115" y="358"/>
                    <a:pt x="297" y="450"/>
                  </a:cubicBezTo>
                  <a:cubicBezTo>
                    <a:pt x="374" y="475"/>
                    <a:pt x="448" y="488"/>
                    <a:pt x="513" y="488"/>
                  </a:cubicBezTo>
                  <a:cubicBezTo>
                    <a:pt x="620" y="488"/>
                    <a:pt x="702" y="453"/>
                    <a:pt x="731" y="381"/>
                  </a:cubicBezTo>
                  <a:cubicBezTo>
                    <a:pt x="777" y="267"/>
                    <a:pt x="662" y="130"/>
                    <a:pt x="480" y="39"/>
                  </a:cubicBezTo>
                  <a:cubicBezTo>
                    <a:pt x="403" y="13"/>
                    <a:pt x="329" y="0"/>
                    <a:pt x="264" y="0"/>
                  </a:cubicBezTo>
                  <a:close/>
                </a:path>
              </a:pathLst>
            </a:custGeom>
            <a:solidFill>
              <a:srgbClr val="343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41"/>
            <p:cNvSpPr/>
            <p:nvPr/>
          </p:nvSpPr>
          <p:spPr>
            <a:xfrm>
              <a:off x="6817023" y="2697459"/>
              <a:ext cx="78775" cy="28380"/>
            </a:xfrm>
            <a:custGeom>
              <a:avLst/>
              <a:gdLst/>
              <a:ahLst/>
              <a:cxnLst/>
              <a:rect l="l" t="t" r="r" b="b"/>
              <a:pathLst>
                <a:path w="4566" h="1645" extrusionOk="0">
                  <a:moveTo>
                    <a:pt x="1895" y="1"/>
                  </a:moveTo>
                  <a:lnTo>
                    <a:pt x="1" y="1051"/>
                  </a:lnTo>
                  <a:lnTo>
                    <a:pt x="4566" y="1644"/>
                  </a:lnTo>
                  <a:lnTo>
                    <a:pt x="4566" y="1644"/>
                  </a:lnTo>
                  <a:lnTo>
                    <a:pt x="18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41"/>
            <p:cNvSpPr/>
            <p:nvPr/>
          </p:nvSpPr>
          <p:spPr>
            <a:xfrm>
              <a:off x="6787487" y="2722664"/>
              <a:ext cx="97287" cy="18926"/>
            </a:xfrm>
            <a:custGeom>
              <a:avLst/>
              <a:gdLst/>
              <a:ahLst/>
              <a:cxnLst/>
              <a:rect l="l" t="t" r="r" b="b"/>
              <a:pathLst>
                <a:path w="5639" h="1097" extrusionOk="0">
                  <a:moveTo>
                    <a:pt x="959" y="1"/>
                  </a:moveTo>
                  <a:lnTo>
                    <a:pt x="1" y="548"/>
                  </a:lnTo>
                  <a:lnTo>
                    <a:pt x="4726" y="1096"/>
                  </a:lnTo>
                  <a:lnTo>
                    <a:pt x="5639" y="548"/>
                  </a:lnTo>
                  <a:lnTo>
                    <a:pt x="95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41"/>
            <p:cNvSpPr/>
            <p:nvPr/>
          </p:nvSpPr>
          <p:spPr>
            <a:xfrm>
              <a:off x="6787487" y="2748664"/>
              <a:ext cx="57917" cy="20876"/>
            </a:xfrm>
            <a:custGeom>
              <a:avLst/>
              <a:gdLst/>
              <a:ahLst/>
              <a:cxnLst/>
              <a:rect l="l" t="t" r="r" b="b"/>
              <a:pathLst>
                <a:path w="3357" h="1210" extrusionOk="0">
                  <a:moveTo>
                    <a:pt x="1" y="0"/>
                  </a:moveTo>
                  <a:lnTo>
                    <a:pt x="2009" y="1210"/>
                  </a:lnTo>
                  <a:lnTo>
                    <a:pt x="3356" y="411"/>
                  </a:lnTo>
                  <a:lnTo>
                    <a:pt x="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41"/>
            <p:cNvSpPr/>
            <p:nvPr/>
          </p:nvSpPr>
          <p:spPr>
            <a:xfrm>
              <a:off x="6482687" y="3082983"/>
              <a:ext cx="152823" cy="89023"/>
            </a:xfrm>
            <a:custGeom>
              <a:avLst/>
              <a:gdLst/>
              <a:ahLst/>
              <a:cxnLst/>
              <a:rect l="l" t="t" r="r" b="b"/>
              <a:pathLst>
                <a:path w="8858" h="5160" extrusionOk="0">
                  <a:moveTo>
                    <a:pt x="5548" y="1"/>
                  </a:moveTo>
                  <a:lnTo>
                    <a:pt x="1" y="3105"/>
                  </a:lnTo>
                  <a:lnTo>
                    <a:pt x="3448" y="5159"/>
                  </a:lnTo>
                  <a:lnTo>
                    <a:pt x="8857" y="1964"/>
                  </a:lnTo>
                  <a:lnTo>
                    <a:pt x="5548" y="1"/>
                  </a:lnTo>
                  <a:close/>
                </a:path>
              </a:pathLst>
            </a:custGeom>
            <a:solidFill>
              <a:srgbClr val="605F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41"/>
            <p:cNvSpPr/>
            <p:nvPr/>
          </p:nvSpPr>
          <p:spPr>
            <a:xfrm>
              <a:off x="6542156" y="3116850"/>
              <a:ext cx="93353" cy="59883"/>
            </a:xfrm>
            <a:custGeom>
              <a:avLst/>
              <a:gdLst/>
              <a:ahLst/>
              <a:cxnLst/>
              <a:rect l="l" t="t" r="r" b="b"/>
              <a:pathLst>
                <a:path w="5411" h="3471" extrusionOk="0">
                  <a:moveTo>
                    <a:pt x="5410" y="1"/>
                  </a:moveTo>
                  <a:lnTo>
                    <a:pt x="1" y="3196"/>
                  </a:lnTo>
                  <a:lnTo>
                    <a:pt x="1" y="3470"/>
                  </a:lnTo>
                  <a:lnTo>
                    <a:pt x="5410" y="320"/>
                  </a:lnTo>
                  <a:lnTo>
                    <a:pt x="5410" y="1"/>
                  </a:lnTo>
                  <a:close/>
                </a:path>
              </a:pathLst>
            </a:custGeom>
            <a:solidFill>
              <a:srgbClr val="343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41"/>
            <p:cNvSpPr/>
            <p:nvPr/>
          </p:nvSpPr>
          <p:spPr>
            <a:xfrm>
              <a:off x="6482687" y="3136552"/>
              <a:ext cx="59487" cy="40181"/>
            </a:xfrm>
            <a:custGeom>
              <a:avLst/>
              <a:gdLst/>
              <a:ahLst/>
              <a:cxnLst/>
              <a:rect l="l" t="t" r="r" b="b"/>
              <a:pathLst>
                <a:path w="3448" h="2329" extrusionOk="0">
                  <a:moveTo>
                    <a:pt x="1" y="0"/>
                  </a:moveTo>
                  <a:lnTo>
                    <a:pt x="1" y="251"/>
                  </a:lnTo>
                  <a:lnTo>
                    <a:pt x="3448" y="2328"/>
                  </a:lnTo>
                  <a:lnTo>
                    <a:pt x="3448" y="2054"/>
                  </a:lnTo>
                  <a:lnTo>
                    <a:pt x="1" y="0"/>
                  </a:lnTo>
                  <a:close/>
                </a:path>
              </a:pathLst>
            </a:custGeom>
            <a:solidFill>
              <a:srgbClr val="343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41"/>
            <p:cNvSpPr/>
            <p:nvPr/>
          </p:nvSpPr>
          <p:spPr>
            <a:xfrm>
              <a:off x="6501595" y="3088901"/>
              <a:ext cx="122890" cy="71684"/>
            </a:xfrm>
            <a:custGeom>
              <a:avLst/>
              <a:gdLst/>
              <a:ahLst/>
              <a:cxnLst/>
              <a:rect l="l" t="t" r="r" b="b"/>
              <a:pathLst>
                <a:path w="7123" h="4155" extrusionOk="0">
                  <a:moveTo>
                    <a:pt x="4429" y="0"/>
                  </a:moveTo>
                  <a:lnTo>
                    <a:pt x="1" y="2465"/>
                  </a:lnTo>
                  <a:lnTo>
                    <a:pt x="2831" y="4154"/>
                  </a:lnTo>
                  <a:lnTo>
                    <a:pt x="7122" y="1621"/>
                  </a:lnTo>
                  <a:lnTo>
                    <a:pt x="4429" y="0"/>
                  </a:lnTo>
                  <a:close/>
                </a:path>
              </a:pathLst>
            </a:custGeom>
            <a:solidFill>
              <a:srgbClr val="B3B3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41"/>
            <p:cNvSpPr/>
            <p:nvPr/>
          </p:nvSpPr>
          <p:spPr>
            <a:xfrm>
              <a:off x="6509480" y="3144350"/>
              <a:ext cx="13405" cy="8540"/>
            </a:xfrm>
            <a:custGeom>
              <a:avLst/>
              <a:gdLst/>
              <a:ahLst/>
              <a:cxnLst/>
              <a:rect l="l" t="t" r="r" b="b"/>
              <a:pathLst>
                <a:path w="777" h="495" extrusionOk="0">
                  <a:moveTo>
                    <a:pt x="270" y="0"/>
                  </a:moveTo>
                  <a:cubicBezTo>
                    <a:pt x="163" y="0"/>
                    <a:pt x="74" y="39"/>
                    <a:pt x="46" y="96"/>
                  </a:cubicBezTo>
                  <a:cubicBezTo>
                    <a:pt x="0" y="210"/>
                    <a:pt x="114" y="370"/>
                    <a:pt x="320" y="438"/>
                  </a:cubicBezTo>
                  <a:cubicBezTo>
                    <a:pt x="396" y="476"/>
                    <a:pt x="472" y="495"/>
                    <a:pt x="538" y="495"/>
                  </a:cubicBezTo>
                  <a:cubicBezTo>
                    <a:pt x="631" y="495"/>
                    <a:pt x="704" y="459"/>
                    <a:pt x="731" y="393"/>
                  </a:cubicBezTo>
                  <a:cubicBezTo>
                    <a:pt x="776" y="278"/>
                    <a:pt x="662" y="119"/>
                    <a:pt x="479" y="50"/>
                  </a:cubicBezTo>
                  <a:cubicBezTo>
                    <a:pt x="410" y="15"/>
                    <a:pt x="337" y="0"/>
                    <a:pt x="270" y="0"/>
                  </a:cubicBezTo>
                  <a:close/>
                </a:path>
              </a:pathLst>
            </a:custGeom>
            <a:solidFill>
              <a:srgbClr val="343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41"/>
            <p:cNvSpPr/>
            <p:nvPr/>
          </p:nvSpPr>
          <p:spPr>
            <a:xfrm>
              <a:off x="6545313" y="3088901"/>
              <a:ext cx="79172" cy="27966"/>
            </a:xfrm>
            <a:custGeom>
              <a:avLst/>
              <a:gdLst/>
              <a:ahLst/>
              <a:cxnLst/>
              <a:rect l="l" t="t" r="r" b="b"/>
              <a:pathLst>
                <a:path w="4589" h="1621" extrusionOk="0">
                  <a:moveTo>
                    <a:pt x="1895" y="0"/>
                  </a:moveTo>
                  <a:lnTo>
                    <a:pt x="0" y="1050"/>
                  </a:lnTo>
                  <a:lnTo>
                    <a:pt x="4588" y="1621"/>
                  </a:lnTo>
                  <a:lnTo>
                    <a:pt x="189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41"/>
            <p:cNvSpPr/>
            <p:nvPr/>
          </p:nvSpPr>
          <p:spPr>
            <a:xfrm>
              <a:off x="6515777" y="3114089"/>
              <a:ext cx="97666" cy="18926"/>
            </a:xfrm>
            <a:custGeom>
              <a:avLst/>
              <a:gdLst/>
              <a:ahLst/>
              <a:cxnLst/>
              <a:rect l="l" t="t" r="r" b="b"/>
              <a:pathLst>
                <a:path w="5661" h="1097" extrusionOk="0">
                  <a:moveTo>
                    <a:pt x="982" y="1"/>
                  </a:moveTo>
                  <a:lnTo>
                    <a:pt x="0" y="549"/>
                  </a:lnTo>
                  <a:lnTo>
                    <a:pt x="4725" y="1097"/>
                  </a:lnTo>
                  <a:lnTo>
                    <a:pt x="5661" y="549"/>
                  </a:lnTo>
                  <a:lnTo>
                    <a:pt x="98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41"/>
            <p:cNvSpPr/>
            <p:nvPr/>
          </p:nvSpPr>
          <p:spPr>
            <a:xfrm>
              <a:off x="6515777" y="3139692"/>
              <a:ext cx="57899" cy="20893"/>
            </a:xfrm>
            <a:custGeom>
              <a:avLst/>
              <a:gdLst/>
              <a:ahLst/>
              <a:cxnLst/>
              <a:rect l="l" t="t" r="r" b="b"/>
              <a:pathLst>
                <a:path w="3356" h="1211" extrusionOk="0">
                  <a:moveTo>
                    <a:pt x="0" y="1"/>
                  </a:moveTo>
                  <a:lnTo>
                    <a:pt x="2009" y="1210"/>
                  </a:lnTo>
                  <a:lnTo>
                    <a:pt x="3356" y="411"/>
                  </a:ln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41"/>
            <p:cNvSpPr/>
            <p:nvPr/>
          </p:nvSpPr>
          <p:spPr>
            <a:xfrm>
              <a:off x="6477183" y="3575628"/>
              <a:ext cx="152805" cy="89006"/>
            </a:xfrm>
            <a:custGeom>
              <a:avLst/>
              <a:gdLst/>
              <a:ahLst/>
              <a:cxnLst/>
              <a:rect l="l" t="t" r="r" b="b"/>
              <a:pathLst>
                <a:path w="8857" h="5159" extrusionOk="0">
                  <a:moveTo>
                    <a:pt x="3310" y="0"/>
                  </a:moveTo>
                  <a:lnTo>
                    <a:pt x="0" y="1963"/>
                  </a:lnTo>
                  <a:lnTo>
                    <a:pt x="5410" y="5159"/>
                  </a:lnTo>
                  <a:lnTo>
                    <a:pt x="8857" y="3082"/>
                  </a:lnTo>
                  <a:lnTo>
                    <a:pt x="3310" y="0"/>
                  </a:lnTo>
                  <a:close/>
                </a:path>
              </a:pathLst>
            </a:custGeom>
            <a:solidFill>
              <a:srgbClr val="605F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41"/>
            <p:cNvSpPr/>
            <p:nvPr/>
          </p:nvSpPr>
          <p:spPr>
            <a:xfrm>
              <a:off x="6477183" y="3609495"/>
              <a:ext cx="93353" cy="59866"/>
            </a:xfrm>
            <a:custGeom>
              <a:avLst/>
              <a:gdLst/>
              <a:ahLst/>
              <a:cxnLst/>
              <a:rect l="l" t="t" r="r" b="b"/>
              <a:pathLst>
                <a:path w="5411" h="3470" extrusionOk="0">
                  <a:moveTo>
                    <a:pt x="0" y="0"/>
                  </a:moveTo>
                  <a:lnTo>
                    <a:pt x="0" y="320"/>
                  </a:lnTo>
                  <a:lnTo>
                    <a:pt x="5410" y="3470"/>
                  </a:lnTo>
                  <a:lnTo>
                    <a:pt x="5410" y="3196"/>
                  </a:lnTo>
                  <a:lnTo>
                    <a:pt x="0" y="0"/>
                  </a:lnTo>
                  <a:close/>
                </a:path>
              </a:pathLst>
            </a:custGeom>
            <a:solidFill>
              <a:srgbClr val="343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41"/>
            <p:cNvSpPr/>
            <p:nvPr/>
          </p:nvSpPr>
          <p:spPr>
            <a:xfrm>
              <a:off x="6570519" y="3628783"/>
              <a:ext cx="59469" cy="40578"/>
            </a:xfrm>
            <a:custGeom>
              <a:avLst/>
              <a:gdLst/>
              <a:ahLst/>
              <a:cxnLst/>
              <a:rect l="l" t="t" r="r" b="b"/>
              <a:pathLst>
                <a:path w="3447" h="2352" extrusionOk="0">
                  <a:moveTo>
                    <a:pt x="3447" y="1"/>
                  </a:moveTo>
                  <a:lnTo>
                    <a:pt x="0" y="2078"/>
                  </a:lnTo>
                  <a:lnTo>
                    <a:pt x="0" y="2352"/>
                  </a:lnTo>
                  <a:lnTo>
                    <a:pt x="3447" y="274"/>
                  </a:lnTo>
                  <a:lnTo>
                    <a:pt x="3447" y="1"/>
                  </a:lnTo>
                  <a:close/>
                </a:path>
              </a:pathLst>
            </a:custGeom>
            <a:solidFill>
              <a:srgbClr val="343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41"/>
            <p:cNvSpPr/>
            <p:nvPr/>
          </p:nvSpPr>
          <p:spPr>
            <a:xfrm>
              <a:off x="6488208" y="3581132"/>
              <a:ext cx="122493" cy="72081"/>
            </a:xfrm>
            <a:custGeom>
              <a:avLst/>
              <a:gdLst/>
              <a:ahLst/>
              <a:cxnLst/>
              <a:rect l="l" t="t" r="r" b="b"/>
              <a:pathLst>
                <a:path w="7100" h="4178" extrusionOk="0">
                  <a:moveTo>
                    <a:pt x="2694" y="1"/>
                  </a:moveTo>
                  <a:lnTo>
                    <a:pt x="1" y="1644"/>
                  </a:lnTo>
                  <a:lnTo>
                    <a:pt x="4292" y="4178"/>
                  </a:lnTo>
                  <a:lnTo>
                    <a:pt x="7099" y="2466"/>
                  </a:lnTo>
                  <a:lnTo>
                    <a:pt x="2694" y="1"/>
                  </a:lnTo>
                  <a:close/>
                </a:path>
              </a:pathLst>
            </a:custGeom>
            <a:solidFill>
              <a:srgbClr val="B3B3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41"/>
            <p:cNvSpPr/>
            <p:nvPr/>
          </p:nvSpPr>
          <p:spPr>
            <a:xfrm>
              <a:off x="6589411" y="3636874"/>
              <a:ext cx="13405" cy="8540"/>
            </a:xfrm>
            <a:custGeom>
              <a:avLst/>
              <a:gdLst/>
              <a:ahLst/>
              <a:cxnLst/>
              <a:rect l="l" t="t" r="r" b="b"/>
              <a:pathLst>
                <a:path w="777" h="495" extrusionOk="0">
                  <a:moveTo>
                    <a:pt x="539" y="0"/>
                  </a:moveTo>
                  <a:cubicBezTo>
                    <a:pt x="473" y="0"/>
                    <a:pt x="396" y="18"/>
                    <a:pt x="320" y="57"/>
                  </a:cubicBezTo>
                  <a:cubicBezTo>
                    <a:pt x="115" y="125"/>
                    <a:pt x="1" y="285"/>
                    <a:pt x="46" y="399"/>
                  </a:cubicBezTo>
                  <a:cubicBezTo>
                    <a:pt x="75" y="455"/>
                    <a:pt x="164" y="494"/>
                    <a:pt x="271" y="494"/>
                  </a:cubicBezTo>
                  <a:cubicBezTo>
                    <a:pt x="337" y="494"/>
                    <a:pt x="410" y="479"/>
                    <a:pt x="480" y="445"/>
                  </a:cubicBezTo>
                  <a:cubicBezTo>
                    <a:pt x="663" y="376"/>
                    <a:pt x="777" y="216"/>
                    <a:pt x="731" y="102"/>
                  </a:cubicBezTo>
                  <a:cubicBezTo>
                    <a:pt x="704" y="36"/>
                    <a:pt x="631" y="0"/>
                    <a:pt x="539" y="0"/>
                  </a:cubicBezTo>
                  <a:close/>
                </a:path>
              </a:pathLst>
            </a:custGeom>
            <a:solidFill>
              <a:srgbClr val="3438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41"/>
            <p:cNvSpPr/>
            <p:nvPr/>
          </p:nvSpPr>
          <p:spPr>
            <a:xfrm>
              <a:off x="6488208" y="3581132"/>
              <a:ext cx="79172" cy="28380"/>
            </a:xfrm>
            <a:custGeom>
              <a:avLst/>
              <a:gdLst/>
              <a:ahLst/>
              <a:cxnLst/>
              <a:rect l="l" t="t" r="r" b="b"/>
              <a:pathLst>
                <a:path w="4589" h="1645" extrusionOk="0">
                  <a:moveTo>
                    <a:pt x="2694" y="1"/>
                  </a:moveTo>
                  <a:lnTo>
                    <a:pt x="1" y="1644"/>
                  </a:lnTo>
                  <a:lnTo>
                    <a:pt x="1" y="1644"/>
                  </a:lnTo>
                  <a:lnTo>
                    <a:pt x="4588" y="1074"/>
                  </a:lnTo>
                  <a:lnTo>
                    <a:pt x="269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41"/>
            <p:cNvSpPr/>
            <p:nvPr/>
          </p:nvSpPr>
          <p:spPr>
            <a:xfrm>
              <a:off x="6499232" y="3606734"/>
              <a:ext cx="97684" cy="18529"/>
            </a:xfrm>
            <a:custGeom>
              <a:avLst/>
              <a:gdLst/>
              <a:ahLst/>
              <a:cxnLst/>
              <a:rect l="l" t="t" r="r" b="b"/>
              <a:pathLst>
                <a:path w="5662" h="1074" extrusionOk="0">
                  <a:moveTo>
                    <a:pt x="4680" y="0"/>
                  </a:moveTo>
                  <a:lnTo>
                    <a:pt x="1" y="525"/>
                  </a:lnTo>
                  <a:lnTo>
                    <a:pt x="936" y="1073"/>
                  </a:lnTo>
                  <a:lnTo>
                    <a:pt x="5661" y="548"/>
                  </a:lnTo>
                  <a:lnTo>
                    <a:pt x="468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41"/>
            <p:cNvSpPr/>
            <p:nvPr/>
          </p:nvSpPr>
          <p:spPr>
            <a:xfrm>
              <a:off x="6538619" y="3632337"/>
              <a:ext cx="58296" cy="20876"/>
            </a:xfrm>
            <a:custGeom>
              <a:avLst/>
              <a:gdLst/>
              <a:ahLst/>
              <a:cxnLst/>
              <a:rect l="l" t="t" r="r" b="b"/>
              <a:pathLst>
                <a:path w="3379" h="1210" extrusionOk="0">
                  <a:moveTo>
                    <a:pt x="3378" y="0"/>
                  </a:moveTo>
                  <a:lnTo>
                    <a:pt x="0" y="411"/>
                  </a:lnTo>
                  <a:lnTo>
                    <a:pt x="1370" y="1210"/>
                  </a:lnTo>
                  <a:lnTo>
                    <a:pt x="337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41"/>
            <p:cNvSpPr/>
            <p:nvPr/>
          </p:nvSpPr>
          <p:spPr>
            <a:xfrm>
              <a:off x="6144814" y="2951070"/>
              <a:ext cx="330420" cy="191399"/>
            </a:xfrm>
            <a:custGeom>
              <a:avLst/>
              <a:gdLst/>
              <a:ahLst/>
              <a:cxnLst/>
              <a:rect l="l" t="t" r="r" b="b"/>
              <a:pathLst>
                <a:path w="19152" h="11094" extrusionOk="0">
                  <a:moveTo>
                    <a:pt x="11939" y="0"/>
                  </a:moveTo>
                  <a:lnTo>
                    <a:pt x="1" y="6802"/>
                  </a:lnTo>
                  <a:lnTo>
                    <a:pt x="7259" y="11093"/>
                  </a:lnTo>
                  <a:lnTo>
                    <a:pt x="19151" y="4040"/>
                  </a:lnTo>
                  <a:lnTo>
                    <a:pt x="11939" y="0"/>
                  </a:lnTo>
                  <a:close/>
                </a:path>
              </a:pathLst>
            </a:custGeom>
            <a:solidFill>
              <a:srgbClr val="38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41"/>
            <p:cNvSpPr/>
            <p:nvPr/>
          </p:nvSpPr>
          <p:spPr>
            <a:xfrm>
              <a:off x="6270050" y="3020770"/>
              <a:ext cx="205184" cy="127996"/>
            </a:xfrm>
            <a:custGeom>
              <a:avLst/>
              <a:gdLst/>
              <a:ahLst/>
              <a:cxnLst/>
              <a:rect l="l" t="t" r="r" b="b"/>
              <a:pathLst>
                <a:path w="11893" h="7419" extrusionOk="0">
                  <a:moveTo>
                    <a:pt x="11892" y="0"/>
                  </a:moveTo>
                  <a:lnTo>
                    <a:pt x="0" y="7053"/>
                  </a:lnTo>
                  <a:lnTo>
                    <a:pt x="0" y="7419"/>
                  </a:lnTo>
                  <a:lnTo>
                    <a:pt x="11892" y="366"/>
                  </a:lnTo>
                  <a:lnTo>
                    <a:pt x="11892" y="0"/>
                  </a:lnTo>
                  <a:close/>
                </a:path>
              </a:pathLst>
            </a:custGeom>
            <a:solidFill>
              <a:srgbClr val="27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41"/>
            <p:cNvSpPr/>
            <p:nvPr/>
          </p:nvSpPr>
          <p:spPr>
            <a:xfrm>
              <a:off x="6144814" y="3068422"/>
              <a:ext cx="125253" cy="80345"/>
            </a:xfrm>
            <a:custGeom>
              <a:avLst/>
              <a:gdLst/>
              <a:ahLst/>
              <a:cxnLst/>
              <a:rect l="l" t="t" r="r" b="b"/>
              <a:pathLst>
                <a:path w="7260" h="4657" extrusionOk="0">
                  <a:moveTo>
                    <a:pt x="1" y="0"/>
                  </a:moveTo>
                  <a:lnTo>
                    <a:pt x="1" y="365"/>
                  </a:lnTo>
                  <a:lnTo>
                    <a:pt x="7259" y="4657"/>
                  </a:lnTo>
                  <a:lnTo>
                    <a:pt x="7259" y="4291"/>
                  </a:lnTo>
                  <a:lnTo>
                    <a:pt x="1" y="0"/>
                  </a:lnTo>
                  <a:close/>
                </a:path>
              </a:pathLst>
            </a:custGeom>
            <a:solidFill>
              <a:srgbClr val="27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41"/>
            <p:cNvSpPr/>
            <p:nvPr/>
          </p:nvSpPr>
          <p:spPr>
            <a:xfrm>
              <a:off x="6170813" y="2966028"/>
              <a:ext cx="278421" cy="161483"/>
            </a:xfrm>
            <a:custGeom>
              <a:avLst/>
              <a:gdLst/>
              <a:ahLst/>
              <a:cxnLst/>
              <a:rect l="l" t="t" r="r" b="b"/>
              <a:pathLst>
                <a:path w="16138" h="9360" extrusionOk="0">
                  <a:moveTo>
                    <a:pt x="10066" y="1"/>
                  </a:moveTo>
                  <a:lnTo>
                    <a:pt x="0" y="5753"/>
                  </a:lnTo>
                  <a:lnTo>
                    <a:pt x="6118" y="9359"/>
                  </a:lnTo>
                  <a:lnTo>
                    <a:pt x="16138" y="3424"/>
                  </a:lnTo>
                  <a:lnTo>
                    <a:pt x="10066" y="1"/>
                  </a:ln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41"/>
            <p:cNvSpPr/>
            <p:nvPr/>
          </p:nvSpPr>
          <p:spPr>
            <a:xfrm>
              <a:off x="6393302" y="2983315"/>
              <a:ext cx="20496" cy="13026"/>
            </a:xfrm>
            <a:custGeom>
              <a:avLst/>
              <a:gdLst/>
              <a:ahLst/>
              <a:cxnLst/>
              <a:rect l="l" t="t" r="r" b="b"/>
              <a:pathLst>
                <a:path w="1188" h="755" extrusionOk="0">
                  <a:moveTo>
                    <a:pt x="274" y="0"/>
                  </a:moveTo>
                  <a:cubicBezTo>
                    <a:pt x="181" y="0"/>
                    <a:pt x="107" y="24"/>
                    <a:pt x="69" y="71"/>
                  </a:cubicBezTo>
                  <a:cubicBezTo>
                    <a:pt x="1" y="208"/>
                    <a:pt x="160" y="459"/>
                    <a:pt x="457" y="619"/>
                  </a:cubicBezTo>
                  <a:cubicBezTo>
                    <a:pt x="610" y="708"/>
                    <a:pt x="770" y="755"/>
                    <a:pt x="893" y="755"/>
                  </a:cubicBezTo>
                  <a:cubicBezTo>
                    <a:pt x="991" y="755"/>
                    <a:pt x="1066" y="726"/>
                    <a:pt x="1096" y="665"/>
                  </a:cubicBezTo>
                  <a:cubicBezTo>
                    <a:pt x="1188" y="528"/>
                    <a:pt x="1005" y="300"/>
                    <a:pt x="731" y="140"/>
                  </a:cubicBezTo>
                  <a:cubicBezTo>
                    <a:pt x="571" y="47"/>
                    <a:pt x="404" y="0"/>
                    <a:pt x="274" y="0"/>
                  </a:cubicBezTo>
                  <a:close/>
                </a:path>
              </a:pathLst>
            </a:custGeom>
            <a:solidFill>
              <a:srgbClr val="27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41"/>
            <p:cNvSpPr/>
            <p:nvPr/>
          </p:nvSpPr>
          <p:spPr>
            <a:xfrm>
              <a:off x="6276347" y="2966028"/>
              <a:ext cx="172887" cy="161483"/>
            </a:xfrm>
            <a:custGeom>
              <a:avLst/>
              <a:gdLst/>
              <a:ahLst/>
              <a:cxnLst/>
              <a:rect l="l" t="t" r="r" b="b"/>
              <a:pathLst>
                <a:path w="10021" h="9360" extrusionOk="0">
                  <a:moveTo>
                    <a:pt x="3949" y="1"/>
                  </a:moveTo>
                  <a:lnTo>
                    <a:pt x="1" y="9359"/>
                  </a:lnTo>
                  <a:lnTo>
                    <a:pt x="10021" y="3424"/>
                  </a:lnTo>
                  <a:lnTo>
                    <a:pt x="3949" y="1"/>
                  </a:lnTo>
                  <a:close/>
                </a:path>
              </a:pathLst>
            </a:custGeom>
            <a:solidFill>
              <a:srgbClr val="EAE0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41"/>
            <p:cNvSpPr/>
            <p:nvPr/>
          </p:nvSpPr>
          <p:spPr>
            <a:xfrm>
              <a:off x="6900111" y="2642975"/>
              <a:ext cx="146905" cy="79914"/>
            </a:xfrm>
            <a:custGeom>
              <a:avLst/>
              <a:gdLst/>
              <a:ahLst/>
              <a:cxnLst/>
              <a:rect l="l" t="t" r="r" b="b"/>
              <a:pathLst>
                <a:path w="8515" h="4632" extrusionOk="0">
                  <a:moveTo>
                    <a:pt x="4290" y="0"/>
                  </a:moveTo>
                  <a:cubicBezTo>
                    <a:pt x="3676" y="0"/>
                    <a:pt x="3063" y="103"/>
                    <a:pt x="2512" y="306"/>
                  </a:cubicBezTo>
                  <a:lnTo>
                    <a:pt x="2443" y="329"/>
                  </a:lnTo>
                  <a:cubicBezTo>
                    <a:pt x="1" y="1196"/>
                    <a:pt x="1" y="3433"/>
                    <a:pt x="2397" y="4323"/>
                  </a:cubicBezTo>
                  <a:cubicBezTo>
                    <a:pt x="2957" y="4528"/>
                    <a:pt x="3584" y="4631"/>
                    <a:pt x="4212" y="4631"/>
                  </a:cubicBezTo>
                  <a:cubicBezTo>
                    <a:pt x="4840" y="4631"/>
                    <a:pt x="5467" y="4528"/>
                    <a:pt x="6027" y="4323"/>
                  </a:cubicBezTo>
                  <a:lnTo>
                    <a:pt x="6118" y="4277"/>
                  </a:lnTo>
                  <a:cubicBezTo>
                    <a:pt x="8492" y="3410"/>
                    <a:pt x="8515" y="1196"/>
                    <a:pt x="6118" y="329"/>
                  </a:cubicBezTo>
                  <a:cubicBezTo>
                    <a:pt x="5551" y="109"/>
                    <a:pt x="4920" y="0"/>
                    <a:pt x="4290" y="0"/>
                  </a:cubicBezTo>
                  <a:close/>
                </a:path>
              </a:pathLst>
            </a:custGeom>
            <a:solidFill>
              <a:srgbClr val="CCDE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41"/>
            <p:cNvSpPr/>
            <p:nvPr/>
          </p:nvSpPr>
          <p:spPr>
            <a:xfrm>
              <a:off x="6927284" y="2689988"/>
              <a:ext cx="90593" cy="23636"/>
            </a:xfrm>
            <a:custGeom>
              <a:avLst/>
              <a:gdLst/>
              <a:ahLst/>
              <a:cxnLst/>
              <a:rect l="l" t="t" r="r" b="b"/>
              <a:pathLst>
                <a:path w="5251" h="1370" extrusionOk="0">
                  <a:moveTo>
                    <a:pt x="1" y="0"/>
                  </a:moveTo>
                  <a:cubicBezTo>
                    <a:pt x="161" y="480"/>
                    <a:pt x="594" y="845"/>
                    <a:pt x="1051" y="1050"/>
                  </a:cubicBezTo>
                  <a:cubicBezTo>
                    <a:pt x="1530" y="1256"/>
                    <a:pt x="2032" y="1370"/>
                    <a:pt x="2557" y="1370"/>
                  </a:cubicBezTo>
                  <a:cubicBezTo>
                    <a:pt x="3059" y="1370"/>
                    <a:pt x="3584" y="1301"/>
                    <a:pt x="4064" y="1119"/>
                  </a:cubicBezTo>
                  <a:cubicBezTo>
                    <a:pt x="4543" y="936"/>
                    <a:pt x="4999" y="639"/>
                    <a:pt x="5251" y="183"/>
                  </a:cubicBezTo>
                  <a:lnTo>
                    <a:pt x="5251" y="183"/>
                  </a:lnTo>
                  <a:cubicBezTo>
                    <a:pt x="4977" y="616"/>
                    <a:pt x="4520" y="890"/>
                    <a:pt x="4041" y="1050"/>
                  </a:cubicBezTo>
                  <a:cubicBezTo>
                    <a:pt x="3561" y="1233"/>
                    <a:pt x="3059" y="1301"/>
                    <a:pt x="2557" y="1301"/>
                  </a:cubicBezTo>
                  <a:cubicBezTo>
                    <a:pt x="2055" y="1278"/>
                    <a:pt x="1553" y="1187"/>
                    <a:pt x="1074" y="982"/>
                  </a:cubicBezTo>
                  <a:cubicBezTo>
                    <a:pt x="640" y="776"/>
                    <a:pt x="183" y="480"/>
                    <a:pt x="1" y="0"/>
                  </a:cubicBezTo>
                  <a:close/>
                </a:path>
              </a:pathLst>
            </a:custGeom>
            <a:solidFill>
              <a:srgbClr val="BCC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41"/>
            <p:cNvSpPr/>
            <p:nvPr/>
          </p:nvSpPr>
          <p:spPr>
            <a:xfrm>
              <a:off x="6931234" y="2652102"/>
              <a:ext cx="87832" cy="22152"/>
            </a:xfrm>
            <a:custGeom>
              <a:avLst/>
              <a:gdLst/>
              <a:ahLst/>
              <a:cxnLst/>
              <a:rect l="l" t="t" r="r" b="b"/>
              <a:pathLst>
                <a:path w="5091" h="1284" extrusionOk="0">
                  <a:moveTo>
                    <a:pt x="2445" y="1"/>
                  </a:moveTo>
                  <a:cubicBezTo>
                    <a:pt x="2026" y="1"/>
                    <a:pt x="1609" y="71"/>
                    <a:pt x="1210" y="210"/>
                  </a:cubicBezTo>
                  <a:cubicBezTo>
                    <a:pt x="753" y="370"/>
                    <a:pt x="297" y="598"/>
                    <a:pt x="0" y="986"/>
                  </a:cubicBezTo>
                  <a:cubicBezTo>
                    <a:pt x="320" y="621"/>
                    <a:pt x="776" y="416"/>
                    <a:pt x="1233" y="279"/>
                  </a:cubicBezTo>
                  <a:cubicBezTo>
                    <a:pt x="1598" y="144"/>
                    <a:pt x="2011" y="91"/>
                    <a:pt x="2405" y="91"/>
                  </a:cubicBezTo>
                  <a:cubicBezTo>
                    <a:pt x="2479" y="91"/>
                    <a:pt x="2553" y="93"/>
                    <a:pt x="2625" y="96"/>
                  </a:cubicBezTo>
                  <a:cubicBezTo>
                    <a:pt x="3104" y="96"/>
                    <a:pt x="3584" y="188"/>
                    <a:pt x="4017" y="370"/>
                  </a:cubicBezTo>
                  <a:cubicBezTo>
                    <a:pt x="4451" y="576"/>
                    <a:pt x="4885" y="849"/>
                    <a:pt x="5090" y="1283"/>
                  </a:cubicBezTo>
                  <a:cubicBezTo>
                    <a:pt x="4907" y="827"/>
                    <a:pt x="4497" y="530"/>
                    <a:pt x="4040" y="325"/>
                  </a:cubicBezTo>
                  <a:cubicBezTo>
                    <a:pt x="3606" y="119"/>
                    <a:pt x="3127" y="28"/>
                    <a:pt x="2625" y="5"/>
                  </a:cubicBezTo>
                  <a:cubicBezTo>
                    <a:pt x="2565" y="2"/>
                    <a:pt x="2505" y="1"/>
                    <a:pt x="2445" y="1"/>
                  </a:cubicBezTo>
                  <a:close/>
                </a:path>
              </a:pathLst>
            </a:custGeom>
            <a:solidFill>
              <a:srgbClr val="BCC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41"/>
            <p:cNvSpPr/>
            <p:nvPr/>
          </p:nvSpPr>
          <p:spPr>
            <a:xfrm>
              <a:off x="6940672" y="2649031"/>
              <a:ext cx="65387" cy="50119"/>
            </a:xfrm>
            <a:custGeom>
              <a:avLst/>
              <a:gdLst/>
              <a:ahLst/>
              <a:cxnLst/>
              <a:rect l="l" t="t" r="r" b="b"/>
              <a:pathLst>
                <a:path w="3790" h="2905" extrusionOk="0">
                  <a:moveTo>
                    <a:pt x="1" y="0"/>
                  </a:moveTo>
                  <a:lnTo>
                    <a:pt x="412" y="2077"/>
                  </a:lnTo>
                  <a:lnTo>
                    <a:pt x="412" y="2100"/>
                  </a:lnTo>
                  <a:cubicBezTo>
                    <a:pt x="480" y="2374"/>
                    <a:pt x="708" y="2625"/>
                    <a:pt x="1142" y="2785"/>
                  </a:cubicBezTo>
                  <a:cubicBezTo>
                    <a:pt x="1370" y="2865"/>
                    <a:pt x="1627" y="2905"/>
                    <a:pt x="1884" y="2905"/>
                  </a:cubicBezTo>
                  <a:cubicBezTo>
                    <a:pt x="2141" y="2905"/>
                    <a:pt x="2397" y="2865"/>
                    <a:pt x="2626" y="2785"/>
                  </a:cubicBezTo>
                  <a:lnTo>
                    <a:pt x="2671" y="2762"/>
                  </a:lnTo>
                  <a:cubicBezTo>
                    <a:pt x="3105" y="2602"/>
                    <a:pt x="3333" y="2351"/>
                    <a:pt x="3379" y="2077"/>
                  </a:cubicBezTo>
                  <a:lnTo>
                    <a:pt x="3402" y="2077"/>
                  </a:lnTo>
                  <a:lnTo>
                    <a:pt x="3790" y="114"/>
                  </a:lnTo>
                  <a:lnTo>
                    <a:pt x="1" y="0"/>
                  </a:ln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1"/>
            <p:cNvSpPr/>
            <p:nvPr/>
          </p:nvSpPr>
          <p:spPr>
            <a:xfrm>
              <a:off x="6935565" y="2628656"/>
              <a:ext cx="76015" cy="41164"/>
            </a:xfrm>
            <a:custGeom>
              <a:avLst/>
              <a:gdLst/>
              <a:ahLst/>
              <a:cxnLst/>
              <a:rect l="l" t="t" r="r" b="b"/>
              <a:pathLst>
                <a:path w="4406" h="2386" extrusionOk="0">
                  <a:moveTo>
                    <a:pt x="2228" y="0"/>
                  </a:moveTo>
                  <a:cubicBezTo>
                    <a:pt x="1906" y="0"/>
                    <a:pt x="1586" y="51"/>
                    <a:pt x="1301" y="154"/>
                  </a:cubicBezTo>
                  <a:lnTo>
                    <a:pt x="1255" y="154"/>
                  </a:lnTo>
                  <a:cubicBezTo>
                    <a:pt x="0" y="611"/>
                    <a:pt x="0" y="1752"/>
                    <a:pt x="1233" y="2231"/>
                  </a:cubicBezTo>
                  <a:cubicBezTo>
                    <a:pt x="1529" y="2334"/>
                    <a:pt x="1855" y="2385"/>
                    <a:pt x="2180" y="2385"/>
                  </a:cubicBezTo>
                  <a:cubicBezTo>
                    <a:pt x="2505" y="2385"/>
                    <a:pt x="2830" y="2334"/>
                    <a:pt x="3127" y="2231"/>
                  </a:cubicBezTo>
                  <a:lnTo>
                    <a:pt x="3150" y="2208"/>
                  </a:lnTo>
                  <a:cubicBezTo>
                    <a:pt x="4405" y="1752"/>
                    <a:pt x="4405" y="611"/>
                    <a:pt x="3173" y="154"/>
                  </a:cubicBezTo>
                  <a:cubicBezTo>
                    <a:pt x="2876" y="51"/>
                    <a:pt x="2551" y="0"/>
                    <a:pt x="2228" y="0"/>
                  </a:cubicBez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41"/>
            <p:cNvSpPr/>
            <p:nvPr/>
          </p:nvSpPr>
          <p:spPr>
            <a:xfrm>
              <a:off x="6937532" y="2629777"/>
              <a:ext cx="71684" cy="37783"/>
            </a:xfrm>
            <a:custGeom>
              <a:avLst/>
              <a:gdLst/>
              <a:ahLst/>
              <a:cxnLst/>
              <a:rect l="l" t="t" r="r" b="b"/>
              <a:pathLst>
                <a:path w="4155" h="2190" extrusionOk="0">
                  <a:moveTo>
                    <a:pt x="2085" y="1"/>
                  </a:moveTo>
                  <a:cubicBezTo>
                    <a:pt x="1791" y="1"/>
                    <a:pt x="1499" y="46"/>
                    <a:pt x="1233" y="135"/>
                  </a:cubicBezTo>
                  <a:lnTo>
                    <a:pt x="1187" y="158"/>
                  </a:lnTo>
                  <a:cubicBezTo>
                    <a:pt x="23" y="569"/>
                    <a:pt x="0" y="1619"/>
                    <a:pt x="1187" y="2052"/>
                  </a:cubicBezTo>
                  <a:cubicBezTo>
                    <a:pt x="1461" y="2143"/>
                    <a:pt x="1763" y="2189"/>
                    <a:pt x="2066" y="2189"/>
                  </a:cubicBezTo>
                  <a:cubicBezTo>
                    <a:pt x="2368" y="2189"/>
                    <a:pt x="2671" y="2143"/>
                    <a:pt x="2945" y="2052"/>
                  </a:cubicBezTo>
                  <a:lnTo>
                    <a:pt x="2990" y="2029"/>
                  </a:lnTo>
                  <a:cubicBezTo>
                    <a:pt x="4154" y="1619"/>
                    <a:pt x="4154" y="569"/>
                    <a:pt x="2990" y="158"/>
                  </a:cubicBezTo>
                  <a:cubicBezTo>
                    <a:pt x="2708" y="52"/>
                    <a:pt x="2396" y="1"/>
                    <a:pt x="2085" y="1"/>
                  </a:cubicBezTo>
                  <a:close/>
                </a:path>
              </a:pathLst>
            </a:custGeom>
            <a:solidFill>
              <a:srgbClr val="DBD2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41"/>
            <p:cNvSpPr/>
            <p:nvPr/>
          </p:nvSpPr>
          <p:spPr>
            <a:xfrm>
              <a:off x="6943432" y="2638006"/>
              <a:ext cx="59883" cy="29554"/>
            </a:xfrm>
            <a:custGeom>
              <a:avLst/>
              <a:gdLst/>
              <a:ahLst/>
              <a:cxnLst/>
              <a:rect l="l" t="t" r="r" b="b"/>
              <a:pathLst>
                <a:path w="3471" h="1713" extrusionOk="0">
                  <a:moveTo>
                    <a:pt x="1770" y="0"/>
                  </a:moveTo>
                  <a:cubicBezTo>
                    <a:pt x="1467" y="0"/>
                    <a:pt x="1165" y="46"/>
                    <a:pt x="891" y="137"/>
                  </a:cubicBezTo>
                  <a:lnTo>
                    <a:pt x="845" y="160"/>
                  </a:lnTo>
                  <a:cubicBezTo>
                    <a:pt x="389" y="320"/>
                    <a:pt x="115" y="571"/>
                    <a:pt x="1" y="868"/>
                  </a:cubicBezTo>
                  <a:cubicBezTo>
                    <a:pt x="115" y="1142"/>
                    <a:pt x="389" y="1415"/>
                    <a:pt x="845" y="1575"/>
                  </a:cubicBezTo>
                  <a:cubicBezTo>
                    <a:pt x="1119" y="1666"/>
                    <a:pt x="1421" y="1712"/>
                    <a:pt x="1724" y="1712"/>
                  </a:cubicBezTo>
                  <a:cubicBezTo>
                    <a:pt x="2026" y="1712"/>
                    <a:pt x="2329" y="1666"/>
                    <a:pt x="2603" y="1575"/>
                  </a:cubicBezTo>
                  <a:lnTo>
                    <a:pt x="2648" y="1552"/>
                  </a:lnTo>
                  <a:cubicBezTo>
                    <a:pt x="3105" y="1393"/>
                    <a:pt x="3379" y="1119"/>
                    <a:pt x="3470" y="845"/>
                  </a:cubicBezTo>
                  <a:cubicBezTo>
                    <a:pt x="3379" y="571"/>
                    <a:pt x="3105" y="297"/>
                    <a:pt x="2648" y="137"/>
                  </a:cubicBezTo>
                  <a:cubicBezTo>
                    <a:pt x="2374" y="46"/>
                    <a:pt x="2072" y="0"/>
                    <a:pt x="1770" y="0"/>
                  </a:cubicBezTo>
                  <a:close/>
                </a:path>
              </a:pathLst>
            </a:custGeom>
            <a:solidFill>
              <a:srgbClr val="6B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41"/>
            <p:cNvSpPr/>
            <p:nvPr/>
          </p:nvSpPr>
          <p:spPr>
            <a:xfrm>
              <a:off x="6995811" y="2657571"/>
              <a:ext cx="23256" cy="29277"/>
            </a:xfrm>
            <a:custGeom>
              <a:avLst/>
              <a:gdLst/>
              <a:ahLst/>
              <a:cxnLst/>
              <a:rect l="l" t="t" r="r" b="b"/>
              <a:pathLst>
                <a:path w="1348" h="1697" extrusionOk="0">
                  <a:moveTo>
                    <a:pt x="878" y="1"/>
                  </a:moveTo>
                  <a:cubicBezTo>
                    <a:pt x="420" y="1"/>
                    <a:pt x="178" y="413"/>
                    <a:pt x="114" y="647"/>
                  </a:cubicBezTo>
                  <a:cubicBezTo>
                    <a:pt x="92" y="692"/>
                    <a:pt x="114" y="738"/>
                    <a:pt x="160" y="761"/>
                  </a:cubicBezTo>
                  <a:cubicBezTo>
                    <a:pt x="206" y="761"/>
                    <a:pt x="251" y="738"/>
                    <a:pt x="274" y="692"/>
                  </a:cubicBezTo>
                  <a:cubicBezTo>
                    <a:pt x="274" y="671"/>
                    <a:pt x="437" y="162"/>
                    <a:pt x="877" y="162"/>
                  </a:cubicBezTo>
                  <a:cubicBezTo>
                    <a:pt x="903" y="162"/>
                    <a:pt x="931" y="163"/>
                    <a:pt x="959" y="167"/>
                  </a:cubicBezTo>
                  <a:cubicBezTo>
                    <a:pt x="1142" y="190"/>
                    <a:pt x="1164" y="373"/>
                    <a:pt x="1164" y="487"/>
                  </a:cubicBezTo>
                  <a:cubicBezTo>
                    <a:pt x="1142" y="898"/>
                    <a:pt x="708" y="1491"/>
                    <a:pt x="69" y="1514"/>
                  </a:cubicBezTo>
                  <a:cubicBezTo>
                    <a:pt x="23" y="1514"/>
                    <a:pt x="0" y="1560"/>
                    <a:pt x="0" y="1605"/>
                  </a:cubicBezTo>
                  <a:cubicBezTo>
                    <a:pt x="0" y="1651"/>
                    <a:pt x="23" y="1697"/>
                    <a:pt x="69" y="1697"/>
                  </a:cubicBezTo>
                  <a:lnTo>
                    <a:pt x="92" y="1697"/>
                  </a:lnTo>
                  <a:cubicBezTo>
                    <a:pt x="845" y="1674"/>
                    <a:pt x="1301" y="966"/>
                    <a:pt x="1324" y="487"/>
                  </a:cubicBezTo>
                  <a:cubicBezTo>
                    <a:pt x="1347" y="213"/>
                    <a:pt x="1210" y="30"/>
                    <a:pt x="982" y="8"/>
                  </a:cubicBezTo>
                  <a:cubicBezTo>
                    <a:pt x="946" y="3"/>
                    <a:pt x="911" y="1"/>
                    <a:pt x="878" y="1"/>
                  </a:cubicBez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41"/>
            <p:cNvSpPr/>
            <p:nvPr/>
          </p:nvSpPr>
          <p:spPr>
            <a:xfrm>
              <a:off x="6509859" y="2970359"/>
              <a:ext cx="146905" cy="79758"/>
            </a:xfrm>
            <a:custGeom>
              <a:avLst/>
              <a:gdLst/>
              <a:ahLst/>
              <a:cxnLst/>
              <a:rect l="l" t="t" r="r" b="b"/>
              <a:pathLst>
                <a:path w="8515" h="4623" extrusionOk="0">
                  <a:moveTo>
                    <a:pt x="4280" y="1"/>
                  </a:moveTo>
                  <a:cubicBezTo>
                    <a:pt x="3675" y="1"/>
                    <a:pt x="3067" y="98"/>
                    <a:pt x="2512" y="297"/>
                  </a:cubicBezTo>
                  <a:lnTo>
                    <a:pt x="2443" y="320"/>
                  </a:lnTo>
                  <a:cubicBezTo>
                    <a:pt x="24" y="1210"/>
                    <a:pt x="1" y="3425"/>
                    <a:pt x="2398" y="4315"/>
                  </a:cubicBezTo>
                  <a:cubicBezTo>
                    <a:pt x="2957" y="4520"/>
                    <a:pt x="3584" y="4623"/>
                    <a:pt x="4212" y="4623"/>
                  </a:cubicBezTo>
                  <a:cubicBezTo>
                    <a:pt x="4840" y="4623"/>
                    <a:pt x="5468" y="4520"/>
                    <a:pt x="6027" y="4315"/>
                  </a:cubicBezTo>
                  <a:lnTo>
                    <a:pt x="6118" y="4292"/>
                  </a:lnTo>
                  <a:cubicBezTo>
                    <a:pt x="8515" y="3402"/>
                    <a:pt x="8515" y="1210"/>
                    <a:pt x="6118" y="320"/>
                  </a:cubicBezTo>
                  <a:cubicBezTo>
                    <a:pt x="5555" y="109"/>
                    <a:pt x="4920" y="1"/>
                    <a:pt x="4280" y="1"/>
                  </a:cubicBezTo>
                  <a:close/>
                </a:path>
              </a:pathLst>
            </a:custGeom>
            <a:solidFill>
              <a:srgbClr val="CCDE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41"/>
            <p:cNvSpPr/>
            <p:nvPr/>
          </p:nvSpPr>
          <p:spPr>
            <a:xfrm>
              <a:off x="6537032" y="3017216"/>
              <a:ext cx="90990" cy="24050"/>
            </a:xfrm>
            <a:custGeom>
              <a:avLst/>
              <a:gdLst/>
              <a:ahLst/>
              <a:cxnLst/>
              <a:rect l="l" t="t" r="r" b="b"/>
              <a:pathLst>
                <a:path w="5274" h="1394" extrusionOk="0">
                  <a:moveTo>
                    <a:pt x="1" y="1"/>
                  </a:moveTo>
                  <a:cubicBezTo>
                    <a:pt x="161" y="503"/>
                    <a:pt x="594" y="845"/>
                    <a:pt x="1074" y="1051"/>
                  </a:cubicBezTo>
                  <a:cubicBezTo>
                    <a:pt x="1530" y="1256"/>
                    <a:pt x="2055" y="1370"/>
                    <a:pt x="2557" y="1393"/>
                  </a:cubicBezTo>
                  <a:cubicBezTo>
                    <a:pt x="3082" y="1393"/>
                    <a:pt x="3584" y="1302"/>
                    <a:pt x="4064" y="1119"/>
                  </a:cubicBezTo>
                  <a:cubicBezTo>
                    <a:pt x="4543" y="937"/>
                    <a:pt x="5022" y="640"/>
                    <a:pt x="5274" y="206"/>
                  </a:cubicBezTo>
                  <a:lnTo>
                    <a:pt x="5274" y="206"/>
                  </a:lnTo>
                  <a:cubicBezTo>
                    <a:pt x="4977" y="640"/>
                    <a:pt x="4520" y="891"/>
                    <a:pt x="4064" y="1074"/>
                  </a:cubicBezTo>
                  <a:cubicBezTo>
                    <a:pt x="3584" y="1234"/>
                    <a:pt x="3059" y="1302"/>
                    <a:pt x="2557" y="1302"/>
                  </a:cubicBezTo>
                  <a:cubicBezTo>
                    <a:pt x="2055" y="1279"/>
                    <a:pt x="1553" y="1188"/>
                    <a:pt x="1096" y="1005"/>
                  </a:cubicBezTo>
                  <a:cubicBezTo>
                    <a:pt x="640" y="800"/>
                    <a:pt x="183" y="480"/>
                    <a:pt x="1" y="1"/>
                  </a:cubicBezTo>
                  <a:close/>
                </a:path>
              </a:pathLst>
            </a:custGeom>
            <a:solidFill>
              <a:srgbClr val="BCC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41"/>
            <p:cNvSpPr/>
            <p:nvPr/>
          </p:nvSpPr>
          <p:spPr>
            <a:xfrm>
              <a:off x="6540983" y="2979416"/>
              <a:ext cx="87832" cy="22066"/>
            </a:xfrm>
            <a:custGeom>
              <a:avLst/>
              <a:gdLst/>
              <a:ahLst/>
              <a:cxnLst/>
              <a:rect l="l" t="t" r="r" b="b"/>
              <a:pathLst>
                <a:path w="5091" h="1279" extrusionOk="0">
                  <a:moveTo>
                    <a:pt x="2648" y="1"/>
                  </a:moveTo>
                  <a:cubicBezTo>
                    <a:pt x="2146" y="1"/>
                    <a:pt x="1666" y="69"/>
                    <a:pt x="1210" y="229"/>
                  </a:cubicBezTo>
                  <a:cubicBezTo>
                    <a:pt x="753" y="366"/>
                    <a:pt x="297" y="617"/>
                    <a:pt x="0" y="1005"/>
                  </a:cubicBezTo>
                  <a:cubicBezTo>
                    <a:pt x="320" y="640"/>
                    <a:pt x="776" y="412"/>
                    <a:pt x="1233" y="275"/>
                  </a:cubicBezTo>
                  <a:cubicBezTo>
                    <a:pt x="1617" y="140"/>
                    <a:pt x="2017" y="87"/>
                    <a:pt x="2420" y="87"/>
                  </a:cubicBezTo>
                  <a:cubicBezTo>
                    <a:pt x="2496" y="87"/>
                    <a:pt x="2572" y="88"/>
                    <a:pt x="2648" y="92"/>
                  </a:cubicBezTo>
                  <a:cubicBezTo>
                    <a:pt x="3104" y="92"/>
                    <a:pt x="3584" y="183"/>
                    <a:pt x="4040" y="389"/>
                  </a:cubicBezTo>
                  <a:cubicBezTo>
                    <a:pt x="4451" y="571"/>
                    <a:pt x="4885" y="845"/>
                    <a:pt x="5090" y="1279"/>
                  </a:cubicBezTo>
                  <a:cubicBezTo>
                    <a:pt x="4908" y="845"/>
                    <a:pt x="4497" y="526"/>
                    <a:pt x="4063" y="320"/>
                  </a:cubicBezTo>
                  <a:cubicBezTo>
                    <a:pt x="3607" y="138"/>
                    <a:pt x="3127" y="24"/>
                    <a:pt x="2648" y="1"/>
                  </a:cubicBezTo>
                  <a:close/>
                </a:path>
              </a:pathLst>
            </a:custGeom>
            <a:solidFill>
              <a:srgbClr val="BCC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41"/>
            <p:cNvSpPr/>
            <p:nvPr/>
          </p:nvSpPr>
          <p:spPr>
            <a:xfrm>
              <a:off x="6550817" y="2976656"/>
              <a:ext cx="64990" cy="50032"/>
            </a:xfrm>
            <a:custGeom>
              <a:avLst/>
              <a:gdLst/>
              <a:ahLst/>
              <a:cxnLst/>
              <a:rect l="l" t="t" r="r" b="b"/>
              <a:pathLst>
                <a:path w="3767" h="2900" extrusionOk="0">
                  <a:moveTo>
                    <a:pt x="1" y="1"/>
                  </a:moveTo>
                  <a:lnTo>
                    <a:pt x="389" y="2078"/>
                  </a:lnTo>
                  <a:lnTo>
                    <a:pt x="412" y="2078"/>
                  </a:lnTo>
                  <a:cubicBezTo>
                    <a:pt x="457" y="2352"/>
                    <a:pt x="708" y="2603"/>
                    <a:pt x="1119" y="2763"/>
                  </a:cubicBezTo>
                  <a:cubicBezTo>
                    <a:pt x="1347" y="2854"/>
                    <a:pt x="1604" y="2900"/>
                    <a:pt x="1861" y="2900"/>
                  </a:cubicBezTo>
                  <a:cubicBezTo>
                    <a:pt x="2118" y="2900"/>
                    <a:pt x="2375" y="2854"/>
                    <a:pt x="2603" y="2763"/>
                  </a:cubicBezTo>
                  <a:lnTo>
                    <a:pt x="2648" y="2763"/>
                  </a:lnTo>
                  <a:cubicBezTo>
                    <a:pt x="3082" y="2603"/>
                    <a:pt x="3310" y="2329"/>
                    <a:pt x="3379" y="2055"/>
                  </a:cubicBezTo>
                  <a:lnTo>
                    <a:pt x="3767" y="92"/>
                  </a:lnTo>
                  <a:lnTo>
                    <a:pt x="1" y="1"/>
                  </a:ln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41"/>
            <p:cNvSpPr/>
            <p:nvPr/>
          </p:nvSpPr>
          <p:spPr>
            <a:xfrm>
              <a:off x="6545313" y="2955884"/>
              <a:ext cx="76015" cy="41182"/>
            </a:xfrm>
            <a:custGeom>
              <a:avLst/>
              <a:gdLst/>
              <a:ahLst/>
              <a:cxnLst/>
              <a:rect l="l" t="t" r="r" b="b"/>
              <a:pathLst>
                <a:path w="4406" h="2387" extrusionOk="0">
                  <a:moveTo>
                    <a:pt x="2246" y="1"/>
                  </a:moveTo>
                  <a:cubicBezTo>
                    <a:pt x="1923" y="1"/>
                    <a:pt x="1598" y="52"/>
                    <a:pt x="1301" y="155"/>
                  </a:cubicBezTo>
                  <a:lnTo>
                    <a:pt x="1256" y="178"/>
                  </a:lnTo>
                  <a:cubicBezTo>
                    <a:pt x="0" y="634"/>
                    <a:pt x="0" y="1776"/>
                    <a:pt x="1256" y="2232"/>
                  </a:cubicBezTo>
                  <a:cubicBezTo>
                    <a:pt x="1541" y="2335"/>
                    <a:pt x="1860" y="2386"/>
                    <a:pt x="2183" y="2386"/>
                  </a:cubicBezTo>
                  <a:cubicBezTo>
                    <a:pt x="2505" y="2386"/>
                    <a:pt x="2831" y="2335"/>
                    <a:pt x="3127" y="2232"/>
                  </a:cubicBezTo>
                  <a:lnTo>
                    <a:pt x="3173" y="2209"/>
                  </a:lnTo>
                  <a:cubicBezTo>
                    <a:pt x="4405" y="1753"/>
                    <a:pt x="4405" y="612"/>
                    <a:pt x="3173" y="155"/>
                  </a:cubicBezTo>
                  <a:cubicBezTo>
                    <a:pt x="2888" y="52"/>
                    <a:pt x="2568" y="1"/>
                    <a:pt x="2246" y="1"/>
                  </a:cubicBez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41"/>
            <p:cNvSpPr/>
            <p:nvPr/>
          </p:nvSpPr>
          <p:spPr>
            <a:xfrm>
              <a:off x="6547677" y="2957022"/>
              <a:ext cx="71287" cy="38076"/>
            </a:xfrm>
            <a:custGeom>
              <a:avLst/>
              <a:gdLst/>
              <a:ahLst/>
              <a:cxnLst/>
              <a:rect l="l" t="t" r="r" b="b"/>
              <a:pathLst>
                <a:path w="4132" h="2207" extrusionOk="0">
                  <a:moveTo>
                    <a:pt x="2073" y="0"/>
                  </a:moveTo>
                  <a:cubicBezTo>
                    <a:pt x="1780" y="0"/>
                    <a:pt x="1487" y="46"/>
                    <a:pt x="1233" y="135"/>
                  </a:cubicBezTo>
                  <a:lnTo>
                    <a:pt x="1187" y="157"/>
                  </a:lnTo>
                  <a:cubicBezTo>
                    <a:pt x="0" y="568"/>
                    <a:pt x="0" y="1618"/>
                    <a:pt x="1164" y="2052"/>
                  </a:cubicBezTo>
                  <a:cubicBezTo>
                    <a:pt x="1438" y="2155"/>
                    <a:pt x="1746" y="2206"/>
                    <a:pt x="2052" y="2206"/>
                  </a:cubicBezTo>
                  <a:cubicBezTo>
                    <a:pt x="2357" y="2206"/>
                    <a:pt x="2659" y="2155"/>
                    <a:pt x="2922" y="2052"/>
                  </a:cubicBezTo>
                  <a:lnTo>
                    <a:pt x="2967" y="2029"/>
                  </a:lnTo>
                  <a:cubicBezTo>
                    <a:pt x="4132" y="1618"/>
                    <a:pt x="4132" y="568"/>
                    <a:pt x="2967" y="157"/>
                  </a:cubicBezTo>
                  <a:cubicBezTo>
                    <a:pt x="2697" y="52"/>
                    <a:pt x="2385" y="0"/>
                    <a:pt x="2073" y="0"/>
                  </a:cubicBezTo>
                  <a:close/>
                </a:path>
              </a:pathLst>
            </a:custGeom>
            <a:solidFill>
              <a:srgbClr val="DBD2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41"/>
            <p:cNvSpPr/>
            <p:nvPr/>
          </p:nvSpPr>
          <p:spPr>
            <a:xfrm>
              <a:off x="6553577" y="2965286"/>
              <a:ext cx="59866" cy="29812"/>
            </a:xfrm>
            <a:custGeom>
              <a:avLst/>
              <a:gdLst/>
              <a:ahLst/>
              <a:cxnLst/>
              <a:rect l="l" t="t" r="r" b="b"/>
              <a:pathLst>
                <a:path w="3470" h="1728" extrusionOk="0">
                  <a:moveTo>
                    <a:pt x="1728" y="1"/>
                  </a:moveTo>
                  <a:cubicBezTo>
                    <a:pt x="1432" y="1"/>
                    <a:pt x="1134" y="46"/>
                    <a:pt x="868" y="135"/>
                  </a:cubicBezTo>
                  <a:lnTo>
                    <a:pt x="845" y="158"/>
                  </a:lnTo>
                  <a:cubicBezTo>
                    <a:pt x="366" y="318"/>
                    <a:pt x="92" y="591"/>
                    <a:pt x="1" y="865"/>
                  </a:cubicBezTo>
                  <a:cubicBezTo>
                    <a:pt x="92" y="1139"/>
                    <a:pt x="366" y="1413"/>
                    <a:pt x="822" y="1573"/>
                  </a:cubicBezTo>
                  <a:cubicBezTo>
                    <a:pt x="1096" y="1676"/>
                    <a:pt x="1399" y="1727"/>
                    <a:pt x="1701" y="1727"/>
                  </a:cubicBezTo>
                  <a:cubicBezTo>
                    <a:pt x="2003" y="1727"/>
                    <a:pt x="2306" y="1676"/>
                    <a:pt x="2580" y="1573"/>
                  </a:cubicBezTo>
                  <a:lnTo>
                    <a:pt x="2625" y="1550"/>
                  </a:lnTo>
                  <a:cubicBezTo>
                    <a:pt x="3082" y="1390"/>
                    <a:pt x="3356" y="1139"/>
                    <a:pt x="3470" y="843"/>
                  </a:cubicBezTo>
                  <a:cubicBezTo>
                    <a:pt x="3356" y="569"/>
                    <a:pt x="3082" y="318"/>
                    <a:pt x="2625" y="158"/>
                  </a:cubicBezTo>
                  <a:cubicBezTo>
                    <a:pt x="2355" y="52"/>
                    <a:pt x="2043" y="1"/>
                    <a:pt x="1728" y="1"/>
                  </a:cubicBezTo>
                  <a:close/>
                </a:path>
              </a:pathLst>
            </a:custGeom>
            <a:solidFill>
              <a:srgbClr val="6B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41"/>
            <p:cNvSpPr/>
            <p:nvPr/>
          </p:nvSpPr>
          <p:spPr>
            <a:xfrm>
              <a:off x="6605559" y="2984816"/>
              <a:ext cx="23256" cy="29277"/>
            </a:xfrm>
            <a:custGeom>
              <a:avLst/>
              <a:gdLst/>
              <a:ahLst/>
              <a:cxnLst/>
              <a:rect l="l" t="t" r="r" b="b"/>
              <a:pathLst>
                <a:path w="1348" h="1697" extrusionOk="0">
                  <a:moveTo>
                    <a:pt x="896" y="0"/>
                  </a:moveTo>
                  <a:cubicBezTo>
                    <a:pt x="420" y="0"/>
                    <a:pt x="178" y="413"/>
                    <a:pt x="115" y="646"/>
                  </a:cubicBezTo>
                  <a:cubicBezTo>
                    <a:pt x="92" y="692"/>
                    <a:pt x="137" y="738"/>
                    <a:pt x="183" y="761"/>
                  </a:cubicBezTo>
                  <a:cubicBezTo>
                    <a:pt x="229" y="761"/>
                    <a:pt x="274" y="738"/>
                    <a:pt x="274" y="692"/>
                  </a:cubicBezTo>
                  <a:cubicBezTo>
                    <a:pt x="274" y="671"/>
                    <a:pt x="436" y="184"/>
                    <a:pt x="893" y="184"/>
                  </a:cubicBezTo>
                  <a:cubicBezTo>
                    <a:pt x="921" y="184"/>
                    <a:pt x="951" y="186"/>
                    <a:pt x="982" y="190"/>
                  </a:cubicBezTo>
                  <a:cubicBezTo>
                    <a:pt x="1142" y="213"/>
                    <a:pt x="1165" y="395"/>
                    <a:pt x="1165" y="487"/>
                  </a:cubicBezTo>
                  <a:cubicBezTo>
                    <a:pt x="1142" y="897"/>
                    <a:pt x="731" y="1491"/>
                    <a:pt x="92" y="1514"/>
                  </a:cubicBezTo>
                  <a:cubicBezTo>
                    <a:pt x="46" y="1514"/>
                    <a:pt x="0" y="1559"/>
                    <a:pt x="0" y="1605"/>
                  </a:cubicBezTo>
                  <a:cubicBezTo>
                    <a:pt x="0" y="1651"/>
                    <a:pt x="46" y="1696"/>
                    <a:pt x="92" y="1696"/>
                  </a:cubicBezTo>
                  <a:cubicBezTo>
                    <a:pt x="845" y="1674"/>
                    <a:pt x="1302" y="966"/>
                    <a:pt x="1324" y="509"/>
                  </a:cubicBezTo>
                  <a:cubicBezTo>
                    <a:pt x="1347" y="236"/>
                    <a:pt x="1210" y="53"/>
                    <a:pt x="1005" y="7"/>
                  </a:cubicBezTo>
                  <a:cubicBezTo>
                    <a:pt x="967" y="3"/>
                    <a:pt x="931" y="0"/>
                    <a:pt x="896" y="0"/>
                  </a:cubicBez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41"/>
            <p:cNvSpPr/>
            <p:nvPr/>
          </p:nvSpPr>
          <p:spPr>
            <a:xfrm>
              <a:off x="5860889" y="3351311"/>
              <a:ext cx="146905" cy="79603"/>
            </a:xfrm>
            <a:custGeom>
              <a:avLst/>
              <a:gdLst/>
              <a:ahLst/>
              <a:cxnLst/>
              <a:rect l="l" t="t" r="r" b="b"/>
              <a:pathLst>
                <a:path w="8515" h="4614" extrusionOk="0">
                  <a:moveTo>
                    <a:pt x="4311" y="0"/>
                  </a:moveTo>
                  <a:cubicBezTo>
                    <a:pt x="3698" y="0"/>
                    <a:pt x="3086" y="97"/>
                    <a:pt x="2534" y="289"/>
                  </a:cubicBezTo>
                  <a:lnTo>
                    <a:pt x="2443" y="334"/>
                  </a:lnTo>
                  <a:cubicBezTo>
                    <a:pt x="24" y="1202"/>
                    <a:pt x="1" y="3416"/>
                    <a:pt x="2420" y="4306"/>
                  </a:cubicBezTo>
                  <a:cubicBezTo>
                    <a:pt x="2980" y="4511"/>
                    <a:pt x="3607" y="4614"/>
                    <a:pt x="4235" y="4614"/>
                  </a:cubicBezTo>
                  <a:cubicBezTo>
                    <a:pt x="4863" y="4614"/>
                    <a:pt x="5490" y="4511"/>
                    <a:pt x="6050" y="4306"/>
                  </a:cubicBezTo>
                  <a:lnTo>
                    <a:pt x="6118" y="4283"/>
                  </a:lnTo>
                  <a:cubicBezTo>
                    <a:pt x="8515" y="3393"/>
                    <a:pt x="8515" y="1202"/>
                    <a:pt x="6141" y="311"/>
                  </a:cubicBezTo>
                  <a:cubicBezTo>
                    <a:pt x="5574" y="103"/>
                    <a:pt x="4942" y="0"/>
                    <a:pt x="4311" y="0"/>
                  </a:cubicBezTo>
                  <a:close/>
                </a:path>
              </a:pathLst>
            </a:custGeom>
            <a:solidFill>
              <a:srgbClr val="CCDE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41"/>
            <p:cNvSpPr/>
            <p:nvPr/>
          </p:nvSpPr>
          <p:spPr>
            <a:xfrm>
              <a:off x="5888062" y="3398014"/>
              <a:ext cx="90990" cy="24050"/>
            </a:xfrm>
            <a:custGeom>
              <a:avLst/>
              <a:gdLst/>
              <a:ahLst/>
              <a:cxnLst/>
              <a:rect l="l" t="t" r="r" b="b"/>
              <a:pathLst>
                <a:path w="5274" h="1394" extrusionOk="0">
                  <a:moveTo>
                    <a:pt x="1" y="1"/>
                  </a:moveTo>
                  <a:cubicBezTo>
                    <a:pt x="161" y="503"/>
                    <a:pt x="617" y="846"/>
                    <a:pt x="1074" y="1051"/>
                  </a:cubicBezTo>
                  <a:cubicBezTo>
                    <a:pt x="1553" y="1256"/>
                    <a:pt x="2055" y="1371"/>
                    <a:pt x="2580" y="1393"/>
                  </a:cubicBezTo>
                  <a:cubicBezTo>
                    <a:pt x="3082" y="1393"/>
                    <a:pt x="3607" y="1302"/>
                    <a:pt x="4086" y="1119"/>
                  </a:cubicBezTo>
                  <a:cubicBezTo>
                    <a:pt x="4566" y="937"/>
                    <a:pt x="5022" y="663"/>
                    <a:pt x="5273" y="206"/>
                  </a:cubicBezTo>
                  <a:lnTo>
                    <a:pt x="5273" y="206"/>
                  </a:lnTo>
                  <a:cubicBezTo>
                    <a:pt x="5000" y="640"/>
                    <a:pt x="4543" y="891"/>
                    <a:pt x="4064" y="1074"/>
                  </a:cubicBezTo>
                  <a:cubicBezTo>
                    <a:pt x="3633" y="1217"/>
                    <a:pt x="3184" y="1306"/>
                    <a:pt x="2734" y="1306"/>
                  </a:cubicBezTo>
                  <a:cubicBezTo>
                    <a:pt x="2683" y="1306"/>
                    <a:pt x="2631" y="1304"/>
                    <a:pt x="2580" y="1302"/>
                  </a:cubicBezTo>
                  <a:cubicBezTo>
                    <a:pt x="2078" y="1302"/>
                    <a:pt x="1553" y="1211"/>
                    <a:pt x="1096" y="1005"/>
                  </a:cubicBezTo>
                  <a:cubicBezTo>
                    <a:pt x="640" y="800"/>
                    <a:pt x="206" y="480"/>
                    <a:pt x="1" y="1"/>
                  </a:cubicBezTo>
                  <a:close/>
                </a:path>
              </a:pathLst>
            </a:custGeom>
            <a:solidFill>
              <a:srgbClr val="BCC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41"/>
            <p:cNvSpPr/>
            <p:nvPr/>
          </p:nvSpPr>
          <p:spPr>
            <a:xfrm>
              <a:off x="5892392" y="3360213"/>
              <a:ext cx="87832" cy="22066"/>
            </a:xfrm>
            <a:custGeom>
              <a:avLst/>
              <a:gdLst/>
              <a:ahLst/>
              <a:cxnLst/>
              <a:rect l="l" t="t" r="r" b="b"/>
              <a:pathLst>
                <a:path w="5091" h="1279" extrusionOk="0">
                  <a:moveTo>
                    <a:pt x="2626" y="1"/>
                  </a:moveTo>
                  <a:cubicBezTo>
                    <a:pt x="2146" y="1"/>
                    <a:pt x="1667" y="69"/>
                    <a:pt x="1188" y="229"/>
                  </a:cubicBezTo>
                  <a:cubicBezTo>
                    <a:pt x="731" y="366"/>
                    <a:pt x="298" y="617"/>
                    <a:pt x="1" y="1005"/>
                  </a:cubicBezTo>
                  <a:cubicBezTo>
                    <a:pt x="320" y="640"/>
                    <a:pt x="754" y="412"/>
                    <a:pt x="1211" y="275"/>
                  </a:cubicBezTo>
                  <a:cubicBezTo>
                    <a:pt x="1609" y="155"/>
                    <a:pt x="2025" y="88"/>
                    <a:pt x="2443" y="88"/>
                  </a:cubicBezTo>
                  <a:cubicBezTo>
                    <a:pt x="2504" y="88"/>
                    <a:pt x="2565" y="89"/>
                    <a:pt x="2626" y="92"/>
                  </a:cubicBezTo>
                  <a:cubicBezTo>
                    <a:pt x="3105" y="115"/>
                    <a:pt x="3584" y="183"/>
                    <a:pt x="4018" y="389"/>
                  </a:cubicBezTo>
                  <a:cubicBezTo>
                    <a:pt x="4452" y="571"/>
                    <a:pt x="4863" y="845"/>
                    <a:pt x="5091" y="1279"/>
                  </a:cubicBezTo>
                  <a:cubicBezTo>
                    <a:pt x="4908" y="845"/>
                    <a:pt x="4475" y="526"/>
                    <a:pt x="4041" y="320"/>
                  </a:cubicBezTo>
                  <a:cubicBezTo>
                    <a:pt x="3607" y="138"/>
                    <a:pt x="3105" y="24"/>
                    <a:pt x="2626" y="1"/>
                  </a:cubicBezTo>
                  <a:close/>
                </a:path>
              </a:pathLst>
            </a:custGeom>
            <a:solidFill>
              <a:srgbClr val="BCC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41"/>
            <p:cNvSpPr/>
            <p:nvPr/>
          </p:nvSpPr>
          <p:spPr>
            <a:xfrm>
              <a:off x="5901847" y="3357453"/>
              <a:ext cx="64990" cy="50032"/>
            </a:xfrm>
            <a:custGeom>
              <a:avLst/>
              <a:gdLst/>
              <a:ahLst/>
              <a:cxnLst/>
              <a:rect l="l" t="t" r="r" b="b"/>
              <a:pathLst>
                <a:path w="3767" h="2900" extrusionOk="0">
                  <a:moveTo>
                    <a:pt x="1" y="1"/>
                  </a:moveTo>
                  <a:lnTo>
                    <a:pt x="412" y="2078"/>
                  </a:lnTo>
                  <a:cubicBezTo>
                    <a:pt x="480" y="2352"/>
                    <a:pt x="708" y="2603"/>
                    <a:pt x="1142" y="2763"/>
                  </a:cubicBezTo>
                  <a:cubicBezTo>
                    <a:pt x="1370" y="2854"/>
                    <a:pt x="1627" y="2900"/>
                    <a:pt x="1884" y="2900"/>
                  </a:cubicBezTo>
                  <a:cubicBezTo>
                    <a:pt x="2141" y="2900"/>
                    <a:pt x="2397" y="2854"/>
                    <a:pt x="2626" y="2763"/>
                  </a:cubicBezTo>
                  <a:lnTo>
                    <a:pt x="2648" y="2763"/>
                  </a:lnTo>
                  <a:cubicBezTo>
                    <a:pt x="3082" y="2603"/>
                    <a:pt x="3333" y="2329"/>
                    <a:pt x="3379" y="2055"/>
                  </a:cubicBezTo>
                  <a:lnTo>
                    <a:pt x="3767" y="92"/>
                  </a:lnTo>
                  <a:lnTo>
                    <a:pt x="1" y="1"/>
                  </a:ln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41"/>
            <p:cNvSpPr/>
            <p:nvPr/>
          </p:nvSpPr>
          <p:spPr>
            <a:xfrm>
              <a:off x="5896343" y="3336681"/>
              <a:ext cx="76015" cy="41182"/>
            </a:xfrm>
            <a:custGeom>
              <a:avLst/>
              <a:gdLst/>
              <a:ahLst/>
              <a:cxnLst/>
              <a:rect l="l" t="t" r="r" b="b"/>
              <a:pathLst>
                <a:path w="4406" h="2387" extrusionOk="0">
                  <a:moveTo>
                    <a:pt x="2248" y="1"/>
                  </a:moveTo>
                  <a:cubicBezTo>
                    <a:pt x="1929" y="1"/>
                    <a:pt x="1609" y="52"/>
                    <a:pt x="1324" y="155"/>
                  </a:cubicBezTo>
                  <a:lnTo>
                    <a:pt x="1278" y="178"/>
                  </a:lnTo>
                  <a:cubicBezTo>
                    <a:pt x="23" y="634"/>
                    <a:pt x="0" y="1776"/>
                    <a:pt x="1255" y="2232"/>
                  </a:cubicBezTo>
                  <a:cubicBezTo>
                    <a:pt x="1541" y="2335"/>
                    <a:pt x="1866" y="2386"/>
                    <a:pt x="2191" y="2386"/>
                  </a:cubicBezTo>
                  <a:cubicBezTo>
                    <a:pt x="2517" y="2386"/>
                    <a:pt x="2842" y="2335"/>
                    <a:pt x="3127" y="2232"/>
                  </a:cubicBezTo>
                  <a:lnTo>
                    <a:pt x="3173" y="2209"/>
                  </a:lnTo>
                  <a:cubicBezTo>
                    <a:pt x="4405" y="1753"/>
                    <a:pt x="4405" y="634"/>
                    <a:pt x="3173" y="155"/>
                  </a:cubicBezTo>
                  <a:cubicBezTo>
                    <a:pt x="2887" y="52"/>
                    <a:pt x="2568" y="1"/>
                    <a:pt x="2248" y="1"/>
                  </a:cubicBez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41"/>
            <p:cNvSpPr/>
            <p:nvPr/>
          </p:nvSpPr>
          <p:spPr>
            <a:xfrm>
              <a:off x="5898707" y="3337871"/>
              <a:ext cx="71684" cy="38025"/>
            </a:xfrm>
            <a:custGeom>
              <a:avLst/>
              <a:gdLst/>
              <a:ahLst/>
              <a:cxnLst/>
              <a:rect l="l" t="t" r="r" b="b"/>
              <a:pathLst>
                <a:path w="4155" h="2204" extrusionOk="0">
                  <a:moveTo>
                    <a:pt x="2111" y="0"/>
                  </a:moveTo>
                  <a:cubicBezTo>
                    <a:pt x="1809" y="0"/>
                    <a:pt x="1507" y="52"/>
                    <a:pt x="1233" y="155"/>
                  </a:cubicBezTo>
                  <a:lnTo>
                    <a:pt x="1187" y="155"/>
                  </a:lnTo>
                  <a:cubicBezTo>
                    <a:pt x="0" y="565"/>
                    <a:pt x="0" y="1638"/>
                    <a:pt x="1164" y="2049"/>
                  </a:cubicBezTo>
                  <a:cubicBezTo>
                    <a:pt x="1438" y="2152"/>
                    <a:pt x="1746" y="2203"/>
                    <a:pt x="2054" y="2203"/>
                  </a:cubicBezTo>
                  <a:cubicBezTo>
                    <a:pt x="2362" y="2203"/>
                    <a:pt x="2671" y="2152"/>
                    <a:pt x="2945" y="2049"/>
                  </a:cubicBezTo>
                  <a:lnTo>
                    <a:pt x="2990" y="2026"/>
                  </a:lnTo>
                  <a:cubicBezTo>
                    <a:pt x="4154" y="1615"/>
                    <a:pt x="4154" y="565"/>
                    <a:pt x="2990" y="155"/>
                  </a:cubicBezTo>
                  <a:cubicBezTo>
                    <a:pt x="2716" y="52"/>
                    <a:pt x="2414" y="0"/>
                    <a:pt x="2111" y="0"/>
                  </a:cubicBezTo>
                  <a:close/>
                </a:path>
              </a:pathLst>
            </a:custGeom>
            <a:solidFill>
              <a:srgbClr val="DBD2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41"/>
            <p:cNvSpPr/>
            <p:nvPr/>
          </p:nvSpPr>
          <p:spPr>
            <a:xfrm>
              <a:off x="5904607" y="3346084"/>
              <a:ext cx="59866" cy="29812"/>
            </a:xfrm>
            <a:custGeom>
              <a:avLst/>
              <a:gdLst/>
              <a:ahLst/>
              <a:cxnLst/>
              <a:rect l="l" t="t" r="r" b="b"/>
              <a:pathLst>
                <a:path w="3470" h="1728" extrusionOk="0">
                  <a:moveTo>
                    <a:pt x="1743" y="1"/>
                  </a:moveTo>
                  <a:cubicBezTo>
                    <a:pt x="1449" y="1"/>
                    <a:pt x="1156" y="46"/>
                    <a:pt x="891" y="135"/>
                  </a:cubicBezTo>
                  <a:lnTo>
                    <a:pt x="845" y="158"/>
                  </a:lnTo>
                  <a:cubicBezTo>
                    <a:pt x="388" y="318"/>
                    <a:pt x="92" y="592"/>
                    <a:pt x="0" y="865"/>
                  </a:cubicBezTo>
                  <a:cubicBezTo>
                    <a:pt x="92" y="1139"/>
                    <a:pt x="366" y="1413"/>
                    <a:pt x="822" y="1573"/>
                  </a:cubicBezTo>
                  <a:cubicBezTo>
                    <a:pt x="1096" y="1676"/>
                    <a:pt x="1404" y="1727"/>
                    <a:pt x="1712" y="1727"/>
                  </a:cubicBezTo>
                  <a:cubicBezTo>
                    <a:pt x="2020" y="1727"/>
                    <a:pt x="2329" y="1676"/>
                    <a:pt x="2603" y="1573"/>
                  </a:cubicBezTo>
                  <a:lnTo>
                    <a:pt x="2648" y="1550"/>
                  </a:lnTo>
                  <a:cubicBezTo>
                    <a:pt x="3105" y="1390"/>
                    <a:pt x="3379" y="1139"/>
                    <a:pt x="3470" y="865"/>
                  </a:cubicBezTo>
                  <a:cubicBezTo>
                    <a:pt x="3379" y="569"/>
                    <a:pt x="3105" y="318"/>
                    <a:pt x="2648" y="158"/>
                  </a:cubicBezTo>
                  <a:cubicBezTo>
                    <a:pt x="2366" y="52"/>
                    <a:pt x="2054" y="1"/>
                    <a:pt x="1743" y="1"/>
                  </a:cubicBezTo>
                  <a:close/>
                </a:path>
              </a:pathLst>
            </a:custGeom>
            <a:solidFill>
              <a:srgbClr val="6B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41"/>
            <p:cNvSpPr/>
            <p:nvPr/>
          </p:nvSpPr>
          <p:spPr>
            <a:xfrm>
              <a:off x="5956589" y="3365613"/>
              <a:ext cx="23256" cy="29277"/>
            </a:xfrm>
            <a:custGeom>
              <a:avLst/>
              <a:gdLst/>
              <a:ahLst/>
              <a:cxnLst/>
              <a:rect l="l" t="t" r="r" b="b"/>
              <a:pathLst>
                <a:path w="1348" h="1697" extrusionOk="0">
                  <a:moveTo>
                    <a:pt x="900" y="0"/>
                  </a:moveTo>
                  <a:cubicBezTo>
                    <a:pt x="443" y="0"/>
                    <a:pt x="200" y="413"/>
                    <a:pt x="114" y="646"/>
                  </a:cubicBezTo>
                  <a:cubicBezTo>
                    <a:pt x="114" y="692"/>
                    <a:pt x="137" y="738"/>
                    <a:pt x="183" y="761"/>
                  </a:cubicBezTo>
                  <a:cubicBezTo>
                    <a:pt x="191" y="765"/>
                    <a:pt x="200" y="767"/>
                    <a:pt x="208" y="767"/>
                  </a:cubicBezTo>
                  <a:cubicBezTo>
                    <a:pt x="245" y="767"/>
                    <a:pt x="278" y="729"/>
                    <a:pt x="297" y="692"/>
                  </a:cubicBezTo>
                  <a:cubicBezTo>
                    <a:pt x="297" y="671"/>
                    <a:pt x="439" y="184"/>
                    <a:pt x="893" y="184"/>
                  </a:cubicBezTo>
                  <a:cubicBezTo>
                    <a:pt x="921" y="184"/>
                    <a:pt x="951" y="186"/>
                    <a:pt x="982" y="190"/>
                  </a:cubicBezTo>
                  <a:cubicBezTo>
                    <a:pt x="1164" y="213"/>
                    <a:pt x="1187" y="395"/>
                    <a:pt x="1164" y="487"/>
                  </a:cubicBezTo>
                  <a:cubicBezTo>
                    <a:pt x="1164" y="920"/>
                    <a:pt x="731" y="1514"/>
                    <a:pt x="92" y="1514"/>
                  </a:cubicBezTo>
                  <a:cubicBezTo>
                    <a:pt x="46" y="1537"/>
                    <a:pt x="0" y="1559"/>
                    <a:pt x="0" y="1605"/>
                  </a:cubicBezTo>
                  <a:cubicBezTo>
                    <a:pt x="0" y="1651"/>
                    <a:pt x="46" y="1696"/>
                    <a:pt x="92" y="1696"/>
                  </a:cubicBezTo>
                  <a:cubicBezTo>
                    <a:pt x="868" y="1674"/>
                    <a:pt x="1324" y="966"/>
                    <a:pt x="1347" y="509"/>
                  </a:cubicBezTo>
                  <a:cubicBezTo>
                    <a:pt x="1347" y="236"/>
                    <a:pt x="1233" y="53"/>
                    <a:pt x="1005" y="7"/>
                  </a:cubicBezTo>
                  <a:cubicBezTo>
                    <a:pt x="969" y="3"/>
                    <a:pt x="934" y="0"/>
                    <a:pt x="900" y="0"/>
                  </a:cubicBez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41"/>
            <p:cNvSpPr/>
            <p:nvPr/>
          </p:nvSpPr>
          <p:spPr>
            <a:xfrm>
              <a:off x="6845766" y="3330039"/>
              <a:ext cx="146905" cy="79620"/>
            </a:xfrm>
            <a:custGeom>
              <a:avLst/>
              <a:gdLst/>
              <a:ahLst/>
              <a:cxnLst/>
              <a:rect l="l" t="t" r="r" b="b"/>
              <a:pathLst>
                <a:path w="8515" h="4615" extrusionOk="0">
                  <a:moveTo>
                    <a:pt x="4311" y="1"/>
                  </a:moveTo>
                  <a:cubicBezTo>
                    <a:pt x="3698" y="1"/>
                    <a:pt x="3086" y="98"/>
                    <a:pt x="2535" y="289"/>
                  </a:cubicBezTo>
                  <a:lnTo>
                    <a:pt x="2443" y="335"/>
                  </a:lnTo>
                  <a:cubicBezTo>
                    <a:pt x="24" y="1202"/>
                    <a:pt x="1" y="3416"/>
                    <a:pt x="2420" y="4306"/>
                  </a:cubicBezTo>
                  <a:cubicBezTo>
                    <a:pt x="2980" y="4512"/>
                    <a:pt x="3607" y="4614"/>
                    <a:pt x="4235" y="4614"/>
                  </a:cubicBezTo>
                  <a:cubicBezTo>
                    <a:pt x="4863" y="4614"/>
                    <a:pt x="5490" y="4512"/>
                    <a:pt x="6050" y="4306"/>
                  </a:cubicBezTo>
                  <a:lnTo>
                    <a:pt x="6118" y="4283"/>
                  </a:lnTo>
                  <a:cubicBezTo>
                    <a:pt x="8515" y="3393"/>
                    <a:pt x="8515" y="1202"/>
                    <a:pt x="6141" y="312"/>
                  </a:cubicBezTo>
                  <a:cubicBezTo>
                    <a:pt x="5574" y="103"/>
                    <a:pt x="4942" y="1"/>
                    <a:pt x="4311" y="1"/>
                  </a:cubicBezTo>
                  <a:close/>
                </a:path>
              </a:pathLst>
            </a:custGeom>
            <a:solidFill>
              <a:srgbClr val="CCDE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41"/>
            <p:cNvSpPr/>
            <p:nvPr/>
          </p:nvSpPr>
          <p:spPr>
            <a:xfrm>
              <a:off x="6872938" y="3376758"/>
              <a:ext cx="90990" cy="24033"/>
            </a:xfrm>
            <a:custGeom>
              <a:avLst/>
              <a:gdLst/>
              <a:ahLst/>
              <a:cxnLst/>
              <a:rect l="l" t="t" r="r" b="b"/>
              <a:pathLst>
                <a:path w="5274" h="1393" extrusionOk="0">
                  <a:moveTo>
                    <a:pt x="1" y="0"/>
                  </a:moveTo>
                  <a:cubicBezTo>
                    <a:pt x="161" y="503"/>
                    <a:pt x="617" y="845"/>
                    <a:pt x="1074" y="1050"/>
                  </a:cubicBezTo>
                  <a:cubicBezTo>
                    <a:pt x="1553" y="1256"/>
                    <a:pt x="2055" y="1370"/>
                    <a:pt x="2580" y="1393"/>
                  </a:cubicBezTo>
                  <a:cubicBezTo>
                    <a:pt x="3082" y="1393"/>
                    <a:pt x="3607" y="1301"/>
                    <a:pt x="4087" y="1119"/>
                  </a:cubicBezTo>
                  <a:cubicBezTo>
                    <a:pt x="4566" y="936"/>
                    <a:pt x="5022" y="662"/>
                    <a:pt x="5274" y="206"/>
                  </a:cubicBezTo>
                  <a:lnTo>
                    <a:pt x="5274" y="206"/>
                  </a:lnTo>
                  <a:cubicBezTo>
                    <a:pt x="5000" y="640"/>
                    <a:pt x="4543" y="891"/>
                    <a:pt x="4064" y="1073"/>
                  </a:cubicBezTo>
                  <a:cubicBezTo>
                    <a:pt x="3643" y="1233"/>
                    <a:pt x="3206" y="1306"/>
                    <a:pt x="2766" y="1306"/>
                  </a:cubicBezTo>
                  <a:cubicBezTo>
                    <a:pt x="2704" y="1306"/>
                    <a:pt x="2642" y="1304"/>
                    <a:pt x="2580" y="1301"/>
                  </a:cubicBezTo>
                  <a:cubicBezTo>
                    <a:pt x="2078" y="1301"/>
                    <a:pt x="1553" y="1210"/>
                    <a:pt x="1096" y="1005"/>
                  </a:cubicBezTo>
                  <a:cubicBezTo>
                    <a:pt x="640" y="799"/>
                    <a:pt x="206" y="480"/>
                    <a:pt x="1" y="0"/>
                  </a:cubicBezTo>
                  <a:close/>
                </a:path>
              </a:pathLst>
            </a:custGeom>
            <a:solidFill>
              <a:srgbClr val="BCC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41"/>
            <p:cNvSpPr/>
            <p:nvPr/>
          </p:nvSpPr>
          <p:spPr>
            <a:xfrm>
              <a:off x="6877269" y="3338958"/>
              <a:ext cx="87832" cy="22066"/>
            </a:xfrm>
            <a:custGeom>
              <a:avLst/>
              <a:gdLst/>
              <a:ahLst/>
              <a:cxnLst/>
              <a:rect l="l" t="t" r="r" b="b"/>
              <a:pathLst>
                <a:path w="5091" h="1279" extrusionOk="0">
                  <a:moveTo>
                    <a:pt x="2626" y="0"/>
                  </a:moveTo>
                  <a:cubicBezTo>
                    <a:pt x="2147" y="0"/>
                    <a:pt x="1644" y="69"/>
                    <a:pt x="1188" y="228"/>
                  </a:cubicBezTo>
                  <a:cubicBezTo>
                    <a:pt x="731" y="365"/>
                    <a:pt x="298" y="616"/>
                    <a:pt x="1" y="1005"/>
                  </a:cubicBezTo>
                  <a:cubicBezTo>
                    <a:pt x="320" y="639"/>
                    <a:pt x="754" y="411"/>
                    <a:pt x="1211" y="274"/>
                  </a:cubicBezTo>
                  <a:cubicBezTo>
                    <a:pt x="1609" y="155"/>
                    <a:pt x="2025" y="87"/>
                    <a:pt x="2443" y="87"/>
                  </a:cubicBezTo>
                  <a:cubicBezTo>
                    <a:pt x="2504" y="87"/>
                    <a:pt x="2565" y="89"/>
                    <a:pt x="2626" y="92"/>
                  </a:cubicBezTo>
                  <a:cubicBezTo>
                    <a:pt x="3105" y="114"/>
                    <a:pt x="3585" y="206"/>
                    <a:pt x="4018" y="388"/>
                  </a:cubicBezTo>
                  <a:cubicBezTo>
                    <a:pt x="4452" y="571"/>
                    <a:pt x="4863" y="845"/>
                    <a:pt x="5091" y="1278"/>
                  </a:cubicBezTo>
                  <a:cubicBezTo>
                    <a:pt x="4886" y="845"/>
                    <a:pt x="4475" y="525"/>
                    <a:pt x="4041" y="320"/>
                  </a:cubicBezTo>
                  <a:cubicBezTo>
                    <a:pt x="3607" y="137"/>
                    <a:pt x="3105" y="23"/>
                    <a:pt x="2626" y="0"/>
                  </a:cubicBezTo>
                  <a:close/>
                </a:path>
              </a:pathLst>
            </a:custGeom>
            <a:solidFill>
              <a:srgbClr val="BCC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41"/>
            <p:cNvSpPr/>
            <p:nvPr/>
          </p:nvSpPr>
          <p:spPr>
            <a:xfrm>
              <a:off x="6886723" y="3336198"/>
              <a:ext cx="64990" cy="50032"/>
            </a:xfrm>
            <a:custGeom>
              <a:avLst/>
              <a:gdLst/>
              <a:ahLst/>
              <a:cxnLst/>
              <a:rect l="l" t="t" r="r" b="b"/>
              <a:pathLst>
                <a:path w="3767" h="2900" extrusionOk="0">
                  <a:moveTo>
                    <a:pt x="1" y="0"/>
                  </a:moveTo>
                  <a:lnTo>
                    <a:pt x="412" y="2078"/>
                  </a:lnTo>
                  <a:cubicBezTo>
                    <a:pt x="480" y="2351"/>
                    <a:pt x="708" y="2625"/>
                    <a:pt x="1142" y="2762"/>
                  </a:cubicBezTo>
                  <a:cubicBezTo>
                    <a:pt x="1370" y="2854"/>
                    <a:pt x="1627" y="2899"/>
                    <a:pt x="1884" y="2899"/>
                  </a:cubicBezTo>
                  <a:cubicBezTo>
                    <a:pt x="2141" y="2899"/>
                    <a:pt x="2397" y="2854"/>
                    <a:pt x="2626" y="2762"/>
                  </a:cubicBezTo>
                  <a:lnTo>
                    <a:pt x="2648" y="2762"/>
                  </a:lnTo>
                  <a:cubicBezTo>
                    <a:pt x="3082" y="2603"/>
                    <a:pt x="3333" y="2329"/>
                    <a:pt x="3379" y="2055"/>
                  </a:cubicBezTo>
                  <a:lnTo>
                    <a:pt x="3767" y="92"/>
                  </a:lnTo>
                  <a:lnTo>
                    <a:pt x="1" y="0"/>
                  </a:ln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41"/>
            <p:cNvSpPr/>
            <p:nvPr/>
          </p:nvSpPr>
          <p:spPr>
            <a:xfrm>
              <a:off x="6881219" y="3315478"/>
              <a:ext cx="76015" cy="41406"/>
            </a:xfrm>
            <a:custGeom>
              <a:avLst/>
              <a:gdLst/>
              <a:ahLst/>
              <a:cxnLst/>
              <a:rect l="l" t="t" r="r" b="b"/>
              <a:pathLst>
                <a:path w="4406" h="2400" extrusionOk="0">
                  <a:moveTo>
                    <a:pt x="2223" y="0"/>
                  </a:moveTo>
                  <a:cubicBezTo>
                    <a:pt x="1912" y="0"/>
                    <a:pt x="1602" y="51"/>
                    <a:pt x="1324" y="151"/>
                  </a:cubicBezTo>
                  <a:lnTo>
                    <a:pt x="1278" y="174"/>
                  </a:lnTo>
                  <a:cubicBezTo>
                    <a:pt x="23" y="631"/>
                    <a:pt x="0" y="1772"/>
                    <a:pt x="1256" y="2229"/>
                  </a:cubicBezTo>
                  <a:cubicBezTo>
                    <a:pt x="1541" y="2343"/>
                    <a:pt x="1866" y="2400"/>
                    <a:pt x="2191" y="2400"/>
                  </a:cubicBezTo>
                  <a:cubicBezTo>
                    <a:pt x="2517" y="2400"/>
                    <a:pt x="2842" y="2343"/>
                    <a:pt x="3127" y="2229"/>
                  </a:cubicBezTo>
                  <a:lnTo>
                    <a:pt x="3173" y="2206"/>
                  </a:lnTo>
                  <a:cubicBezTo>
                    <a:pt x="4405" y="1749"/>
                    <a:pt x="4405" y="631"/>
                    <a:pt x="3173" y="174"/>
                  </a:cubicBezTo>
                  <a:cubicBezTo>
                    <a:pt x="2880" y="57"/>
                    <a:pt x="2551" y="0"/>
                    <a:pt x="2223" y="0"/>
                  </a:cubicBez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41"/>
            <p:cNvSpPr/>
            <p:nvPr/>
          </p:nvSpPr>
          <p:spPr>
            <a:xfrm>
              <a:off x="6883583" y="3316599"/>
              <a:ext cx="71684" cy="38025"/>
            </a:xfrm>
            <a:custGeom>
              <a:avLst/>
              <a:gdLst/>
              <a:ahLst/>
              <a:cxnLst/>
              <a:rect l="l" t="t" r="r" b="b"/>
              <a:pathLst>
                <a:path w="4155" h="2204" extrusionOk="0">
                  <a:moveTo>
                    <a:pt x="2111" y="1"/>
                  </a:moveTo>
                  <a:cubicBezTo>
                    <a:pt x="1809" y="1"/>
                    <a:pt x="1507" y="52"/>
                    <a:pt x="1233" y="155"/>
                  </a:cubicBezTo>
                  <a:lnTo>
                    <a:pt x="1187" y="155"/>
                  </a:lnTo>
                  <a:cubicBezTo>
                    <a:pt x="0" y="566"/>
                    <a:pt x="0" y="1639"/>
                    <a:pt x="1164" y="2049"/>
                  </a:cubicBezTo>
                  <a:cubicBezTo>
                    <a:pt x="1438" y="2152"/>
                    <a:pt x="1746" y="2204"/>
                    <a:pt x="2054" y="2204"/>
                  </a:cubicBezTo>
                  <a:cubicBezTo>
                    <a:pt x="2363" y="2204"/>
                    <a:pt x="2671" y="2152"/>
                    <a:pt x="2945" y="2049"/>
                  </a:cubicBezTo>
                  <a:lnTo>
                    <a:pt x="2990" y="2049"/>
                  </a:lnTo>
                  <a:cubicBezTo>
                    <a:pt x="4154" y="1616"/>
                    <a:pt x="4154" y="566"/>
                    <a:pt x="2990" y="155"/>
                  </a:cubicBezTo>
                  <a:cubicBezTo>
                    <a:pt x="2716" y="52"/>
                    <a:pt x="2414" y="1"/>
                    <a:pt x="2111" y="1"/>
                  </a:cubicBezTo>
                  <a:close/>
                </a:path>
              </a:pathLst>
            </a:custGeom>
            <a:solidFill>
              <a:srgbClr val="DBD2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41"/>
            <p:cNvSpPr/>
            <p:nvPr/>
          </p:nvSpPr>
          <p:spPr>
            <a:xfrm>
              <a:off x="6889483" y="3324828"/>
              <a:ext cx="59866" cy="29795"/>
            </a:xfrm>
            <a:custGeom>
              <a:avLst/>
              <a:gdLst/>
              <a:ahLst/>
              <a:cxnLst/>
              <a:rect l="l" t="t" r="r" b="b"/>
              <a:pathLst>
                <a:path w="3470" h="1727" extrusionOk="0">
                  <a:moveTo>
                    <a:pt x="1743" y="0"/>
                  </a:moveTo>
                  <a:cubicBezTo>
                    <a:pt x="1449" y="0"/>
                    <a:pt x="1157" y="46"/>
                    <a:pt x="891" y="134"/>
                  </a:cubicBezTo>
                  <a:lnTo>
                    <a:pt x="845" y="157"/>
                  </a:lnTo>
                  <a:cubicBezTo>
                    <a:pt x="389" y="317"/>
                    <a:pt x="92" y="591"/>
                    <a:pt x="1" y="865"/>
                  </a:cubicBezTo>
                  <a:cubicBezTo>
                    <a:pt x="92" y="1162"/>
                    <a:pt x="366" y="1413"/>
                    <a:pt x="822" y="1572"/>
                  </a:cubicBezTo>
                  <a:cubicBezTo>
                    <a:pt x="1096" y="1675"/>
                    <a:pt x="1404" y="1727"/>
                    <a:pt x="1712" y="1727"/>
                  </a:cubicBezTo>
                  <a:cubicBezTo>
                    <a:pt x="2021" y="1727"/>
                    <a:pt x="2329" y="1675"/>
                    <a:pt x="2603" y="1572"/>
                  </a:cubicBezTo>
                  <a:lnTo>
                    <a:pt x="2648" y="1572"/>
                  </a:lnTo>
                  <a:cubicBezTo>
                    <a:pt x="3105" y="1390"/>
                    <a:pt x="3379" y="1139"/>
                    <a:pt x="3470" y="865"/>
                  </a:cubicBezTo>
                  <a:cubicBezTo>
                    <a:pt x="3379" y="568"/>
                    <a:pt x="3105" y="317"/>
                    <a:pt x="2648" y="157"/>
                  </a:cubicBezTo>
                  <a:cubicBezTo>
                    <a:pt x="2366" y="52"/>
                    <a:pt x="2054" y="0"/>
                    <a:pt x="1743" y="0"/>
                  </a:cubicBezTo>
                  <a:close/>
                </a:path>
              </a:pathLst>
            </a:custGeom>
            <a:solidFill>
              <a:srgbClr val="6B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41"/>
            <p:cNvSpPr/>
            <p:nvPr/>
          </p:nvSpPr>
          <p:spPr>
            <a:xfrm>
              <a:off x="6941465" y="3344410"/>
              <a:ext cx="23256" cy="29208"/>
            </a:xfrm>
            <a:custGeom>
              <a:avLst/>
              <a:gdLst/>
              <a:ahLst/>
              <a:cxnLst/>
              <a:rect l="l" t="t" r="r" b="b"/>
              <a:pathLst>
                <a:path w="1348" h="1693" extrusionOk="0">
                  <a:moveTo>
                    <a:pt x="929" y="0"/>
                  </a:moveTo>
                  <a:cubicBezTo>
                    <a:pt x="453" y="0"/>
                    <a:pt x="201" y="404"/>
                    <a:pt x="115" y="643"/>
                  </a:cubicBezTo>
                  <a:cubicBezTo>
                    <a:pt x="115" y="689"/>
                    <a:pt x="137" y="734"/>
                    <a:pt x="183" y="757"/>
                  </a:cubicBezTo>
                  <a:cubicBezTo>
                    <a:pt x="191" y="761"/>
                    <a:pt x="200" y="763"/>
                    <a:pt x="208" y="763"/>
                  </a:cubicBezTo>
                  <a:cubicBezTo>
                    <a:pt x="245" y="763"/>
                    <a:pt x="279" y="726"/>
                    <a:pt x="297" y="689"/>
                  </a:cubicBezTo>
                  <a:cubicBezTo>
                    <a:pt x="297" y="667"/>
                    <a:pt x="439" y="180"/>
                    <a:pt x="893" y="180"/>
                  </a:cubicBezTo>
                  <a:cubicBezTo>
                    <a:pt x="922" y="180"/>
                    <a:pt x="951" y="182"/>
                    <a:pt x="982" y="186"/>
                  </a:cubicBezTo>
                  <a:cubicBezTo>
                    <a:pt x="1165" y="209"/>
                    <a:pt x="1187" y="392"/>
                    <a:pt x="1165" y="483"/>
                  </a:cubicBezTo>
                  <a:cubicBezTo>
                    <a:pt x="1142" y="917"/>
                    <a:pt x="731" y="1510"/>
                    <a:pt x="92" y="1510"/>
                  </a:cubicBezTo>
                  <a:cubicBezTo>
                    <a:pt x="46" y="1533"/>
                    <a:pt x="0" y="1556"/>
                    <a:pt x="0" y="1602"/>
                  </a:cubicBezTo>
                  <a:cubicBezTo>
                    <a:pt x="0" y="1647"/>
                    <a:pt x="46" y="1693"/>
                    <a:pt x="92" y="1693"/>
                  </a:cubicBezTo>
                  <a:cubicBezTo>
                    <a:pt x="868" y="1670"/>
                    <a:pt x="1324" y="962"/>
                    <a:pt x="1347" y="506"/>
                  </a:cubicBezTo>
                  <a:cubicBezTo>
                    <a:pt x="1347" y="232"/>
                    <a:pt x="1233" y="49"/>
                    <a:pt x="1005" y="4"/>
                  </a:cubicBezTo>
                  <a:cubicBezTo>
                    <a:pt x="979" y="2"/>
                    <a:pt x="954" y="0"/>
                    <a:pt x="929" y="0"/>
                  </a:cubicBez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41"/>
            <p:cNvSpPr/>
            <p:nvPr/>
          </p:nvSpPr>
          <p:spPr>
            <a:xfrm>
              <a:off x="6563428" y="3100701"/>
              <a:ext cx="356005" cy="205978"/>
            </a:xfrm>
            <a:custGeom>
              <a:avLst/>
              <a:gdLst/>
              <a:ahLst/>
              <a:cxnLst/>
              <a:rect l="l" t="t" r="r" b="b"/>
              <a:pathLst>
                <a:path w="20635" h="11939" extrusionOk="0">
                  <a:moveTo>
                    <a:pt x="12417" y="1"/>
                  </a:moveTo>
                  <a:lnTo>
                    <a:pt x="0" y="7122"/>
                  </a:lnTo>
                  <a:lnTo>
                    <a:pt x="8263" y="11939"/>
                  </a:lnTo>
                  <a:lnTo>
                    <a:pt x="20634" y="4794"/>
                  </a:lnTo>
                  <a:lnTo>
                    <a:pt x="124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41"/>
            <p:cNvSpPr/>
            <p:nvPr/>
          </p:nvSpPr>
          <p:spPr>
            <a:xfrm>
              <a:off x="6563428" y="3223574"/>
              <a:ext cx="142557" cy="137451"/>
            </a:xfrm>
            <a:custGeom>
              <a:avLst/>
              <a:gdLst/>
              <a:ahLst/>
              <a:cxnLst/>
              <a:rect l="l" t="t" r="r" b="b"/>
              <a:pathLst>
                <a:path w="8263" h="7967" extrusionOk="0">
                  <a:moveTo>
                    <a:pt x="0" y="0"/>
                  </a:moveTo>
                  <a:lnTo>
                    <a:pt x="0" y="3173"/>
                  </a:lnTo>
                  <a:lnTo>
                    <a:pt x="8240" y="7966"/>
                  </a:lnTo>
                  <a:lnTo>
                    <a:pt x="8263" y="4817"/>
                  </a:lnTo>
                  <a:lnTo>
                    <a:pt x="0" y="0"/>
                  </a:lnTo>
                  <a:close/>
                </a:path>
              </a:pathLst>
            </a:custGeom>
            <a:solidFill>
              <a:srgbClr val="F7F4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41"/>
            <p:cNvSpPr/>
            <p:nvPr/>
          </p:nvSpPr>
          <p:spPr>
            <a:xfrm>
              <a:off x="6705589" y="3183410"/>
              <a:ext cx="213845" cy="177614"/>
            </a:xfrm>
            <a:custGeom>
              <a:avLst/>
              <a:gdLst/>
              <a:ahLst/>
              <a:cxnLst/>
              <a:rect l="l" t="t" r="r" b="b"/>
              <a:pathLst>
                <a:path w="12395" h="10295" extrusionOk="0">
                  <a:moveTo>
                    <a:pt x="12394" y="0"/>
                  </a:moveTo>
                  <a:lnTo>
                    <a:pt x="23" y="7145"/>
                  </a:lnTo>
                  <a:lnTo>
                    <a:pt x="0" y="10294"/>
                  </a:lnTo>
                  <a:lnTo>
                    <a:pt x="12394" y="2831"/>
                  </a:lnTo>
                  <a:lnTo>
                    <a:pt x="12394" y="0"/>
                  </a:lnTo>
                  <a:close/>
                </a:path>
              </a:pathLst>
            </a:custGeom>
            <a:solidFill>
              <a:srgbClr val="F7F4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41"/>
            <p:cNvSpPr/>
            <p:nvPr/>
          </p:nvSpPr>
          <p:spPr>
            <a:xfrm>
              <a:off x="6772132" y="3112122"/>
              <a:ext cx="127220" cy="71305"/>
            </a:xfrm>
            <a:custGeom>
              <a:avLst/>
              <a:gdLst/>
              <a:ahLst/>
              <a:cxnLst/>
              <a:rect l="l" t="t" r="r" b="b"/>
              <a:pathLst>
                <a:path w="7374" h="4133" extrusionOk="0">
                  <a:moveTo>
                    <a:pt x="1" y="1"/>
                  </a:moveTo>
                  <a:lnTo>
                    <a:pt x="1" y="1"/>
                  </a:lnTo>
                  <a:cubicBezTo>
                    <a:pt x="1210" y="731"/>
                    <a:pt x="2443" y="1416"/>
                    <a:pt x="3675" y="2124"/>
                  </a:cubicBezTo>
                  <a:cubicBezTo>
                    <a:pt x="4908" y="2786"/>
                    <a:pt x="6118" y="3493"/>
                    <a:pt x="7373" y="4132"/>
                  </a:cubicBezTo>
                  <a:cubicBezTo>
                    <a:pt x="6163" y="3402"/>
                    <a:pt x="4931" y="2740"/>
                    <a:pt x="3721" y="2032"/>
                  </a:cubicBezTo>
                  <a:cubicBezTo>
                    <a:pt x="2489" y="1348"/>
                    <a:pt x="1256" y="663"/>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41"/>
            <p:cNvSpPr/>
            <p:nvPr/>
          </p:nvSpPr>
          <p:spPr>
            <a:xfrm>
              <a:off x="6763471" y="3118816"/>
              <a:ext cx="126823" cy="71305"/>
            </a:xfrm>
            <a:custGeom>
              <a:avLst/>
              <a:gdLst/>
              <a:ahLst/>
              <a:cxnLst/>
              <a:rect l="l" t="t" r="r" b="b"/>
              <a:pathLst>
                <a:path w="7351" h="4133" extrusionOk="0">
                  <a:moveTo>
                    <a:pt x="0" y="1"/>
                  </a:moveTo>
                  <a:cubicBezTo>
                    <a:pt x="1210" y="731"/>
                    <a:pt x="2443" y="1416"/>
                    <a:pt x="3652" y="2124"/>
                  </a:cubicBezTo>
                  <a:cubicBezTo>
                    <a:pt x="4885" y="2786"/>
                    <a:pt x="6118" y="3493"/>
                    <a:pt x="7350" y="4132"/>
                  </a:cubicBezTo>
                  <a:cubicBezTo>
                    <a:pt x="6140" y="3425"/>
                    <a:pt x="4908" y="2740"/>
                    <a:pt x="3698" y="2032"/>
                  </a:cubicBezTo>
                  <a:cubicBezTo>
                    <a:pt x="2466" y="1370"/>
                    <a:pt x="1256" y="66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41"/>
            <p:cNvSpPr/>
            <p:nvPr/>
          </p:nvSpPr>
          <p:spPr>
            <a:xfrm>
              <a:off x="6752844" y="3125131"/>
              <a:ext cx="126806" cy="71287"/>
            </a:xfrm>
            <a:custGeom>
              <a:avLst/>
              <a:gdLst/>
              <a:ahLst/>
              <a:cxnLst/>
              <a:rect l="l" t="t" r="r" b="b"/>
              <a:pathLst>
                <a:path w="7350" h="4132" extrusionOk="0">
                  <a:moveTo>
                    <a:pt x="0" y="0"/>
                  </a:moveTo>
                  <a:cubicBezTo>
                    <a:pt x="1210" y="730"/>
                    <a:pt x="2442" y="1392"/>
                    <a:pt x="3652" y="2100"/>
                  </a:cubicBezTo>
                  <a:cubicBezTo>
                    <a:pt x="4885" y="2785"/>
                    <a:pt x="6117" y="3470"/>
                    <a:pt x="7350" y="4131"/>
                  </a:cubicBezTo>
                  <a:cubicBezTo>
                    <a:pt x="6163" y="3401"/>
                    <a:pt x="4930" y="2716"/>
                    <a:pt x="3698" y="2032"/>
                  </a:cubicBezTo>
                  <a:cubicBezTo>
                    <a:pt x="2465" y="1347"/>
                    <a:pt x="1256" y="639"/>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41"/>
            <p:cNvSpPr/>
            <p:nvPr/>
          </p:nvSpPr>
          <p:spPr>
            <a:xfrm>
              <a:off x="6741819" y="3130238"/>
              <a:ext cx="126806" cy="71305"/>
            </a:xfrm>
            <a:custGeom>
              <a:avLst/>
              <a:gdLst/>
              <a:ahLst/>
              <a:cxnLst/>
              <a:rect l="l" t="t" r="r" b="b"/>
              <a:pathLst>
                <a:path w="7350" h="4133" extrusionOk="0">
                  <a:moveTo>
                    <a:pt x="0" y="1"/>
                  </a:moveTo>
                  <a:cubicBezTo>
                    <a:pt x="1210" y="708"/>
                    <a:pt x="2442" y="1393"/>
                    <a:pt x="3652" y="2101"/>
                  </a:cubicBezTo>
                  <a:cubicBezTo>
                    <a:pt x="4885" y="2785"/>
                    <a:pt x="6094" y="3470"/>
                    <a:pt x="7350" y="4132"/>
                  </a:cubicBezTo>
                  <a:cubicBezTo>
                    <a:pt x="6140" y="3402"/>
                    <a:pt x="4907" y="2717"/>
                    <a:pt x="3698" y="2009"/>
                  </a:cubicBezTo>
                  <a:cubicBezTo>
                    <a:pt x="2465" y="1348"/>
                    <a:pt x="1233" y="64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41"/>
            <p:cNvSpPr/>
            <p:nvPr/>
          </p:nvSpPr>
          <p:spPr>
            <a:xfrm>
              <a:off x="6713059" y="3148749"/>
              <a:ext cx="126823" cy="71287"/>
            </a:xfrm>
            <a:custGeom>
              <a:avLst/>
              <a:gdLst/>
              <a:ahLst/>
              <a:cxnLst/>
              <a:rect l="l" t="t" r="r" b="b"/>
              <a:pathLst>
                <a:path w="7351" h="4132" extrusionOk="0">
                  <a:moveTo>
                    <a:pt x="1" y="1"/>
                  </a:moveTo>
                  <a:cubicBezTo>
                    <a:pt x="1211" y="731"/>
                    <a:pt x="2420" y="1393"/>
                    <a:pt x="3653" y="2101"/>
                  </a:cubicBezTo>
                  <a:cubicBezTo>
                    <a:pt x="4885" y="2785"/>
                    <a:pt x="6095" y="3470"/>
                    <a:pt x="7351" y="4132"/>
                  </a:cubicBezTo>
                  <a:cubicBezTo>
                    <a:pt x="6141" y="3402"/>
                    <a:pt x="4908" y="2717"/>
                    <a:pt x="3698" y="2032"/>
                  </a:cubicBezTo>
                  <a:cubicBezTo>
                    <a:pt x="2466" y="1347"/>
                    <a:pt x="1233" y="663"/>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41"/>
            <p:cNvSpPr/>
            <p:nvPr/>
          </p:nvSpPr>
          <p:spPr>
            <a:xfrm>
              <a:off x="6733538" y="3136552"/>
              <a:ext cx="126823" cy="71287"/>
            </a:xfrm>
            <a:custGeom>
              <a:avLst/>
              <a:gdLst/>
              <a:ahLst/>
              <a:cxnLst/>
              <a:rect l="l" t="t" r="r" b="b"/>
              <a:pathLst>
                <a:path w="7351" h="4132" extrusionOk="0">
                  <a:moveTo>
                    <a:pt x="1" y="0"/>
                  </a:moveTo>
                  <a:lnTo>
                    <a:pt x="1" y="0"/>
                  </a:lnTo>
                  <a:cubicBezTo>
                    <a:pt x="1210" y="708"/>
                    <a:pt x="2443" y="1392"/>
                    <a:pt x="3653" y="2100"/>
                  </a:cubicBezTo>
                  <a:cubicBezTo>
                    <a:pt x="4885" y="2762"/>
                    <a:pt x="6118" y="3469"/>
                    <a:pt x="7350" y="4131"/>
                  </a:cubicBezTo>
                  <a:cubicBezTo>
                    <a:pt x="6164" y="3401"/>
                    <a:pt x="4931" y="2716"/>
                    <a:pt x="3698" y="2009"/>
                  </a:cubicBezTo>
                  <a:cubicBezTo>
                    <a:pt x="2466" y="1347"/>
                    <a:pt x="1256" y="639"/>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41"/>
            <p:cNvSpPr/>
            <p:nvPr/>
          </p:nvSpPr>
          <p:spPr>
            <a:xfrm>
              <a:off x="6722911" y="3142849"/>
              <a:ext cx="126823" cy="71287"/>
            </a:xfrm>
            <a:custGeom>
              <a:avLst/>
              <a:gdLst/>
              <a:ahLst/>
              <a:cxnLst/>
              <a:rect l="l" t="t" r="r" b="b"/>
              <a:pathLst>
                <a:path w="7351" h="4132" extrusionOk="0">
                  <a:moveTo>
                    <a:pt x="0" y="0"/>
                  </a:moveTo>
                  <a:cubicBezTo>
                    <a:pt x="1210" y="731"/>
                    <a:pt x="2443" y="1415"/>
                    <a:pt x="3652" y="2100"/>
                  </a:cubicBezTo>
                  <a:cubicBezTo>
                    <a:pt x="4885" y="2785"/>
                    <a:pt x="6118" y="3470"/>
                    <a:pt x="7350" y="4132"/>
                  </a:cubicBezTo>
                  <a:cubicBezTo>
                    <a:pt x="6140" y="3401"/>
                    <a:pt x="4908" y="2739"/>
                    <a:pt x="3698" y="2032"/>
                  </a:cubicBezTo>
                  <a:cubicBezTo>
                    <a:pt x="2466" y="1347"/>
                    <a:pt x="1256" y="662"/>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41"/>
            <p:cNvSpPr/>
            <p:nvPr/>
          </p:nvSpPr>
          <p:spPr>
            <a:xfrm>
              <a:off x="6701638" y="3155047"/>
              <a:ext cx="126823" cy="71305"/>
            </a:xfrm>
            <a:custGeom>
              <a:avLst/>
              <a:gdLst/>
              <a:ahLst/>
              <a:cxnLst/>
              <a:rect l="l" t="t" r="r" b="b"/>
              <a:pathLst>
                <a:path w="7351" h="4133" extrusionOk="0">
                  <a:moveTo>
                    <a:pt x="1" y="1"/>
                  </a:moveTo>
                  <a:cubicBezTo>
                    <a:pt x="1211" y="731"/>
                    <a:pt x="2443" y="1393"/>
                    <a:pt x="3653" y="2101"/>
                  </a:cubicBezTo>
                  <a:cubicBezTo>
                    <a:pt x="4885" y="2785"/>
                    <a:pt x="6118" y="3470"/>
                    <a:pt x="7351" y="4132"/>
                  </a:cubicBezTo>
                  <a:cubicBezTo>
                    <a:pt x="6164" y="3402"/>
                    <a:pt x="4931" y="2717"/>
                    <a:pt x="3699" y="2032"/>
                  </a:cubicBezTo>
                  <a:cubicBezTo>
                    <a:pt x="2466" y="1347"/>
                    <a:pt x="1256" y="663"/>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41"/>
            <p:cNvSpPr/>
            <p:nvPr/>
          </p:nvSpPr>
          <p:spPr>
            <a:xfrm>
              <a:off x="6568156" y="3386989"/>
              <a:ext cx="392236" cy="227250"/>
            </a:xfrm>
            <a:custGeom>
              <a:avLst/>
              <a:gdLst/>
              <a:ahLst/>
              <a:cxnLst/>
              <a:rect l="l" t="t" r="r" b="b"/>
              <a:pathLst>
                <a:path w="22735" h="13172" extrusionOk="0">
                  <a:moveTo>
                    <a:pt x="14197" y="1"/>
                  </a:moveTo>
                  <a:lnTo>
                    <a:pt x="0" y="8081"/>
                  </a:lnTo>
                  <a:lnTo>
                    <a:pt x="8628" y="13171"/>
                  </a:lnTo>
                  <a:lnTo>
                    <a:pt x="22734" y="4817"/>
                  </a:lnTo>
                  <a:lnTo>
                    <a:pt x="14197" y="1"/>
                  </a:lnTo>
                  <a:close/>
                </a:path>
              </a:pathLst>
            </a:custGeom>
            <a:solidFill>
              <a:srgbClr val="38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41"/>
            <p:cNvSpPr/>
            <p:nvPr/>
          </p:nvSpPr>
          <p:spPr>
            <a:xfrm>
              <a:off x="6568156" y="3211756"/>
              <a:ext cx="244951" cy="314668"/>
            </a:xfrm>
            <a:custGeom>
              <a:avLst/>
              <a:gdLst/>
              <a:ahLst/>
              <a:cxnLst/>
              <a:rect l="l" t="t" r="r" b="b"/>
              <a:pathLst>
                <a:path w="14198" h="18239" extrusionOk="0">
                  <a:moveTo>
                    <a:pt x="14083" y="1"/>
                  </a:moveTo>
                  <a:lnTo>
                    <a:pt x="0" y="8286"/>
                  </a:lnTo>
                  <a:lnTo>
                    <a:pt x="0" y="18238"/>
                  </a:lnTo>
                  <a:lnTo>
                    <a:pt x="14197" y="10158"/>
                  </a:lnTo>
                  <a:lnTo>
                    <a:pt x="14083" y="1"/>
                  </a:lnTo>
                  <a:close/>
                </a:path>
              </a:pathLst>
            </a:custGeom>
            <a:solidFill>
              <a:srgbClr val="38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41"/>
            <p:cNvSpPr/>
            <p:nvPr/>
          </p:nvSpPr>
          <p:spPr>
            <a:xfrm>
              <a:off x="6583510" y="3236961"/>
              <a:ext cx="214242" cy="270157"/>
            </a:xfrm>
            <a:custGeom>
              <a:avLst/>
              <a:gdLst/>
              <a:ahLst/>
              <a:cxnLst/>
              <a:rect l="l" t="t" r="r" b="b"/>
              <a:pathLst>
                <a:path w="12418" h="15659" extrusionOk="0">
                  <a:moveTo>
                    <a:pt x="12326" y="0"/>
                  </a:moveTo>
                  <a:lnTo>
                    <a:pt x="0" y="7213"/>
                  </a:lnTo>
                  <a:lnTo>
                    <a:pt x="0" y="15659"/>
                  </a:lnTo>
                  <a:lnTo>
                    <a:pt x="12417" y="8560"/>
                  </a:lnTo>
                  <a:lnTo>
                    <a:pt x="123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41"/>
            <p:cNvSpPr/>
            <p:nvPr/>
          </p:nvSpPr>
          <p:spPr>
            <a:xfrm>
              <a:off x="6583510" y="3361404"/>
              <a:ext cx="214242" cy="145715"/>
            </a:xfrm>
            <a:custGeom>
              <a:avLst/>
              <a:gdLst/>
              <a:ahLst/>
              <a:cxnLst/>
              <a:rect l="l" t="t" r="r" b="b"/>
              <a:pathLst>
                <a:path w="12418" h="8446" extrusionOk="0">
                  <a:moveTo>
                    <a:pt x="0" y="0"/>
                  </a:moveTo>
                  <a:lnTo>
                    <a:pt x="0" y="8446"/>
                  </a:lnTo>
                  <a:lnTo>
                    <a:pt x="12417" y="1347"/>
                  </a:lnTo>
                  <a:lnTo>
                    <a:pt x="0" y="0"/>
                  </a:lnTo>
                  <a:close/>
                </a:path>
              </a:pathLst>
            </a:custGeom>
            <a:solidFill>
              <a:srgbClr val="D5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41"/>
            <p:cNvSpPr/>
            <p:nvPr/>
          </p:nvSpPr>
          <p:spPr>
            <a:xfrm>
              <a:off x="6717010" y="3470095"/>
              <a:ext cx="243381" cy="151218"/>
            </a:xfrm>
            <a:custGeom>
              <a:avLst/>
              <a:gdLst/>
              <a:ahLst/>
              <a:cxnLst/>
              <a:rect l="l" t="t" r="r" b="b"/>
              <a:pathLst>
                <a:path w="14107" h="8765" extrusionOk="0">
                  <a:moveTo>
                    <a:pt x="14106" y="0"/>
                  </a:moveTo>
                  <a:lnTo>
                    <a:pt x="0" y="8354"/>
                  </a:lnTo>
                  <a:lnTo>
                    <a:pt x="0" y="8765"/>
                  </a:lnTo>
                  <a:lnTo>
                    <a:pt x="14106" y="411"/>
                  </a:lnTo>
                  <a:lnTo>
                    <a:pt x="14106" y="0"/>
                  </a:lnTo>
                  <a:close/>
                </a:path>
              </a:pathLst>
            </a:custGeom>
            <a:solidFill>
              <a:srgbClr val="27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41"/>
            <p:cNvSpPr/>
            <p:nvPr/>
          </p:nvSpPr>
          <p:spPr>
            <a:xfrm>
              <a:off x="6568156" y="3526407"/>
              <a:ext cx="148872" cy="94906"/>
            </a:xfrm>
            <a:custGeom>
              <a:avLst/>
              <a:gdLst/>
              <a:ahLst/>
              <a:cxnLst/>
              <a:rect l="l" t="t" r="r" b="b"/>
              <a:pathLst>
                <a:path w="8629" h="5501" extrusionOk="0">
                  <a:moveTo>
                    <a:pt x="0" y="0"/>
                  </a:moveTo>
                  <a:lnTo>
                    <a:pt x="0" y="411"/>
                  </a:lnTo>
                  <a:lnTo>
                    <a:pt x="8628" y="5501"/>
                  </a:lnTo>
                  <a:lnTo>
                    <a:pt x="8628" y="5090"/>
                  </a:lnTo>
                  <a:lnTo>
                    <a:pt x="0" y="0"/>
                  </a:lnTo>
                  <a:close/>
                </a:path>
              </a:pathLst>
            </a:custGeom>
            <a:solidFill>
              <a:srgbClr val="27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41"/>
            <p:cNvSpPr/>
            <p:nvPr/>
          </p:nvSpPr>
          <p:spPr>
            <a:xfrm>
              <a:off x="6564602" y="3208616"/>
              <a:ext cx="246538" cy="146111"/>
            </a:xfrm>
            <a:custGeom>
              <a:avLst/>
              <a:gdLst/>
              <a:ahLst/>
              <a:cxnLst/>
              <a:rect l="l" t="t" r="r" b="b"/>
              <a:pathLst>
                <a:path w="14290" h="8469" extrusionOk="0">
                  <a:moveTo>
                    <a:pt x="14061" y="0"/>
                  </a:moveTo>
                  <a:lnTo>
                    <a:pt x="1" y="8286"/>
                  </a:lnTo>
                  <a:lnTo>
                    <a:pt x="206" y="8468"/>
                  </a:lnTo>
                  <a:lnTo>
                    <a:pt x="14289" y="183"/>
                  </a:lnTo>
                  <a:lnTo>
                    <a:pt x="14061" y="0"/>
                  </a:lnTo>
                  <a:close/>
                </a:path>
              </a:pathLst>
            </a:custGeom>
            <a:solidFill>
              <a:srgbClr val="4B4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41"/>
            <p:cNvSpPr/>
            <p:nvPr/>
          </p:nvSpPr>
          <p:spPr>
            <a:xfrm>
              <a:off x="6563808" y="3351553"/>
              <a:ext cx="4365" cy="181945"/>
            </a:xfrm>
            <a:custGeom>
              <a:avLst/>
              <a:gdLst/>
              <a:ahLst/>
              <a:cxnLst/>
              <a:rect l="l" t="t" r="r" b="b"/>
              <a:pathLst>
                <a:path w="253" h="10546" extrusionOk="0">
                  <a:moveTo>
                    <a:pt x="47" y="1"/>
                  </a:moveTo>
                  <a:lnTo>
                    <a:pt x="1" y="10318"/>
                  </a:lnTo>
                  <a:lnTo>
                    <a:pt x="252" y="10546"/>
                  </a:lnTo>
                  <a:lnTo>
                    <a:pt x="252" y="183"/>
                  </a:lnTo>
                  <a:lnTo>
                    <a:pt x="47" y="1"/>
                  </a:lnTo>
                  <a:close/>
                </a:path>
              </a:pathLst>
            </a:custGeom>
            <a:solidFill>
              <a:srgbClr val="27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41"/>
            <p:cNvSpPr/>
            <p:nvPr/>
          </p:nvSpPr>
          <p:spPr>
            <a:xfrm>
              <a:off x="6576816" y="3390146"/>
              <a:ext cx="229993" cy="131550"/>
            </a:xfrm>
            <a:custGeom>
              <a:avLst/>
              <a:gdLst/>
              <a:ahLst/>
              <a:cxnLst/>
              <a:rect l="l" t="t" r="r" b="b"/>
              <a:pathLst>
                <a:path w="13331" h="7625" extrusionOk="0">
                  <a:moveTo>
                    <a:pt x="13330" y="0"/>
                  </a:moveTo>
                  <a:lnTo>
                    <a:pt x="13330" y="0"/>
                  </a:lnTo>
                  <a:cubicBezTo>
                    <a:pt x="12212" y="617"/>
                    <a:pt x="11093" y="1233"/>
                    <a:pt x="9975" y="1849"/>
                  </a:cubicBezTo>
                  <a:lnTo>
                    <a:pt x="6620" y="3744"/>
                  </a:lnTo>
                  <a:lnTo>
                    <a:pt x="3310" y="5661"/>
                  </a:lnTo>
                  <a:cubicBezTo>
                    <a:pt x="2191" y="6300"/>
                    <a:pt x="1096" y="6962"/>
                    <a:pt x="0" y="7624"/>
                  </a:cubicBezTo>
                  <a:cubicBezTo>
                    <a:pt x="1141" y="7008"/>
                    <a:pt x="2260" y="6392"/>
                    <a:pt x="3378" y="5775"/>
                  </a:cubicBezTo>
                  <a:lnTo>
                    <a:pt x="6711" y="3881"/>
                  </a:lnTo>
                  <a:lnTo>
                    <a:pt x="10043" y="1963"/>
                  </a:lnTo>
                  <a:cubicBezTo>
                    <a:pt x="11139" y="1324"/>
                    <a:pt x="12235" y="662"/>
                    <a:pt x="13330" y="0"/>
                  </a:cubicBezTo>
                  <a:close/>
                </a:path>
              </a:pathLst>
            </a:custGeom>
            <a:solidFill>
              <a:srgbClr val="27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41"/>
            <p:cNvSpPr/>
            <p:nvPr/>
          </p:nvSpPr>
          <p:spPr>
            <a:xfrm>
              <a:off x="6689838" y="3284613"/>
              <a:ext cx="6314" cy="8281"/>
            </a:xfrm>
            <a:custGeom>
              <a:avLst/>
              <a:gdLst/>
              <a:ahLst/>
              <a:cxnLst/>
              <a:rect l="l" t="t" r="r" b="b"/>
              <a:pathLst>
                <a:path w="366" h="480" extrusionOk="0">
                  <a:moveTo>
                    <a:pt x="183" y="0"/>
                  </a:moveTo>
                  <a:cubicBezTo>
                    <a:pt x="69" y="0"/>
                    <a:pt x="0" y="114"/>
                    <a:pt x="0" y="229"/>
                  </a:cubicBezTo>
                  <a:cubicBezTo>
                    <a:pt x="0" y="366"/>
                    <a:pt x="69" y="480"/>
                    <a:pt x="183" y="480"/>
                  </a:cubicBezTo>
                  <a:cubicBezTo>
                    <a:pt x="274" y="480"/>
                    <a:pt x="365" y="366"/>
                    <a:pt x="365" y="229"/>
                  </a:cubicBezTo>
                  <a:cubicBezTo>
                    <a:pt x="365" y="114"/>
                    <a:pt x="274" y="0"/>
                    <a:pt x="183" y="0"/>
                  </a:cubicBezTo>
                  <a:close/>
                </a:path>
              </a:pathLst>
            </a:custGeom>
            <a:solidFill>
              <a:srgbClr val="4B4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41"/>
            <p:cNvSpPr/>
            <p:nvPr/>
          </p:nvSpPr>
          <p:spPr>
            <a:xfrm>
              <a:off x="6599262" y="3404725"/>
              <a:ext cx="330403" cy="191779"/>
            </a:xfrm>
            <a:custGeom>
              <a:avLst/>
              <a:gdLst/>
              <a:ahLst/>
              <a:cxnLst/>
              <a:rect l="l" t="t" r="r" b="b"/>
              <a:pathLst>
                <a:path w="19151" h="11116" extrusionOk="0">
                  <a:moveTo>
                    <a:pt x="11938" y="0"/>
                  </a:moveTo>
                  <a:lnTo>
                    <a:pt x="0" y="6825"/>
                  </a:lnTo>
                  <a:lnTo>
                    <a:pt x="7259" y="11116"/>
                  </a:lnTo>
                  <a:lnTo>
                    <a:pt x="19151" y="4063"/>
                  </a:lnTo>
                  <a:lnTo>
                    <a:pt x="11938" y="0"/>
                  </a:lnTo>
                  <a:close/>
                </a:path>
              </a:pathLst>
            </a:custGeom>
            <a:solidFill>
              <a:srgbClr val="4B4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41"/>
            <p:cNvSpPr/>
            <p:nvPr/>
          </p:nvSpPr>
          <p:spPr>
            <a:xfrm>
              <a:off x="6607526" y="3410228"/>
              <a:ext cx="315842" cy="178011"/>
            </a:xfrm>
            <a:custGeom>
              <a:avLst/>
              <a:gdLst/>
              <a:ahLst/>
              <a:cxnLst/>
              <a:rect l="l" t="t" r="r" b="b"/>
              <a:pathLst>
                <a:path w="18307" h="10318" extrusionOk="0">
                  <a:moveTo>
                    <a:pt x="11550" y="434"/>
                  </a:moveTo>
                  <a:cubicBezTo>
                    <a:pt x="11778" y="571"/>
                    <a:pt x="12030" y="708"/>
                    <a:pt x="12258" y="845"/>
                  </a:cubicBezTo>
                  <a:cubicBezTo>
                    <a:pt x="12075" y="959"/>
                    <a:pt x="11893" y="1051"/>
                    <a:pt x="11710" y="1142"/>
                  </a:cubicBezTo>
                  <a:cubicBezTo>
                    <a:pt x="11459" y="1028"/>
                    <a:pt x="11231" y="891"/>
                    <a:pt x="10980" y="777"/>
                  </a:cubicBezTo>
                  <a:cubicBezTo>
                    <a:pt x="11162" y="663"/>
                    <a:pt x="11368" y="548"/>
                    <a:pt x="11550" y="434"/>
                  </a:cubicBezTo>
                  <a:close/>
                  <a:moveTo>
                    <a:pt x="10957" y="777"/>
                  </a:moveTo>
                  <a:cubicBezTo>
                    <a:pt x="11185" y="914"/>
                    <a:pt x="11413" y="1051"/>
                    <a:pt x="11642" y="1187"/>
                  </a:cubicBezTo>
                  <a:cubicBezTo>
                    <a:pt x="11459" y="1279"/>
                    <a:pt x="11276" y="1393"/>
                    <a:pt x="11094" y="1484"/>
                  </a:cubicBezTo>
                  <a:cubicBezTo>
                    <a:pt x="10843" y="1370"/>
                    <a:pt x="10614" y="1233"/>
                    <a:pt x="10386" y="1119"/>
                  </a:cubicBezTo>
                  <a:cubicBezTo>
                    <a:pt x="10569" y="1005"/>
                    <a:pt x="10774" y="891"/>
                    <a:pt x="10957" y="777"/>
                  </a:cubicBezTo>
                  <a:close/>
                  <a:moveTo>
                    <a:pt x="12258" y="868"/>
                  </a:moveTo>
                  <a:cubicBezTo>
                    <a:pt x="12372" y="914"/>
                    <a:pt x="12486" y="982"/>
                    <a:pt x="12600" y="1051"/>
                  </a:cubicBezTo>
                  <a:lnTo>
                    <a:pt x="12897" y="1233"/>
                  </a:lnTo>
                  <a:cubicBezTo>
                    <a:pt x="12737" y="1324"/>
                    <a:pt x="12555" y="1416"/>
                    <a:pt x="12372" y="1530"/>
                  </a:cubicBezTo>
                  <a:lnTo>
                    <a:pt x="12212" y="1416"/>
                  </a:lnTo>
                  <a:cubicBezTo>
                    <a:pt x="12052" y="1347"/>
                    <a:pt x="11893" y="1256"/>
                    <a:pt x="11733" y="1165"/>
                  </a:cubicBezTo>
                  <a:cubicBezTo>
                    <a:pt x="11915" y="1073"/>
                    <a:pt x="12098" y="959"/>
                    <a:pt x="12258" y="868"/>
                  </a:cubicBezTo>
                  <a:close/>
                  <a:moveTo>
                    <a:pt x="14198" y="1256"/>
                  </a:moveTo>
                  <a:cubicBezTo>
                    <a:pt x="14015" y="1347"/>
                    <a:pt x="13833" y="1439"/>
                    <a:pt x="13673" y="1553"/>
                  </a:cubicBezTo>
                  <a:cubicBezTo>
                    <a:pt x="13856" y="1461"/>
                    <a:pt x="14038" y="1347"/>
                    <a:pt x="14198" y="1256"/>
                  </a:cubicBezTo>
                  <a:close/>
                  <a:moveTo>
                    <a:pt x="10363" y="1142"/>
                  </a:moveTo>
                  <a:cubicBezTo>
                    <a:pt x="10569" y="1279"/>
                    <a:pt x="10797" y="1393"/>
                    <a:pt x="11025" y="1530"/>
                  </a:cubicBezTo>
                  <a:cubicBezTo>
                    <a:pt x="10843" y="1621"/>
                    <a:pt x="10660" y="1735"/>
                    <a:pt x="10477" y="1827"/>
                  </a:cubicBezTo>
                  <a:cubicBezTo>
                    <a:pt x="10249" y="1712"/>
                    <a:pt x="10021" y="1598"/>
                    <a:pt x="9793" y="1461"/>
                  </a:cubicBezTo>
                  <a:cubicBezTo>
                    <a:pt x="9975" y="1347"/>
                    <a:pt x="10158" y="1256"/>
                    <a:pt x="10363" y="1142"/>
                  </a:cubicBezTo>
                  <a:close/>
                  <a:moveTo>
                    <a:pt x="11664" y="1210"/>
                  </a:moveTo>
                  <a:cubicBezTo>
                    <a:pt x="11847" y="1302"/>
                    <a:pt x="12007" y="1393"/>
                    <a:pt x="12166" y="1507"/>
                  </a:cubicBezTo>
                  <a:lnTo>
                    <a:pt x="12281" y="1576"/>
                  </a:lnTo>
                  <a:cubicBezTo>
                    <a:pt x="12121" y="1667"/>
                    <a:pt x="11938" y="1758"/>
                    <a:pt x="11756" y="1849"/>
                  </a:cubicBezTo>
                  <a:lnTo>
                    <a:pt x="11573" y="1758"/>
                  </a:lnTo>
                  <a:cubicBezTo>
                    <a:pt x="11413" y="1667"/>
                    <a:pt x="11276" y="1598"/>
                    <a:pt x="11139" y="1530"/>
                  </a:cubicBezTo>
                  <a:cubicBezTo>
                    <a:pt x="11322" y="1416"/>
                    <a:pt x="11482" y="1302"/>
                    <a:pt x="11664" y="1210"/>
                  </a:cubicBezTo>
                  <a:close/>
                  <a:moveTo>
                    <a:pt x="12920" y="1233"/>
                  </a:moveTo>
                  <a:lnTo>
                    <a:pt x="13559" y="1598"/>
                  </a:lnTo>
                  <a:cubicBezTo>
                    <a:pt x="13399" y="1690"/>
                    <a:pt x="13216" y="1804"/>
                    <a:pt x="13057" y="1895"/>
                  </a:cubicBezTo>
                  <a:lnTo>
                    <a:pt x="12418" y="1530"/>
                  </a:lnTo>
                  <a:cubicBezTo>
                    <a:pt x="12577" y="1439"/>
                    <a:pt x="12760" y="1347"/>
                    <a:pt x="12920" y="1233"/>
                  </a:cubicBezTo>
                  <a:close/>
                  <a:moveTo>
                    <a:pt x="9747" y="1484"/>
                  </a:moveTo>
                  <a:cubicBezTo>
                    <a:pt x="9975" y="1621"/>
                    <a:pt x="10181" y="1735"/>
                    <a:pt x="10409" y="1872"/>
                  </a:cubicBezTo>
                  <a:cubicBezTo>
                    <a:pt x="10226" y="1964"/>
                    <a:pt x="10044" y="2078"/>
                    <a:pt x="9861" y="2169"/>
                  </a:cubicBezTo>
                  <a:cubicBezTo>
                    <a:pt x="9633" y="2055"/>
                    <a:pt x="9405" y="1941"/>
                    <a:pt x="9176" y="1827"/>
                  </a:cubicBezTo>
                  <a:lnTo>
                    <a:pt x="9199" y="1827"/>
                  </a:lnTo>
                  <a:cubicBezTo>
                    <a:pt x="9382" y="1712"/>
                    <a:pt x="9564" y="1598"/>
                    <a:pt x="9747" y="1484"/>
                  </a:cubicBezTo>
                  <a:close/>
                  <a:moveTo>
                    <a:pt x="11071" y="1553"/>
                  </a:moveTo>
                  <a:cubicBezTo>
                    <a:pt x="11231" y="1644"/>
                    <a:pt x="11368" y="1735"/>
                    <a:pt x="11527" y="1827"/>
                  </a:cubicBezTo>
                  <a:lnTo>
                    <a:pt x="11664" y="1918"/>
                  </a:lnTo>
                  <a:cubicBezTo>
                    <a:pt x="11505" y="2009"/>
                    <a:pt x="11322" y="2100"/>
                    <a:pt x="11139" y="2192"/>
                  </a:cubicBezTo>
                  <a:lnTo>
                    <a:pt x="10934" y="2078"/>
                  </a:lnTo>
                  <a:cubicBezTo>
                    <a:pt x="10797" y="2009"/>
                    <a:pt x="10660" y="1941"/>
                    <a:pt x="10546" y="1872"/>
                  </a:cubicBezTo>
                  <a:cubicBezTo>
                    <a:pt x="10706" y="1758"/>
                    <a:pt x="10888" y="1667"/>
                    <a:pt x="11071" y="1553"/>
                  </a:cubicBezTo>
                  <a:close/>
                  <a:moveTo>
                    <a:pt x="12326" y="1598"/>
                  </a:moveTo>
                  <a:lnTo>
                    <a:pt x="12943" y="1941"/>
                  </a:lnTo>
                  <a:cubicBezTo>
                    <a:pt x="12783" y="2032"/>
                    <a:pt x="12600" y="2146"/>
                    <a:pt x="12418" y="2237"/>
                  </a:cubicBezTo>
                  <a:lnTo>
                    <a:pt x="11801" y="1895"/>
                  </a:lnTo>
                  <a:cubicBezTo>
                    <a:pt x="11984" y="1781"/>
                    <a:pt x="12144" y="1690"/>
                    <a:pt x="12326" y="1598"/>
                  </a:cubicBezTo>
                  <a:close/>
                  <a:moveTo>
                    <a:pt x="13582" y="1621"/>
                  </a:moveTo>
                  <a:lnTo>
                    <a:pt x="14221" y="1986"/>
                  </a:lnTo>
                  <a:cubicBezTo>
                    <a:pt x="14061" y="2078"/>
                    <a:pt x="13878" y="2169"/>
                    <a:pt x="13719" y="2260"/>
                  </a:cubicBezTo>
                  <a:lnTo>
                    <a:pt x="13080" y="1918"/>
                  </a:lnTo>
                  <a:cubicBezTo>
                    <a:pt x="13239" y="1804"/>
                    <a:pt x="13422" y="1712"/>
                    <a:pt x="13582" y="1621"/>
                  </a:cubicBezTo>
                  <a:close/>
                  <a:moveTo>
                    <a:pt x="9154" y="1849"/>
                  </a:moveTo>
                  <a:cubicBezTo>
                    <a:pt x="9359" y="1964"/>
                    <a:pt x="9564" y="2100"/>
                    <a:pt x="9793" y="2215"/>
                  </a:cubicBezTo>
                  <a:cubicBezTo>
                    <a:pt x="9770" y="2215"/>
                    <a:pt x="9770" y="2215"/>
                    <a:pt x="9770" y="2237"/>
                  </a:cubicBezTo>
                  <a:lnTo>
                    <a:pt x="9245" y="2511"/>
                  </a:lnTo>
                  <a:cubicBezTo>
                    <a:pt x="9017" y="2397"/>
                    <a:pt x="8811" y="2283"/>
                    <a:pt x="8583" y="2169"/>
                  </a:cubicBezTo>
                  <a:lnTo>
                    <a:pt x="9154" y="1849"/>
                  </a:lnTo>
                  <a:close/>
                  <a:moveTo>
                    <a:pt x="10477" y="1918"/>
                  </a:moveTo>
                  <a:cubicBezTo>
                    <a:pt x="10614" y="1986"/>
                    <a:pt x="10751" y="2078"/>
                    <a:pt x="10888" y="2146"/>
                  </a:cubicBezTo>
                  <a:lnTo>
                    <a:pt x="11048" y="2260"/>
                  </a:lnTo>
                  <a:cubicBezTo>
                    <a:pt x="10888" y="2352"/>
                    <a:pt x="10706" y="2443"/>
                    <a:pt x="10523" y="2534"/>
                  </a:cubicBezTo>
                  <a:lnTo>
                    <a:pt x="10295" y="2420"/>
                  </a:lnTo>
                  <a:cubicBezTo>
                    <a:pt x="10158" y="2352"/>
                    <a:pt x="10044" y="2283"/>
                    <a:pt x="9930" y="2215"/>
                  </a:cubicBezTo>
                  <a:cubicBezTo>
                    <a:pt x="10112" y="2123"/>
                    <a:pt x="10295" y="2009"/>
                    <a:pt x="10477" y="1918"/>
                  </a:cubicBezTo>
                  <a:close/>
                  <a:moveTo>
                    <a:pt x="11733" y="1941"/>
                  </a:moveTo>
                  <a:lnTo>
                    <a:pt x="12326" y="2283"/>
                  </a:lnTo>
                  <a:cubicBezTo>
                    <a:pt x="12166" y="2374"/>
                    <a:pt x="11984" y="2466"/>
                    <a:pt x="11801" y="2580"/>
                  </a:cubicBezTo>
                  <a:lnTo>
                    <a:pt x="11208" y="2237"/>
                  </a:lnTo>
                  <a:cubicBezTo>
                    <a:pt x="11390" y="2146"/>
                    <a:pt x="11550" y="2032"/>
                    <a:pt x="11733" y="1941"/>
                  </a:cubicBezTo>
                  <a:close/>
                  <a:moveTo>
                    <a:pt x="12988" y="1964"/>
                  </a:moveTo>
                  <a:lnTo>
                    <a:pt x="13604" y="2329"/>
                  </a:lnTo>
                  <a:cubicBezTo>
                    <a:pt x="13445" y="2420"/>
                    <a:pt x="13262" y="2511"/>
                    <a:pt x="13102" y="2603"/>
                  </a:cubicBezTo>
                  <a:lnTo>
                    <a:pt x="12486" y="2260"/>
                  </a:lnTo>
                  <a:cubicBezTo>
                    <a:pt x="12646" y="2169"/>
                    <a:pt x="12806" y="2055"/>
                    <a:pt x="12988" y="1964"/>
                  </a:cubicBezTo>
                  <a:close/>
                  <a:moveTo>
                    <a:pt x="14244" y="1986"/>
                  </a:moveTo>
                  <a:lnTo>
                    <a:pt x="14403" y="2078"/>
                  </a:lnTo>
                  <a:lnTo>
                    <a:pt x="14883" y="2352"/>
                  </a:lnTo>
                  <a:cubicBezTo>
                    <a:pt x="14723" y="2443"/>
                    <a:pt x="14540" y="2534"/>
                    <a:pt x="14381" y="2625"/>
                  </a:cubicBezTo>
                  <a:lnTo>
                    <a:pt x="14015" y="2420"/>
                  </a:lnTo>
                  <a:lnTo>
                    <a:pt x="13741" y="2283"/>
                  </a:lnTo>
                  <a:cubicBezTo>
                    <a:pt x="13901" y="2192"/>
                    <a:pt x="14084" y="2078"/>
                    <a:pt x="14244" y="1986"/>
                  </a:cubicBezTo>
                  <a:close/>
                  <a:moveTo>
                    <a:pt x="16343" y="2283"/>
                  </a:moveTo>
                  <a:lnTo>
                    <a:pt x="16343" y="2283"/>
                  </a:lnTo>
                  <a:cubicBezTo>
                    <a:pt x="16115" y="2420"/>
                    <a:pt x="15887" y="2534"/>
                    <a:pt x="15659" y="2671"/>
                  </a:cubicBezTo>
                  <a:cubicBezTo>
                    <a:pt x="15887" y="2557"/>
                    <a:pt x="16115" y="2420"/>
                    <a:pt x="16343" y="2283"/>
                  </a:cubicBezTo>
                  <a:close/>
                  <a:moveTo>
                    <a:pt x="8537" y="2192"/>
                  </a:moveTo>
                  <a:cubicBezTo>
                    <a:pt x="8743" y="2306"/>
                    <a:pt x="8971" y="2443"/>
                    <a:pt x="9176" y="2557"/>
                  </a:cubicBezTo>
                  <a:lnTo>
                    <a:pt x="8629" y="2854"/>
                  </a:lnTo>
                  <a:cubicBezTo>
                    <a:pt x="8400" y="2740"/>
                    <a:pt x="8195" y="2625"/>
                    <a:pt x="7967" y="2511"/>
                  </a:cubicBezTo>
                  <a:lnTo>
                    <a:pt x="8537" y="2192"/>
                  </a:lnTo>
                  <a:close/>
                  <a:moveTo>
                    <a:pt x="9861" y="2260"/>
                  </a:moveTo>
                  <a:cubicBezTo>
                    <a:pt x="9998" y="2329"/>
                    <a:pt x="10112" y="2420"/>
                    <a:pt x="10249" y="2489"/>
                  </a:cubicBezTo>
                  <a:lnTo>
                    <a:pt x="10432" y="2603"/>
                  </a:lnTo>
                  <a:lnTo>
                    <a:pt x="9907" y="2899"/>
                  </a:lnTo>
                  <a:lnTo>
                    <a:pt x="9633" y="2740"/>
                  </a:lnTo>
                  <a:cubicBezTo>
                    <a:pt x="9542" y="2671"/>
                    <a:pt x="9427" y="2625"/>
                    <a:pt x="9336" y="2580"/>
                  </a:cubicBezTo>
                  <a:lnTo>
                    <a:pt x="9793" y="2306"/>
                  </a:lnTo>
                  <a:cubicBezTo>
                    <a:pt x="9815" y="2283"/>
                    <a:pt x="9838" y="2283"/>
                    <a:pt x="9861" y="2260"/>
                  </a:cubicBezTo>
                  <a:close/>
                  <a:moveTo>
                    <a:pt x="11117" y="2283"/>
                  </a:moveTo>
                  <a:lnTo>
                    <a:pt x="11710" y="2625"/>
                  </a:lnTo>
                  <a:cubicBezTo>
                    <a:pt x="11527" y="2717"/>
                    <a:pt x="11368" y="2808"/>
                    <a:pt x="11185" y="2922"/>
                  </a:cubicBezTo>
                  <a:lnTo>
                    <a:pt x="10614" y="2580"/>
                  </a:lnTo>
                  <a:cubicBezTo>
                    <a:pt x="10774" y="2489"/>
                    <a:pt x="10957" y="2397"/>
                    <a:pt x="11117" y="2283"/>
                  </a:cubicBezTo>
                  <a:close/>
                  <a:moveTo>
                    <a:pt x="12372" y="2329"/>
                  </a:moveTo>
                  <a:lnTo>
                    <a:pt x="12988" y="2671"/>
                  </a:lnTo>
                  <a:cubicBezTo>
                    <a:pt x="12806" y="2762"/>
                    <a:pt x="12646" y="2854"/>
                    <a:pt x="12486" y="2945"/>
                  </a:cubicBezTo>
                  <a:lnTo>
                    <a:pt x="11870" y="2603"/>
                  </a:lnTo>
                  <a:cubicBezTo>
                    <a:pt x="12052" y="2511"/>
                    <a:pt x="12212" y="2420"/>
                    <a:pt x="12372" y="2329"/>
                  </a:cubicBezTo>
                  <a:close/>
                  <a:moveTo>
                    <a:pt x="13650" y="2352"/>
                  </a:moveTo>
                  <a:lnTo>
                    <a:pt x="13970" y="2534"/>
                  </a:lnTo>
                  <a:lnTo>
                    <a:pt x="14266" y="2694"/>
                  </a:lnTo>
                  <a:cubicBezTo>
                    <a:pt x="14107" y="2785"/>
                    <a:pt x="13924" y="2877"/>
                    <a:pt x="13764" y="2968"/>
                  </a:cubicBezTo>
                  <a:lnTo>
                    <a:pt x="13376" y="2762"/>
                  </a:lnTo>
                  <a:lnTo>
                    <a:pt x="13148" y="2625"/>
                  </a:lnTo>
                  <a:cubicBezTo>
                    <a:pt x="13308" y="2534"/>
                    <a:pt x="13468" y="2443"/>
                    <a:pt x="13650" y="2352"/>
                  </a:cubicBezTo>
                  <a:close/>
                  <a:moveTo>
                    <a:pt x="14906" y="2374"/>
                  </a:moveTo>
                  <a:lnTo>
                    <a:pt x="15545" y="2717"/>
                  </a:lnTo>
                  <a:cubicBezTo>
                    <a:pt x="15385" y="2808"/>
                    <a:pt x="15202" y="2922"/>
                    <a:pt x="15042" y="3014"/>
                  </a:cubicBezTo>
                  <a:lnTo>
                    <a:pt x="14403" y="2648"/>
                  </a:lnTo>
                  <a:cubicBezTo>
                    <a:pt x="14586" y="2557"/>
                    <a:pt x="14746" y="2466"/>
                    <a:pt x="14906" y="2374"/>
                  </a:cubicBezTo>
                  <a:close/>
                  <a:moveTo>
                    <a:pt x="7944" y="2534"/>
                  </a:moveTo>
                  <a:cubicBezTo>
                    <a:pt x="8149" y="2648"/>
                    <a:pt x="8355" y="2785"/>
                    <a:pt x="8560" y="2899"/>
                  </a:cubicBezTo>
                  <a:lnTo>
                    <a:pt x="8012" y="3219"/>
                  </a:lnTo>
                  <a:cubicBezTo>
                    <a:pt x="7807" y="3082"/>
                    <a:pt x="7579" y="2968"/>
                    <a:pt x="7373" y="2854"/>
                  </a:cubicBezTo>
                  <a:lnTo>
                    <a:pt x="7944" y="2534"/>
                  </a:lnTo>
                  <a:close/>
                  <a:moveTo>
                    <a:pt x="9268" y="2603"/>
                  </a:moveTo>
                  <a:cubicBezTo>
                    <a:pt x="9382" y="2671"/>
                    <a:pt x="9496" y="2740"/>
                    <a:pt x="9610" y="2808"/>
                  </a:cubicBezTo>
                  <a:lnTo>
                    <a:pt x="9815" y="2945"/>
                  </a:lnTo>
                  <a:lnTo>
                    <a:pt x="9313" y="3242"/>
                  </a:lnTo>
                  <a:lnTo>
                    <a:pt x="8994" y="3059"/>
                  </a:lnTo>
                  <a:cubicBezTo>
                    <a:pt x="8902" y="3014"/>
                    <a:pt x="8811" y="2968"/>
                    <a:pt x="8720" y="2922"/>
                  </a:cubicBezTo>
                  <a:lnTo>
                    <a:pt x="9268" y="2603"/>
                  </a:lnTo>
                  <a:close/>
                  <a:moveTo>
                    <a:pt x="10523" y="2648"/>
                  </a:moveTo>
                  <a:lnTo>
                    <a:pt x="11094" y="2968"/>
                  </a:lnTo>
                  <a:lnTo>
                    <a:pt x="10592" y="3265"/>
                  </a:lnTo>
                  <a:lnTo>
                    <a:pt x="9998" y="2945"/>
                  </a:lnTo>
                  <a:lnTo>
                    <a:pt x="10523" y="2648"/>
                  </a:lnTo>
                  <a:close/>
                  <a:moveTo>
                    <a:pt x="11778" y="2671"/>
                  </a:moveTo>
                  <a:lnTo>
                    <a:pt x="12372" y="3014"/>
                  </a:lnTo>
                  <a:cubicBezTo>
                    <a:pt x="12212" y="3082"/>
                    <a:pt x="12052" y="3173"/>
                    <a:pt x="11893" y="3265"/>
                  </a:cubicBezTo>
                  <a:lnTo>
                    <a:pt x="11870" y="3287"/>
                  </a:lnTo>
                  <a:lnTo>
                    <a:pt x="11276" y="2968"/>
                  </a:lnTo>
                  <a:cubicBezTo>
                    <a:pt x="11459" y="2877"/>
                    <a:pt x="11619" y="2762"/>
                    <a:pt x="11778" y="2671"/>
                  </a:cubicBezTo>
                  <a:close/>
                  <a:moveTo>
                    <a:pt x="13034" y="2694"/>
                  </a:moveTo>
                  <a:lnTo>
                    <a:pt x="13331" y="2854"/>
                  </a:lnTo>
                  <a:lnTo>
                    <a:pt x="13650" y="3036"/>
                  </a:lnTo>
                  <a:cubicBezTo>
                    <a:pt x="13468" y="3128"/>
                    <a:pt x="13308" y="3219"/>
                    <a:pt x="13148" y="3310"/>
                  </a:cubicBezTo>
                  <a:lnTo>
                    <a:pt x="12737" y="3082"/>
                  </a:lnTo>
                  <a:lnTo>
                    <a:pt x="12555" y="2991"/>
                  </a:lnTo>
                  <a:cubicBezTo>
                    <a:pt x="12714" y="2877"/>
                    <a:pt x="12874" y="2785"/>
                    <a:pt x="13034" y="2694"/>
                  </a:cubicBezTo>
                  <a:close/>
                  <a:moveTo>
                    <a:pt x="14312" y="2717"/>
                  </a:moveTo>
                  <a:lnTo>
                    <a:pt x="14928" y="3059"/>
                  </a:lnTo>
                  <a:cubicBezTo>
                    <a:pt x="14769" y="3150"/>
                    <a:pt x="14586" y="3265"/>
                    <a:pt x="14426" y="3356"/>
                  </a:cubicBezTo>
                  <a:lnTo>
                    <a:pt x="13810" y="3014"/>
                  </a:lnTo>
                  <a:cubicBezTo>
                    <a:pt x="13970" y="2899"/>
                    <a:pt x="14129" y="2808"/>
                    <a:pt x="14312" y="2717"/>
                  </a:cubicBezTo>
                  <a:close/>
                  <a:moveTo>
                    <a:pt x="15567" y="2740"/>
                  </a:moveTo>
                  <a:lnTo>
                    <a:pt x="16207" y="3082"/>
                  </a:lnTo>
                  <a:cubicBezTo>
                    <a:pt x="16207" y="3082"/>
                    <a:pt x="16207" y="3082"/>
                    <a:pt x="16229" y="3105"/>
                  </a:cubicBezTo>
                  <a:cubicBezTo>
                    <a:pt x="16047" y="3196"/>
                    <a:pt x="15864" y="3287"/>
                    <a:pt x="15682" y="3379"/>
                  </a:cubicBezTo>
                  <a:lnTo>
                    <a:pt x="15065" y="3036"/>
                  </a:lnTo>
                  <a:cubicBezTo>
                    <a:pt x="15248" y="2945"/>
                    <a:pt x="15408" y="2831"/>
                    <a:pt x="15567" y="2740"/>
                  </a:cubicBezTo>
                  <a:close/>
                  <a:moveTo>
                    <a:pt x="7328" y="2877"/>
                  </a:moveTo>
                  <a:cubicBezTo>
                    <a:pt x="7533" y="3014"/>
                    <a:pt x="7738" y="3128"/>
                    <a:pt x="7944" y="3242"/>
                  </a:cubicBezTo>
                  <a:lnTo>
                    <a:pt x="7396" y="3561"/>
                  </a:lnTo>
                  <a:cubicBezTo>
                    <a:pt x="7191" y="3447"/>
                    <a:pt x="6985" y="3333"/>
                    <a:pt x="6757" y="3219"/>
                  </a:cubicBezTo>
                  <a:lnTo>
                    <a:pt x="7328" y="2877"/>
                  </a:lnTo>
                  <a:close/>
                  <a:moveTo>
                    <a:pt x="8651" y="2968"/>
                  </a:moveTo>
                  <a:cubicBezTo>
                    <a:pt x="8766" y="3014"/>
                    <a:pt x="8857" y="3082"/>
                    <a:pt x="8948" y="3150"/>
                  </a:cubicBezTo>
                  <a:lnTo>
                    <a:pt x="9222" y="3287"/>
                  </a:lnTo>
                  <a:lnTo>
                    <a:pt x="8697" y="3584"/>
                  </a:lnTo>
                  <a:lnTo>
                    <a:pt x="8355" y="3402"/>
                  </a:lnTo>
                  <a:cubicBezTo>
                    <a:pt x="8286" y="3356"/>
                    <a:pt x="8195" y="3310"/>
                    <a:pt x="8126" y="3265"/>
                  </a:cubicBezTo>
                  <a:lnTo>
                    <a:pt x="8651" y="2968"/>
                  </a:lnTo>
                  <a:close/>
                  <a:moveTo>
                    <a:pt x="9907" y="2991"/>
                  </a:moveTo>
                  <a:lnTo>
                    <a:pt x="10477" y="3310"/>
                  </a:lnTo>
                  <a:lnTo>
                    <a:pt x="9975" y="3607"/>
                  </a:lnTo>
                  <a:lnTo>
                    <a:pt x="9405" y="3287"/>
                  </a:lnTo>
                  <a:lnTo>
                    <a:pt x="9907" y="2991"/>
                  </a:lnTo>
                  <a:close/>
                  <a:moveTo>
                    <a:pt x="11185" y="3014"/>
                  </a:moveTo>
                  <a:lnTo>
                    <a:pt x="11756" y="3356"/>
                  </a:lnTo>
                  <a:lnTo>
                    <a:pt x="11253" y="3630"/>
                  </a:lnTo>
                  <a:lnTo>
                    <a:pt x="10683" y="3310"/>
                  </a:lnTo>
                  <a:lnTo>
                    <a:pt x="11185" y="3014"/>
                  </a:lnTo>
                  <a:close/>
                  <a:moveTo>
                    <a:pt x="12440" y="3036"/>
                  </a:moveTo>
                  <a:lnTo>
                    <a:pt x="12669" y="3173"/>
                  </a:lnTo>
                  <a:lnTo>
                    <a:pt x="13034" y="3379"/>
                  </a:lnTo>
                  <a:cubicBezTo>
                    <a:pt x="12897" y="3447"/>
                    <a:pt x="12737" y="3538"/>
                    <a:pt x="12600" y="3607"/>
                  </a:cubicBezTo>
                  <a:lnTo>
                    <a:pt x="12532" y="3653"/>
                  </a:lnTo>
                  <a:lnTo>
                    <a:pt x="12098" y="3402"/>
                  </a:lnTo>
                  <a:lnTo>
                    <a:pt x="11938" y="3333"/>
                  </a:lnTo>
                  <a:cubicBezTo>
                    <a:pt x="12121" y="3242"/>
                    <a:pt x="12281" y="3150"/>
                    <a:pt x="12440" y="3036"/>
                  </a:cubicBezTo>
                  <a:close/>
                  <a:moveTo>
                    <a:pt x="13696" y="3059"/>
                  </a:moveTo>
                  <a:lnTo>
                    <a:pt x="14312" y="3402"/>
                  </a:lnTo>
                  <a:cubicBezTo>
                    <a:pt x="14152" y="3493"/>
                    <a:pt x="13970" y="3607"/>
                    <a:pt x="13787" y="3698"/>
                  </a:cubicBezTo>
                  <a:lnTo>
                    <a:pt x="13216" y="3356"/>
                  </a:lnTo>
                  <a:cubicBezTo>
                    <a:pt x="13376" y="3265"/>
                    <a:pt x="13536" y="3173"/>
                    <a:pt x="13696" y="3059"/>
                  </a:cubicBezTo>
                  <a:close/>
                  <a:moveTo>
                    <a:pt x="14974" y="3082"/>
                  </a:moveTo>
                  <a:lnTo>
                    <a:pt x="15590" y="3447"/>
                  </a:lnTo>
                  <a:cubicBezTo>
                    <a:pt x="15431" y="3538"/>
                    <a:pt x="15248" y="3630"/>
                    <a:pt x="15065" y="3721"/>
                  </a:cubicBezTo>
                  <a:lnTo>
                    <a:pt x="14472" y="3379"/>
                  </a:lnTo>
                  <a:cubicBezTo>
                    <a:pt x="14632" y="3287"/>
                    <a:pt x="14814" y="3196"/>
                    <a:pt x="14974" y="3082"/>
                  </a:cubicBezTo>
                  <a:close/>
                  <a:moveTo>
                    <a:pt x="16252" y="3105"/>
                  </a:moveTo>
                  <a:cubicBezTo>
                    <a:pt x="16458" y="3219"/>
                    <a:pt x="16686" y="3333"/>
                    <a:pt x="16891" y="3470"/>
                  </a:cubicBezTo>
                  <a:cubicBezTo>
                    <a:pt x="16709" y="3561"/>
                    <a:pt x="16526" y="3675"/>
                    <a:pt x="16344" y="3767"/>
                  </a:cubicBezTo>
                  <a:cubicBezTo>
                    <a:pt x="16161" y="3675"/>
                    <a:pt x="15978" y="3561"/>
                    <a:pt x="15819" y="3447"/>
                  </a:cubicBezTo>
                  <a:lnTo>
                    <a:pt x="15727" y="3402"/>
                  </a:lnTo>
                  <a:cubicBezTo>
                    <a:pt x="15910" y="3310"/>
                    <a:pt x="16070" y="3219"/>
                    <a:pt x="16252" y="3105"/>
                  </a:cubicBezTo>
                  <a:close/>
                  <a:moveTo>
                    <a:pt x="6734" y="3242"/>
                  </a:moveTo>
                  <a:cubicBezTo>
                    <a:pt x="6939" y="3356"/>
                    <a:pt x="7145" y="3470"/>
                    <a:pt x="7328" y="3584"/>
                  </a:cubicBezTo>
                  <a:lnTo>
                    <a:pt x="6803" y="3904"/>
                  </a:lnTo>
                  <a:cubicBezTo>
                    <a:pt x="6574" y="3790"/>
                    <a:pt x="6369" y="3675"/>
                    <a:pt x="6163" y="3561"/>
                  </a:cubicBezTo>
                  <a:lnTo>
                    <a:pt x="6209" y="3538"/>
                  </a:lnTo>
                  <a:lnTo>
                    <a:pt x="6734" y="3242"/>
                  </a:lnTo>
                  <a:close/>
                  <a:moveTo>
                    <a:pt x="8058" y="3310"/>
                  </a:moveTo>
                  <a:cubicBezTo>
                    <a:pt x="8126" y="3356"/>
                    <a:pt x="8218" y="3424"/>
                    <a:pt x="8309" y="3470"/>
                  </a:cubicBezTo>
                  <a:lnTo>
                    <a:pt x="8606" y="3630"/>
                  </a:lnTo>
                  <a:lnTo>
                    <a:pt x="8081" y="3927"/>
                  </a:lnTo>
                  <a:lnTo>
                    <a:pt x="7853" y="3812"/>
                  </a:lnTo>
                  <a:cubicBezTo>
                    <a:pt x="7738" y="3744"/>
                    <a:pt x="7624" y="3675"/>
                    <a:pt x="7510" y="3607"/>
                  </a:cubicBezTo>
                  <a:lnTo>
                    <a:pt x="8058" y="3310"/>
                  </a:lnTo>
                  <a:close/>
                  <a:moveTo>
                    <a:pt x="9313" y="3333"/>
                  </a:moveTo>
                  <a:lnTo>
                    <a:pt x="9861" y="3653"/>
                  </a:lnTo>
                  <a:lnTo>
                    <a:pt x="9359" y="3949"/>
                  </a:lnTo>
                  <a:lnTo>
                    <a:pt x="8788" y="3630"/>
                  </a:lnTo>
                  <a:lnTo>
                    <a:pt x="9313" y="3333"/>
                  </a:lnTo>
                  <a:close/>
                  <a:moveTo>
                    <a:pt x="10569" y="3379"/>
                  </a:moveTo>
                  <a:lnTo>
                    <a:pt x="11139" y="3698"/>
                  </a:lnTo>
                  <a:lnTo>
                    <a:pt x="10637" y="3972"/>
                  </a:lnTo>
                  <a:lnTo>
                    <a:pt x="10067" y="3653"/>
                  </a:lnTo>
                  <a:lnTo>
                    <a:pt x="10569" y="3379"/>
                  </a:lnTo>
                  <a:close/>
                  <a:moveTo>
                    <a:pt x="11847" y="3402"/>
                  </a:moveTo>
                  <a:lnTo>
                    <a:pt x="12030" y="3516"/>
                  </a:lnTo>
                  <a:lnTo>
                    <a:pt x="12418" y="3721"/>
                  </a:lnTo>
                  <a:lnTo>
                    <a:pt x="11915" y="3995"/>
                  </a:lnTo>
                  <a:lnTo>
                    <a:pt x="11459" y="3744"/>
                  </a:lnTo>
                  <a:lnTo>
                    <a:pt x="11345" y="3675"/>
                  </a:lnTo>
                  <a:lnTo>
                    <a:pt x="11847" y="3402"/>
                  </a:lnTo>
                  <a:close/>
                  <a:moveTo>
                    <a:pt x="13102" y="3424"/>
                  </a:moveTo>
                  <a:lnTo>
                    <a:pt x="13696" y="3744"/>
                  </a:lnTo>
                  <a:cubicBezTo>
                    <a:pt x="13582" y="3812"/>
                    <a:pt x="13445" y="3881"/>
                    <a:pt x="13308" y="3972"/>
                  </a:cubicBezTo>
                  <a:lnTo>
                    <a:pt x="13171" y="4041"/>
                  </a:lnTo>
                  <a:lnTo>
                    <a:pt x="12600" y="3721"/>
                  </a:lnTo>
                  <a:lnTo>
                    <a:pt x="12646" y="3698"/>
                  </a:lnTo>
                  <a:cubicBezTo>
                    <a:pt x="12806" y="3607"/>
                    <a:pt x="12943" y="3516"/>
                    <a:pt x="13102" y="3424"/>
                  </a:cubicBezTo>
                  <a:close/>
                  <a:moveTo>
                    <a:pt x="14381" y="3447"/>
                  </a:moveTo>
                  <a:lnTo>
                    <a:pt x="14974" y="3790"/>
                  </a:lnTo>
                  <a:cubicBezTo>
                    <a:pt x="14814" y="3881"/>
                    <a:pt x="14632" y="3972"/>
                    <a:pt x="14449" y="4063"/>
                  </a:cubicBezTo>
                  <a:lnTo>
                    <a:pt x="13878" y="3744"/>
                  </a:lnTo>
                  <a:cubicBezTo>
                    <a:pt x="14038" y="3630"/>
                    <a:pt x="14198" y="3538"/>
                    <a:pt x="14381" y="3447"/>
                  </a:cubicBezTo>
                  <a:close/>
                  <a:moveTo>
                    <a:pt x="15636" y="3470"/>
                  </a:moveTo>
                  <a:lnTo>
                    <a:pt x="15773" y="3538"/>
                  </a:lnTo>
                  <a:cubicBezTo>
                    <a:pt x="15933" y="3630"/>
                    <a:pt x="16115" y="3721"/>
                    <a:pt x="16275" y="3812"/>
                  </a:cubicBezTo>
                  <a:cubicBezTo>
                    <a:pt x="16092" y="3904"/>
                    <a:pt x="15910" y="4018"/>
                    <a:pt x="15727" y="4109"/>
                  </a:cubicBezTo>
                  <a:cubicBezTo>
                    <a:pt x="15545" y="3995"/>
                    <a:pt x="15362" y="3881"/>
                    <a:pt x="15179" y="3790"/>
                  </a:cubicBezTo>
                  <a:lnTo>
                    <a:pt x="15134" y="3767"/>
                  </a:lnTo>
                  <a:cubicBezTo>
                    <a:pt x="15294" y="3653"/>
                    <a:pt x="15476" y="3561"/>
                    <a:pt x="15636" y="3470"/>
                  </a:cubicBezTo>
                  <a:close/>
                  <a:moveTo>
                    <a:pt x="16914" y="3470"/>
                  </a:moveTo>
                  <a:cubicBezTo>
                    <a:pt x="17142" y="3584"/>
                    <a:pt x="17371" y="3698"/>
                    <a:pt x="17576" y="3835"/>
                  </a:cubicBezTo>
                  <a:cubicBezTo>
                    <a:pt x="17393" y="3927"/>
                    <a:pt x="17188" y="4041"/>
                    <a:pt x="16983" y="4155"/>
                  </a:cubicBezTo>
                  <a:cubicBezTo>
                    <a:pt x="16777" y="4041"/>
                    <a:pt x="16595" y="3904"/>
                    <a:pt x="16389" y="3790"/>
                  </a:cubicBezTo>
                  <a:cubicBezTo>
                    <a:pt x="16572" y="3675"/>
                    <a:pt x="16732" y="3584"/>
                    <a:pt x="16914" y="3470"/>
                  </a:cubicBezTo>
                  <a:close/>
                  <a:moveTo>
                    <a:pt x="6118" y="3584"/>
                  </a:moveTo>
                  <a:cubicBezTo>
                    <a:pt x="6323" y="3698"/>
                    <a:pt x="6529" y="3812"/>
                    <a:pt x="6734" y="3949"/>
                  </a:cubicBezTo>
                  <a:lnTo>
                    <a:pt x="6186" y="4246"/>
                  </a:lnTo>
                  <a:cubicBezTo>
                    <a:pt x="5981" y="4132"/>
                    <a:pt x="5753" y="4018"/>
                    <a:pt x="5547" y="3904"/>
                  </a:cubicBezTo>
                  <a:lnTo>
                    <a:pt x="6118" y="3584"/>
                  </a:lnTo>
                  <a:close/>
                  <a:moveTo>
                    <a:pt x="7442" y="3653"/>
                  </a:moveTo>
                  <a:cubicBezTo>
                    <a:pt x="7579" y="3721"/>
                    <a:pt x="7693" y="3812"/>
                    <a:pt x="7830" y="3881"/>
                  </a:cubicBezTo>
                  <a:lnTo>
                    <a:pt x="7989" y="3972"/>
                  </a:lnTo>
                  <a:lnTo>
                    <a:pt x="7464" y="4269"/>
                  </a:lnTo>
                  <a:lnTo>
                    <a:pt x="7213" y="4132"/>
                  </a:lnTo>
                  <a:cubicBezTo>
                    <a:pt x="7122" y="4063"/>
                    <a:pt x="7008" y="4018"/>
                    <a:pt x="6917" y="3972"/>
                  </a:cubicBezTo>
                  <a:lnTo>
                    <a:pt x="7442" y="3653"/>
                  </a:lnTo>
                  <a:close/>
                  <a:moveTo>
                    <a:pt x="8697" y="3698"/>
                  </a:moveTo>
                  <a:lnTo>
                    <a:pt x="9268" y="3995"/>
                  </a:lnTo>
                  <a:lnTo>
                    <a:pt x="8743" y="4292"/>
                  </a:lnTo>
                  <a:lnTo>
                    <a:pt x="8195" y="3972"/>
                  </a:lnTo>
                  <a:lnTo>
                    <a:pt x="8697" y="3698"/>
                  </a:lnTo>
                  <a:close/>
                  <a:moveTo>
                    <a:pt x="9975" y="3721"/>
                  </a:moveTo>
                  <a:lnTo>
                    <a:pt x="10523" y="4041"/>
                  </a:lnTo>
                  <a:lnTo>
                    <a:pt x="10021" y="4315"/>
                  </a:lnTo>
                  <a:lnTo>
                    <a:pt x="9473" y="3995"/>
                  </a:lnTo>
                  <a:lnTo>
                    <a:pt x="9975" y="3721"/>
                  </a:lnTo>
                  <a:close/>
                  <a:moveTo>
                    <a:pt x="11231" y="3744"/>
                  </a:moveTo>
                  <a:lnTo>
                    <a:pt x="11390" y="3835"/>
                  </a:lnTo>
                  <a:lnTo>
                    <a:pt x="11801" y="4063"/>
                  </a:lnTo>
                  <a:lnTo>
                    <a:pt x="11299" y="4360"/>
                  </a:lnTo>
                  <a:lnTo>
                    <a:pt x="10797" y="4063"/>
                  </a:lnTo>
                  <a:lnTo>
                    <a:pt x="10728" y="4041"/>
                  </a:lnTo>
                  <a:lnTo>
                    <a:pt x="11231" y="3744"/>
                  </a:lnTo>
                  <a:close/>
                  <a:moveTo>
                    <a:pt x="12509" y="3767"/>
                  </a:moveTo>
                  <a:lnTo>
                    <a:pt x="13080" y="4086"/>
                  </a:lnTo>
                  <a:lnTo>
                    <a:pt x="12577" y="4383"/>
                  </a:lnTo>
                  <a:lnTo>
                    <a:pt x="12007" y="4063"/>
                  </a:lnTo>
                  <a:lnTo>
                    <a:pt x="12509" y="3767"/>
                  </a:lnTo>
                  <a:close/>
                  <a:moveTo>
                    <a:pt x="13764" y="3790"/>
                  </a:moveTo>
                  <a:lnTo>
                    <a:pt x="14358" y="4109"/>
                  </a:lnTo>
                  <a:cubicBezTo>
                    <a:pt x="14244" y="4178"/>
                    <a:pt x="14129" y="4246"/>
                    <a:pt x="14015" y="4315"/>
                  </a:cubicBezTo>
                  <a:lnTo>
                    <a:pt x="13833" y="4406"/>
                  </a:lnTo>
                  <a:lnTo>
                    <a:pt x="13262" y="4086"/>
                  </a:lnTo>
                  <a:lnTo>
                    <a:pt x="13353" y="4041"/>
                  </a:lnTo>
                  <a:cubicBezTo>
                    <a:pt x="13490" y="3949"/>
                    <a:pt x="13627" y="3881"/>
                    <a:pt x="13764" y="3790"/>
                  </a:cubicBezTo>
                  <a:close/>
                  <a:moveTo>
                    <a:pt x="15042" y="3812"/>
                  </a:moveTo>
                  <a:lnTo>
                    <a:pt x="15134" y="3858"/>
                  </a:lnTo>
                  <a:cubicBezTo>
                    <a:pt x="15294" y="3949"/>
                    <a:pt x="15476" y="4041"/>
                    <a:pt x="15659" y="4155"/>
                  </a:cubicBezTo>
                  <a:cubicBezTo>
                    <a:pt x="15476" y="4246"/>
                    <a:pt x="15294" y="4360"/>
                    <a:pt x="15111" y="4452"/>
                  </a:cubicBezTo>
                  <a:cubicBezTo>
                    <a:pt x="14906" y="4337"/>
                    <a:pt x="14723" y="4223"/>
                    <a:pt x="14540" y="4109"/>
                  </a:cubicBezTo>
                  <a:cubicBezTo>
                    <a:pt x="14700" y="4018"/>
                    <a:pt x="14883" y="3904"/>
                    <a:pt x="15042" y="3812"/>
                  </a:cubicBezTo>
                  <a:close/>
                  <a:moveTo>
                    <a:pt x="16321" y="3835"/>
                  </a:moveTo>
                  <a:cubicBezTo>
                    <a:pt x="16526" y="3949"/>
                    <a:pt x="16754" y="4063"/>
                    <a:pt x="16960" y="4178"/>
                  </a:cubicBezTo>
                  <a:cubicBezTo>
                    <a:pt x="16754" y="4269"/>
                    <a:pt x="16572" y="4383"/>
                    <a:pt x="16366" y="4497"/>
                  </a:cubicBezTo>
                  <a:cubicBezTo>
                    <a:pt x="16184" y="4383"/>
                    <a:pt x="15978" y="4269"/>
                    <a:pt x="15773" y="4155"/>
                  </a:cubicBezTo>
                  <a:cubicBezTo>
                    <a:pt x="15955" y="4041"/>
                    <a:pt x="16138" y="3927"/>
                    <a:pt x="16321" y="3835"/>
                  </a:cubicBezTo>
                  <a:close/>
                  <a:moveTo>
                    <a:pt x="5502" y="3927"/>
                  </a:moveTo>
                  <a:cubicBezTo>
                    <a:pt x="5707" y="4041"/>
                    <a:pt x="5912" y="4178"/>
                    <a:pt x="6118" y="4292"/>
                  </a:cubicBezTo>
                  <a:lnTo>
                    <a:pt x="5593" y="4588"/>
                  </a:lnTo>
                  <a:cubicBezTo>
                    <a:pt x="5365" y="4474"/>
                    <a:pt x="5159" y="4360"/>
                    <a:pt x="4931" y="4246"/>
                  </a:cubicBezTo>
                  <a:lnTo>
                    <a:pt x="5502" y="3927"/>
                  </a:lnTo>
                  <a:close/>
                  <a:moveTo>
                    <a:pt x="6848" y="3995"/>
                  </a:moveTo>
                  <a:cubicBezTo>
                    <a:pt x="6962" y="4063"/>
                    <a:pt x="7054" y="4132"/>
                    <a:pt x="7191" y="4200"/>
                  </a:cubicBezTo>
                  <a:lnTo>
                    <a:pt x="7373" y="4315"/>
                  </a:lnTo>
                  <a:lnTo>
                    <a:pt x="6871" y="4611"/>
                  </a:lnTo>
                  <a:lnTo>
                    <a:pt x="6574" y="4452"/>
                  </a:lnTo>
                  <a:cubicBezTo>
                    <a:pt x="6483" y="4406"/>
                    <a:pt x="6392" y="4360"/>
                    <a:pt x="6300" y="4315"/>
                  </a:cubicBezTo>
                  <a:lnTo>
                    <a:pt x="6803" y="4018"/>
                  </a:lnTo>
                  <a:lnTo>
                    <a:pt x="6848" y="3995"/>
                  </a:lnTo>
                  <a:close/>
                  <a:moveTo>
                    <a:pt x="8104" y="4041"/>
                  </a:moveTo>
                  <a:lnTo>
                    <a:pt x="8651" y="4360"/>
                  </a:lnTo>
                  <a:lnTo>
                    <a:pt x="8172" y="4611"/>
                  </a:lnTo>
                  <a:lnTo>
                    <a:pt x="8126" y="4634"/>
                  </a:lnTo>
                  <a:lnTo>
                    <a:pt x="7579" y="4337"/>
                  </a:lnTo>
                  <a:lnTo>
                    <a:pt x="8104" y="4041"/>
                  </a:lnTo>
                  <a:close/>
                  <a:moveTo>
                    <a:pt x="9359" y="4063"/>
                  </a:moveTo>
                  <a:lnTo>
                    <a:pt x="9907" y="4383"/>
                  </a:lnTo>
                  <a:lnTo>
                    <a:pt x="9405" y="4657"/>
                  </a:lnTo>
                  <a:lnTo>
                    <a:pt x="8857" y="4360"/>
                  </a:lnTo>
                  <a:lnTo>
                    <a:pt x="9359" y="4063"/>
                  </a:lnTo>
                  <a:close/>
                  <a:moveTo>
                    <a:pt x="10637" y="4086"/>
                  </a:moveTo>
                  <a:lnTo>
                    <a:pt x="10751" y="4178"/>
                  </a:lnTo>
                  <a:lnTo>
                    <a:pt x="11185" y="4406"/>
                  </a:lnTo>
                  <a:lnTo>
                    <a:pt x="10683" y="4703"/>
                  </a:lnTo>
                  <a:lnTo>
                    <a:pt x="10158" y="4406"/>
                  </a:lnTo>
                  <a:lnTo>
                    <a:pt x="10135" y="4383"/>
                  </a:lnTo>
                  <a:lnTo>
                    <a:pt x="10637" y="4086"/>
                  </a:lnTo>
                  <a:close/>
                  <a:moveTo>
                    <a:pt x="11893" y="4109"/>
                  </a:moveTo>
                  <a:lnTo>
                    <a:pt x="12463" y="4429"/>
                  </a:lnTo>
                  <a:lnTo>
                    <a:pt x="11961" y="4725"/>
                  </a:lnTo>
                  <a:lnTo>
                    <a:pt x="11390" y="4406"/>
                  </a:lnTo>
                  <a:lnTo>
                    <a:pt x="11893" y="4109"/>
                  </a:lnTo>
                  <a:close/>
                  <a:moveTo>
                    <a:pt x="13171" y="4132"/>
                  </a:moveTo>
                  <a:lnTo>
                    <a:pt x="13741" y="4474"/>
                  </a:lnTo>
                  <a:lnTo>
                    <a:pt x="13216" y="4748"/>
                  </a:lnTo>
                  <a:lnTo>
                    <a:pt x="12669" y="4429"/>
                  </a:lnTo>
                  <a:lnTo>
                    <a:pt x="13171" y="4132"/>
                  </a:lnTo>
                  <a:close/>
                  <a:moveTo>
                    <a:pt x="14449" y="4155"/>
                  </a:moveTo>
                  <a:lnTo>
                    <a:pt x="14495" y="4178"/>
                  </a:lnTo>
                  <a:cubicBezTo>
                    <a:pt x="14677" y="4292"/>
                    <a:pt x="14860" y="4383"/>
                    <a:pt x="15042" y="4497"/>
                  </a:cubicBezTo>
                  <a:cubicBezTo>
                    <a:pt x="14951" y="4543"/>
                    <a:pt x="14837" y="4588"/>
                    <a:pt x="14746" y="4657"/>
                  </a:cubicBezTo>
                  <a:lnTo>
                    <a:pt x="14495" y="4794"/>
                  </a:lnTo>
                  <a:cubicBezTo>
                    <a:pt x="14289" y="4680"/>
                    <a:pt x="14107" y="4566"/>
                    <a:pt x="13924" y="4474"/>
                  </a:cubicBezTo>
                  <a:lnTo>
                    <a:pt x="14061" y="4383"/>
                  </a:lnTo>
                  <a:cubicBezTo>
                    <a:pt x="14198" y="4315"/>
                    <a:pt x="14312" y="4246"/>
                    <a:pt x="14449" y="4155"/>
                  </a:cubicBezTo>
                  <a:close/>
                  <a:moveTo>
                    <a:pt x="15727" y="4178"/>
                  </a:moveTo>
                  <a:cubicBezTo>
                    <a:pt x="15933" y="4292"/>
                    <a:pt x="16138" y="4406"/>
                    <a:pt x="16344" y="4520"/>
                  </a:cubicBezTo>
                  <a:cubicBezTo>
                    <a:pt x="16138" y="4611"/>
                    <a:pt x="15955" y="4725"/>
                    <a:pt x="15750" y="4840"/>
                  </a:cubicBezTo>
                  <a:cubicBezTo>
                    <a:pt x="15567" y="4725"/>
                    <a:pt x="15362" y="4611"/>
                    <a:pt x="15179" y="4497"/>
                  </a:cubicBezTo>
                  <a:cubicBezTo>
                    <a:pt x="15362" y="4383"/>
                    <a:pt x="15545" y="4292"/>
                    <a:pt x="15727" y="4178"/>
                  </a:cubicBezTo>
                  <a:close/>
                  <a:moveTo>
                    <a:pt x="4885" y="4269"/>
                  </a:moveTo>
                  <a:cubicBezTo>
                    <a:pt x="5091" y="4383"/>
                    <a:pt x="5296" y="4520"/>
                    <a:pt x="5502" y="4634"/>
                  </a:cubicBezTo>
                  <a:lnTo>
                    <a:pt x="4977" y="4954"/>
                  </a:lnTo>
                  <a:cubicBezTo>
                    <a:pt x="4748" y="4840"/>
                    <a:pt x="4543" y="4703"/>
                    <a:pt x="4315" y="4588"/>
                  </a:cubicBezTo>
                  <a:lnTo>
                    <a:pt x="4885" y="4269"/>
                  </a:lnTo>
                  <a:close/>
                  <a:moveTo>
                    <a:pt x="6232" y="4360"/>
                  </a:moveTo>
                  <a:cubicBezTo>
                    <a:pt x="6323" y="4406"/>
                    <a:pt x="6437" y="4474"/>
                    <a:pt x="6529" y="4543"/>
                  </a:cubicBezTo>
                  <a:lnTo>
                    <a:pt x="6780" y="4657"/>
                  </a:lnTo>
                  <a:lnTo>
                    <a:pt x="6255" y="4954"/>
                  </a:lnTo>
                  <a:lnTo>
                    <a:pt x="5935" y="4794"/>
                  </a:lnTo>
                  <a:cubicBezTo>
                    <a:pt x="5844" y="4748"/>
                    <a:pt x="5775" y="4703"/>
                    <a:pt x="5684" y="4657"/>
                  </a:cubicBezTo>
                  <a:lnTo>
                    <a:pt x="6232" y="4360"/>
                  </a:lnTo>
                  <a:close/>
                  <a:moveTo>
                    <a:pt x="7487" y="4383"/>
                  </a:moveTo>
                  <a:lnTo>
                    <a:pt x="8035" y="4703"/>
                  </a:lnTo>
                  <a:lnTo>
                    <a:pt x="7533" y="4976"/>
                  </a:lnTo>
                  <a:lnTo>
                    <a:pt x="6962" y="4680"/>
                  </a:lnTo>
                  <a:lnTo>
                    <a:pt x="7487" y="4383"/>
                  </a:lnTo>
                  <a:close/>
                  <a:moveTo>
                    <a:pt x="8766" y="4406"/>
                  </a:moveTo>
                  <a:lnTo>
                    <a:pt x="9313" y="4725"/>
                  </a:lnTo>
                  <a:lnTo>
                    <a:pt x="8880" y="4954"/>
                  </a:lnTo>
                  <a:lnTo>
                    <a:pt x="8811" y="5022"/>
                  </a:lnTo>
                  <a:lnTo>
                    <a:pt x="8241" y="4703"/>
                  </a:lnTo>
                  <a:lnTo>
                    <a:pt x="8766" y="4406"/>
                  </a:lnTo>
                  <a:close/>
                  <a:moveTo>
                    <a:pt x="10021" y="4452"/>
                  </a:moveTo>
                  <a:lnTo>
                    <a:pt x="10112" y="4497"/>
                  </a:lnTo>
                  <a:lnTo>
                    <a:pt x="10592" y="4748"/>
                  </a:lnTo>
                  <a:lnTo>
                    <a:pt x="10067" y="5045"/>
                  </a:lnTo>
                  <a:lnTo>
                    <a:pt x="9679" y="4817"/>
                  </a:lnTo>
                  <a:lnTo>
                    <a:pt x="9519" y="4725"/>
                  </a:lnTo>
                  <a:lnTo>
                    <a:pt x="10021" y="4452"/>
                  </a:lnTo>
                  <a:close/>
                  <a:moveTo>
                    <a:pt x="11299" y="4474"/>
                  </a:moveTo>
                  <a:lnTo>
                    <a:pt x="11870" y="4771"/>
                  </a:lnTo>
                  <a:lnTo>
                    <a:pt x="11345" y="5068"/>
                  </a:lnTo>
                  <a:lnTo>
                    <a:pt x="10797" y="4748"/>
                  </a:lnTo>
                  <a:lnTo>
                    <a:pt x="11299" y="4474"/>
                  </a:lnTo>
                  <a:close/>
                  <a:moveTo>
                    <a:pt x="12577" y="4497"/>
                  </a:moveTo>
                  <a:lnTo>
                    <a:pt x="13148" y="4817"/>
                  </a:lnTo>
                  <a:lnTo>
                    <a:pt x="12623" y="5113"/>
                  </a:lnTo>
                  <a:cubicBezTo>
                    <a:pt x="12600" y="5091"/>
                    <a:pt x="12600" y="5091"/>
                    <a:pt x="12600" y="5091"/>
                  </a:cubicBezTo>
                  <a:lnTo>
                    <a:pt x="12052" y="4794"/>
                  </a:lnTo>
                  <a:lnTo>
                    <a:pt x="12577" y="4497"/>
                  </a:lnTo>
                  <a:close/>
                  <a:moveTo>
                    <a:pt x="13833" y="4520"/>
                  </a:moveTo>
                  <a:cubicBezTo>
                    <a:pt x="14038" y="4611"/>
                    <a:pt x="14244" y="4725"/>
                    <a:pt x="14426" y="4840"/>
                  </a:cubicBezTo>
                  <a:lnTo>
                    <a:pt x="13878" y="5136"/>
                  </a:lnTo>
                  <a:cubicBezTo>
                    <a:pt x="13696" y="5022"/>
                    <a:pt x="13513" y="4931"/>
                    <a:pt x="13331" y="4817"/>
                  </a:cubicBezTo>
                  <a:lnTo>
                    <a:pt x="13833" y="4520"/>
                  </a:lnTo>
                  <a:close/>
                  <a:moveTo>
                    <a:pt x="15134" y="4520"/>
                  </a:moveTo>
                  <a:cubicBezTo>
                    <a:pt x="15316" y="4634"/>
                    <a:pt x="15522" y="4748"/>
                    <a:pt x="15727" y="4862"/>
                  </a:cubicBezTo>
                  <a:cubicBezTo>
                    <a:pt x="15567" y="4931"/>
                    <a:pt x="15431" y="5022"/>
                    <a:pt x="15271" y="5091"/>
                  </a:cubicBezTo>
                  <a:lnTo>
                    <a:pt x="15134" y="5182"/>
                  </a:lnTo>
                  <a:cubicBezTo>
                    <a:pt x="14951" y="5068"/>
                    <a:pt x="14769" y="4954"/>
                    <a:pt x="14563" y="4840"/>
                  </a:cubicBezTo>
                  <a:lnTo>
                    <a:pt x="14791" y="4725"/>
                  </a:lnTo>
                  <a:cubicBezTo>
                    <a:pt x="14906" y="4657"/>
                    <a:pt x="14997" y="4588"/>
                    <a:pt x="15134" y="4520"/>
                  </a:cubicBezTo>
                  <a:close/>
                  <a:moveTo>
                    <a:pt x="4292" y="4611"/>
                  </a:moveTo>
                  <a:cubicBezTo>
                    <a:pt x="4497" y="4748"/>
                    <a:pt x="4703" y="4862"/>
                    <a:pt x="4908" y="4976"/>
                  </a:cubicBezTo>
                  <a:lnTo>
                    <a:pt x="4406" y="5273"/>
                  </a:lnTo>
                  <a:cubicBezTo>
                    <a:pt x="4200" y="5159"/>
                    <a:pt x="3972" y="5022"/>
                    <a:pt x="3767" y="4908"/>
                  </a:cubicBezTo>
                  <a:lnTo>
                    <a:pt x="4292" y="4611"/>
                  </a:lnTo>
                  <a:close/>
                  <a:moveTo>
                    <a:pt x="5616" y="4703"/>
                  </a:moveTo>
                  <a:cubicBezTo>
                    <a:pt x="5707" y="4748"/>
                    <a:pt x="5798" y="4817"/>
                    <a:pt x="5890" y="4862"/>
                  </a:cubicBezTo>
                  <a:lnTo>
                    <a:pt x="6163" y="5022"/>
                  </a:lnTo>
                  <a:lnTo>
                    <a:pt x="5638" y="5319"/>
                  </a:lnTo>
                  <a:lnTo>
                    <a:pt x="5479" y="5205"/>
                  </a:lnTo>
                  <a:cubicBezTo>
                    <a:pt x="5342" y="5136"/>
                    <a:pt x="5205" y="5068"/>
                    <a:pt x="5068" y="4999"/>
                  </a:cubicBezTo>
                  <a:lnTo>
                    <a:pt x="5616" y="4703"/>
                  </a:lnTo>
                  <a:close/>
                  <a:moveTo>
                    <a:pt x="6871" y="4725"/>
                  </a:moveTo>
                  <a:lnTo>
                    <a:pt x="7419" y="5045"/>
                  </a:lnTo>
                  <a:lnTo>
                    <a:pt x="6917" y="5342"/>
                  </a:lnTo>
                  <a:lnTo>
                    <a:pt x="6369" y="5022"/>
                  </a:lnTo>
                  <a:lnTo>
                    <a:pt x="6871" y="4725"/>
                  </a:lnTo>
                  <a:close/>
                  <a:moveTo>
                    <a:pt x="8149" y="4771"/>
                  </a:moveTo>
                  <a:lnTo>
                    <a:pt x="8697" y="5068"/>
                  </a:lnTo>
                  <a:lnTo>
                    <a:pt x="8195" y="5365"/>
                  </a:lnTo>
                  <a:lnTo>
                    <a:pt x="7647" y="5045"/>
                  </a:lnTo>
                  <a:lnTo>
                    <a:pt x="8149" y="4771"/>
                  </a:lnTo>
                  <a:close/>
                  <a:moveTo>
                    <a:pt x="9405" y="4794"/>
                  </a:moveTo>
                  <a:lnTo>
                    <a:pt x="9610" y="4908"/>
                  </a:lnTo>
                  <a:lnTo>
                    <a:pt x="9975" y="5091"/>
                  </a:lnTo>
                  <a:lnTo>
                    <a:pt x="9610" y="5319"/>
                  </a:lnTo>
                  <a:lnTo>
                    <a:pt x="9473" y="5387"/>
                  </a:lnTo>
                  <a:lnTo>
                    <a:pt x="9039" y="5136"/>
                  </a:lnTo>
                  <a:lnTo>
                    <a:pt x="8925" y="5068"/>
                  </a:lnTo>
                  <a:lnTo>
                    <a:pt x="8948" y="5068"/>
                  </a:lnTo>
                  <a:lnTo>
                    <a:pt x="9405" y="4794"/>
                  </a:lnTo>
                  <a:close/>
                  <a:moveTo>
                    <a:pt x="10683" y="4817"/>
                  </a:moveTo>
                  <a:lnTo>
                    <a:pt x="11253" y="5136"/>
                  </a:lnTo>
                  <a:lnTo>
                    <a:pt x="10728" y="5410"/>
                  </a:lnTo>
                  <a:lnTo>
                    <a:pt x="10181" y="5091"/>
                  </a:lnTo>
                  <a:lnTo>
                    <a:pt x="10683" y="4817"/>
                  </a:lnTo>
                  <a:close/>
                  <a:moveTo>
                    <a:pt x="11961" y="4840"/>
                  </a:moveTo>
                  <a:lnTo>
                    <a:pt x="12532" y="5159"/>
                  </a:lnTo>
                  <a:lnTo>
                    <a:pt x="12007" y="5456"/>
                  </a:lnTo>
                  <a:cubicBezTo>
                    <a:pt x="11984" y="5433"/>
                    <a:pt x="11984" y="5433"/>
                    <a:pt x="11961" y="5433"/>
                  </a:cubicBezTo>
                  <a:lnTo>
                    <a:pt x="11459" y="5136"/>
                  </a:lnTo>
                  <a:lnTo>
                    <a:pt x="11961" y="4840"/>
                  </a:lnTo>
                  <a:close/>
                  <a:moveTo>
                    <a:pt x="13239" y="4862"/>
                  </a:moveTo>
                  <a:cubicBezTo>
                    <a:pt x="13422" y="4976"/>
                    <a:pt x="13627" y="5068"/>
                    <a:pt x="13810" y="5182"/>
                  </a:cubicBezTo>
                  <a:lnTo>
                    <a:pt x="13262" y="5479"/>
                  </a:lnTo>
                  <a:cubicBezTo>
                    <a:pt x="13080" y="5387"/>
                    <a:pt x="12897" y="5273"/>
                    <a:pt x="12714" y="5159"/>
                  </a:cubicBezTo>
                  <a:lnTo>
                    <a:pt x="13239" y="4862"/>
                  </a:lnTo>
                  <a:close/>
                  <a:moveTo>
                    <a:pt x="14517" y="4885"/>
                  </a:moveTo>
                  <a:cubicBezTo>
                    <a:pt x="14723" y="4976"/>
                    <a:pt x="14906" y="5091"/>
                    <a:pt x="15111" y="5205"/>
                  </a:cubicBezTo>
                  <a:lnTo>
                    <a:pt x="14517" y="5524"/>
                  </a:lnTo>
                  <a:cubicBezTo>
                    <a:pt x="14335" y="5410"/>
                    <a:pt x="14152" y="5296"/>
                    <a:pt x="13970" y="5205"/>
                  </a:cubicBezTo>
                  <a:lnTo>
                    <a:pt x="14517" y="4885"/>
                  </a:lnTo>
                  <a:close/>
                  <a:moveTo>
                    <a:pt x="3721" y="4931"/>
                  </a:moveTo>
                  <a:cubicBezTo>
                    <a:pt x="3949" y="5045"/>
                    <a:pt x="4155" y="5182"/>
                    <a:pt x="4360" y="5296"/>
                  </a:cubicBezTo>
                  <a:lnTo>
                    <a:pt x="3812" y="5616"/>
                  </a:lnTo>
                  <a:cubicBezTo>
                    <a:pt x="3584" y="5501"/>
                    <a:pt x="3356" y="5365"/>
                    <a:pt x="3150" y="5250"/>
                  </a:cubicBezTo>
                  <a:cubicBezTo>
                    <a:pt x="3173" y="5250"/>
                    <a:pt x="3173" y="5228"/>
                    <a:pt x="3196" y="5228"/>
                  </a:cubicBezTo>
                  <a:lnTo>
                    <a:pt x="3721" y="4931"/>
                  </a:lnTo>
                  <a:close/>
                  <a:moveTo>
                    <a:pt x="4999" y="5045"/>
                  </a:moveTo>
                  <a:cubicBezTo>
                    <a:pt x="5136" y="5113"/>
                    <a:pt x="5296" y="5205"/>
                    <a:pt x="5433" y="5296"/>
                  </a:cubicBezTo>
                  <a:lnTo>
                    <a:pt x="5570" y="5365"/>
                  </a:lnTo>
                  <a:lnTo>
                    <a:pt x="5091" y="5638"/>
                  </a:lnTo>
                  <a:lnTo>
                    <a:pt x="5022" y="5593"/>
                  </a:lnTo>
                  <a:cubicBezTo>
                    <a:pt x="4862" y="5501"/>
                    <a:pt x="4680" y="5410"/>
                    <a:pt x="4520" y="5319"/>
                  </a:cubicBezTo>
                  <a:lnTo>
                    <a:pt x="4999" y="5045"/>
                  </a:lnTo>
                  <a:close/>
                  <a:moveTo>
                    <a:pt x="6278" y="5068"/>
                  </a:moveTo>
                  <a:lnTo>
                    <a:pt x="6825" y="5387"/>
                  </a:lnTo>
                  <a:lnTo>
                    <a:pt x="6323" y="5684"/>
                  </a:lnTo>
                  <a:lnTo>
                    <a:pt x="5753" y="5365"/>
                  </a:lnTo>
                  <a:lnTo>
                    <a:pt x="6278" y="5068"/>
                  </a:lnTo>
                  <a:close/>
                  <a:moveTo>
                    <a:pt x="7533" y="5113"/>
                  </a:moveTo>
                  <a:lnTo>
                    <a:pt x="8081" y="5433"/>
                  </a:lnTo>
                  <a:lnTo>
                    <a:pt x="7601" y="5707"/>
                  </a:lnTo>
                  <a:lnTo>
                    <a:pt x="7031" y="5387"/>
                  </a:lnTo>
                  <a:lnTo>
                    <a:pt x="7533" y="5113"/>
                  </a:lnTo>
                  <a:close/>
                  <a:moveTo>
                    <a:pt x="8811" y="5136"/>
                  </a:moveTo>
                  <a:lnTo>
                    <a:pt x="8971" y="5228"/>
                  </a:lnTo>
                  <a:lnTo>
                    <a:pt x="9359" y="5456"/>
                  </a:lnTo>
                  <a:lnTo>
                    <a:pt x="8857" y="5730"/>
                  </a:lnTo>
                  <a:lnTo>
                    <a:pt x="8377" y="5456"/>
                  </a:lnTo>
                  <a:lnTo>
                    <a:pt x="8309" y="5410"/>
                  </a:lnTo>
                  <a:lnTo>
                    <a:pt x="8811" y="5136"/>
                  </a:lnTo>
                  <a:close/>
                  <a:moveTo>
                    <a:pt x="10089" y="5159"/>
                  </a:moveTo>
                  <a:lnTo>
                    <a:pt x="10637" y="5479"/>
                  </a:lnTo>
                  <a:lnTo>
                    <a:pt x="10318" y="5661"/>
                  </a:lnTo>
                  <a:lnTo>
                    <a:pt x="10135" y="5753"/>
                  </a:lnTo>
                  <a:lnTo>
                    <a:pt x="9587" y="5456"/>
                  </a:lnTo>
                  <a:lnTo>
                    <a:pt x="9656" y="5410"/>
                  </a:lnTo>
                  <a:lnTo>
                    <a:pt x="10089" y="5159"/>
                  </a:lnTo>
                  <a:close/>
                  <a:moveTo>
                    <a:pt x="11345" y="5182"/>
                  </a:moveTo>
                  <a:lnTo>
                    <a:pt x="11915" y="5501"/>
                  </a:lnTo>
                  <a:lnTo>
                    <a:pt x="11390" y="5798"/>
                  </a:lnTo>
                  <a:lnTo>
                    <a:pt x="10843" y="5479"/>
                  </a:lnTo>
                  <a:lnTo>
                    <a:pt x="11345" y="5182"/>
                  </a:lnTo>
                  <a:close/>
                  <a:moveTo>
                    <a:pt x="12623" y="5205"/>
                  </a:moveTo>
                  <a:cubicBezTo>
                    <a:pt x="12828" y="5319"/>
                    <a:pt x="13011" y="5410"/>
                    <a:pt x="13216" y="5524"/>
                  </a:cubicBezTo>
                  <a:lnTo>
                    <a:pt x="12646" y="5821"/>
                  </a:lnTo>
                  <a:cubicBezTo>
                    <a:pt x="12463" y="5730"/>
                    <a:pt x="12281" y="5616"/>
                    <a:pt x="12098" y="5501"/>
                  </a:cubicBezTo>
                  <a:lnTo>
                    <a:pt x="12623" y="5205"/>
                  </a:lnTo>
                  <a:close/>
                  <a:moveTo>
                    <a:pt x="13924" y="5228"/>
                  </a:moveTo>
                  <a:cubicBezTo>
                    <a:pt x="14107" y="5319"/>
                    <a:pt x="14312" y="5433"/>
                    <a:pt x="14495" y="5547"/>
                  </a:cubicBezTo>
                  <a:lnTo>
                    <a:pt x="13901" y="5867"/>
                  </a:lnTo>
                  <a:cubicBezTo>
                    <a:pt x="13719" y="5753"/>
                    <a:pt x="13536" y="5661"/>
                    <a:pt x="13353" y="5547"/>
                  </a:cubicBezTo>
                  <a:lnTo>
                    <a:pt x="13924" y="5228"/>
                  </a:lnTo>
                  <a:close/>
                  <a:moveTo>
                    <a:pt x="3128" y="5273"/>
                  </a:moveTo>
                  <a:cubicBezTo>
                    <a:pt x="3333" y="5387"/>
                    <a:pt x="3539" y="5524"/>
                    <a:pt x="3744" y="5638"/>
                  </a:cubicBezTo>
                  <a:cubicBezTo>
                    <a:pt x="3561" y="5753"/>
                    <a:pt x="3402" y="5867"/>
                    <a:pt x="3219" y="5958"/>
                  </a:cubicBezTo>
                  <a:cubicBezTo>
                    <a:pt x="2991" y="5844"/>
                    <a:pt x="2762" y="5730"/>
                    <a:pt x="2534" y="5593"/>
                  </a:cubicBezTo>
                  <a:cubicBezTo>
                    <a:pt x="2717" y="5479"/>
                    <a:pt x="2922" y="5387"/>
                    <a:pt x="3128" y="5273"/>
                  </a:cubicBezTo>
                  <a:close/>
                  <a:moveTo>
                    <a:pt x="4452" y="5342"/>
                  </a:moveTo>
                  <a:cubicBezTo>
                    <a:pt x="4634" y="5456"/>
                    <a:pt x="4817" y="5570"/>
                    <a:pt x="4977" y="5661"/>
                  </a:cubicBezTo>
                  <a:lnTo>
                    <a:pt x="4999" y="5684"/>
                  </a:lnTo>
                  <a:lnTo>
                    <a:pt x="4497" y="5981"/>
                  </a:lnTo>
                  <a:lnTo>
                    <a:pt x="4383" y="5935"/>
                  </a:lnTo>
                  <a:cubicBezTo>
                    <a:pt x="4223" y="5844"/>
                    <a:pt x="4064" y="5753"/>
                    <a:pt x="3904" y="5661"/>
                  </a:cubicBezTo>
                  <a:lnTo>
                    <a:pt x="4452" y="5342"/>
                  </a:lnTo>
                  <a:close/>
                  <a:moveTo>
                    <a:pt x="5661" y="5410"/>
                  </a:moveTo>
                  <a:lnTo>
                    <a:pt x="6209" y="5730"/>
                  </a:lnTo>
                  <a:lnTo>
                    <a:pt x="5753" y="6004"/>
                  </a:lnTo>
                  <a:lnTo>
                    <a:pt x="5182" y="5684"/>
                  </a:lnTo>
                  <a:lnTo>
                    <a:pt x="5661" y="5410"/>
                  </a:lnTo>
                  <a:close/>
                  <a:moveTo>
                    <a:pt x="6917" y="5456"/>
                  </a:moveTo>
                  <a:lnTo>
                    <a:pt x="7487" y="5775"/>
                  </a:lnTo>
                  <a:lnTo>
                    <a:pt x="6985" y="6049"/>
                  </a:lnTo>
                  <a:lnTo>
                    <a:pt x="6415" y="5730"/>
                  </a:lnTo>
                  <a:lnTo>
                    <a:pt x="6917" y="5456"/>
                  </a:lnTo>
                  <a:close/>
                  <a:moveTo>
                    <a:pt x="8195" y="5479"/>
                  </a:moveTo>
                  <a:lnTo>
                    <a:pt x="8332" y="5570"/>
                  </a:lnTo>
                  <a:lnTo>
                    <a:pt x="8743" y="5798"/>
                  </a:lnTo>
                  <a:lnTo>
                    <a:pt x="8263" y="6072"/>
                  </a:lnTo>
                  <a:lnTo>
                    <a:pt x="7738" y="5798"/>
                  </a:lnTo>
                  <a:lnTo>
                    <a:pt x="7693" y="5753"/>
                  </a:lnTo>
                  <a:lnTo>
                    <a:pt x="8195" y="5479"/>
                  </a:lnTo>
                  <a:close/>
                  <a:moveTo>
                    <a:pt x="9473" y="5501"/>
                  </a:moveTo>
                  <a:lnTo>
                    <a:pt x="10021" y="5821"/>
                  </a:lnTo>
                  <a:lnTo>
                    <a:pt x="9519" y="6118"/>
                  </a:lnTo>
                  <a:lnTo>
                    <a:pt x="8971" y="5798"/>
                  </a:lnTo>
                  <a:lnTo>
                    <a:pt x="9473" y="5501"/>
                  </a:lnTo>
                  <a:close/>
                  <a:moveTo>
                    <a:pt x="10751" y="5524"/>
                  </a:moveTo>
                  <a:lnTo>
                    <a:pt x="11299" y="5844"/>
                  </a:lnTo>
                  <a:lnTo>
                    <a:pt x="11025" y="6004"/>
                  </a:lnTo>
                  <a:lnTo>
                    <a:pt x="10774" y="6141"/>
                  </a:lnTo>
                  <a:lnTo>
                    <a:pt x="10226" y="5821"/>
                  </a:lnTo>
                  <a:lnTo>
                    <a:pt x="10363" y="5753"/>
                  </a:lnTo>
                  <a:lnTo>
                    <a:pt x="10751" y="5524"/>
                  </a:lnTo>
                  <a:close/>
                  <a:moveTo>
                    <a:pt x="12030" y="5547"/>
                  </a:moveTo>
                  <a:cubicBezTo>
                    <a:pt x="12212" y="5661"/>
                    <a:pt x="12418" y="5753"/>
                    <a:pt x="12600" y="5867"/>
                  </a:cubicBezTo>
                  <a:lnTo>
                    <a:pt x="12052" y="6186"/>
                  </a:lnTo>
                  <a:cubicBezTo>
                    <a:pt x="11870" y="6072"/>
                    <a:pt x="11687" y="5958"/>
                    <a:pt x="11505" y="5867"/>
                  </a:cubicBezTo>
                  <a:lnTo>
                    <a:pt x="12030" y="5547"/>
                  </a:lnTo>
                  <a:close/>
                  <a:moveTo>
                    <a:pt x="13308" y="5570"/>
                  </a:moveTo>
                  <a:cubicBezTo>
                    <a:pt x="13513" y="5684"/>
                    <a:pt x="13696" y="5775"/>
                    <a:pt x="13878" y="5889"/>
                  </a:cubicBezTo>
                  <a:lnTo>
                    <a:pt x="13308" y="6209"/>
                  </a:lnTo>
                  <a:cubicBezTo>
                    <a:pt x="13125" y="6118"/>
                    <a:pt x="12943" y="6004"/>
                    <a:pt x="12760" y="5889"/>
                  </a:cubicBezTo>
                  <a:lnTo>
                    <a:pt x="13308" y="5570"/>
                  </a:lnTo>
                  <a:close/>
                  <a:moveTo>
                    <a:pt x="2489" y="5616"/>
                  </a:moveTo>
                  <a:cubicBezTo>
                    <a:pt x="2717" y="5753"/>
                    <a:pt x="2922" y="5867"/>
                    <a:pt x="3150" y="6004"/>
                  </a:cubicBezTo>
                  <a:cubicBezTo>
                    <a:pt x="2968" y="6095"/>
                    <a:pt x="2785" y="6209"/>
                    <a:pt x="2603" y="6323"/>
                  </a:cubicBezTo>
                  <a:cubicBezTo>
                    <a:pt x="2374" y="6186"/>
                    <a:pt x="2146" y="6072"/>
                    <a:pt x="1918" y="5935"/>
                  </a:cubicBezTo>
                  <a:cubicBezTo>
                    <a:pt x="2101" y="5821"/>
                    <a:pt x="2306" y="5730"/>
                    <a:pt x="2489" y="5616"/>
                  </a:cubicBezTo>
                  <a:close/>
                  <a:moveTo>
                    <a:pt x="3835" y="5707"/>
                  </a:moveTo>
                  <a:cubicBezTo>
                    <a:pt x="3995" y="5798"/>
                    <a:pt x="4178" y="5889"/>
                    <a:pt x="4337" y="6004"/>
                  </a:cubicBezTo>
                  <a:lnTo>
                    <a:pt x="4406" y="6026"/>
                  </a:lnTo>
                  <a:cubicBezTo>
                    <a:pt x="4223" y="6141"/>
                    <a:pt x="4064" y="6232"/>
                    <a:pt x="3881" y="6323"/>
                  </a:cubicBezTo>
                  <a:lnTo>
                    <a:pt x="3744" y="6255"/>
                  </a:lnTo>
                  <a:cubicBezTo>
                    <a:pt x="3584" y="6163"/>
                    <a:pt x="3447" y="6095"/>
                    <a:pt x="3287" y="6004"/>
                  </a:cubicBezTo>
                  <a:cubicBezTo>
                    <a:pt x="3447" y="5912"/>
                    <a:pt x="3630" y="5821"/>
                    <a:pt x="3812" y="5707"/>
                  </a:cubicBezTo>
                  <a:close/>
                  <a:moveTo>
                    <a:pt x="5091" y="5730"/>
                  </a:moveTo>
                  <a:lnTo>
                    <a:pt x="5661" y="6049"/>
                  </a:lnTo>
                  <a:lnTo>
                    <a:pt x="5182" y="6323"/>
                  </a:lnTo>
                  <a:lnTo>
                    <a:pt x="5159" y="6346"/>
                  </a:lnTo>
                  <a:lnTo>
                    <a:pt x="4566" y="6026"/>
                  </a:lnTo>
                  <a:lnTo>
                    <a:pt x="5091" y="5730"/>
                  </a:lnTo>
                  <a:close/>
                  <a:moveTo>
                    <a:pt x="6323" y="5798"/>
                  </a:moveTo>
                  <a:lnTo>
                    <a:pt x="6871" y="6118"/>
                  </a:lnTo>
                  <a:lnTo>
                    <a:pt x="6437" y="6369"/>
                  </a:lnTo>
                  <a:lnTo>
                    <a:pt x="5844" y="6049"/>
                  </a:lnTo>
                  <a:lnTo>
                    <a:pt x="6323" y="5798"/>
                  </a:lnTo>
                  <a:close/>
                  <a:moveTo>
                    <a:pt x="7579" y="5821"/>
                  </a:moveTo>
                  <a:lnTo>
                    <a:pt x="7693" y="5889"/>
                  </a:lnTo>
                  <a:lnTo>
                    <a:pt x="8149" y="6141"/>
                  </a:lnTo>
                  <a:lnTo>
                    <a:pt x="7647" y="6437"/>
                  </a:lnTo>
                  <a:lnTo>
                    <a:pt x="7282" y="6209"/>
                  </a:lnTo>
                  <a:lnTo>
                    <a:pt x="7076" y="6118"/>
                  </a:lnTo>
                  <a:lnTo>
                    <a:pt x="7579" y="5821"/>
                  </a:lnTo>
                  <a:close/>
                  <a:moveTo>
                    <a:pt x="8857" y="5844"/>
                  </a:moveTo>
                  <a:lnTo>
                    <a:pt x="9427" y="6163"/>
                  </a:lnTo>
                  <a:lnTo>
                    <a:pt x="8902" y="6460"/>
                  </a:lnTo>
                  <a:lnTo>
                    <a:pt x="8355" y="6141"/>
                  </a:lnTo>
                  <a:lnTo>
                    <a:pt x="8857" y="5844"/>
                  </a:lnTo>
                  <a:close/>
                  <a:moveTo>
                    <a:pt x="10135" y="5889"/>
                  </a:moveTo>
                  <a:lnTo>
                    <a:pt x="10706" y="6186"/>
                  </a:lnTo>
                  <a:lnTo>
                    <a:pt x="10181" y="6483"/>
                  </a:lnTo>
                  <a:lnTo>
                    <a:pt x="9633" y="6163"/>
                  </a:lnTo>
                  <a:lnTo>
                    <a:pt x="10135" y="5889"/>
                  </a:lnTo>
                  <a:close/>
                  <a:moveTo>
                    <a:pt x="11413" y="5912"/>
                  </a:moveTo>
                  <a:cubicBezTo>
                    <a:pt x="11619" y="6004"/>
                    <a:pt x="11801" y="6118"/>
                    <a:pt x="11984" y="6209"/>
                  </a:cubicBezTo>
                  <a:lnTo>
                    <a:pt x="11733" y="6346"/>
                  </a:lnTo>
                  <a:lnTo>
                    <a:pt x="11436" y="6529"/>
                  </a:lnTo>
                  <a:cubicBezTo>
                    <a:pt x="11253" y="6414"/>
                    <a:pt x="11071" y="6300"/>
                    <a:pt x="10888" y="6209"/>
                  </a:cubicBezTo>
                  <a:lnTo>
                    <a:pt x="11071" y="6095"/>
                  </a:lnTo>
                  <a:lnTo>
                    <a:pt x="11413" y="5912"/>
                  </a:lnTo>
                  <a:close/>
                  <a:moveTo>
                    <a:pt x="12714" y="5912"/>
                  </a:moveTo>
                  <a:cubicBezTo>
                    <a:pt x="12897" y="6026"/>
                    <a:pt x="13080" y="6118"/>
                    <a:pt x="13285" y="6232"/>
                  </a:cubicBezTo>
                  <a:lnTo>
                    <a:pt x="12691" y="6551"/>
                  </a:lnTo>
                  <a:cubicBezTo>
                    <a:pt x="12509" y="6460"/>
                    <a:pt x="12326" y="6346"/>
                    <a:pt x="12144" y="6232"/>
                  </a:cubicBezTo>
                  <a:lnTo>
                    <a:pt x="12714" y="5912"/>
                  </a:lnTo>
                  <a:close/>
                  <a:moveTo>
                    <a:pt x="1872" y="5958"/>
                  </a:moveTo>
                  <a:cubicBezTo>
                    <a:pt x="2101" y="6095"/>
                    <a:pt x="2329" y="6232"/>
                    <a:pt x="2557" y="6346"/>
                  </a:cubicBezTo>
                  <a:cubicBezTo>
                    <a:pt x="2374" y="6460"/>
                    <a:pt x="2192" y="6551"/>
                    <a:pt x="2009" y="6666"/>
                  </a:cubicBezTo>
                  <a:cubicBezTo>
                    <a:pt x="1781" y="6529"/>
                    <a:pt x="1530" y="6414"/>
                    <a:pt x="1302" y="6278"/>
                  </a:cubicBezTo>
                  <a:cubicBezTo>
                    <a:pt x="1484" y="6163"/>
                    <a:pt x="1690" y="6072"/>
                    <a:pt x="1872" y="5958"/>
                  </a:cubicBezTo>
                  <a:close/>
                  <a:moveTo>
                    <a:pt x="3219" y="6049"/>
                  </a:moveTo>
                  <a:cubicBezTo>
                    <a:pt x="3379" y="6141"/>
                    <a:pt x="3539" y="6232"/>
                    <a:pt x="3698" y="6323"/>
                  </a:cubicBezTo>
                  <a:lnTo>
                    <a:pt x="3790" y="6392"/>
                  </a:lnTo>
                  <a:cubicBezTo>
                    <a:pt x="3630" y="6483"/>
                    <a:pt x="3470" y="6574"/>
                    <a:pt x="3287" y="6688"/>
                  </a:cubicBezTo>
                  <a:lnTo>
                    <a:pt x="3105" y="6574"/>
                  </a:lnTo>
                  <a:cubicBezTo>
                    <a:pt x="2968" y="6506"/>
                    <a:pt x="2808" y="6414"/>
                    <a:pt x="2671" y="6346"/>
                  </a:cubicBezTo>
                  <a:cubicBezTo>
                    <a:pt x="2854" y="6232"/>
                    <a:pt x="3036" y="6141"/>
                    <a:pt x="3219" y="6049"/>
                  </a:cubicBezTo>
                  <a:close/>
                  <a:moveTo>
                    <a:pt x="4474" y="6072"/>
                  </a:moveTo>
                  <a:lnTo>
                    <a:pt x="5068" y="6414"/>
                  </a:lnTo>
                  <a:cubicBezTo>
                    <a:pt x="4885" y="6506"/>
                    <a:pt x="4725" y="6597"/>
                    <a:pt x="4566" y="6711"/>
                  </a:cubicBezTo>
                  <a:lnTo>
                    <a:pt x="3949" y="6369"/>
                  </a:lnTo>
                  <a:cubicBezTo>
                    <a:pt x="4132" y="6278"/>
                    <a:pt x="4315" y="6186"/>
                    <a:pt x="4474" y="6072"/>
                  </a:cubicBezTo>
                  <a:close/>
                  <a:moveTo>
                    <a:pt x="5753" y="6118"/>
                  </a:moveTo>
                  <a:lnTo>
                    <a:pt x="6323" y="6437"/>
                  </a:lnTo>
                  <a:lnTo>
                    <a:pt x="5890" y="6688"/>
                  </a:lnTo>
                  <a:cubicBezTo>
                    <a:pt x="5867" y="6688"/>
                    <a:pt x="5844" y="6711"/>
                    <a:pt x="5821" y="6711"/>
                  </a:cubicBezTo>
                  <a:lnTo>
                    <a:pt x="5250" y="6392"/>
                  </a:lnTo>
                  <a:lnTo>
                    <a:pt x="5753" y="6118"/>
                  </a:lnTo>
                  <a:close/>
                  <a:moveTo>
                    <a:pt x="6962" y="6163"/>
                  </a:moveTo>
                  <a:lnTo>
                    <a:pt x="7236" y="6323"/>
                  </a:lnTo>
                  <a:lnTo>
                    <a:pt x="7533" y="6483"/>
                  </a:lnTo>
                  <a:lnTo>
                    <a:pt x="7099" y="6757"/>
                  </a:lnTo>
                  <a:lnTo>
                    <a:pt x="6848" y="6597"/>
                  </a:lnTo>
                  <a:lnTo>
                    <a:pt x="6529" y="6414"/>
                  </a:lnTo>
                  <a:lnTo>
                    <a:pt x="6962" y="6163"/>
                  </a:lnTo>
                  <a:close/>
                  <a:moveTo>
                    <a:pt x="8241" y="6209"/>
                  </a:moveTo>
                  <a:lnTo>
                    <a:pt x="8811" y="6506"/>
                  </a:lnTo>
                  <a:lnTo>
                    <a:pt x="8309" y="6803"/>
                  </a:lnTo>
                  <a:lnTo>
                    <a:pt x="7738" y="6483"/>
                  </a:lnTo>
                  <a:lnTo>
                    <a:pt x="8241" y="6209"/>
                  </a:lnTo>
                  <a:close/>
                  <a:moveTo>
                    <a:pt x="9519" y="6232"/>
                  </a:moveTo>
                  <a:lnTo>
                    <a:pt x="10089" y="6529"/>
                  </a:lnTo>
                  <a:lnTo>
                    <a:pt x="9564" y="6825"/>
                  </a:lnTo>
                  <a:lnTo>
                    <a:pt x="9542" y="6825"/>
                  </a:lnTo>
                  <a:lnTo>
                    <a:pt x="9017" y="6506"/>
                  </a:lnTo>
                  <a:lnTo>
                    <a:pt x="9519" y="6232"/>
                  </a:lnTo>
                  <a:close/>
                  <a:moveTo>
                    <a:pt x="10820" y="6255"/>
                  </a:moveTo>
                  <a:cubicBezTo>
                    <a:pt x="11002" y="6346"/>
                    <a:pt x="11185" y="6460"/>
                    <a:pt x="11368" y="6551"/>
                  </a:cubicBezTo>
                  <a:lnTo>
                    <a:pt x="10820" y="6871"/>
                  </a:lnTo>
                  <a:cubicBezTo>
                    <a:pt x="10637" y="6757"/>
                    <a:pt x="10455" y="6666"/>
                    <a:pt x="10272" y="6551"/>
                  </a:cubicBezTo>
                  <a:lnTo>
                    <a:pt x="10820" y="6255"/>
                  </a:lnTo>
                  <a:close/>
                  <a:moveTo>
                    <a:pt x="640" y="6643"/>
                  </a:moveTo>
                  <a:lnTo>
                    <a:pt x="640" y="6643"/>
                  </a:lnTo>
                  <a:cubicBezTo>
                    <a:pt x="480" y="6711"/>
                    <a:pt x="320" y="6803"/>
                    <a:pt x="183" y="6894"/>
                  </a:cubicBezTo>
                  <a:cubicBezTo>
                    <a:pt x="343" y="6803"/>
                    <a:pt x="480" y="6734"/>
                    <a:pt x="640" y="6643"/>
                  </a:cubicBezTo>
                  <a:close/>
                  <a:moveTo>
                    <a:pt x="12098" y="6278"/>
                  </a:moveTo>
                  <a:cubicBezTo>
                    <a:pt x="12281" y="6369"/>
                    <a:pt x="12463" y="6483"/>
                    <a:pt x="12669" y="6574"/>
                  </a:cubicBezTo>
                  <a:lnTo>
                    <a:pt x="12281" y="6803"/>
                  </a:lnTo>
                  <a:lnTo>
                    <a:pt x="12075" y="6894"/>
                  </a:lnTo>
                  <a:cubicBezTo>
                    <a:pt x="11893" y="6803"/>
                    <a:pt x="11710" y="6688"/>
                    <a:pt x="11550" y="6597"/>
                  </a:cubicBezTo>
                  <a:lnTo>
                    <a:pt x="11778" y="6437"/>
                  </a:lnTo>
                  <a:lnTo>
                    <a:pt x="12098" y="6278"/>
                  </a:lnTo>
                  <a:close/>
                  <a:moveTo>
                    <a:pt x="1256" y="6300"/>
                  </a:moveTo>
                  <a:cubicBezTo>
                    <a:pt x="1484" y="6437"/>
                    <a:pt x="1712" y="6574"/>
                    <a:pt x="1941" y="6711"/>
                  </a:cubicBezTo>
                  <a:cubicBezTo>
                    <a:pt x="1758" y="6803"/>
                    <a:pt x="1598" y="6917"/>
                    <a:pt x="1416" y="7008"/>
                  </a:cubicBezTo>
                  <a:cubicBezTo>
                    <a:pt x="1165" y="6894"/>
                    <a:pt x="914" y="6757"/>
                    <a:pt x="685" y="6620"/>
                  </a:cubicBezTo>
                  <a:cubicBezTo>
                    <a:pt x="868" y="6506"/>
                    <a:pt x="1073" y="6414"/>
                    <a:pt x="1256" y="6300"/>
                  </a:cubicBezTo>
                  <a:close/>
                  <a:moveTo>
                    <a:pt x="2603" y="6392"/>
                  </a:moveTo>
                  <a:cubicBezTo>
                    <a:pt x="2762" y="6483"/>
                    <a:pt x="2899" y="6574"/>
                    <a:pt x="3059" y="6666"/>
                  </a:cubicBezTo>
                  <a:lnTo>
                    <a:pt x="3196" y="6734"/>
                  </a:lnTo>
                  <a:cubicBezTo>
                    <a:pt x="3036" y="6825"/>
                    <a:pt x="2854" y="6939"/>
                    <a:pt x="2694" y="7031"/>
                  </a:cubicBezTo>
                  <a:lnTo>
                    <a:pt x="2466" y="6917"/>
                  </a:lnTo>
                  <a:cubicBezTo>
                    <a:pt x="2329" y="6825"/>
                    <a:pt x="2192" y="6757"/>
                    <a:pt x="2055" y="6688"/>
                  </a:cubicBezTo>
                  <a:cubicBezTo>
                    <a:pt x="2237" y="6574"/>
                    <a:pt x="2420" y="6483"/>
                    <a:pt x="2603" y="6392"/>
                  </a:cubicBezTo>
                  <a:close/>
                  <a:moveTo>
                    <a:pt x="3858" y="6414"/>
                  </a:moveTo>
                  <a:lnTo>
                    <a:pt x="4452" y="6757"/>
                  </a:lnTo>
                  <a:cubicBezTo>
                    <a:pt x="4292" y="6848"/>
                    <a:pt x="4132" y="6962"/>
                    <a:pt x="3949" y="7054"/>
                  </a:cubicBezTo>
                  <a:lnTo>
                    <a:pt x="3333" y="6711"/>
                  </a:lnTo>
                  <a:cubicBezTo>
                    <a:pt x="3516" y="6620"/>
                    <a:pt x="3698" y="6529"/>
                    <a:pt x="3858" y="6414"/>
                  </a:cubicBezTo>
                  <a:close/>
                  <a:moveTo>
                    <a:pt x="5136" y="6460"/>
                  </a:moveTo>
                  <a:lnTo>
                    <a:pt x="5730" y="6780"/>
                  </a:lnTo>
                  <a:cubicBezTo>
                    <a:pt x="5547" y="6871"/>
                    <a:pt x="5387" y="6985"/>
                    <a:pt x="5228" y="7076"/>
                  </a:cubicBezTo>
                  <a:lnTo>
                    <a:pt x="4634" y="6734"/>
                  </a:lnTo>
                  <a:cubicBezTo>
                    <a:pt x="4794" y="6643"/>
                    <a:pt x="4977" y="6551"/>
                    <a:pt x="5136" y="6460"/>
                  </a:cubicBezTo>
                  <a:close/>
                  <a:moveTo>
                    <a:pt x="6415" y="6483"/>
                  </a:moveTo>
                  <a:lnTo>
                    <a:pt x="6780" y="6688"/>
                  </a:lnTo>
                  <a:lnTo>
                    <a:pt x="6985" y="6803"/>
                  </a:lnTo>
                  <a:lnTo>
                    <a:pt x="6620" y="7031"/>
                  </a:lnTo>
                  <a:cubicBezTo>
                    <a:pt x="6574" y="7054"/>
                    <a:pt x="6529" y="7076"/>
                    <a:pt x="6483" y="7099"/>
                  </a:cubicBezTo>
                  <a:lnTo>
                    <a:pt x="6186" y="6939"/>
                  </a:lnTo>
                  <a:lnTo>
                    <a:pt x="5912" y="6780"/>
                  </a:lnTo>
                  <a:cubicBezTo>
                    <a:pt x="5912" y="6757"/>
                    <a:pt x="5935" y="6757"/>
                    <a:pt x="5935" y="6757"/>
                  </a:cubicBezTo>
                  <a:lnTo>
                    <a:pt x="6415" y="6483"/>
                  </a:lnTo>
                  <a:close/>
                  <a:moveTo>
                    <a:pt x="7647" y="6551"/>
                  </a:moveTo>
                  <a:lnTo>
                    <a:pt x="8218" y="6871"/>
                  </a:lnTo>
                  <a:lnTo>
                    <a:pt x="7761" y="7122"/>
                  </a:lnTo>
                  <a:lnTo>
                    <a:pt x="7191" y="6803"/>
                  </a:lnTo>
                  <a:lnTo>
                    <a:pt x="7647" y="6551"/>
                  </a:lnTo>
                  <a:close/>
                  <a:moveTo>
                    <a:pt x="8925" y="6574"/>
                  </a:moveTo>
                  <a:lnTo>
                    <a:pt x="9496" y="6894"/>
                  </a:lnTo>
                  <a:lnTo>
                    <a:pt x="8971" y="7191"/>
                  </a:lnTo>
                  <a:lnTo>
                    <a:pt x="8400" y="6871"/>
                  </a:lnTo>
                  <a:lnTo>
                    <a:pt x="8925" y="6574"/>
                  </a:lnTo>
                  <a:close/>
                  <a:moveTo>
                    <a:pt x="10204" y="6597"/>
                  </a:moveTo>
                  <a:cubicBezTo>
                    <a:pt x="10386" y="6711"/>
                    <a:pt x="10569" y="6803"/>
                    <a:pt x="10774" y="6894"/>
                  </a:cubicBezTo>
                  <a:lnTo>
                    <a:pt x="10226" y="7213"/>
                  </a:lnTo>
                  <a:cubicBezTo>
                    <a:pt x="10044" y="7122"/>
                    <a:pt x="9861" y="7008"/>
                    <a:pt x="9679" y="6894"/>
                  </a:cubicBezTo>
                  <a:lnTo>
                    <a:pt x="10204" y="6597"/>
                  </a:lnTo>
                  <a:close/>
                  <a:moveTo>
                    <a:pt x="11482" y="6620"/>
                  </a:moveTo>
                  <a:cubicBezTo>
                    <a:pt x="11687" y="6711"/>
                    <a:pt x="11870" y="6825"/>
                    <a:pt x="12052" y="6917"/>
                  </a:cubicBezTo>
                  <a:lnTo>
                    <a:pt x="11482" y="7259"/>
                  </a:lnTo>
                  <a:cubicBezTo>
                    <a:pt x="11299" y="7145"/>
                    <a:pt x="11117" y="7031"/>
                    <a:pt x="10934" y="6939"/>
                  </a:cubicBezTo>
                  <a:lnTo>
                    <a:pt x="11482" y="6620"/>
                  </a:lnTo>
                  <a:close/>
                  <a:moveTo>
                    <a:pt x="1986" y="6734"/>
                  </a:moveTo>
                  <a:cubicBezTo>
                    <a:pt x="2123" y="6803"/>
                    <a:pt x="2283" y="6894"/>
                    <a:pt x="2420" y="6985"/>
                  </a:cubicBezTo>
                  <a:lnTo>
                    <a:pt x="2603" y="7076"/>
                  </a:lnTo>
                  <a:cubicBezTo>
                    <a:pt x="2420" y="7191"/>
                    <a:pt x="2260" y="7282"/>
                    <a:pt x="2078" y="7373"/>
                  </a:cubicBezTo>
                  <a:lnTo>
                    <a:pt x="1827" y="7236"/>
                  </a:lnTo>
                  <a:cubicBezTo>
                    <a:pt x="1690" y="7168"/>
                    <a:pt x="1553" y="7099"/>
                    <a:pt x="1439" y="7031"/>
                  </a:cubicBezTo>
                  <a:cubicBezTo>
                    <a:pt x="1621" y="6917"/>
                    <a:pt x="1804" y="6825"/>
                    <a:pt x="1986" y="6734"/>
                  </a:cubicBezTo>
                  <a:close/>
                  <a:moveTo>
                    <a:pt x="3242" y="6757"/>
                  </a:moveTo>
                  <a:lnTo>
                    <a:pt x="3858" y="7099"/>
                  </a:lnTo>
                  <a:cubicBezTo>
                    <a:pt x="3698" y="7213"/>
                    <a:pt x="3516" y="7305"/>
                    <a:pt x="3356" y="7396"/>
                  </a:cubicBezTo>
                  <a:lnTo>
                    <a:pt x="2717" y="7054"/>
                  </a:lnTo>
                  <a:lnTo>
                    <a:pt x="3242" y="6757"/>
                  </a:lnTo>
                  <a:close/>
                  <a:moveTo>
                    <a:pt x="4520" y="6803"/>
                  </a:moveTo>
                  <a:lnTo>
                    <a:pt x="5113" y="7145"/>
                  </a:lnTo>
                  <a:cubicBezTo>
                    <a:pt x="4954" y="7236"/>
                    <a:pt x="4794" y="7327"/>
                    <a:pt x="4634" y="7419"/>
                  </a:cubicBezTo>
                  <a:lnTo>
                    <a:pt x="4018" y="7076"/>
                  </a:lnTo>
                  <a:cubicBezTo>
                    <a:pt x="4178" y="6985"/>
                    <a:pt x="4360" y="6894"/>
                    <a:pt x="4520" y="6803"/>
                  </a:cubicBezTo>
                  <a:close/>
                  <a:moveTo>
                    <a:pt x="5798" y="6825"/>
                  </a:moveTo>
                  <a:lnTo>
                    <a:pt x="6141" y="7031"/>
                  </a:lnTo>
                  <a:lnTo>
                    <a:pt x="6392" y="7168"/>
                  </a:lnTo>
                  <a:cubicBezTo>
                    <a:pt x="6209" y="7259"/>
                    <a:pt x="6049" y="7350"/>
                    <a:pt x="5890" y="7442"/>
                  </a:cubicBezTo>
                  <a:lnTo>
                    <a:pt x="5547" y="7259"/>
                  </a:lnTo>
                  <a:lnTo>
                    <a:pt x="5296" y="7122"/>
                  </a:lnTo>
                  <a:cubicBezTo>
                    <a:pt x="5456" y="7008"/>
                    <a:pt x="5638" y="6917"/>
                    <a:pt x="5798" y="6825"/>
                  </a:cubicBezTo>
                  <a:close/>
                  <a:moveTo>
                    <a:pt x="7076" y="6871"/>
                  </a:moveTo>
                  <a:lnTo>
                    <a:pt x="7647" y="7191"/>
                  </a:lnTo>
                  <a:lnTo>
                    <a:pt x="7328" y="7373"/>
                  </a:lnTo>
                  <a:cubicBezTo>
                    <a:pt x="7259" y="7396"/>
                    <a:pt x="7213" y="7442"/>
                    <a:pt x="7145" y="7464"/>
                  </a:cubicBezTo>
                  <a:lnTo>
                    <a:pt x="6574" y="7145"/>
                  </a:lnTo>
                  <a:cubicBezTo>
                    <a:pt x="6597" y="7122"/>
                    <a:pt x="6620" y="7122"/>
                    <a:pt x="6643" y="7099"/>
                  </a:cubicBezTo>
                  <a:lnTo>
                    <a:pt x="7076" y="6871"/>
                  </a:lnTo>
                  <a:close/>
                  <a:moveTo>
                    <a:pt x="8309" y="6917"/>
                  </a:moveTo>
                  <a:lnTo>
                    <a:pt x="8880" y="7236"/>
                  </a:lnTo>
                  <a:lnTo>
                    <a:pt x="8423" y="7510"/>
                  </a:lnTo>
                  <a:lnTo>
                    <a:pt x="7853" y="7168"/>
                  </a:lnTo>
                  <a:lnTo>
                    <a:pt x="8309" y="6917"/>
                  </a:lnTo>
                  <a:close/>
                  <a:moveTo>
                    <a:pt x="9587" y="6939"/>
                  </a:moveTo>
                  <a:cubicBezTo>
                    <a:pt x="9770" y="7054"/>
                    <a:pt x="9975" y="7145"/>
                    <a:pt x="10158" y="7259"/>
                  </a:cubicBezTo>
                  <a:lnTo>
                    <a:pt x="9610" y="7556"/>
                  </a:lnTo>
                  <a:cubicBezTo>
                    <a:pt x="9427" y="7464"/>
                    <a:pt x="9268" y="7350"/>
                    <a:pt x="9085" y="7236"/>
                  </a:cubicBezTo>
                  <a:lnTo>
                    <a:pt x="9062" y="7236"/>
                  </a:lnTo>
                  <a:lnTo>
                    <a:pt x="9587" y="6939"/>
                  </a:lnTo>
                  <a:close/>
                  <a:moveTo>
                    <a:pt x="10888" y="6962"/>
                  </a:moveTo>
                  <a:cubicBezTo>
                    <a:pt x="11071" y="7054"/>
                    <a:pt x="11253" y="7168"/>
                    <a:pt x="11459" y="7259"/>
                  </a:cubicBezTo>
                  <a:lnTo>
                    <a:pt x="10865" y="7601"/>
                  </a:lnTo>
                  <a:cubicBezTo>
                    <a:pt x="10683" y="7487"/>
                    <a:pt x="10500" y="7396"/>
                    <a:pt x="10318" y="7282"/>
                  </a:cubicBezTo>
                  <a:lnTo>
                    <a:pt x="10888" y="6962"/>
                  </a:lnTo>
                  <a:close/>
                  <a:moveTo>
                    <a:pt x="2009" y="7442"/>
                  </a:moveTo>
                  <a:lnTo>
                    <a:pt x="2009" y="7442"/>
                  </a:lnTo>
                  <a:cubicBezTo>
                    <a:pt x="1827" y="7533"/>
                    <a:pt x="1667" y="7624"/>
                    <a:pt x="1507" y="7738"/>
                  </a:cubicBezTo>
                  <a:cubicBezTo>
                    <a:pt x="1667" y="7647"/>
                    <a:pt x="1849" y="7533"/>
                    <a:pt x="2009" y="7442"/>
                  </a:cubicBezTo>
                  <a:close/>
                  <a:moveTo>
                    <a:pt x="3904" y="7145"/>
                  </a:moveTo>
                  <a:lnTo>
                    <a:pt x="4520" y="7487"/>
                  </a:lnTo>
                  <a:cubicBezTo>
                    <a:pt x="4360" y="7579"/>
                    <a:pt x="4200" y="7670"/>
                    <a:pt x="4018" y="7784"/>
                  </a:cubicBezTo>
                  <a:lnTo>
                    <a:pt x="3402" y="7419"/>
                  </a:lnTo>
                  <a:cubicBezTo>
                    <a:pt x="3561" y="7327"/>
                    <a:pt x="3744" y="7236"/>
                    <a:pt x="3904" y="7145"/>
                  </a:cubicBezTo>
                  <a:close/>
                  <a:moveTo>
                    <a:pt x="5182" y="7168"/>
                  </a:moveTo>
                  <a:lnTo>
                    <a:pt x="5502" y="7350"/>
                  </a:lnTo>
                  <a:lnTo>
                    <a:pt x="5775" y="7510"/>
                  </a:lnTo>
                  <a:cubicBezTo>
                    <a:pt x="5616" y="7601"/>
                    <a:pt x="5456" y="7693"/>
                    <a:pt x="5296" y="7807"/>
                  </a:cubicBezTo>
                  <a:lnTo>
                    <a:pt x="4908" y="7579"/>
                  </a:lnTo>
                  <a:lnTo>
                    <a:pt x="4680" y="7464"/>
                  </a:lnTo>
                  <a:cubicBezTo>
                    <a:pt x="4840" y="7350"/>
                    <a:pt x="5022" y="7259"/>
                    <a:pt x="5182" y="7168"/>
                  </a:cubicBezTo>
                  <a:close/>
                  <a:moveTo>
                    <a:pt x="6460" y="7213"/>
                  </a:moveTo>
                  <a:lnTo>
                    <a:pt x="7054" y="7533"/>
                  </a:lnTo>
                  <a:cubicBezTo>
                    <a:pt x="6894" y="7624"/>
                    <a:pt x="6711" y="7738"/>
                    <a:pt x="6551" y="7830"/>
                  </a:cubicBezTo>
                  <a:lnTo>
                    <a:pt x="5958" y="7487"/>
                  </a:lnTo>
                  <a:cubicBezTo>
                    <a:pt x="6118" y="7396"/>
                    <a:pt x="6300" y="7305"/>
                    <a:pt x="6460" y="7213"/>
                  </a:cubicBezTo>
                  <a:close/>
                  <a:moveTo>
                    <a:pt x="7738" y="7236"/>
                  </a:moveTo>
                  <a:lnTo>
                    <a:pt x="8332" y="7556"/>
                  </a:lnTo>
                  <a:lnTo>
                    <a:pt x="8035" y="7716"/>
                  </a:lnTo>
                  <a:cubicBezTo>
                    <a:pt x="7967" y="7761"/>
                    <a:pt x="7875" y="7807"/>
                    <a:pt x="7807" y="7852"/>
                  </a:cubicBezTo>
                  <a:lnTo>
                    <a:pt x="7236" y="7510"/>
                  </a:lnTo>
                  <a:cubicBezTo>
                    <a:pt x="7282" y="7487"/>
                    <a:pt x="7328" y="7464"/>
                    <a:pt x="7373" y="7442"/>
                  </a:cubicBezTo>
                  <a:lnTo>
                    <a:pt x="7738" y="7236"/>
                  </a:lnTo>
                  <a:close/>
                  <a:moveTo>
                    <a:pt x="8971" y="7282"/>
                  </a:moveTo>
                  <a:lnTo>
                    <a:pt x="9039" y="7327"/>
                  </a:lnTo>
                  <a:cubicBezTo>
                    <a:pt x="9199" y="7419"/>
                    <a:pt x="9382" y="7510"/>
                    <a:pt x="9564" y="7601"/>
                  </a:cubicBezTo>
                  <a:lnTo>
                    <a:pt x="9062" y="7875"/>
                  </a:lnTo>
                  <a:cubicBezTo>
                    <a:pt x="8925" y="7807"/>
                    <a:pt x="8766" y="7716"/>
                    <a:pt x="8629" y="7624"/>
                  </a:cubicBezTo>
                  <a:lnTo>
                    <a:pt x="8492" y="7556"/>
                  </a:lnTo>
                  <a:lnTo>
                    <a:pt x="8971" y="7282"/>
                  </a:lnTo>
                  <a:close/>
                  <a:moveTo>
                    <a:pt x="10957" y="7670"/>
                  </a:moveTo>
                  <a:cubicBezTo>
                    <a:pt x="11071" y="7738"/>
                    <a:pt x="11185" y="7807"/>
                    <a:pt x="11322" y="7875"/>
                  </a:cubicBezTo>
                  <a:cubicBezTo>
                    <a:pt x="11208" y="7807"/>
                    <a:pt x="11094" y="7738"/>
                    <a:pt x="10957" y="7670"/>
                  </a:cubicBezTo>
                  <a:close/>
                  <a:moveTo>
                    <a:pt x="10272" y="7305"/>
                  </a:moveTo>
                  <a:cubicBezTo>
                    <a:pt x="10455" y="7419"/>
                    <a:pt x="10660" y="7510"/>
                    <a:pt x="10843" y="7624"/>
                  </a:cubicBezTo>
                  <a:lnTo>
                    <a:pt x="10272" y="7944"/>
                  </a:lnTo>
                  <a:cubicBezTo>
                    <a:pt x="10089" y="7830"/>
                    <a:pt x="9884" y="7738"/>
                    <a:pt x="9701" y="7624"/>
                  </a:cubicBezTo>
                  <a:lnTo>
                    <a:pt x="10272" y="7305"/>
                  </a:lnTo>
                  <a:close/>
                  <a:moveTo>
                    <a:pt x="2626" y="7099"/>
                  </a:moveTo>
                  <a:lnTo>
                    <a:pt x="3265" y="7464"/>
                  </a:lnTo>
                  <a:cubicBezTo>
                    <a:pt x="3082" y="7556"/>
                    <a:pt x="2922" y="7647"/>
                    <a:pt x="2762" y="7761"/>
                  </a:cubicBezTo>
                  <a:cubicBezTo>
                    <a:pt x="2945" y="7670"/>
                    <a:pt x="3128" y="7579"/>
                    <a:pt x="3287" y="7487"/>
                  </a:cubicBezTo>
                  <a:lnTo>
                    <a:pt x="3927" y="7830"/>
                  </a:lnTo>
                  <a:cubicBezTo>
                    <a:pt x="3744" y="7944"/>
                    <a:pt x="3584" y="8035"/>
                    <a:pt x="3424" y="8126"/>
                  </a:cubicBezTo>
                  <a:lnTo>
                    <a:pt x="2762" y="7761"/>
                  </a:lnTo>
                  <a:lnTo>
                    <a:pt x="2101" y="7396"/>
                  </a:lnTo>
                  <a:cubicBezTo>
                    <a:pt x="2283" y="7305"/>
                    <a:pt x="2466" y="7191"/>
                    <a:pt x="2626" y="7099"/>
                  </a:cubicBezTo>
                  <a:close/>
                  <a:moveTo>
                    <a:pt x="4566" y="7510"/>
                  </a:moveTo>
                  <a:lnTo>
                    <a:pt x="4862" y="7693"/>
                  </a:lnTo>
                  <a:lnTo>
                    <a:pt x="5182" y="7852"/>
                  </a:lnTo>
                  <a:cubicBezTo>
                    <a:pt x="5022" y="7967"/>
                    <a:pt x="4862" y="8058"/>
                    <a:pt x="4680" y="8149"/>
                  </a:cubicBezTo>
                  <a:lnTo>
                    <a:pt x="4269" y="7921"/>
                  </a:lnTo>
                  <a:lnTo>
                    <a:pt x="4064" y="7784"/>
                  </a:lnTo>
                  <a:cubicBezTo>
                    <a:pt x="4223" y="7693"/>
                    <a:pt x="4406" y="7601"/>
                    <a:pt x="4566" y="7510"/>
                  </a:cubicBezTo>
                  <a:close/>
                  <a:moveTo>
                    <a:pt x="5844" y="7556"/>
                  </a:moveTo>
                  <a:lnTo>
                    <a:pt x="6460" y="7875"/>
                  </a:lnTo>
                  <a:cubicBezTo>
                    <a:pt x="6278" y="7989"/>
                    <a:pt x="6118" y="8081"/>
                    <a:pt x="5958" y="8172"/>
                  </a:cubicBezTo>
                  <a:lnTo>
                    <a:pt x="5342" y="7830"/>
                  </a:lnTo>
                  <a:cubicBezTo>
                    <a:pt x="5502" y="7738"/>
                    <a:pt x="5684" y="7647"/>
                    <a:pt x="5844" y="7556"/>
                  </a:cubicBezTo>
                  <a:close/>
                  <a:moveTo>
                    <a:pt x="7122" y="7579"/>
                  </a:moveTo>
                  <a:lnTo>
                    <a:pt x="7716" y="7898"/>
                  </a:lnTo>
                  <a:cubicBezTo>
                    <a:pt x="7556" y="8012"/>
                    <a:pt x="7373" y="8104"/>
                    <a:pt x="7213" y="8195"/>
                  </a:cubicBezTo>
                  <a:lnTo>
                    <a:pt x="6620" y="7852"/>
                  </a:lnTo>
                  <a:cubicBezTo>
                    <a:pt x="6780" y="7761"/>
                    <a:pt x="6962" y="7670"/>
                    <a:pt x="7122" y="7579"/>
                  </a:cubicBezTo>
                  <a:close/>
                  <a:moveTo>
                    <a:pt x="8423" y="7601"/>
                  </a:moveTo>
                  <a:lnTo>
                    <a:pt x="8583" y="7693"/>
                  </a:lnTo>
                  <a:cubicBezTo>
                    <a:pt x="8720" y="7784"/>
                    <a:pt x="8857" y="7852"/>
                    <a:pt x="8994" y="7921"/>
                  </a:cubicBezTo>
                  <a:lnTo>
                    <a:pt x="8743" y="8058"/>
                  </a:lnTo>
                  <a:cubicBezTo>
                    <a:pt x="8651" y="8126"/>
                    <a:pt x="8560" y="8172"/>
                    <a:pt x="8469" y="8240"/>
                  </a:cubicBezTo>
                  <a:cubicBezTo>
                    <a:pt x="8309" y="8149"/>
                    <a:pt x="8149" y="8035"/>
                    <a:pt x="7989" y="7967"/>
                  </a:cubicBezTo>
                  <a:lnTo>
                    <a:pt x="7898" y="7898"/>
                  </a:lnTo>
                  <a:cubicBezTo>
                    <a:pt x="7944" y="7852"/>
                    <a:pt x="8012" y="7830"/>
                    <a:pt x="8081" y="7784"/>
                  </a:cubicBezTo>
                  <a:lnTo>
                    <a:pt x="8423" y="7601"/>
                  </a:lnTo>
                  <a:close/>
                  <a:moveTo>
                    <a:pt x="9656" y="7647"/>
                  </a:moveTo>
                  <a:cubicBezTo>
                    <a:pt x="9838" y="7761"/>
                    <a:pt x="10044" y="7852"/>
                    <a:pt x="10226" y="7967"/>
                  </a:cubicBezTo>
                  <a:lnTo>
                    <a:pt x="9701" y="8263"/>
                  </a:lnTo>
                  <a:cubicBezTo>
                    <a:pt x="9519" y="8149"/>
                    <a:pt x="9336" y="8035"/>
                    <a:pt x="9154" y="7944"/>
                  </a:cubicBezTo>
                  <a:lnTo>
                    <a:pt x="9656" y="7647"/>
                  </a:lnTo>
                  <a:close/>
                  <a:moveTo>
                    <a:pt x="3949" y="7852"/>
                  </a:moveTo>
                  <a:lnTo>
                    <a:pt x="4223" y="8012"/>
                  </a:lnTo>
                  <a:lnTo>
                    <a:pt x="4588" y="8218"/>
                  </a:lnTo>
                  <a:cubicBezTo>
                    <a:pt x="4429" y="8309"/>
                    <a:pt x="4246" y="8400"/>
                    <a:pt x="4086" y="8514"/>
                  </a:cubicBezTo>
                  <a:lnTo>
                    <a:pt x="3630" y="8240"/>
                  </a:lnTo>
                  <a:lnTo>
                    <a:pt x="3447" y="8126"/>
                  </a:lnTo>
                  <a:cubicBezTo>
                    <a:pt x="3607" y="8035"/>
                    <a:pt x="3767" y="7944"/>
                    <a:pt x="3949" y="7852"/>
                  </a:cubicBezTo>
                  <a:close/>
                  <a:moveTo>
                    <a:pt x="5228" y="7898"/>
                  </a:moveTo>
                  <a:lnTo>
                    <a:pt x="5844" y="8240"/>
                  </a:lnTo>
                  <a:cubicBezTo>
                    <a:pt x="5684" y="8332"/>
                    <a:pt x="5524" y="8423"/>
                    <a:pt x="5342" y="8537"/>
                  </a:cubicBezTo>
                  <a:lnTo>
                    <a:pt x="4725" y="8172"/>
                  </a:lnTo>
                  <a:cubicBezTo>
                    <a:pt x="4885" y="8081"/>
                    <a:pt x="5068" y="7989"/>
                    <a:pt x="5228" y="7898"/>
                  </a:cubicBezTo>
                  <a:close/>
                  <a:moveTo>
                    <a:pt x="6506" y="7921"/>
                  </a:moveTo>
                  <a:lnTo>
                    <a:pt x="7122" y="8263"/>
                  </a:lnTo>
                  <a:cubicBezTo>
                    <a:pt x="6939" y="8355"/>
                    <a:pt x="6780" y="8446"/>
                    <a:pt x="6597" y="8560"/>
                  </a:cubicBezTo>
                  <a:lnTo>
                    <a:pt x="6004" y="8195"/>
                  </a:lnTo>
                  <a:cubicBezTo>
                    <a:pt x="6163" y="8104"/>
                    <a:pt x="6346" y="8012"/>
                    <a:pt x="6506" y="7921"/>
                  </a:cubicBezTo>
                  <a:close/>
                  <a:moveTo>
                    <a:pt x="7807" y="7944"/>
                  </a:moveTo>
                  <a:lnTo>
                    <a:pt x="7944" y="8035"/>
                  </a:lnTo>
                  <a:cubicBezTo>
                    <a:pt x="8104" y="8104"/>
                    <a:pt x="8241" y="8195"/>
                    <a:pt x="8400" y="8263"/>
                  </a:cubicBezTo>
                  <a:cubicBezTo>
                    <a:pt x="8218" y="8377"/>
                    <a:pt x="8035" y="8492"/>
                    <a:pt x="7853" y="8583"/>
                  </a:cubicBezTo>
                  <a:cubicBezTo>
                    <a:pt x="7693" y="8492"/>
                    <a:pt x="7510" y="8377"/>
                    <a:pt x="7350" y="8286"/>
                  </a:cubicBezTo>
                  <a:lnTo>
                    <a:pt x="7282" y="8240"/>
                  </a:lnTo>
                  <a:cubicBezTo>
                    <a:pt x="7442" y="8149"/>
                    <a:pt x="7624" y="8035"/>
                    <a:pt x="7807" y="7944"/>
                  </a:cubicBezTo>
                  <a:close/>
                  <a:moveTo>
                    <a:pt x="9085" y="7967"/>
                  </a:moveTo>
                  <a:cubicBezTo>
                    <a:pt x="9291" y="8081"/>
                    <a:pt x="9473" y="8172"/>
                    <a:pt x="9679" y="8286"/>
                  </a:cubicBezTo>
                  <a:lnTo>
                    <a:pt x="9291" y="8514"/>
                  </a:lnTo>
                  <a:cubicBezTo>
                    <a:pt x="9222" y="8537"/>
                    <a:pt x="9176" y="8583"/>
                    <a:pt x="9108" y="8606"/>
                  </a:cubicBezTo>
                  <a:cubicBezTo>
                    <a:pt x="8925" y="8492"/>
                    <a:pt x="8720" y="8400"/>
                    <a:pt x="8537" y="8286"/>
                  </a:cubicBezTo>
                  <a:cubicBezTo>
                    <a:pt x="8629" y="8240"/>
                    <a:pt x="8697" y="8195"/>
                    <a:pt x="8788" y="8149"/>
                  </a:cubicBezTo>
                  <a:lnTo>
                    <a:pt x="9085" y="7967"/>
                  </a:lnTo>
                  <a:close/>
                  <a:moveTo>
                    <a:pt x="5890" y="8263"/>
                  </a:moveTo>
                  <a:lnTo>
                    <a:pt x="6529" y="8606"/>
                  </a:lnTo>
                  <a:cubicBezTo>
                    <a:pt x="6346" y="8697"/>
                    <a:pt x="6186" y="8811"/>
                    <a:pt x="6004" y="8902"/>
                  </a:cubicBezTo>
                  <a:lnTo>
                    <a:pt x="5387" y="8537"/>
                  </a:lnTo>
                  <a:cubicBezTo>
                    <a:pt x="5547" y="8446"/>
                    <a:pt x="5730" y="8355"/>
                    <a:pt x="5890" y="8263"/>
                  </a:cubicBezTo>
                  <a:close/>
                  <a:moveTo>
                    <a:pt x="7191" y="8286"/>
                  </a:moveTo>
                  <a:lnTo>
                    <a:pt x="7305" y="8355"/>
                  </a:lnTo>
                  <a:cubicBezTo>
                    <a:pt x="7464" y="8446"/>
                    <a:pt x="7624" y="8537"/>
                    <a:pt x="7807" y="8629"/>
                  </a:cubicBezTo>
                  <a:cubicBezTo>
                    <a:pt x="7624" y="8720"/>
                    <a:pt x="7442" y="8834"/>
                    <a:pt x="7259" y="8948"/>
                  </a:cubicBezTo>
                  <a:cubicBezTo>
                    <a:pt x="7076" y="8834"/>
                    <a:pt x="6894" y="8720"/>
                    <a:pt x="6711" y="8606"/>
                  </a:cubicBezTo>
                  <a:lnTo>
                    <a:pt x="6643" y="8583"/>
                  </a:lnTo>
                  <a:cubicBezTo>
                    <a:pt x="6825" y="8492"/>
                    <a:pt x="7008" y="8377"/>
                    <a:pt x="7191" y="8286"/>
                  </a:cubicBezTo>
                  <a:close/>
                  <a:moveTo>
                    <a:pt x="8469" y="8309"/>
                  </a:moveTo>
                  <a:cubicBezTo>
                    <a:pt x="8674" y="8423"/>
                    <a:pt x="8880" y="8537"/>
                    <a:pt x="9062" y="8629"/>
                  </a:cubicBezTo>
                  <a:cubicBezTo>
                    <a:pt x="8880" y="8743"/>
                    <a:pt x="8697" y="8857"/>
                    <a:pt x="8514" y="8971"/>
                  </a:cubicBezTo>
                  <a:cubicBezTo>
                    <a:pt x="8309" y="8857"/>
                    <a:pt x="8104" y="8743"/>
                    <a:pt x="7921" y="8629"/>
                  </a:cubicBezTo>
                  <a:cubicBezTo>
                    <a:pt x="8104" y="8514"/>
                    <a:pt x="8286" y="8423"/>
                    <a:pt x="8469" y="8309"/>
                  </a:cubicBezTo>
                  <a:close/>
                  <a:moveTo>
                    <a:pt x="4611" y="8240"/>
                  </a:moveTo>
                  <a:lnTo>
                    <a:pt x="5250" y="8583"/>
                  </a:lnTo>
                  <a:cubicBezTo>
                    <a:pt x="5091" y="8674"/>
                    <a:pt x="4908" y="8788"/>
                    <a:pt x="4748" y="8880"/>
                  </a:cubicBezTo>
                  <a:cubicBezTo>
                    <a:pt x="4931" y="8788"/>
                    <a:pt x="5113" y="8697"/>
                    <a:pt x="5273" y="8606"/>
                  </a:cubicBezTo>
                  <a:lnTo>
                    <a:pt x="5912" y="8948"/>
                  </a:lnTo>
                  <a:cubicBezTo>
                    <a:pt x="5753" y="9062"/>
                    <a:pt x="5570" y="9154"/>
                    <a:pt x="5410" y="9268"/>
                  </a:cubicBezTo>
                  <a:lnTo>
                    <a:pt x="4748" y="8880"/>
                  </a:lnTo>
                  <a:lnTo>
                    <a:pt x="4109" y="8514"/>
                  </a:lnTo>
                  <a:cubicBezTo>
                    <a:pt x="4269" y="8423"/>
                    <a:pt x="4452" y="8332"/>
                    <a:pt x="4611" y="8240"/>
                  </a:cubicBezTo>
                  <a:close/>
                  <a:moveTo>
                    <a:pt x="6574" y="8629"/>
                  </a:moveTo>
                  <a:lnTo>
                    <a:pt x="6666" y="8697"/>
                  </a:lnTo>
                  <a:cubicBezTo>
                    <a:pt x="6848" y="8788"/>
                    <a:pt x="7031" y="8880"/>
                    <a:pt x="7191" y="8971"/>
                  </a:cubicBezTo>
                  <a:cubicBezTo>
                    <a:pt x="7008" y="9085"/>
                    <a:pt x="6825" y="9176"/>
                    <a:pt x="6666" y="9290"/>
                  </a:cubicBezTo>
                  <a:cubicBezTo>
                    <a:pt x="6460" y="9176"/>
                    <a:pt x="6255" y="9062"/>
                    <a:pt x="6072" y="8948"/>
                  </a:cubicBezTo>
                  <a:lnTo>
                    <a:pt x="6026" y="8925"/>
                  </a:lnTo>
                  <a:cubicBezTo>
                    <a:pt x="6209" y="8834"/>
                    <a:pt x="6392" y="8720"/>
                    <a:pt x="6574" y="8629"/>
                  </a:cubicBezTo>
                  <a:close/>
                  <a:moveTo>
                    <a:pt x="7853" y="8651"/>
                  </a:moveTo>
                  <a:cubicBezTo>
                    <a:pt x="8058" y="8765"/>
                    <a:pt x="8263" y="8880"/>
                    <a:pt x="8469" y="8994"/>
                  </a:cubicBezTo>
                  <a:cubicBezTo>
                    <a:pt x="8286" y="9085"/>
                    <a:pt x="8104" y="9199"/>
                    <a:pt x="7898" y="9313"/>
                  </a:cubicBezTo>
                  <a:cubicBezTo>
                    <a:pt x="7693" y="9199"/>
                    <a:pt x="7510" y="9085"/>
                    <a:pt x="7305" y="8971"/>
                  </a:cubicBezTo>
                  <a:cubicBezTo>
                    <a:pt x="7487" y="8857"/>
                    <a:pt x="7670" y="8765"/>
                    <a:pt x="7853" y="8651"/>
                  </a:cubicBezTo>
                  <a:close/>
                  <a:moveTo>
                    <a:pt x="5935" y="8971"/>
                  </a:moveTo>
                  <a:lnTo>
                    <a:pt x="6026" y="9017"/>
                  </a:lnTo>
                  <a:cubicBezTo>
                    <a:pt x="6209" y="9108"/>
                    <a:pt x="6415" y="9222"/>
                    <a:pt x="6597" y="9313"/>
                  </a:cubicBezTo>
                  <a:cubicBezTo>
                    <a:pt x="6415" y="9427"/>
                    <a:pt x="6232" y="9542"/>
                    <a:pt x="6049" y="9633"/>
                  </a:cubicBezTo>
                  <a:cubicBezTo>
                    <a:pt x="5844" y="9519"/>
                    <a:pt x="5638" y="9382"/>
                    <a:pt x="5433" y="9268"/>
                  </a:cubicBezTo>
                  <a:lnTo>
                    <a:pt x="5410" y="9268"/>
                  </a:lnTo>
                  <a:cubicBezTo>
                    <a:pt x="5593" y="9176"/>
                    <a:pt x="5775" y="9062"/>
                    <a:pt x="5935" y="8971"/>
                  </a:cubicBezTo>
                  <a:close/>
                  <a:moveTo>
                    <a:pt x="7236" y="8994"/>
                  </a:moveTo>
                  <a:cubicBezTo>
                    <a:pt x="7442" y="9108"/>
                    <a:pt x="7670" y="9222"/>
                    <a:pt x="7875" y="9336"/>
                  </a:cubicBezTo>
                  <a:cubicBezTo>
                    <a:pt x="7693" y="9450"/>
                    <a:pt x="7487" y="9564"/>
                    <a:pt x="7305" y="9678"/>
                  </a:cubicBezTo>
                  <a:cubicBezTo>
                    <a:pt x="7099" y="9542"/>
                    <a:pt x="6894" y="9427"/>
                    <a:pt x="6688" y="9313"/>
                  </a:cubicBezTo>
                  <a:cubicBezTo>
                    <a:pt x="6871" y="9199"/>
                    <a:pt x="7054" y="9108"/>
                    <a:pt x="7236" y="8994"/>
                  </a:cubicBezTo>
                  <a:close/>
                  <a:moveTo>
                    <a:pt x="6004" y="9678"/>
                  </a:moveTo>
                  <a:lnTo>
                    <a:pt x="6004" y="9678"/>
                  </a:lnTo>
                  <a:cubicBezTo>
                    <a:pt x="5912" y="9724"/>
                    <a:pt x="5844" y="9770"/>
                    <a:pt x="5775" y="9815"/>
                  </a:cubicBezTo>
                  <a:cubicBezTo>
                    <a:pt x="5844" y="9770"/>
                    <a:pt x="5935" y="9724"/>
                    <a:pt x="6004" y="9678"/>
                  </a:cubicBezTo>
                  <a:close/>
                  <a:moveTo>
                    <a:pt x="10820" y="1"/>
                  </a:moveTo>
                  <a:cubicBezTo>
                    <a:pt x="11071" y="138"/>
                    <a:pt x="11299" y="275"/>
                    <a:pt x="11527" y="434"/>
                  </a:cubicBezTo>
                  <a:cubicBezTo>
                    <a:pt x="11345" y="526"/>
                    <a:pt x="11139" y="640"/>
                    <a:pt x="10957" y="754"/>
                  </a:cubicBezTo>
                  <a:cubicBezTo>
                    <a:pt x="10751" y="640"/>
                    <a:pt x="10569" y="548"/>
                    <a:pt x="10386" y="457"/>
                  </a:cubicBezTo>
                  <a:lnTo>
                    <a:pt x="10386" y="457"/>
                  </a:lnTo>
                  <a:cubicBezTo>
                    <a:pt x="10569" y="548"/>
                    <a:pt x="10751" y="663"/>
                    <a:pt x="10911" y="754"/>
                  </a:cubicBezTo>
                  <a:cubicBezTo>
                    <a:pt x="10728" y="868"/>
                    <a:pt x="10523" y="982"/>
                    <a:pt x="10340" y="1096"/>
                  </a:cubicBezTo>
                  <a:cubicBezTo>
                    <a:pt x="10135" y="982"/>
                    <a:pt x="9930" y="868"/>
                    <a:pt x="9747" y="777"/>
                  </a:cubicBezTo>
                  <a:lnTo>
                    <a:pt x="9747" y="777"/>
                  </a:lnTo>
                  <a:cubicBezTo>
                    <a:pt x="9930" y="891"/>
                    <a:pt x="10112" y="1005"/>
                    <a:pt x="10295" y="1096"/>
                  </a:cubicBezTo>
                  <a:cubicBezTo>
                    <a:pt x="10112" y="1210"/>
                    <a:pt x="9907" y="1324"/>
                    <a:pt x="9724" y="1439"/>
                  </a:cubicBezTo>
                  <a:cubicBezTo>
                    <a:pt x="9519" y="1324"/>
                    <a:pt x="9313" y="1210"/>
                    <a:pt x="9108" y="1096"/>
                  </a:cubicBezTo>
                  <a:lnTo>
                    <a:pt x="9108" y="1096"/>
                  </a:lnTo>
                  <a:cubicBezTo>
                    <a:pt x="9291" y="1210"/>
                    <a:pt x="9496" y="1324"/>
                    <a:pt x="9679" y="1439"/>
                  </a:cubicBezTo>
                  <a:cubicBezTo>
                    <a:pt x="9496" y="1553"/>
                    <a:pt x="9336" y="1644"/>
                    <a:pt x="9154" y="1735"/>
                  </a:cubicBezTo>
                  <a:lnTo>
                    <a:pt x="9108" y="1781"/>
                  </a:lnTo>
                  <a:cubicBezTo>
                    <a:pt x="8880" y="1667"/>
                    <a:pt x="8674" y="1553"/>
                    <a:pt x="8469" y="1439"/>
                  </a:cubicBezTo>
                  <a:lnTo>
                    <a:pt x="8469" y="1439"/>
                  </a:lnTo>
                  <a:cubicBezTo>
                    <a:pt x="8651" y="1553"/>
                    <a:pt x="8857" y="1667"/>
                    <a:pt x="9062" y="1781"/>
                  </a:cubicBezTo>
                  <a:lnTo>
                    <a:pt x="8492" y="2123"/>
                  </a:lnTo>
                  <a:cubicBezTo>
                    <a:pt x="8263" y="2009"/>
                    <a:pt x="8035" y="1872"/>
                    <a:pt x="7830" y="1758"/>
                  </a:cubicBezTo>
                  <a:lnTo>
                    <a:pt x="7830" y="1758"/>
                  </a:lnTo>
                  <a:cubicBezTo>
                    <a:pt x="8035" y="1895"/>
                    <a:pt x="8241" y="2009"/>
                    <a:pt x="8446" y="2123"/>
                  </a:cubicBezTo>
                  <a:lnTo>
                    <a:pt x="7875" y="2466"/>
                  </a:lnTo>
                  <a:cubicBezTo>
                    <a:pt x="7647" y="2329"/>
                    <a:pt x="7419" y="2215"/>
                    <a:pt x="7168" y="2078"/>
                  </a:cubicBezTo>
                  <a:lnTo>
                    <a:pt x="7168" y="2078"/>
                  </a:lnTo>
                  <a:cubicBezTo>
                    <a:pt x="7396" y="2215"/>
                    <a:pt x="7624" y="2352"/>
                    <a:pt x="7853" y="2489"/>
                  </a:cubicBezTo>
                  <a:lnTo>
                    <a:pt x="7259" y="2808"/>
                  </a:lnTo>
                  <a:cubicBezTo>
                    <a:pt x="7031" y="2671"/>
                    <a:pt x="6780" y="2534"/>
                    <a:pt x="6529" y="2420"/>
                  </a:cubicBezTo>
                  <a:lnTo>
                    <a:pt x="6529" y="2420"/>
                  </a:lnTo>
                  <a:cubicBezTo>
                    <a:pt x="6757" y="2557"/>
                    <a:pt x="7008" y="2694"/>
                    <a:pt x="7236" y="2831"/>
                  </a:cubicBezTo>
                  <a:lnTo>
                    <a:pt x="6643" y="3150"/>
                  </a:lnTo>
                  <a:cubicBezTo>
                    <a:pt x="6437" y="3036"/>
                    <a:pt x="6255" y="2922"/>
                    <a:pt x="6049" y="2831"/>
                  </a:cubicBezTo>
                  <a:lnTo>
                    <a:pt x="6049" y="2831"/>
                  </a:lnTo>
                  <a:cubicBezTo>
                    <a:pt x="6232" y="2945"/>
                    <a:pt x="6437" y="3059"/>
                    <a:pt x="6620" y="3173"/>
                  </a:cubicBezTo>
                  <a:lnTo>
                    <a:pt x="6141" y="3447"/>
                  </a:lnTo>
                  <a:lnTo>
                    <a:pt x="6049" y="3493"/>
                  </a:lnTo>
                  <a:cubicBezTo>
                    <a:pt x="5821" y="3379"/>
                    <a:pt x="5616" y="3265"/>
                    <a:pt x="5410" y="3150"/>
                  </a:cubicBezTo>
                  <a:lnTo>
                    <a:pt x="5410" y="3150"/>
                  </a:lnTo>
                  <a:cubicBezTo>
                    <a:pt x="5593" y="3265"/>
                    <a:pt x="5798" y="3402"/>
                    <a:pt x="6004" y="3516"/>
                  </a:cubicBezTo>
                  <a:lnTo>
                    <a:pt x="5433" y="3835"/>
                  </a:lnTo>
                  <a:cubicBezTo>
                    <a:pt x="5205" y="3721"/>
                    <a:pt x="4977" y="3607"/>
                    <a:pt x="4748" y="3470"/>
                  </a:cubicBezTo>
                  <a:lnTo>
                    <a:pt x="4748" y="3470"/>
                  </a:lnTo>
                  <a:cubicBezTo>
                    <a:pt x="4977" y="3607"/>
                    <a:pt x="5182" y="3744"/>
                    <a:pt x="5410" y="3858"/>
                  </a:cubicBezTo>
                  <a:lnTo>
                    <a:pt x="4840" y="4200"/>
                  </a:lnTo>
                  <a:cubicBezTo>
                    <a:pt x="4588" y="4063"/>
                    <a:pt x="4360" y="3927"/>
                    <a:pt x="4109" y="3812"/>
                  </a:cubicBezTo>
                  <a:lnTo>
                    <a:pt x="4109" y="3812"/>
                  </a:lnTo>
                  <a:cubicBezTo>
                    <a:pt x="4337" y="3949"/>
                    <a:pt x="4566" y="4086"/>
                    <a:pt x="4794" y="4200"/>
                  </a:cubicBezTo>
                  <a:lnTo>
                    <a:pt x="4223" y="4543"/>
                  </a:lnTo>
                  <a:cubicBezTo>
                    <a:pt x="4041" y="4452"/>
                    <a:pt x="3835" y="4337"/>
                    <a:pt x="3653" y="4246"/>
                  </a:cubicBezTo>
                  <a:lnTo>
                    <a:pt x="3653" y="4246"/>
                  </a:lnTo>
                  <a:cubicBezTo>
                    <a:pt x="3835" y="4337"/>
                    <a:pt x="4018" y="4452"/>
                    <a:pt x="4200" y="4566"/>
                  </a:cubicBezTo>
                  <a:lnTo>
                    <a:pt x="3653" y="4862"/>
                  </a:lnTo>
                  <a:cubicBezTo>
                    <a:pt x="3516" y="4771"/>
                    <a:pt x="3356" y="4703"/>
                    <a:pt x="3196" y="4611"/>
                  </a:cubicBezTo>
                  <a:lnTo>
                    <a:pt x="3196" y="4611"/>
                  </a:lnTo>
                  <a:cubicBezTo>
                    <a:pt x="3356" y="4703"/>
                    <a:pt x="3493" y="4794"/>
                    <a:pt x="3653" y="4885"/>
                  </a:cubicBezTo>
                  <a:lnTo>
                    <a:pt x="3150" y="5159"/>
                  </a:lnTo>
                  <a:cubicBezTo>
                    <a:pt x="3128" y="5182"/>
                    <a:pt x="3082" y="5182"/>
                    <a:pt x="3059" y="5205"/>
                  </a:cubicBezTo>
                  <a:cubicBezTo>
                    <a:pt x="2899" y="5113"/>
                    <a:pt x="2740" y="5022"/>
                    <a:pt x="2557" y="4954"/>
                  </a:cubicBezTo>
                  <a:lnTo>
                    <a:pt x="2557" y="4954"/>
                  </a:lnTo>
                  <a:cubicBezTo>
                    <a:pt x="2717" y="5045"/>
                    <a:pt x="2877" y="5136"/>
                    <a:pt x="3036" y="5228"/>
                  </a:cubicBezTo>
                  <a:cubicBezTo>
                    <a:pt x="2854" y="5342"/>
                    <a:pt x="2648" y="5456"/>
                    <a:pt x="2466" y="5570"/>
                  </a:cubicBezTo>
                  <a:cubicBezTo>
                    <a:pt x="2283" y="5456"/>
                    <a:pt x="2101" y="5365"/>
                    <a:pt x="1918" y="5273"/>
                  </a:cubicBezTo>
                  <a:lnTo>
                    <a:pt x="1918" y="5273"/>
                  </a:lnTo>
                  <a:cubicBezTo>
                    <a:pt x="2101" y="5387"/>
                    <a:pt x="2260" y="5479"/>
                    <a:pt x="2443" y="5570"/>
                  </a:cubicBezTo>
                  <a:cubicBezTo>
                    <a:pt x="2237" y="5684"/>
                    <a:pt x="2055" y="5798"/>
                    <a:pt x="1849" y="5912"/>
                  </a:cubicBezTo>
                  <a:cubicBezTo>
                    <a:pt x="1667" y="5821"/>
                    <a:pt x="1484" y="5707"/>
                    <a:pt x="1279" y="5593"/>
                  </a:cubicBezTo>
                  <a:lnTo>
                    <a:pt x="1279" y="5593"/>
                  </a:lnTo>
                  <a:cubicBezTo>
                    <a:pt x="1461" y="5707"/>
                    <a:pt x="1644" y="5821"/>
                    <a:pt x="1827" y="5935"/>
                  </a:cubicBezTo>
                  <a:cubicBezTo>
                    <a:pt x="1644" y="6049"/>
                    <a:pt x="1461" y="6141"/>
                    <a:pt x="1256" y="6255"/>
                  </a:cubicBezTo>
                  <a:cubicBezTo>
                    <a:pt x="1051" y="6163"/>
                    <a:pt x="845" y="6049"/>
                    <a:pt x="640" y="5935"/>
                  </a:cubicBezTo>
                  <a:lnTo>
                    <a:pt x="640" y="5935"/>
                  </a:lnTo>
                  <a:cubicBezTo>
                    <a:pt x="845" y="6049"/>
                    <a:pt x="1028" y="6163"/>
                    <a:pt x="1233" y="6278"/>
                  </a:cubicBezTo>
                  <a:cubicBezTo>
                    <a:pt x="1051" y="6392"/>
                    <a:pt x="845" y="6506"/>
                    <a:pt x="663" y="6620"/>
                  </a:cubicBezTo>
                  <a:cubicBezTo>
                    <a:pt x="434" y="6506"/>
                    <a:pt x="229" y="6369"/>
                    <a:pt x="1" y="6255"/>
                  </a:cubicBezTo>
                  <a:lnTo>
                    <a:pt x="1" y="6255"/>
                  </a:lnTo>
                  <a:cubicBezTo>
                    <a:pt x="206" y="6392"/>
                    <a:pt x="411" y="6506"/>
                    <a:pt x="640" y="6643"/>
                  </a:cubicBezTo>
                  <a:cubicBezTo>
                    <a:pt x="868" y="6780"/>
                    <a:pt x="1119" y="6917"/>
                    <a:pt x="1347" y="7054"/>
                  </a:cubicBezTo>
                  <a:cubicBezTo>
                    <a:pt x="1165" y="7168"/>
                    <a:pt x="982" y="7282"/>
                    <a:pt x="799" y="7373"/>
                  </a:cubicBezTo>
                  <a:cubicBezTo>
                    <a:pt x="982" y="7282"/>
                    <a:pt x="1165" y="7168"/>
                    <a:pt x="1370" y="7054"/>
                  </a:cubicBezTo>
                  <a:cubicBezTo>
                    <a:pt x="1507" y="7145"/>
                    <a:pt x="1644" y="7236"/>
                    <a:pt x="1781" y="7305"/>
                  </a:cubicBezTo>
                  <a:lnTo>
                    <a:pt x="2009" y="7442"/>
                  </a:lnTo>
                  <a:lnTo>
                    <a:pt x="2648" y="7807"/>
                  </a:lnTo>
                  <a:cubicBezTo>
                    <a:pt x="2511" y="7898"/>
                    <a:pt x="2352" y="7989"/>
                    <a:pt x="2215" y="8081"/>
                  </a:cubicBezTo>
                  <a:cubicBezTo>
                    <a:pt x="2374" y="7989"/>
                    <a:pt x="2511" y="7898"/>
                    <a:pt x="2671" y="7830"/>
                  </a:cubicBezTo>
                  <a:lnTo>
                    <a:pt x="3310" y="8195"/>
                  </a:lnTo>
                  <a:cubicBezTo>
                    <a:pt x="3196" y="8263"/>
                    <a:pt x="3059" y="8355"/>
                    <a:pt x="2922" y="8423"/>
                  </a:cubicBezTo>
                  <a:cubicBezTo>
                    <a:pt x="3059" y="8355"/>
                    <a:pt x="3196" y="8263"/>
                    <a:pt x="3333" y="8195"/>
                  </a:cubicBezTo>
                  <a:lnTo>
                    <a:pt x="3584" y="8332"/>
                  </a:lnTo>
                  <a:lnTo>
                    <a:pt x="3972" y="8560"/>
                  </a:lnTo>
                  <a:cubicBezTo>
                    <a:pt x="3858" y="8629"/>
                    <a:pt x="3744" y="8697"/>
                    <a:pt x="3630" y="8765"/>
                  </a:cubicBezTo>
                  <a:cubicBezTo>
                    <a:pt x="3744" y="8697"/>
                    <a:pt x="3881" y="8629"/>
                    <a:pt x="3995" y="8560"/>
                  </a:cubicBezTo>
                  <a:lnTo>
                    <a:pt x="4657" y="8925"/>
                  </a:lnTo>
                  <a:cubicBezTo>
                    <a:pt x="4543" y="8994"/>
                    <a:pt x="4452" y="9062"/>
                    <a:pt x="4337" y="9108"/>
                  </a:cubicBezTo>
                  <a:cubicBezTo>
                    <a:pt x="4452" y="9062"/>
                    <a:pt x="4566" y="8994"/>
                    <a:pt x="4657" y="8948"/>
                  </a:cubicBezTo>
                  <a:lnTo>
                    <a:pt x="5319" y="9313"/>
                  </a:lnTo>
                  <a:lnTo>
                    <a:pt x="5387" y="9336"/>
                  </a:lnTo>
                  <a:cubicBezTo>
                    <a:pt x="5593" y="9450"/>
                    <a:pt x="5798" y="9564"/>
                    <a:pt x="6004" y="9678"/>
                  </a:cubicBezTo>
                  <a:cubicBezTo>
                    <a:pt x="6232" y="9793"/>
                    <a:pt x="6460" y="9930"/>
                    <a:pt x="6666" y="10044"/>
                  </a:cubicBezTo>
                  <a:cubicBezTo>
                    <a:pt x="6551" y="10112"/>
                    <a:pt x="6437" y="10181"/>
                    <a:pt x="6300" y="10249"/>
                  </a:cubicBezTo>
                  <a:cubicBezTo>
                    <a:pt x="6437" y="10181"/>
                    <a:pt x="6551" y="10112"/>
                    <a:pt x="6688" y="10044"/>
                  </a:cubicBezTo>
                  <a:cubicBezTo>
                    <a:pt x="6871" y="10135"/>
                    <a:pt x="7030" y="10226"/>
                    <a:pt x="7212" y="10317"/>
                  </a:cubicBezTo>
                  <a:lnTo>
                    <a:pt x="7212" y="10317"/>
                  </a:lnTo>
                  <a:cubicBezTo>
                    <a:pt x="7030" y="10226"/>
                    <a:pt x="6871" y="10135"/>
                    <a:pt x="6711" y="10021"/>
                  </a:cubicBezTo>
                  <a:cubicBezTo>
                    <a:pt x="6483" y="9907"/>
                    <a:pt x="6278" y="9770"/>
                    <a:pt x="6072" y="9656"/>
                  </a:cubicBezTo>
                  <a:cubicBezTo>
                    <a:pt x="6255" y="9542"/>
                    <a:pt x="6437" y="9450"/>
                    <a:pt x="6620" y="9336"/>
                  </a:cubicBezTo>
                  <a:cubicBezTo>
                    <a:pt x="6848" y="9450"/>
                    <a:pt x="7054" y="9564"/>
                    <a:pt x="7282" y="9678"/>
                  </a:cubicBezTo>
                  <a:cubicBezTo>
                    <a:pt x="7076" y="9793"/>
                    <a:pt x="6894" y="9907"/>
                    <a:pt x="6711" y="10021"/>
                  </a:cubicBezTo>
                  <a:cubicBezTo>
                    <a:pt x="6917" y="9930"/>
                    <a:pt x="7099" y="9815"/>
                    <a:pt x="7305" y="9701"/>
                  </a:cubicBezTo>
                  <a:cubicBezTo>
                    <a:pt x="7487" y="9793"/>
                    <a:pt x="7670" y="9907"/>
                    <a:pt x="7853" y="9998"/>
                  </a:cubicBezTo>
                  <a:cubicBezTo>
                    <a:pt x="7670" y="9884"/>
                    <a:pt x="7510" y="9793"/>
                    <a:pt x="7328" y="9678"/>
                  </a:cubicBezTo>
                  <a:cubicBezTo>
                    <a:pt x="7533" y="9587"/>
                    <a:pt x="7716" y="9473"/>
                    <a:pt x="7921" y="9359"/>
                  </a:cubicBezTo>
                  <a:cubicBezTo>
                    <a:pt x="8104" y="9450"/>
                    <a:pt x="8309" y="9564"/>
                    <a:pt x="8492" y="9656"/>
                  </a:cubicBezTo>
                  <a:cubicBezTo>
                    <a:pt x="8309" y="9564"/>
                    <a:pt x="8126" y="9450"/>
                    <a:pt x="7944" y="9336"/>
                  </a:cubicBezTo>
                  <a:cubicBezTo>
                    <a:pt x="8149" y="9245"/>
                    <a:pt x="8332" y="9131"/>
                    <a:pt x="8537" y="9017"/>
                  </a:cubicBezTo>
                  <a:cubicBezTo>
                    <a:pt x="8743" y="9131"/>
                    <a:pt x="8925" y="9222"/>
                    <a:pt x="9131" y="9336"/>
                  </a:cubicBezTo>
                  <a:cubicBezTo>
                    <a:pt x="8948" y="9222"/>
                    <a:pt x="8766" y="9108"/>
                    <a:pt x="8560" y="8994"/>
                  </a:cubicBezTo>
                  <a:cubicBezTo>
                    <a:pt x="8766" y="8902"/>
                    <a:pt x="8971" y="8788"/>
                    <a:pt x="9154" y="8674"/>
                  </a:cubicBezTo>
                  <a:cubicBezTo>
                    <a:pt x="9359" y="8788"/>
                    <a:pt x="9564" y="8902"/>
                    <a:pt x="9770" y="9017"/>
                  </a:cubicBezTo>
                  <a:cubicBezTo>
                    <a:pt x="9587" y="8902"/>
                    <a:pt x="9382" y="8788"/>
                    <a:pt x="9176" y="8651"/>
                  </a:cubicBezTo>
                  <a:cubicBezTo>
                    <a:pt x="9222" y="8629"/>
                    <a:pt x="9291" y="8606"/>
                    <a:pt x="9336" y="8583"/>
                  </a:cubicBezTo>
                  <a:lnTo>
                    <a:pt x="9770" y="8332"/>
                  </a:lnTo>
                  <a:cubicBezTo>
                    <a:pt x="9975" y="8446"/>
                    <a:pt x="10204" y="8560"/>
                    <a:pt x="10409" y="8674"/>
                  </a:cubicBezTo>
                  <a:cubicBezTo>
                    <a:pt x="10204" y="8560"/>
                    <a:pt x="9998" y="8446"/>
                    <a:pt x="9793" y="8309"/>
                  </a:cubicBezTo>
                  <a:lnTo>
                    <a:pt x="10340" y="8012"/>
                  </a:lnTo>
                  <a:cubicBezTo>
                    <a:pt x="10500" y="8104"/>
                    <a:pt x="10683" y="8218"/>
                    <a:pt x="10865" y="8309"/>
                  </a:cubicBezTo>
                  <a:cubicBezTo>
                    <a:pt x="10683" y="8195"/>
                    <a:pt x="10523" y="8104"/>
                    <a:pt x="10363" y="8012"/>
                  </a:cubicBezTo>
                  <a:lnTo>
                    <a:pt x="10957" y="7670"/>
                  </a:lnTo>
                  <a:lnTo>
                    <a:pt x="11550" y="7327"/>
                  </a:lnTo>
                  <a:cubicBezTo>
                    <a:pt x="11687" y="7396"/>
                    <a:pt x="11824" y="7464"/>
                    <a:pt x="11961" y="7533"/>
                  </a:cubicBezTo>
                  <a:cubicBezTo>
                    <a:pt x="11824" y="7464"/>
                    <a:pt x="11710" y="7396"/>
                    <a:pt x="11573" y="7305"/>
                  </a:cubicBezTo>
                  <a:lnTo>
                    <a:pt x="12166" y="6985"/>
                  </a:lnTo>
                  <a:cubicBezTo>
                    <a:pt x="12303" y="7054"/>
                    <a:pt x="12463" y="7145"/>
                    <a:pt x="12600" y="7213"/>
                  </a:cubicBezTo>
                  <a:cubicBezTo>
                    <a:pt x="12463" y="7122"/>
                    <a:pt x="12326" y="7054"/>
                    <a:pt x="12189" y="6962"/>
                  </a:cubicBezTo>
                  <a:lnTo>
                    <a:pt x="12326" y="6894"/>
                  </a:lnTo>
                  <a:lnTo>
                    <a:pt x="12783" y="6643"/>
                  </a:lnTo>
                  <a:cubicBezTo>
                    <a:pt x="12943" y="6711"/>
                    <a:pt x="13080" y="6803"/>
                    <a:pt x="13239" y="6894"/>
                  </a:cubicBezTo>
                  <a:cubicBezTo>
                    <a:pt x="13102" y="6803"/>
                    <a:pt x="12943" y="6711"/>
                    <a:pt x="12806" y="6620"/>
                  </a:cubicBezTo>
                  <a:lnTo>
                    <a:pt x="13376" y="6278"/>
                  </a:lnTo>
                  <a:cubicBezTo>
                    <a:pt x="13513" y="6346"/>
                    <a:pt x="13627" y="6414"/>
                    <a:pt x="13741" y="6483"/>
                  </a:cubicBezTo>
                  <a:cubicBezTo>
                    <a:pt x="13627" y="6414"/>
                    <a:pt x="13513" y="6346"/>
                    <a:pt x="13399" y="6278"/>
                  </a:cubicBezTo>
                  <a:lnTo>
                    <a:pt x="13993" y="5935"/>
                  </a:lnTo>
                  <a:cubicBezTo>
                    <a:pt x="14129" y="6004"/>
                    <a:pt x="14244" y="6072"/>
                    <a:pt x="14381" y="6141"/>
                  </a:cubicBezTo>
                  <a:cubicBezTo>
                    <a:pt x="14266" y="6072"/>
                    <a:pt x="14129" y="6004"/>
                    <a:pt x="14015" y="5935"/>
                  </a:cubicBezTo>
                  <a:lnTo>
                    <a:pt x="14586" y="5593"/>
                  </a:lnTo>
                  <a:cubicBezTo>
                    <a:pt x="14746" y="5661"/>
                    <a:pt x="14883" y="5753"/>
                    <a:pt x="15020" y="5821"/>
                  </a:cubicBezTo>
                  <a:cubicBezTo>
                    <a:pt x="14883" y="5730"/>
                    <a:pt x="14746" y="5661"/>
                    <a:pt x="14609" y="5570"/>
                  </a:cubicBezTo>
                  <a:lnTo>
                    <a:pt x="15202" y="5250"/>
                  </a:lnTo>
                  <a:cubicBezTo>
                    <a:pt x="15362" y="5319"/>
                    <a:pt x="15499" y="5410"/>
                    <a:pt x="15659" y="5501"/>
                  </a:cubicBezTo>
                  <a:cubicBezTo>
                    <a:pt x="15522" y="5410"/>
                    <a:pt x="15362" y="5319"/>
                    <a:pt x="15225" y="5228"/>
                  </a:cubicBezTo>
                  <a:lnTo>
                    <a:pt x="15316" y="5182"/>
                  </a:lnTo>
                  <a:cubicBezTo>
                    <a:pt x="15476" y="5068"/>
                    <a:pt x="15636" y="4976"/>
                    <a:pt x="15796" y="4885"/>
                  </a:cubicBezTo>
                  <a:cubicBezTo>
                    <a:pt x="15978" y="4976"/>
                    <a:pt x="16138" y="5068"/>
                    <a:pt x="16298" y="5159"/>
                  </a:cubicBezTo>
                  <a:cubicBezTo>
                    <a:pt x="16138" y="5068"/>
                    <a:pt x="15978" y="4976"/>
                    <a:pt x="15819" y="4885"/>
                  </a:cubicBezTo>
                  <a:cubicBezTo>
                    <a:pt x="16024" y="4771"/>
                    <a:pt x="16207" y="4657"/>
                    <a:pt x="16389" y="4543"/>
                  </a:cubicBezTo>
                  <a:cubicBezTo>
                    <a:pt x="16595" y="4634"/>
                    <a:pt x="16754" y="4748"/>
                    <a:pt x="16960" y="4840"/>
                  </a:cubicBezTo>
                  <a:cubicBezTo>
                    <a:pt x="16777" y="4725"/>
                    <a:pt x="16595" y="4634"/>
                    <a:pt x="16435" y="4520"/>
                  </a:cubicBezTo>
                  <a:cubicBezTo>
                    <a:pt x="16617" y="4406"/>
                    <a:pt x="16800" y="4292"/>
                    <a:pt x="17005" y="4200"/>
                  </a:cubicBezTo>
                  <a:cubicBezTo>
                    <a:pt x="17188" y="4292"/>
                    <a:pt x="17393" y="4406"/>
                    <a:pt x="17599" y="4520"/>
                  </a:cubicBezTo>
                  <a:cubicBezTo>
                    <a:pt x="17393" y="4406"/>
                    <a:pt x="17211" y="4292"/>
                    <a:pt x="17028" y="4178"/>
                  </a:cubicBezTo>
                  <a:cubicBezTo>
                    <a:pt x="17211" y="4063"/>
                    <a:pt x="17416" y="3949"/>
                    <a:pt x="17599" y="3835"/>
                  </a:cubicBezTo>
                  <a:cubicBezTo>
                    <a:pt x="17736" y="3904"/>
                    <a:pt x="17896" y="3995"/>
                    <a:pt x="18033" y="4063"/>
                  </a:cubicBezTo>
                  <a:cubicBezTo>
                    <a:pt x="17896" y="3995"/>
                    <a:pt x="17759" y="3904"/>
                    <a:pt x="17622" y="3835"/>
                  </a:cubicBezTo>
                  <a:cubicBezTo>
                    <a:pt x="17850" y="3698"/>
                    <a:pt x="18078" y="3561"/>
                    <a:pt x="18306" y="3424"/>
                  </a:cubicBezTo>
                  <a:lnTo>
                    <a:pt x="18306" y="3424"/>
                  </a:lnTo>
                  <a:cubicBezTo>
                    <a:pt x="18055" y="3561"/>
                    <a:pt x="17827" y="3675"/>
                    <a:pt x="17599" y="3812"/>
                  </a:cubicBezTo>
                  <a:cubicBezTo>
                    <a:pt x="17393" y="3698"/>
                    <a:pt x="17188" y="3561"/>
                    <a:pt x="16983" y="3447"/>
                  </a:cubicBezTo>
                  <a:cubicBezTo>
                    <a:pt x="17234" y="3287"/>
                    <a:pt x="17508" y="3150"/>
                    <a:pt x="17759" y="2991"/>
                  </a:cubicBezTo>
                  <a:lnTo>
                    <a:pt x="17759" y="2991"/>
                  </a:lnTo>
                  <a:cubicBezTo>
                    <a:pt x="17485" y="3128"/>
                    <a:pt x="17211" y="3287"/>
                    <a:pt x="16960" y="3424"/>
                  </a:cubicBezTo>
                  <a:cubicBezTo>
                    <a:pt x="16754" y="3310"/>
                    <a:pt x="16526" y="3173"/>
                    <a:pt x="16321" y="3059"/>
                  </a:cubicBezTo>
                  <a:cubicBezTo>
                    <a:pt x="16572" y="2922"/>
                    <a:pt x="16800" y="2785"/>
                    <a:pt x="17051" y="2648"/>
                  </a:cubicBezTo>
                  <a:lnTo>
                    <a:pt x="17051" y="2648"/>
                  </a:lnTo>
                  <a:cubicBezTo>
                    <a:pt x="16800" y="2762"/>
                    <a:pt x="16549" y="2922"/>
                    <a:pt x="16298" y="3036"/>
                  </a:cubicBezTo>
                  <a:cubicBezTo>
                    <a:pt x="16298" y="3036"/>
                    <a:pt x="16275" y="3036"/>
                    <a:pt x="16252" y="3014"/>
                  </a:cubicBezTo>
                  <a:lnTo>
                    <a:pt x="15659" y="2671"/>
                  </a:lnTo>
                  <a:lnTo>
                    <a:pt x="15020" y="2306"/>
                  </a:lnTo>
                  <a:cubicBezTo>
                    <a:pt x="15225" y="2192"/>
                    <a:pt x="15408" y="2055"/>
                    <a:pt x="15613" y="1941"/>
                  </a:cubicBezTo>
                  <a:lnTo>
                    <a:pt x="15613" y="1941"/>
                  </a:lnTo>
                  <a:cubicBezTo>
                    <a:pt x="15408" y="2055"/>
                    <a:pt x="15202" y="2169"/>
                    <a:pt x="14997" y="2283"/>
                  </a:cubicBezTo>
                  <a:lnTo>
                    <a:pt x="14449" y="1986"/>
                  </a:lnTo>
                  <a:lnTo>
                    <a:pt x="14358" y="1918"/>
                  </a:lnTo>
                  <a:cubicBezTo>
                    <a:pt x="14540" y="1827"/>
                    <a:pt x="14723" y="1713"/>
                    <a:pt x="14905" y="1598"/>
                  </a:cubicBezTo>
                  <a:lnTo>
                    <a:pt x="14905" y="1598"/>
                  </a:lnTo>
                  <a:cubicBezTo>
                    <a:pt x="14723" y="1713"/>
                    <a:pt x="14517" y="1804"/>
                    <a:pt x="14335" y="1918"/>
                  </a:cubicBezTo>
                  <a:lnTo>
                    <a:pt x="13673" y="1553"/>
                  </a:lnTo>
                  <a:lnTo>
                    <a:pt x="13011" y="1187"/>
                  </a:lnTo>
                  <a:cubicBezTo>
                    <a:pt x="13169" y="1097"/>
                    <a:pt x="13328" y="1007"/>
                    <a:pt x="13486" y="916"/>
                  </a:cubicBezTo>
                  <a:lnTo>
                    <a:pt x="13486" y="916"/>
                  </a:lnTo>
                  <a:cubicBezTo>
                    <a:pt x="13328" y="1007"/>
                    <a:pt x="13169" y="1097"/>
                    <a:pt x="12988" y="1187"/>
                  </a:cubicBezTo>
                  <a:lnTo>
                    <a:pt x="12646" y="982"/>
                  </a:lnTo>
                  <a:cubicBezTo>
                    <a:pt x="12555" y="936"/>
                    <a:pt x="12440" y="868"/>
                    <a:pt x="12326" y="822"/>
                  </a:cubicBezTo>
                  <a:cubicBezTo>
                    <a:pt x="12485" y="732"/>
                    <a:pt x="12621" y="641"/>
                    <a:pt x="12779" y="550"/>
                  </a:cubicBezTo>
                  <a:lnTo>
                    <a:pt x="12779" y="550"/>
                  </a:lnTo>
                  <a:cubicBezTo>
                    <a:pt x="12621" y="641"/>
                    <a:pt x="12485" y="731"/>
                    <a:pt x="12326" y="799"/>
                  </a:cubicBezTo>
                  <a:cubicBezTo>
                    <a:pt x="12075" y="685"/>
                    <a:pt x="11824" y="548"/>
                    <a:pt x="11596" y="411"/>
                  </a:cubicBezTo>
                  <a:cubicBezTo>
                    <a:pt x="11778" y="297"/>
                    <a:pt x="11984" y="183"/>
                    <a:pt x="12166" y="69"/>
                  </a:cubicBezTo>
                  <a:lnTo>
                    <a:pt x="12166" y="69"/>
                  </a:lnTo>
                  <a:cubicBezTo>
                    <a:pt x="11961" y="183"/>
                    <a:pt x="11778" y="297"/>
                    <a:pt x="11573" y="411"/>
                  </a:cubicBezTo>
                  <a:cubicBezTo>
                    <a:pt x="11322" y="275"/>
                    <a:pt x="11071" y="138"/>
                    <a:pt x="10820" y="1"/>
                  </a:cubicBezTo>
                  <a:close/>
                </a:path>
              </a:pathLst>
            </a:custGeom>
            <a:solidFill>
              <a:srgbClr val="27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41"/>
            <p:cNvSpPr/>
            <p:nvPr/>
          </p:nvSpPr>
          <p:spPr>
            <a:xfrm>
              <a:off x="6008605" y="2788776"/>
              <a:ext cx="267655" cy="248936"/>
            </a:xfrm>
            <a:custGeom>
              <a:avLst/>
              <a:gdLst/>
              <a:ahLst/>
              <a:cxnLst/>
              <a:rect l="l" t="t" r="r" b="b"/>
              <a:pathLst>
                <a:path w="15514" h="14429" extrusionOk="0">
                  <a:moveTo>
                    <a:pt x="2038" y="1"/>
                  </a:moveTo>
                  <a:cubicBezTo>
                    <a:pt x="88" y="1"/>
                    <a:pt x="1" y="8729"/>
                    <a:pt x="249" y="11553"/>
                  </a:cubicBezTo>
                  <a:cubicBezTo>
                    <a:pt x="249" y="11553"/>
                    <a:pt x="3011" y="13562"/>
                    <a:pt x="9882" y="14064"/>
                  </a:cubicBezTo>
                  <a:lnTo>
                    <a:pt x="12004" y="14406"/>
                  </a:lnTo>
                  <a:cubicBezTo>
                    <a:pt x="12111" y="14421"/>
                    <a:pt x="12220" y="14429"/>
                    <a:pt x="12330" y="14429"/>
                  </a:cubicBezTo>
                  <a:cubicBezTo>
                    <a:pt x="12550" y="14429"/>
                    <a:pt x="12773" y="14398"/>
                    <a:pt x="12986" y="14338"/>
                  </a:cubicBezTo>
                  <a:cubicBezTo>
                    <a:pt x="13762" y="14086"/>
                    <a:pt x="15131" y="13584"/>
                    <a:pt x="15314" y="12808"/>
                  </a:cubicBezTo>
                  <a:cubicBezTo>
                    <a:pt x="15514" y="11938"/>
                    <a:pt x="15396" y="11125"/>
                    <a:pt x="14630" y="11125"/>
                  </a:cubicBezTo>
                  <a:cubicBezTo>
                    <a:pt x="14432" y="11125"/>
                    <a:pt x="14190" y="11180"/>
                    <a:pt x="13899" y="11302"/>
                  </a:cubicBezTo>
                  <a:lnTo>
                    <a:pt x="12461" y="11872"/>
                  </a:lnTo>
                  <a:cubicBezTo>
                    <a:pt x="12461" y="11872"/>
                    <a:pt x="11799" y="11713"/>
                    <a:pt x="12895" y="10708"/>
                  </a:cubicBezTo>
                  <a:cubicBezTo>
                    <a:pt x="13284" y="10343"/>
                    <a:pt x="13258" y="10189"/>
                    <a:pt x="13043" y="10189"/>
                  </a:cubicBezTo>
                  <a:cubicBezTo>
                    <a:pt x="12666" y="10189"/>
                    <a:pt x="11708" y="10662"/>
                    <a:pt x="11388" y="11302"/>
                  </a:cubicBezTo>
                  <a:lnTo>
                    <a:pt x="10133" y="11872"/>
                  </a:lnTo>
                  <a:lnTo>
                    <a:pt x="3262" y="9042"/>
                  </a:lnTo>
                  <a:cubicBezTo>
                    <a:pt x="3262" y="9042"/>
                    <a:pt x="4107" y="163"/>
                    <a:pt x="2098" y="3"/>
                  </a:cubicBezTo>
                  <a:cubicBezTo>
                    <a:pt x="2078" y="1"/>
                    <a:pt x="2058" y="1"/>
                    <a:pt x="2038" y="1"/>
                  </a:cubicBezTo>
                  <a:close/>
                </a:path>
              </a:pathLst>
            </a:custGeom>
            <a:solidFill>
              <a:srgbClr val="754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41"/>
            <p:cNvSpPr/>
            <p:nvPr/>
          </p:nvSpPr>
          <p:spPr>
            <a:xfrm>
              <a:off x="6008605" y="2788776"/>
              <a:ext cx="42510" cy="206409"/>
            </a:xfrm>
            <a:custGeom>
              <a:avLst/>
              <a:gdLst/>
              <a:ahLst/>
              <a:cxnLst/>
              <a:rect l="l" t="t" r="r" b="b"/>
              <a:pathLst>
                <a:path w="2464" h="11964" extrusionOk="0">
                  <a:moveTo>
                    <a:pt x="2038" y="1"/>
                  </a:moveTo>
                  <a:cubicBezTo>
                    <a:pt x="88" y="1"/>
                    <a:pt x="1" y="8729"/>
                    <a:pt x="249" y="11553"/>
                  </a:cubicBezTo>
                  <a:cubicBezTo>
                    <a:pt x="249" y="11553"/>
                    <a:pt x="478" y="11713"/>
                    <a:pt x="980" y="11964"/>
                  </a:cubicBezTo>
                  <a:cubicBezTo>
                    <a:pt x="774" y="8882"/>
                    <a:pt x="888" y="1076"/>
                    <a:pt x="2463" y="140"/>
                  </a:cubicBezTo>
                  <a:cubicBezTo>
                    <a:pt x="2349" y="72"/>
                    <a:pt x="2235" y="3"/>
                    <a:pt x="2098" y="3"/>
                  </a:cubicBezTo>
                  <a:cubicBezTo>
                    <a:pt x="2078" y="1"/>
                    <a:pt x="2058" y="1"/>
                    <a:pt x="2038" y="1"/>
                  </a:cubicBezTo>
                  <a:close/>
                </a:path>
              </a:pathLst>
            </a:custGeom>
            <a:solidFill>
              <a:srgbClr val="5E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41"/>
            <p:cNvSpPr/>
            <p:nvPr/>
          </p:nvSpPr>
          <p:spPr>
            <a:xfrm>
              <a:off x="6007777" y="2785257"/>
              <a:ext cx="65387" cy="128410"/>
            </a:xfrm>
            <a:custGeom>
              <a:avLst/>
              <a:gdLst/>
              <a:ahLst/>
              <a:cxnLst/>
              <a:rect l="l" t="t" r="r" b="b"/>
              <a:pathLst>
                <a:path w="3790" h="7443" extrusionOk="0">
                  <a:moveTo>
                    <a:pt x="2144" y="0"/>
                  </a:moveTo>
                  <a:cubicBezTo>
                    <a:pt x="917" y="0"/>
                    <a:pt x="158" y="3490"/>
                    <a:pt x="1" y="6713"/>
                  </a:cubicBezTo>
                  <a:cubicBezTo>
                    <a:pt x="1073" y="6941"/>
                    <a:pt x="2603" y="7192"/>
                    <a:pt x="3653" y="7443"/>
                  </a:cubicBezTo>
                  <a:cubicBezTo>
                    <a:pt x="3790" y="4841"/>
                    <a:pt x="3630" y="116"/>
                    <a:pt x="2192" y="2"/>
                  </a:cubicBezTo>
                  <a:cubicBezTo>
                    <a:pt x="2176" y="1"/>
                    <a:pt x="2160" y="0"/>
                    <a:pt x="2144" y="0"/>
                  </a:cubicBezTo>
                  <a:close/>
                </a:path>
              </a:pathLst>
            </a:custGeom>
            <a:solidFill>
              <a:srgbClr val="F4EB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41"/>
            <p:cNvSpPr/>
            <p:nvPr/>
          </p:nvSpPr>
          <p:spPr>
            <a:xfrm>
              <a:off x="6007380" y="2784497"/>
              <a:ext cx="66577" cy="129963"/>
            </a:xfrm>
            <a:custGeom>
              <a:avLst/>
              <a:gdLst/>
              <a:ahLst/>
              <a:cxnLst/>
              <a:rect l="l" t="t" r="r" b="b"/>
              <a:pathLst>
                <a:path w="3859" h="7533" extrusionOk="0">
                  <a:moveTo>
                    <a:pt x="2125" y="87"/>
                  </a:moveTo>
                  <a:cubicBezTo>
                    <a:pt x="2147" y="87"/>
                    <a:pt x="2169" y="89"/>
                    <a:pt x="2192" y="92"/>
                  </a:cubicBezTo>
                  <a:cubicBezTo>
                    <a:pt x="3607" y="206"/>
                    <a:pt x="3767" y="4908"/>
                    <a:pt x="3630" y="7418"/>
                  </a:cubicBezTo>
                  <a:cubicBezTo>
                    <a:pt x="2991" y="7281"/>
                    <a:pt x="2192" y="7122"/>
                    <a:pt x="1416" y="6985"/>
                  </a:cubicBezTo>
                  <a:cubicBezTo>
                    <a:pt x="937" y="6893"/>
                    <a:pt x="480" y="6802"/>
                    <a:pt x="69" y="6734"/>
                  </a:cubicBezTo>
                  <a:cubicBezTo>
                    <a:pt x="206" y="4109"/>
                    <a:pt x="731" y="1119"/>
                    <a:pt x="1667" y="297"/>
                  </a:cubicBezTo>
                  <a:cubicBezTo>
                    <a:pt x="1827" y="157"/>
                    <a:pt x="1969" y="87"/>
                    <a:pt x="2125" y="87"/>
                  </a:cubicBezTo>
                  <a:close/>
                  <a:moveTo>
                    <a:pt x="2215" y="0"/>
                  </a:moveTo>
                  <a:cubicBezTo>
                    <a:pt x="2009" y="0"/>
                    <a:pt x="1804" y="69"/>
                    <a:pt x="1621" y="228"/>
                  </a:cubicBezTo>
                  <a:cubicBezTo>
                    <a:pt x="663" y="1073"/>
                    <a:pt x="115" y="4109"/>
                    <a:pt x="1" y="6757"/>
                  </a:cubicBezTo>
                  <a:lnTo>
                    <a:pt x="1" y="6802"/>
                  </a:lnTo>
                  <a:lnTo>
                    <a:pt x="24" y="6802"/>
                  </a:lnTo>
                  <a:cubicBezTo>
                    <a:pt x="435" y="6893"/>
                    <a:pt x="891" y="6962"/>
                    <a:pt x="1393" y="7053"/>
                  </a:cubicBezTo>
                  <a:cubicBezTo>
                    <a:pt x="2192" y="7213"/>
                    <a:pt x="3014" y="7373"/>
                    <a:pt x="3676" y="7533"/>
                  </a:cubicBezTo>
                  <a:lnTo>
                    <a:pt x="3721" y="7533"/>
                  </a:lnTo>
                  <a:lnTo>
                    <a:pt x="3721" y="7487"/>
                  </a:lnTo>
                  <a:cubicBezTo>
                    <a:pt x="3858" y="4953"/>
                    <a:pt x="3699" y="137"/>
                    <a:pt x="2215" y="0"/>
                  </a:cubicBezTo>
                  <a:close/>
                </a:path>
              </a:pathLst>
            </a:custGeom>
            <a:solidFill>
              <a:srgbClr val="DBD0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41"/>
            <p:cNvSpPr/>
            <p:nvPr/>
          </p:nvSpPr>
          <p:spPr>
            <a:xfrm>
              <a:off x="5717952" y="2586163"/>
              <a:ext cx="305990" cy="315945"/>
            </a:xfrm>
            <a:custGeom>
              <a:avLst/>
              <a:gdLst/>
              <a:ahLst/>
              <a:cxnLst/>
              <a:rect l="l" t="t" r="r" b="b"/>
              <a:pathLst>
                <a:path w="17736" h="18313" extrusionOk="0">
                  <a:moveTo>
                    <a:pt x="15232" y="0"/>
                  </a:moveTo>
                  <a:cubicBezTo>
                    <a:pt x="15077" y="0"/>
                    <a:pt x="14918" y="41"/>
                    <a:pt x="14768" y="129"/>
                  </a:cubicBezTo>
                  <a:lnTo>
                    <a:pt x="457" y="8620"/>
                  </a:lnTo>
                  <a:cubicBezTo>
                    <a:pt x="183" y="8780"/>
                    <a:pt x="0" y="9100"/>
                    <a:pt x="0" y="9419"/>
                  </a:cubicBezTo>
                  <a:lnTo>
                    <a:pt x="0" y="17385"/>
                  </a:lnTo>
                  <a:cubicBezTo>
                    <a:pt x="0" y="17921"/>
                    <a:pt x="445" y="18313"/>
                    <a:pt x="929" y="18313"/>
                  </a:cubicBezTo>
                  <a:cubicBezTo>
                    <a:pt x="1084" y="18313"/>
                    <a:pt x="1243" y="18273"/>
                    <a:pt x="1393" y="18184"/>
                  </a:cubicBezTo>
                  <a:lnTo>
                    <a:pt x="15544" y="9853"/>
                  </a:lnTo>
                  <a:lnTo>
                    <a:pt x="17735" y="8552"/>
                  </a:lnTo>
                  <a:lnTo>
                    <a:pt x="16161" y="8392"/>
                  </a:lnTo>
                  <a:lnTo>
                    <a:pt x="16161" y="928"/>
                  </a:lnTo>
                  <a:cubicBezTo>
                    <a:pt x="16161" y="392"/>
                    <a:pt x="15715" y="0"/>
                    <a:pt x="1523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41"/>
            <p:cNvSpPr/>
            <p:nvPr/>
          </p:nvSpPr>
          <p:spPr>
            <a:xfrm>
              <a:off x="6231059" y="1865474"/>
              <a:ext cx="305990" cy="315652"/>
            </a:xfrm>
            <a:custGeom>
              <a:avLst/>
              <a:gdLst/>
              <a:ahLst/>
              <a:cxnLst/>
              <a:rect l="l" t="t" r="r" b="b"/>
              <a:pathLst>
                <a:path w="17736" h="18296" extrusionOk="0">
                  <a:moveTo>
                    <a:pt x="15242" y="0"/>
                  </a:moveTo>
                  <a:cubicBezTo>
                    <a:pt x="15084" y="0"/>
                    <a:pt x="14921" y="41"/>
                    <a:pt x="14769" y="132"/>
                  </a:cubicBezTo>
                  <a:lnTo>
                    <a:pt x="457" y="8600"/>
                  </a:lnTo>
                  <a:cubicBezTo>
                    <a:pt x="160" y="8783"/>
                    <a:pt x="1" y="9080"/>
                    <a:pt x="1" y="9399"/>
                  </a:cubicBezTo>
                  <a:lnTo>
                    <a:pt x="1" y="17365"/>
                  </a:lnTo>
                  <a:cubicBezTo>
                    <a:pt x="1" y="17914"/>
                    <a:pt x="440" y="18296"/>
                    <a:pt x="919" y="18296"/>
                  </a:cubicBezTo>
                  <a:cubicBezTo>
                    <a:pt x="1078" y="18296"/>
                    <a:pt x="1240" y="18255"/>
                    <a:pt x="1393" y="18164"/>
                  </a:cubicBezTo>
                  <a:lnTo>
                    <a:pt x="15545" y="9833"/>
                  </a:lnTo>
                  <a:lnTo>
                    <a:pt x="17736" y="8532"/>
                  </a:lnTo>
                  <a:lnTo>
                    <a:pt x="16161" y="8372"/>
                  </a:lnTo>
                  <a:lnTo>
                    <a:pt x="16161" y="931"/>
                  </a:lnTo>
                  <a:cubicBezTo>
                    <a:pt x="16161" y="382"/>
                    <a:pt x="15722" y="0"/>
                    <a:pt x="152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41"/>
            <p:cNvSpPr/>
            <p:nvPr/>
          </p:nvSpPr>
          <p:spPr>
            <a:xfrm>
              <a:off x="7224993" y="2957057"/>
              <a:ext cx="304817" cy="337028"/>
            </a:xfrm>
            <a:custGeom>
              <a:avLst/>
              <a:gdLst/>
              <a:ahLst/>
              <a:cxnLst/>
              <a:rect l="l" t="t" r="r" b="b"/>
              <a:pathLst>
                <a:path w="17668" h="19535" extrusionOk="0">
                  <a:moveTo>
                    <a:pt x="16749" y="1"/>
                  </a:moveTo>
                  <a:cubicBezTo>
                    <a:pt x="16590" y="1"/>
                    <a:pt x="16428" y="42"/>
                    <a:pt x="16275" y="133"/>
                  </a:cubicBezTo>
                  <a:lnTo>
                    <a:pt x="1964" y="8601"/>
                  </a:lnTo>
                  <a:cubicBezTo>
                    <a:pt x="1667" y="8783"/>
                    <a:pt x="1507" y="9080"/>
                    <a:pt x="1507" y="9400"/>
                  </a:cubicBezTo>
                  <a:lnTo>
                    <a:pt x="1507" y="17274"/>
                  </a:lnTo>
                  <a:lnTo>
                    <a:pt x="1" y="19534"/>
                  </a:lnTo>
                  <a:lnTo>
                    <a:pt x="1" y="19534"/>
                  </a:lnTo>
                  <a:lnTo>
                    <a:pt x="2648" y="18279"/>
                  </a:lnTo>
                  <a:cubicBezTo>
                    <a:pt x="2740" y="18256"/>
                    <a:pt x="2808" y="18210"/>
                    <a:pt x="2899" y="18165"/>
                  </a:cubicBezTo>
                  <a:lnTo>
                    <a:pt x="17211" y="9742"/>
                  </a:lnTo>
                  <a:cubicBezTo>
                    <a:pt x="17485" y="9582"/>
                    <a:pt x="17667" y="9263"/>
                    <a:pt x="17667" y="8943"/>
                  </a:cubicBezTo>
                  <a:lnTo>
                    <a:pt x="17667" y="932"/>
                  </a:lnTo>
                  <a:cubicBezTo>
                    <a:pt x="17667" y="382"/>
                    <a:pt x="17228" y="1"/>
                    <a:pt x="167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41"/>
            <p:cNvSpPr/>
            <p:nvPr/>
          </p:nvSpPr>
          <p:spPr>
            <a:xfrm>
              <a:off x="5348180" y="3031139"/>
              <a:ext cx="302057" cy="338943"/>
            </a:xfrm>
            <a:custGeom>
              <a:avLst/>
              <a:gdLst/>
              <a:ahLst/>
              <a:cxnLst/>
              <a:rect l="l" t="t" r="r" b="b"/>
              <a:pathLst>
                <a:path w="17508" h="19646" extrusionOk="0">
                  <a:moveTo>
                    <a:pt x="929" y="1"/>
                  </a:moveTo>
                  <a:cubicBezTo>
                    <a:pt x="445" y="1"/>
                    <a:pt x="0" y="393"/>
                    <a:pt x="0" y="929"/>
                  </a:cubicBezTo>
                  <a:lnTo>
                    <a:pt x="0" y="8940"/>
                  </a:lnTo>
                  <a:cubicBezTo>
                    <a:pt x="0" y="9283"/>
                    <a:pt x="160" y="9579"/>
                    <a:pt x="457" y="9739"/>
                  </a:cubicBezTo>
                  <a:lnTo>
                    <a:pt x="14768" y="18185"/>
                  </a:lnTo>
                  <a:cubicBezTo>
                    <a:pt x="14837" y="18230"/>
                    <a:pt x="14928" y="18253"/>
                    <a:pt x="15019" y="18276"/>
                  </a:cubicBezTo>
                  <a:lnTo>
                    <a:pt x="15019" y="18299"/>
                  </a:lnTo>
                  <a:lnTo>
                    <a:pt x="17507" y="19645"/>
                  </a:lnTo>
                  <a:lnTo>
                    <a:pt x="16161" y="17294"/>
                  </a:lnTo>
                  <a:lnTo>
                    <a:pt x="16161" y="9420"/>
                  </a:lnTo>
                  <a:cubicBezTo>
                    <a:pt x="16161" y="9077"/>
                    <a:pt x="15978" y="8781"/>
                    <a:pt x="15704" y="8621"/>
                  </a:cubicBezTo>
                  <a:lnTo>
                    <a:pt x="1393" y="130"/>
                  </a:lnTo>
                  <a:cubicBezTo>
                    <a:pt x="1243" y="41"/>
                    <a:pt x="1084" y="1"/>
                    <a:pt x="9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41"/>
            <p:cNvSpPr/>
            <p:nvPr/>
          </p:nvSpPr>
          <p:spPr>
            <a:xfrm>
              <a:off x="6026289" y="3934359"/>
              <a:ext cx="97684" cy="278438"/>
            </a:xfrm>
            <a:custGeom>
              <a:avLst/>
              <a:gdLst/>
              <a:ahLst/>
              <a:cxnLst/>
              <a:rect l="l" t="t" r="r" b="b"/>
              <a:pathLst>
                <a:path w="5662" h="16139" extrusionOk="0">
                  <a:moveTo>
                    <a:pt x="2831" y="1"/>
                  </a:moveTo>
                  <a:lnTo>
                    <a:pt x="0" y="846"/>
                  </a:lnTo>
                  <a:lnTo>
                    <a:pt x="183" y="16138"/>
                  </a:lnTo>
                  <a:lnTo>
                    <a:pt x="799" y="16138"/>
                  </a:lnTo>
                  <a:lnTo>
                    <a:pt x="799" y="12601"/>
                  </a:lnTo>
                  <a:cubicBezTo>
                    <a:pt x="799" y="12601"/>
                    <a:pt x="1438" y="16138"/>
                    <a:pt x="2739" y="16138"/>
                  </a:cubicBezTo>
                  <a:lnTo>
                    <a:pt x="5661" y="16138"/>
                  </a:lnTo>
                  <a:cubicBezTo>
                    <a:pt x="5661" y="16138"/>
                    <a:pt x="5433" y="14244"/>
                    <a:pt x="4109" y="14061"/>
                  </a:cubicBezTo>
                  <a:cubicBezTo>
                    <a:pt x="1826" y="13742"/>
                    <a:pt x="2831" y="1"/>
                    <a:pt x="2831" y="1"/>
                  </a:cubicBezTo>
                  <a:close/>
                </a:path>
              </a:pathLst>
            </a:custGeom>
            <a:solidFill>
              <a:srgbClr val="5E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41"/>
            <p:cNvSpPr/>
            <p:nvPr/>
          </p:nvSpPr>
          <p:spPr>
            <a:xfrm>
              <a:off x="6028256" y="4104486"/>
              <a:ext cx="95717" cy="108311"/>
            </a:xfrm>
            <a:custGeom>
              <a:avLst/>
              <a:gdLst/>
              <a:ahLst/>
              <a:cxnLst/>
              <a:rect l="l" t="t" r="r" b="b"/>
              <a:pathLst>
                <a:path w="5548" h="6278" extrusionOk="0">
                  <a:moveTo>
                    <a:pt x="1" y="1"/>
                  </a:moveTo>
                  <a:lnTo>
                    <a:pt x="69" y="6277"/>
                  </a:lnTo>
                  <a:lnTo>
                    <a:pt x="685" y="6277"/>
                  </a:lnTo>
                  <a:lnTo>
                    <a:pt x="685" y="2740"/>
                  </a:lnTo>
                  <a:cubicBezTo>
                    <a:pt x="685" y="2740"/>
                    <a:pt x="1324" y="6277"/>
                    <a:pt x="2625" y="6277"/>
                  </a:cubicBezTo>
                  <a:lnTo>
                    <a:pt x="5547" y="6277"/>
                  </a:lnTo>
                  <a:cubicBezTo>
                    <a:pt x="5547" y="6277"/>
                    <a:pt x="5387" y="4999"/>
                    <a:pt x="4611" y="4429"/>
                  </a:cubicBezTo>
                  <a:cubicBezTo>
                    <a:pt x="4439" y="4445"/>
                    <a:pt x="4278" y="4452"/>
                    <a:pt x="4128" y="4452"/>
                  </a:cubicBezTo>
                  <a:cubicBezTo>
                    <a:pt x="2341" y="4452"/>
                    <a:pt x="2011" y="3351"/>
                    <a:pt x="1758" y="1667"/>
                  </a:cubicBezTo>
                  <a:cubicBezTo>
                    <a:pt x="1553" y="320"/>
                    <a:pt x="548" y="46"/>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41"/>
            <p:cNvSpPr/>
            <p:nvPr/>
          </p:nvSpPr>
          <p:spPr>
            <a:xfrm>
              <a:off x="6011711" y="3941847"/>
              <a:ext cx="69717" cy="146905"/>
            </a:xfrm>
            <a:custGeom>
              <a:avLst/>
              <a:gdLst/>
              <a:ahLst/>
              <a:cxnLst/>
              <a:rect l="l" t="t" r="r" b="b"/>
              <a:pathLst>
                <a:path w="4041" h="8515" extrusionOk="0">
                  <a:moveTo>
                    <a:pt x="4041" y="1"/>
                  </a:moveTo>
                  <a:lnTo>
                    <a:pt x="1" y="1758"/>
                  </a:lnTo>
                  <a:lnTo>
                    <a:pt x="663" y="8514"/>
                  </a:lnTo>
                  <a:lnTo>
                    <a:pt x="3721" y="8514"/>
                  </a:lnTo>
                  <a:lnTo>
                    <a:pt x="4041" y="1"/>
                  </a:lnTo>
                  <a:close/>
                </a:path>
              </a:pathLst>
            </a:custGeom>
            <a:solidFill>
              <a:srgbClr val="605F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41"/>
            <p:cNvSpPr/>
            <p:nvPr/>
          </p:nvSpPr>
          <p:spPr>
            <a:xfrm>
              <a:off x="5915235" y="3900113"/>
              <a:ext cx="97684" cy="278421"/>
            </a:xfrm>
            <a:custGeom>
              <a:avLst/>
              <a:gdLst/>
              <a:ahLst/>
              <a:cxnLst/>
              <a:rect l="l" t="t" r="r" b="b"/>
              <a:pathLst>
                <a:path w="5662" h="16138" extrusionOk="0">
                  <a:moveTo>
                    <a:pt x="2831" y="0"/>
                  </a:moveTo>
                  <a:lnTo>
                    <a:pt x="1" y="845"/>
                  </a:lnTo>
                  <a:lnTo>
                    <a:pt x="183" y="16138"/>
                  </a:lnTo>
                  <a:lnTo>
                    <a:pt x="800" y="16138"/>
                  </a:lnTo>
                  <a:lnTo>
                    <a:pt x="800" y="12577"/>
                  </a:lnTo>
                  <a:cubicBezTo>
                    <a:pt x="800" y="12577"/>
                    <a:pt x="1439" y="16138"/>
                    <a:pt x="2740" y="16138"/>
                  </a:cubicBezTo>
                  <a:lnTo>
                    <a:pt x="5661" y="16138"/>
                  </a:lnTo>
                  <a:cubicBezTo>
                    <a:pt x="5661" y="16138"/>
                    <a:pt x="5456" y="14220"/>
                    <a:pt x="4109" y="14038"/>
                  </a:cubicBezTo>
                  <a:cubicBezTo>
                    <a:pt x="1827" y="13741"/>
                    <a:pt x="2831" y="0"/>
                    <a:pt x="2831" y="0"/>
                  </a:cubicBezTo>
                  <a:close/>
                </a:path>
              </a:pathLst>
            </a:custGeom>
            <a:solidFill>
              <a:srgbClr val="5E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41"/>
            <p:cNvSpPr/>
            <p:nvPr/>
          </p:nvSpPr>
          <p:spPr>
            <a:xfrm>
              <a:off x="5917202" y="4070223"/>
              <a:ext cx="95717" cy="108311"/>
            </a:xfrm>
            <a:custGeom>
              <a:avLst/>
              <a:gdLst/>
              <a:ahLst/>
              <a:cxnLst/>
              <a:rect l="l" t="t" r="r" b="b"/>
              <a:pathLst>
                <a:path w="5548" h="6278" extrusionOk="0">
                  <a:moveTo>
                    <a:pt x="1" y="1"/>
                  </a:moveTo>
                  <a:lnTo>
                    <a:pt x="69" y="6278"/>
                  </a:lnTo>
                  <a:lnTo>
                    <a:pt x="686" y="6278"/>
                  </a:lnTo>
                  <a:lnTo>
                    <a:pt x="686" y="2717"/>
                  </a:lnTo>
                  <a:cubicBezTo>
                    <a:pt x="686" y="2717"/>
                    <a:pt x="1325" y="6278"/>
                    <a:pt x="2626" y="6278"/>
                  </a:cubicBezTo>
                  <a:lnTo>
                    <a:pt x="5547" y="6278"/>
                  </a:lnTo>
                  <a:cubicBezTo>
                    <a:pt x="5547" y="6278"/>
                    <a:pt x="5410" y="4999"/>
                    <a:pt x="4612" y="4429"/>
                  </a:cubicBezTo>
                  <a:cubicBezTo>
                    <a:pt x="4442" y="4445"/>
                    <a:pt x="4284" y="4452"/>
                    <a:pt x="4135" y="4452"/>
                  </a:cubicBezTo>
                  <a:cubicBezTo>
                    <a:pt x="2342" y="4452"/>
                    <a:pt x="2011" y="3330"/>
                    <a:pt x="1758" y="1644"/>
                  </a:cubicBezTo>
                  <a:cubicBezTo>
                    <a:pt x="1553" y="320"/>
                    <a:pt x="549" y="46"/>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41"/>
            <p:cNvSpPr/>
            <p:nvPr/>
          </p:nvSpPr>
          <p:spPr>
            <a:xfrm>
              <a:off x="5900674" y="3907204"/>
              <a:ext cx="69717" cy="146888"/>
            </a:xfrm>
            <a:custGeom>
              <a:avLst/>
              <a:gdLst/>
              <a:ahLst/>
              <a:cxnLst/>
              <a:rect l="l" t="t" r="r" b="b"/>
              <a:pathLst>
                <a:path w="4041" h="8514" extrusionOk="0">
                  <a:moveTo>
                    <a:pt x="4040" y="0"/>
                  </a:moveTo>
                  <a:lnTo>
                    <a:pt x="0" y="1758"/>
                  </a:lnTo>
                  <a:lnTo>
                    <a:pt x="662" y="8514"/>
                  </a:lnTo>
                  <a:lnTo>
                    <a:pt x="3721" y="8514"/>
                  </a:lnTo>
                  <a:lnTo>
                    <a:pt x="4040" y="0"/>
                  </a:lnTo>
                  <a:close/>
                </a:path>
              </a:pathLst>
            </a:custGeom>
            <a:solidFill>
              <a:srgbClr val="605F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41"/>
            <p:cNvSpPr/>
            <p:nvPr/>
          </p:nvSpPr>
          <p:spPr>
            <a:xfrm>
              <a:off x="5820329" y="3794442"/>
              <a:ext cx="178408" cy="132862"/>
            </a:xfrm>
            <a:custGeom>
              <a:avLst/>
              <a:gdLst/>
              <a:ahLst/>
              <a:cxnLst/>
              <a:rect l="l" t="t" r="r" b="b"/>
              <a:pathLst>
                <a:path w="10341" h="7701" extrusionOk="0">
                  <a:moveTo>
                    <a:pt x="6978" y="0"/>
                  </a:moveTo>
                  <a:cubicBezTo>
                    <a:pt x="4315" y="0"/>
                    <a:pt x="1" y="3249"/>
                    <a:pt x="1" y="3249"/>
                  </a:cubicBezTo>
                  <a:lnTo>
                    <a:pt x="1233" y="7700"/>
                  </a:lnTo>
                  <a:lnTo>
                    <a:pt x="10227" y="3249"/>
                  </a:lnTo>
                  <a:cubicBezTo>
                    <a:pt x="10227" y="3249"/>
                    <a:pt x="10341" y="1332"/>
                    <a:pt x="7944" y="191"/>
                  </a:cubicBezTo>
                  <a:cubicBezTo>
                    <a:pt x="7661" y="59"/>
                    <a:pt x="7334" y="0"/>
                    <a:pt x="6978" y="0"/>
                  </a:cubicBezTo>
                  <a:close/>
                </a:path>
              </a:pathLst>
            </a:custGeom>
            <a:solidFill>
              <a:srgbClr val="565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41"/>
            <p:cNvSpPr/>
            <p:nvPr/>
          </p:nvSpPr>
          <p:spPr>
            <a:xfrm>
              <a:off x="5875071" y="3845526"/>
              <a:ext cx="178011" cy="132568"/>
            </a:xfrm>
            <a:custGeom>
              <a:avLst/>
              <a:gdLst/>
              <a:ahLst/>
              <a:cxnLst/>
              <a:rect l="l" t="t" r="r" b="b"/>
              <a:pathLst>
                <a:path w="10318" h="7684" extrusionOk="0">
                  <a:moveTo>
                    <a:pt x="6948" y="0"/>
                  </a:moveTo>
                  <a:cubicBezTo>
                    <a:pt x="4300" y="0"/>
                    <a:pt x="1" y="3256"/>
                    <a:pt x="1" y="3256"/>
                  </a:cubicBezTo>
                  <a:lnTo>
                    <a:pt x="1210" y="7684"/>
                  </a:lnTo>
                  <a:lnTo>
                    <a:pt x="10203" y="3256"/>
                  </a:lnTo>
                  <a:cubicBezTo>
                    <a:pt x="10203" y="3256"/>
                    <a:pt x="10318" y="1315"/>
                    <a:pt x="7921" y="197"/>
                  </a:cubicBezTo>
                  <a:cubicBezTo>
                    <a:pt x="7637" y="60"/>
                    <a:pt x="7308" y="0"/>
                    <a:pt x="6948" y="0"/>
                  </a:cubicBezTo>
                  <a:close/>
                </a:path>
              </a:pathLst>
            </a:custGeom>
            <a:solidFill>
              <a:srgbClr val="605F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41"/>
            <p:cNvSpPr/>
            <p:nvPr/>
          </p:nvSpPr>
          <p:spPr>
            <a:xfrm>
              <a:off x="5834114" y="3596452"/>
              <a:ext cx="250075" cy="193797"/>
            </a:xfrm>
            <a:custGeom>
              <a:avLst/>
              <a:gdLst/>
              <a:ahLst/>
              <a:cxnLst/>
              <a:rect l="l" t="t" r="r" b="b"/>
              <a:pathLst>
                <a:path w="14495" h="11233" extrusionOk="0">
                  <a:moveTo>
                    <a:pt x="1570" y="1"/>
                  </a:moveTo>
                  <a:cubicBezTo>
                    <a:pt x="1322" y="1"/>
                    <a:pt x="1079" y="114"/>
                    <a:pt x="868" y="414"/>
                  </a:cubicBezTo>
                  <a:cubicBezTo>
                    <a:pt x="1" y="1646"/>
                    <a:pt x="982" y="4796"/>
                    <a:pt x="982" y="4796"/>
                  </a:cubicBezTo>
                  <a:lnTo>
                    <a:pt x="5410" y="11233"/>
                  </a:lnTo>
                  <a:lnTo>
                    <a:pt x="14495" y="6782"/>
                  </a:lnTo>
                  <a:cubicBezTo>
                    <a:pt x="14335" y="5709"/>
                    <a:pt x="13970" y="5298"/>
                    <a:pt x="13970" y="5298"/>
                  </a:cubicBezTo>
                  <a:lnTo>
                    <a:pt x="6529" y="7946"/>
                  </a:lnTo>
                  <a:lnTo>
                    <a:pt x="3151" y="1099"/>
                  </a:lnTo>
                  <a:cubicBezTo>
                    <a:pt x="3151" y="1099"/>
                    <a:pt x="2340" y="1"/>
                    <a:pt x="1570" y="1"/>
                  </a:cubicBezTo>
                  <a:close/>
                </a:path>
              </a:pathLst>
            </a:custGeom>
            <a:solidFill>
              <a:srgbClr val="5E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41"/>
            <p:cNvSpPr/>
            <p:nvPr/>
          </p:nvSpPr>
          <p:spPr>
            <a:xfrm>
              <a:off x="6075114" y="3657146"/>
              <a:ext cx="63420" cy="56329"/>
            </a:xfrm>
            <a:custGeom>
              <a:avLst/>
              <a:gdLst/>
              <a:ahLst/>
              <a:cxnLst/>
              <a:rect l="l" t="t" r="r" b="b"/>
              <a:pathLst>
                <a:path w="3676" h="3265" extrusionOk="0">
                  <a:moveTo>
                    <a:pt x="3128" y="0"/>
                  </a:moveTo>
                  <a:lnTo>
                    <a:pt x="1279" y="342"/>
                  </a:lnTo>
                  <a:lnTo>
                    <a:pt x="1" y="1780"/>
                  </a:lnTo>
                  <a:lnTo>
                    <a:pt x="526" y="3264"/>
                  </a:lnTo>
                  <a:lnTo>
                    <a:pt x="2512" y="2419"/>
                  </a:lnTo>
                  <a:cubicBezTo>
                    <a:pt x="2512" y="2419"/>
                    <a:pt x="3059" y="2419"/>
                    <a:pt x="3310" y="2305"/>
                  </a:cubicBezTo>
                  <a:cubicBezTo>
                    <a:pt x="3562" y="2214"/>
                    <a:pt x="3516" y="2100"/>
                    <a:pt x="3516" y="2100"/>
                  </a:cubicBezTo>
                  <a:lnTo>
                    <a:pt x="2397" y="2100"/>
                  </a:lnTo>
                  <a:lnTo>
                    <a:pt x="1507" y="2419"/>
                  </a:lnTo>
                  <a:lnTo>
                    <a:pt x="1507" y="2419"/>
                  </a:lnTo>
                  <a:lnTo>
                    <a:pt x="2306" y="1895"/>
                  </a:lnTo>
                  <a:lnTo>
                    <a:pt x="3356" y="1621"/>
                  </a:lnTo>
                  <a:cubicBezTo>
                    <a:pt x="3676" y="1461"/>
                    <a:pt x="3653" y="1255"/>
                    <a:pt x="3653" y="1255"/>
                  </a:cubicBezTo>
                  <a:lnTo>
                    <a:pt x="3653" y="1255"/>
                  </a:lnTo>
                  <a:lnTo>
                    <a:pt x="2009" y="1506"/>
                  </a:lnTo>
                  <a:lnTo>
                    <a:pt x="1439" y="1780"/>
                  </a:lnTo>
                  <a:lnTo>
                    <a:pt x="1895" y="1347"/>
                  </a:lnTo>
                  <a:cubicBezTo>
                    <a:pt x="1895" y="1347"/>
                    <a:pt x="2238" y="1233"/>
                    <a:pt x="2808" y="1004"/>
                  </a:cubicBezTo>
                  <a:cubicBezTo>
                    <a:pt x="3402" y="776"/>
                    <a:pt x="3310" y="525"/>
                    <a:pt x="3310" y="525"/>
                  </a:cubicBezTo>
                  <a:lnTo>
                    <a:pt x="3310" y="525"/>
                  </a:lnTo>
                  <a:lnTo>
                    <a:pt x="1667" y="890"/>
                  </a:lnTo>
                  <a:lnTo>
                    <a:pt x="1233" y="1233"/>
                  </a:lnTo>
                  <a:lnTo>
                    <a:pt x="1233" y="1233"/>
                  </a:lnTo>
                  <a:lnTo>
                    <a:pt x="1507" y="753"/>
                  </a:lnTo>
                  <a:cubicBezTo>
                    <a:pt x="1507" y="753"/>
                    <a:pt x="2032" y="662"/>
                    <a:pt x="2603" y="479"/>
                  </a:cubicBezTo>
                  <a:cubicBezTo>
                    <a:pt x="3151" y="297"/>
                    <a:pt x="3128" y="0"/>
                    <a:pt x="3128" y="0"/>
                  </a:cubicBezTo>
                  <a:close/>
                </a:path>
              </a:pathLst>
            </a:custGeom>
            <a:solidFill>
              <a:srgbClr val="5E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1"/>
            <p:cNvSpPr/>
            <p:nvPr/>
          </p:nvSpPr>
          <p:spPr>
            <a:xfrm>
              <a:off x="5665177" y="3045959"/>
              <a:ext cx="168954" cy="558032"/>
            </a:xfrm>
            <a:custGeom>
              <a:avLst/>
              <a:gdLst/>
              <a:ahLst/>
              <a:cxnLst/>
              <a:rect l="l" t="t" r="r" b="b"/>
              <a:pathLst>
                <a:path w="9793" h="32345" extrusionOk="0">
                  <a:moveTo>
                    <a:pt x="7614" y="0"/>
                  </a:moveTo>
                  <a:cubicBezTo>
                    <a:pt x="7311" y="0"/>
                    <a:pt x="6597" y="2854"/>
                    <a:pt x="6597" y="2854"/>
                  </a:cubicBezTo>
                  <a:cubicBezTo>
                    <a:pt x="6597" y="2854"/>
                    <a:pt x="6825" y="138"/>
                    <a:pt x="6711" y="138"/>
                  </a:cubicBezTo>
                  <a:cubicBezTo>
                    <a:pt x="6529" y="138"/>
                    <a:pt x="6552" y="458"/>
                    <a:pt x="6552" y="458"/>
                  </a:cubicBezTo>
                  <a:lnTo>
                    <a:pt x="5981" y="4406"/>
                  </a:lnTo>
                  <a:lnTo>
                    <a:pt x="1416" y="17668"/>
                  </a:lnTo>
                  <a:cubicBezTo>
                    <a:pt x="1416" y="17668"/>
                    <a:pt x="1" y="32276"/>
                    <a:pt x="2329" y="32345"/>
                  </a:cubicBezTo>
                  <a:cubicBezTo>
                    <a:pt x="2334" y="32345"/>
                    <a:pt x="2340" y="32345"/>
                    <a:pt x="2345" y="32345"/>
                  </a:cubicBezTo>
                  <a:cubicBezTo>
                    <a:pt x="4655" y="32345"/>
                    <a:pt x="4178" y="17599"/>
                    <a:pt x="4178" y="17599"/>
                  </a:cubicBezTo>
                  <a:lnTo>
                    <a:pt x="7579" y="5068"/>
                  </a:lnTo>
                  <a:cubicBezTo>
                    <a:pt x="7579" y="5068"/>
                    <a:pt x="9793" y="2763"/>
                    <a:pt x="9564" y="2535"/>
                  </a:cubicBezTo>
                  <a:cubicBezTo>
                    <a:pt x="9547" y="2513"/>
                    <a:pt x="9520" y="2503"/>
                    <a:pt x="9486" y="2503"/>
                  </a:cubicBezTo>
                  <a:cubicBezTo>
                    <a:pt x="9128" y="2503"/>
                    <a:pt x="7967" y="3608"/>
                    <a:pt x="7967" y="3608"/>
                  </a:cubicBezTo>
                  <a:cubicBezTo>
                    <a:pt x="7967" y="3608"/>
                    <a:pt x="9405" y="640"/>
                    <a:pt x="9108" y="617"/>
                  </a:cubicBezTo>
                  <a:cubicBezTo>
                    <a:pt x="9106" y="617"/>
                    <a:pt x="9103" y="617"/>
                    <a:pt x="9101" y="617"/>
                  </a:cubicBezTo>
                  <a:cubicBezTo>
                    <a:pt x="8813" y="617"/>
                    <a:pt x="7647" y="3151"/>
                    <a:pt x="7647" y="3151"/>
                  </a:cubicBezTo>
                  <a:cubicBezTo>
                    <a:pt x="7647" y="3151"/>
                    <a:pt x="8811" y="1"/>
                    <a:pt x="8583" y="1"/>
                  </a:cubicBezTo>
                  <a:cubicBezTo>
                    <a:pt x="8378" y="1"/>
                    <a:pt x="7054" y="3014"/>
                    <a:pt x="7054" y="3014"/>
                  </a:cubicBezTo>
                  <a:cubicBezTo>
                    <a:pt x="7054" y="3014"/>
                    <a:pt x="7921" y="47"/>
                    <a:pt x="7624" y="1"/>
                  </a:cubicBezTo>
                  <a:cubicBezTo>
                    <a:pt x="7621" y="0"/>
                    <a:pt x="7617" y="0"/>
                    <a:pt x="7614" y="0"/>
                  </a:cubicBezTo>
                  <a:close/>
                </a:path>
              </a:pathLst>
            </a:custGeom>
            <a:solidFill>
              <a:srgbClr val="5E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41"/>
            <p:cNvSpPr/>
            <p:nvPr/>
          </p:nvSpPr>
          <p:spPr>
            <a:xfrm>
              <a:off x="5665177" y="3540882"/>
              <a:ext cx="223299" cy="308043"/>
            </a:xfrm>
            <a:custGeom>
              <a:avLst/>
              <a:gdLst/>
              <a:ahLst/>
              <a:cxnLst/>
              <a:rect l="l" t="t" r="r" b="b"/>
              <a:pathLst>
                <a:path w="12943" h="17855" extrusionOk="0">
                  <a:moveTo>
                    <a:pt x="4988" y="1"/>
                  </a:moveTo>
                  <a:cubicBezTo>
                    <a:pt x="4091" y="1"/>
                    <a:pt x="1498" y="109"/>
                    <a:pt x="822" y="1329"/>
                  </a:cubicBezTo>
                  <a:cubicBezTo>
                    <a:pt x="1" y="2836"/>
                    <a:pt x="480" y="12811"/>
                    <a:pt x="480" y="12811"/>
                  </a:cubicBezTo>
                  <a:lnTo>
                    <a:pt x="10112" y="17855"/>
                  </a:lnTo>
                  <a:lnTo>
                    <a:pt x="12943" y="4320"/>
                  </a:lnTo>
                  <a:lnTo>
                    <a:pt x="9701" y="1329"/>
                  </a:lnTo>
                  <a:lnTo>
                    <a:pt x="5296" y="6"/>
                  </a:lnTo>
                  <a:cubicBezTo>
                    <a:pt x="5296" y="6"/>
                    <a:pt x="5181" y="1"/>
                    <a:pt x="49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41"/>
            <p:cNvSpPr/>
            <p:nvPr/>
          </p:nvSpPr>
          <p:spPr>
            <a:xfrm>
              <a:off x="5665177" y="3550819"/>
              <a:ext cx="178408" cy="298106"/>
            </a:xfrm>
            <a:custGeom>
              <a:avLst/>
              <a:gdLst/>
              <a:ahLst/>
              <a:cxnLst/>
              <a:rect l="l" t="t" r="r" b="b"/>
              <a:pathLst>
                <a:path w="10341" h="17279" extrusionOk="0">
                  <a:moveTo>
                    <a:pt x="1713" y="0"/>
                  </a:moveTo>
                  <a:lnTo>
                    <a:pt x="1713" y="0"/>
                  </a:lnTo>
                  <a:cubicBezTo>
                    <a:pt x="1325" y="183"/>
                    <a:pt x="1005" y="434"/>
                    <a:pt x="822" y="753"/>
                  </a:cubicBezTo>
                  <a:cubicBezTo>
                    <a:pt x="1" y="2260"/>
                    <a:pt x="480" y="12235"/>
                    <a:pt x="480" y="12235"/>
                  </a:cubicBezTo>
                  <a:lnTo>
                    <a:pt x="10112" y="17279"/>
                  </a:lnTo>
                  <a:lnTo>
                    <a:pt x="10341" y="16138"/>
                  </a:lnTo>
                  <a:lnTo>
                    <a:pt x="1370" y="11436"/>
                  </a:lnTo>
                  <a:cubicBezTo>
                    <a:pt x="1370" y="11436"/>
                    <a:pt x="914" y="1598"/>
                    <a:pt x="1713" y="0"/>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41"/>
            <p:cNvSpPr/>
            <p:nvPr/>
          </p:nvSpPr>
          <p:spPr>
            <a:xfrm>
              <a:off x="5838444" y="3589948"/>
              <a:ext cx="85866" cy="130653"/>
            </a:xfrm>
            <a:custGeom>
              <a:avLst/>
              <a:gdLst/>
              <a:ahLst/>
              <a:cxnLst/>
              <a:rect l="l" t="t" r="r" b="b"/>
              <a:pathLst>
                <a:path w="4977" h="7573" extrusionOk="0">
                  <a:moveTo>
                    <a:pt x="2516" y="0"/>
                  </a:moveTo>
                  <a:cubicBezTo>
                    <a:pt x="1685" y="0"/>
                    <a:pt x="806" y="233"/>
                    <a:pt x="457" y="996"/>
                  </a:cubicBezTo>
                  <a:cubicBezTo>
                    <a:pt x="1" y="1978"/>
                    <a:pt x="69" y="3461"/>
                    <a:pt x="275" y="4488"/>
                  </a:cubicBezTo>
                  <a:cubicBezTo>
                    <a:pt x="412" y="5310"/>
                    <a:pt x="708" y="6086"/>
                    <a:pt x="1165" y="6794"/>
                  </a:cubicBezTo>
                  <a:cubicBezTo>
                    <a:pt x="1370" y="7159"/>
                    <a:pt x="1667" y="7524"/>
                    <a:pt x="2078" y="7570"/>
                  </a:cubicBezTo>
                  <a:cubicBezTo>
                    <a:pt x="2098" y="7572"/>
                    <a:pt x="2118" y="7572"/>
                    <a:pt x="2138" y="7572"/>
                  </a:cubicBezTo>
                  <a:cubicBezTo>
                    <a:pt x="2391" y="7572"/>
                    <a:pt x="2637" y="7441"/>
                    <a:pt x="2785" y="7250"/>
                  </a:cubicBezTo>
                  <a:cubicBezTo>
                    <a:pt x="2945" y="7022"/>
                    <a:pt x="2968" y="6703"/>
                    <a:pt x="2854" y="6474"/>
                  </a:cubicBezTo>
                  <a:lnTo>
                    <a:pt x="2854" y="6474"/>
                  </a:lnTo>
                  <a:cubicBezTo>
                    <a:pt x="2937" y="6505"/>
                    <a:pt x="3023" y="6520"/>
                    <a:pt x="3110" y="6520"/>
                  </a:cubicBezTo>
                  <a:cubicBezTo>
                    <a:pt x="3404" y="6520"/>
                    <a:pt x="3699" y="6351"/>
                    <a:pt x="3858" y="6086"/>
                  </a:cubicBezTo>
                  <a:cubicBezTo>
                    <a:pt x="4041" y="5767"/>
                    <a:pt x="3927" y="5287"/>
                    <a:pt x="3630" y="5059"/>
                  </a:cubicBezTo>
                  <a:cubicBezTo>
                    <a:pt x="4064" y="5059"/>
                    <a:pt x="4497" y="4854"/>
                    <a:pt x="4748" y="4534"/>
                  </a:cubicBezTo>
                  <a:cubicBezTo>
                    <a:pt x="4840" y="4397"/>
                    <a:pt x="4931" y="4260"/>
                    <a:pt x="4931" y="4123"/>
                  </a:cubicBezTo>
                  <a:cubicBezTo>
                    <a:pt x="4977" y="3712"/>
                    <a:pt x="4566" y="3393"/>
                    <a:pt x="4223" y="3187"/>
                  </a:cubicBezTo>
                  <a:cubicBezTo>
                    <a:pt x="4566" y="3028"/>
                    <a:pt x="4794" y="2640"/>
                    <a:pt x="4748" y="2252"/>
                  </a:cubicBezTo>
                  <a:cubicBezTo>
                    <a:pt x="4726" y="1864"/>
                    <a:pt x="4406" y="1521"/>
                    <a:pt x="4041" y="1453"/>
                  </a:cubicBezTo>
                  <a:cubicBezTo>
                    <a:pt x="4109" y="1019"/>
                    <a:pt x="4178" y="494"/>
                    <a:pt x="3813" y="243"/>
                  </a:cubicBezTo>
                  <a:cubicBezTo>
                    <a:pt x="3698" y="152"/>
                    <a:pt x="3539" y="106"/>
                    <a:pt x="3402" y="83"/>
                  </a:cubicBezTo>
                  <a:cubicBezTo>
                    <a:pt x="3134" y="33"/>
                    <a:pt x="2828" y="0"/>
                    <a:pt x="25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41"/>
            <p:cNvSpPr/>
            <p:nvPr/>
          </p:nvSpPr>
          <p:spPr>
            <a:xfrm>
              <a:off x="5639574" y="3488624"/>
              <a:ext cx="118162" cy="104447"/>
            </a:xfrm>
            <a:custGeom>
              <a:avLst/>
              <a:gdLst/>
              <a:ahLst/>
              <a:cxnLst/>
              <a:rect l="l" t="t" r="r" b="b"/>
              <a:pathLst>
                <a:path w="6849" h="6054" extrusionOk="0">
                  <a:moveTo>
                    <a:pt x="4503" y="0"/>
                  </a:moveTo>
                  <a:cubicBezTo>
                    <a:pt x="4440" y="0"/>
                    <a:pt x="4377" y="7"/>
                    <a:pt x="4315" y="22"/>
                  </a:cubicBezTo>
                  <a:cubicBezTo>
                    <a:pt x="3950" y="113"/>
                    <a:pt x="3676" y="501"/>
                    <a:pt x="3699" y="889"/>
                  </a:cubicBezTo>
                  <a:cubicBezTo>
                    <a:pt x="3453" y="602"/>
                    <a:pt x="3078" y="426"/>
                    <a:pt x="2690" y="426"/>
                  </a:cubicBezTo>
                  <a:cubicBezTo>
                    <a:pt x="2646" y="426"/>
                    <a:pt x="2602" y="428"/>
                    <a:pt x="2557" y="432"/>
                  </a:cubicBezTo>
                  <a:cubicBezTo>
                    <a:pt x="2398" y="432"/>
                    <a:pt x="2261" y="478"/>
                    <a:pt x="2124" y="569"/>
                  </a:cubicBezTo>
                  <a:cubicBezTo>
                    <a:pt x="1804" y="821"/>
                    <a:pt x="1850" y="1323"/>
                    <a:pt x="1941" y="1734"/>
                  </a:cubicBezTo>
                  <a:cubicBezTo>
                    <a:pt x="1829" y="1684"/>
                    <a:pt x="1710" y="1661"/>
                    <a:pt x="1592" y="1661"/>
                  </a:cubicBezTo>
                  <a:cubicBezTo>
                    <a:pt x="1327" y="1661"/>
                    <a:pt x="1065" y="1779"/>
                    <a:pt x="891" y="1985"/>
                  </a:cubicBezTo>
                  <a:cubicBezTo>
                    <a:pt x="640" y="2259"/>
                    <a:pt x="594" y="2715"/>
                    <a:pt x="800" y="3057"/>
                  </a:cubicBezTo>
                  <a:cubicBezTo>
                    <a:pt x="435" y="3286"/>
                    <a:pt x="1" y="3605"/>
                    <a:pt x="69" y="4039"/>
                  </a:cubicBezTo>
                  <a:cubicBezTo>
                    <a:pt x="92" y="4176"/>
                    <a:pt x="161" y="4313"/>
                    <a:pt x="229" y="4450"/>
                  </a:cubicBezTo>
                  <a:cubicBezTo>
                    <a:pt x="681" y="5176"/>
                    <a:pt x="1537" y="6054"/>
                    <a:pt x="2464" y="6054"/>
                  </a:cubicBezTo>
                  <a:cubicBezTo>
                    <a:pt x="2616" y="6054"/>
                    <a:pt x="2769" y="6030"/>
                    <a:pt x="2923" y="5979"/>
                  </a:cubicBezTo>
                  <a:cubicBezTo>
                    <a:pt x="3950" y="5659"/>
                    <a:pt x="4977" y="4564"/>
                    <a:pt x="5593" y="3742"/>
                  </a:cubicBezTo>
                  <a:cubicBezTo>
                    <a:pt x="6073" y="3057"/>
                    <a:pt x="6461" y="2304"/>
                    <a:pt x="6666" y="1505"/>
                  </a:cubicBezTo>
                  <a:cubicBezTo>
                    <a:pt x="6780" y="1117"/>
                    <a:pt x="6849" y="638"/>
                    <a:pt x="6598" y="318"/>
                  </a:cubicBezTo>
                  <a:cubicBezTo>
                    <a:pt x="6461" y="123"/>
                    <a:pt x="6225" y="12"/>
                    <a:pt x="6002" y="12"/>
                  </a:cubicBezTo>
                  <a:cubicBezTo>
                    <a:pt x="5964" y="12"/>
                    <a:pt x="5927" y="15"/>
                    <a:pt x="5890" y="22"/>
                  </a:cubicBezTo>
                  <a:cubicBezTo>
                    <a:pt x="5616" y="44"/>
                    <a:pt x="5365" y="250"/>
                    <a:pt x="5274" y="501"/>
                  </a:cubicBezTo>
                  <a:cubicBezTo>
                    <a:pt x="5159" y="194"/>
                    <a:pt x="4834" y="0"/>
                    <a:pt x="4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41"/>
            <p:cNvSpPr/>
            <p:nvPr/>
          </p:nvSpPr>
          <p:spPr>
            <a:xfrm>
              <a:off x="5689589" y="3270431"/>
              <a:ext cx="213465" cy="304714"/>
            </a:xfrm>
            <a:custGeom>
              <a:avLst/>
              <a:gdLst/>
              <a:ahLst/>
              <a:cxnLst/>
              <a:rect l="l" t="t" r="r" b="b"/>
              <a:pathLst>
                <a:path w="12373" h="17662" extrusionOk="0">
                  <a:moveTo>
                    <a:pt x="5547" y="1"/>
                  </a:moveTo>
                  <a:cubicBezTo>
                    <a:pt x="2489" y="1"/>
                    <a:pt x="1" y="2489"/>
                    <a:pt x="1" y="5570"/>
                  </a:cubicBezTo>
                  <a:cubicBezTo>
                    <a:pt x="1" y="8058"/>
                    <a:pt x="1621" y="10158"/>
                    <a:pt x="3881" y="10865"/>
                  </a:cubicBezTo>
                  <a:lnTo>
                    <a:pt x="3881" y="15682"/>
                  </a:lnTo>
                  <a:cubicBezTo>
                    <a:pt x="4381" y="17233"/>
                    <a:pt x="5315" y="17661"/>
                    <a:pt x="6194" y="17661"/>
                  </a:cubicBezTo>
                  <a:cubicBezTo>
                    <a:pt x="7281" y="17661"/>
                    <a:pt x="8286" y="17005"/>
                    <a:pt x="8286" y="17005"/>
                  </a:cubicBezTo>
                  <a:lnTo>
                    <a:pt x="8286" y="13353"/>
                  </a:lnTo>
                  <a:cubicBezTo>
                    <a:pt x="8811" y="13490"/>
                    <a:pt x="9359" y="13582"/>
                    <a:pt x="9930" y="13604"/>
                  </a:cubicBezTo>
                  <a:cubicBezTo>
                    <a:pt x="9930" y="13604"/>
                    <a:pt x="12372" y="8560"/>
                    <a:pt x="11208" y="4086"/>
                  </a:cubicBezTo>
                  <a:cubicBezTo>
                    <a:pt x="11208" y="4018"/>
                    <a:pt x="11185" y="3949"/>
                    <a:pt x="11162" y="3881"/>
                  </a:cubicBezTo>
                  <a:cubicBezTo>
                    <a:pt x="11094" y="3584"/>
                    <a:pt x="11003" y="3310"/>
                    <a:pt x="10888" y="3059"/>
                  </a:cubicBezTo>
                  <a:cubicBezTo>
                    <a:pt x="10888" y="3059"/>
                    <a:pt x="10888" y="3036"/>
                    <a:pt x="10888" y="3036"/>
                  </a:cubicBezTo>
                  <a:cubicBezTo>
                    <a:pt x="10090" y="1256"/>
                    <a:pt x="8286" y="1"/>
                    <a:pt x="6209" y="1"/>
                  </a:cubicBezTo>
                  <a:cubicBezTo>
                    <a:pt x="6095" y="1"/>
                    <a:pt x="6004" y="23"/>
                    <a:pt x="5890" y="23"/>
                  </a:cubicBezTo>
                  <a:cubicBezTo>
                    <a:pt x="5776" y="23"/>
                    <a:pt x="5661" y="1"/>
                    <a:pt x="5547" y="1"/>
                  </a:cubicBezTo>
                  <a:close/>
                </a:path>
              </a:pathLst>
            </a:custGeom>
            <a:solidFill>
              <a:srgbClr val="5E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41"/>
            <p:cNvSpPr/>
            <p:nvPr/>
          </p:nvSpPr>
          <p:spPr>
            <a:xfrm>
              <a:off x="5681256" y="3267343"/>
              <a:ext cx="196195" cy="272848"/>
            </a:xfrm>
            <a:custGeom>
              <a:avLst/>
              <a:gdLst/>
              <a:ahLst/>
              <a:cxnLst/>
              <a:rect l="l" t="t" r="r" b="b"/>
              <a:pathLst>
                <a:path w="11372" h="15815" extrusionOk="0">
                  <a:moveTo>
                    <a:pt x="6263" y="0"/>
                  </a:moveTo>
                  <a:cubicBezTo>
                    <a:pt x="3210" y="0"/>
                    <a:pt x="1" y="2074"/>
                    <a:pt x="119" y="6662"/>
                  </a:cubicBezTo>
                  <a:cubicBezTo>
                    <a:pt x="347" y="14674"/>
                    <a:pt x="9637" y="15815"/>
                    <a:pt x="9637" y="15815"/>
                  </a:cubicBezTo>
                  <a:cubicBezTo>
                    <a:pt x="7080" y="11432"/>
                    <a:pt x="11371" y="3238"/>
                    <a:pt x="11371" y="3238"/>
                  </a:cubicBezTo>
                  <a:cubicBezTo>
                    <a:pt x="10701" y="1139"/>
                    <a:pt x="8525" y="0"/>
                    <a:pt x="6263" y="0"/>
                  </a:cubicBezTo>
                  <a:close/>
                </a:path>
              </a:pathLst>
            </a:custGeom>
            <a:solidFill>
              <a:srgbClr val="38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1"/>
            <p:cNvSpPr/>
            <p:nvPr/>
          </p:nvSpPr>
          <p:spPr>
            <a:xfrm>
              <a:off x="5569495" y="4056835"/>
              <a:ext cx="532412" cy="168177"/>
            </a:xfrm>
            <a:custGeom>
              <a:avLst/>
              <a:gdLst/>
              <a:ahLst/>
              <a:cxnLst/>
              <a:rect l="l" t="t" r="r" b="b"/>
              <a:pathLst>
                <a:path w="30860" h="9748" extrusionOk="0">
                  <a:moveTo>
                    <a:pt x="15088" y="1"/>
                  </a:moveTo>
                  <a:cubicBezTo>
                    <a:pt x="15002" y="1"/>
                    <a:pt x="14916" y="23"/>
                    <a:pt x="14837" y="69"/>
                  </a:cubicBezTo>
                  <a:lnTo>
                    <a:pt x="320" y="8309"/>
                  </a:lnTo>
                  <a:cubicBezTo>
                    <a:pt x="91" y="8446"/>
                    <a:pt x="0" y="8743"/>
                    <a:pt x="137" y="8994"/>
                  </a:cubicBezTo>
                  <a:cubicBezTo>
                    <a:pt x="231" y="9166"/>
                    <a:pt x="410" y="9263"/>
                    <a:pt x="595" y="9263"/>
                  </a:cubicBezTo>
                  <a:cubicBezTo>
                    <a:pt x="680" y="9263"/>
                    <a:pt x="766" y="9242"/>
                    <a:pt x="845" y="9199"/>
                  </a:cubicBezTo>
                  <a:lnTo>
                    <a:pt x="15088" y="1096"/>
                  </a:lnTo>
                  <a:lnTo>
                    <a:pt x="30015" y="9679"/>
                  </a:lnTo>
                  <a:cubicBezTo>
                    <a:pt x="30107" y="9724"/>
                    <a:pt x="30198" y="9747"/>
                    <a:pt x="30289" y="9747"/>
                  </a:cubicBezTo>
                  <a:cubicBezTo>
                    <a:pt x="30449" y="9747"/>
                    <a:pt x="30632" y="9656"/>
                    <a:pt x="30723" y="9496"/>
                  </a:cubicBezTo>
                  <a:cubicBezTo>
                    <a:pt x="30860" y="9245"/>
                    <a:pt x="30791" y="8925"/>
                    <a:pt x="30540" y="8788"/>
                  </a:cubicBezTo>
                  <a:lnTo>
                    <a:pt x="15339" y="69"/>
                  </a:lnTo>
                  <a:cubicBezTo>
                    <a:pt x="15259" y="23"/>
                    <a:pt x="15173" y="1"/>
                    <a:pt x="150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41"/>
            <p:cNvSpPr/>
            <p:nvPr/>
          </p:nvSpPr>
          <p:spPr>
            <a:xfrm>
              <a:off x="5569495" y="4161972"/>
              <a:ext cx="76411" cy="54673"/>
            </a:xfrm>
            <a:custGeom>
              <a:avLst/>
              <a:gdLst/>
              <a:ahLst/>
              <a:cxnLst/>
              <a:rect l="l" t="t" r="r" b="b"/>
              <a:pathLst>
                <a:path w="4429" h="3169" extrusionOk="0">
                  <a:moveTo>
                    <a:pt x="4200" y="1"/>
                  </a:moveTo>
                  <a:lnTo>
                    <a:pt x="320" y="2215"/>
                  </a:lnTo>
                  <a:cubicBezTo>
                    <a:pt x="91" y="2352"/>
                    <a:pt x="0" y="2649"/>
                    <a:pt x="137" y="2900"/>
                  </a:cubicBezTo>
                  <a:cubicBezTo>
                    <a:pt x="231" y="3072"/>
                    <a:pt x="410" y="3169"/>
                    <a:pt x="595" y="3169"/>
                  </a:cubicBezTo>
                  <a:cubicBezTo>
                    <a:pt x="680" y="3169"/>
                    <a:pt x="766" y="3148"/>
                    <a:pt x="845" y="3105"/>
                  </a:cubicBezTo>
                  <a:lnTo>
                    <a:pt x="4428" y="1074"/>
                  </a:lnTo>
                  <a:cubicBezTo>
                    <a:pt x="4337" y="709"/>
                    <a:pt x="4268" y="366"/>
                    <a:pt x="42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41"/>
            <p:cNvSpPr/>
            <p:nvPr/>
          </p:nvSpPr>
          <p:spPr>
            <a:xfrm>
              <a:off x="6036520" y="4175377"/>
              <a:ext cx="65387" cy="49635"/>
            </a:xfrm>
            <a:custGeom>
              <a:avLst/>
              <a:gdLst/>
              <a:ahLst/>
              <a:cxnLst/>
              <a:rect l="l" t="t" r="r" b="b"/>
              <a:pathLst>
                <a:path w="3790" h="2877" extrusionOk="0">
                  <a:moveTo>
                    <a:pt x="115" y="0"/>
                  </a:moveTo>
                  <a:cubicBezTo>
                    <a:pt x="92" y="365"/>
                    <a:pt x="47" y="730"/>
                    <a:pt x="1" y="1118"/>
                  </a:cubicBezTo>
                  <a:lnTo>
                    <a:pt x="2945" y="2808"/>
                  </a:lnTo>
                  <a:cubicBezTo>
                    <a:pt x="3037" y="2853"/>
                    <a:pt x="3128" y="2876"/>
                    <a:pt x="3219" y="2876"/>
                  </a:cubicBezTo>
                  <a:cubicBezTo>
                    <a:pt x="3379" y="2876"/>
                    <a:pt x="3562" y="2785"/>
                    <a:pt x="3653" y="2625"/>
                  </a:cubicBezTo>
                  <a:cubicBezTo>
                    <a:pt x="3790" y="2374"/>
                    <a:pt x="3721" y="2054"/>
                    <a:pt x="3470" y="1917"/>
                  </a:cubicBezTo>
                  <a:lnTo>
                    <a:pt x="1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41"/>
            <p:cNvSpPr/>
            <p:nvPr/>
          </p:nvSpPr>
          <p:spPr>
            <a:xfrm>
              <a:off x="5570668" y="3917831"/>
              <a:ext cx="531636" cy="449324"/>
            </a:xfrm>
            <a:custGeom>
              <a:avLst/>
              <a:gdLst/>
              <a:ahLst/>
              <a:cxnLst/>
              <a:rect l="l" t="t" r="r" b="b"/>
              <a:pathLst>
                <a:path w="30815" h="26044" extrusionOk="0">
                  <a:moveTo>
                    <a:pt x="503" y="0"/>
                  </a:moveTo>
                  <a:cubicBezTo>
                    <a:pt x="229" y="0"/>
                    <a:pt x="1" y="251"/>
                    <a:pt x="1" y="525"/>
                  </a:cubicBezTo>
                  <a:lnTo>
                    <a:pt x="1" y="16800"/>
                  </a:lnTo>
                  <a:cubicBezTo>
                    <a:pt x="1" y="16982"/>
                    <a:pt x="115" y="17165"/>
                    <a:pt x="274" y="17256"/>
                  </a:cubicBezTo>
                  <a:lnTo>
                    <a:pt x="16458" y="25975"/>
                  </a:lnTo>
                  <a:lnTo>
                    <a:pt x="16480" y="25975"/>
                  </a:lnTo>
                  <a:lnTo>
                    <a:pt x="16480" y="25998"/>
                  </a:lnTo>
                  <a:cubicBezTo>
                    <a:pt x="16503" y="25998"/>
                    <a:pt x="16526" y="25998"/>
                    <a:pt x="16526" y="26021"/>
                  </a:cubicBezTo>
                  <a:cubicBezTo>
                    <a:pt x="16549" y="26021"/>
                    <a:pt x="16572" y="26021"/>
                    <a:pt x="16595" y="26044"/>
                  </a:cubicBezTo>
                  <a:lnTo>
                    <a:pt x="16732" y="26044"/>
                  </a:lnTo>
                  <a:cubicBezTo>
                    <a:pt x="16777" y="26044"/>
                    <a:pt x="16823" y="26044"/>
                    <a:pt x="16846" y="26021"/>
                  </a:cubicBezTo>
                  <a:lnTo>
                    <a:pt x="16891" y="26021"/>
                  </a:lnTo>
                  <a:cubicBezTo>
                    <a:pt x="16937" y="25998"/>
                    <a:pt x="16960" y="25998"/>
                    <a:pt x="16983" y="25975"/>
                  </a:cubicBezTo>
                  <a:lnTo>
                    <a:pt x="30472" y="17736"/>
                  </a:lnTo>
                  <a:cubicBezTo>
                    <a:pt x="30632" y="17644"/>
                    <a:pt x="30723" y="17484"/>
                    <a:pt x="30723" y="17302"/>
                  </a:cubicBezTo>
                  <a:lnTo>
                    <a:pt x="30815" y="1393"/>
                  </a:lnTo>
                  <a:cubicBezTo>
                    <a:pt x="30815" y="1096"/>
                    <a:pt x="30586" y="868"/>
                    <a:pt x="30290" y="868"/>
                  </a:cubicBezTo>
                  <a:cubicBezTo>
                    <a:pt x="30016" y="868"/>
                    <a:pt x="29788" y="1096"/>
                    <a:pt x="29788" y="1393"/>
                  </a:cubicBezTo>
                  <a:lnTo>
                    <a:pt x="29696" y="17005"/>
                  </a:lnTo>
                  <a:lnTo>
                    <a:pt x="17234" y="24629"/>
                  </a:lnTo>
                  <a:lnTo>
                    <a:pt x="17120" y="9382"/>
                  </a:lnTo>
                  <a:cubicBezTo>
                    <a:pt x="17097" y="9108"/>
                    <a:pt x="16868" y="8879"/>
                    <a:pt x="16595" y="8879"/>
                  </a:cubicBezTo>
                  <a:cubicBezTo>
                    <a:pt x="16298" y="8879"/>
                    <a:pt x="16070" y="9108"/>
                    <a:pt x="16092" y="9404"/>
                  </a:cubicBezTo>
                  <a:lnTo>
                    <a:pt x="16207" y="24674"/>
                  </a:lnTo>
                  <a:lnTo>
                    <a:pt x="16207" y="24674"/>
                  </a:lnTo>
                  <a:lnTo>
                    <a:pt x="1028" y="16503"/>
                  </a:lnTo>
                  <a:lnTo>
                    <a:pt x="1028" y="525"/>
                  </a:lnTo>
                  <a:cubicBezTo>
                    <a:pt x="1028" y="251"/>
                    <a:pt x="799" y="0"/>
                    <a:pt x="5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1"/>
            <p:cNvSpPr/>
            <p:nvPr/>
          </p:nvSpPr>
          <p:spPr>
            <a:xfrm>
              <a:off x="5847898" y="4071016"/>
              <a:ext cx="18529" cy="71684"/>
            </a:xfrm>
            <a:custGeom>
              <a:avLst/>
              <a:gdLst/>
              <a:ahLst/>
              <a:cxnLst/>
              <a:rect l="l" t="t" r="r" b="b"/>
              <a:pathLst>
                <a:path w="1074" h="4155" extrusionOk="0">
                  <a:moveTo>
                    <a:pt x="526" y="0"/>
                  </a:moveTo>
                  <a:cubicBezTo>
                    <a:pt x="229" y="0"/>
                    <a:pt x="1" y="229"/>
                    <a:pt x="23" y="525"/>
                  </a:cubicBezTo>
                  <a:lnTo>
                    <a:pt x="46" y="3903"/>
                  </a:lnTo>
                  <a:lnTo>
                    <a:pt x="434" y="4155"/>
                  </a:lnTo>
                  <a:lnTo>
                    <a:pt x="1073" y="3789"/>
                  </a:lnTo>
                  <a:lnTo>
                    <a:pt x="1051" y="503"/>
                  </a:lnTo>
                  <a:cubicBezTo>
                    <a:pt x="1028" y="229"/>
                    <a:pt x="799" y="0"/>
                    <a:pt x="5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1"/>
            <p:cNvSpPr/>
            <p:nvPr/>
          </p:nvSpPr>
          <p:spPr>
            <a:xfrm>
              <a:off x="6084171" y="3932789"/>
              <a:ext cx="18132" cy="76808"/>
            </a:xfrm>
            <a:custGeom>
              <a:avLst/>
              <a:gdLst/>
              <a:ahLst/>
              <a:cxnLst/>
              <a:rect l="l" t="t" r="r" b="b"/>
              <a:pathLst>
                <a:path w="1051" h="4452" extrusionOk="0">
                  <a:moveTo>
                    <a:pt x="526" y="1"/>
                  </a:moveTo>
                  <a:cubicBezTo>
                    <a:pt x="252" y="1"/>
                    <a:pt x="24" y="229"/>
                    <a:pt x="24" y="526"/>
                  </a:cubicBezTo>
                  <a:lnTo>
                    <a:pt x="1" y="4452"/>
                  </a:lnTo>
                  <a:lnTo>
                    <a:pt x="1028" y="3835"/>
                  </a:lnTo>
                  <a:lnTo>
                    <a:pt x="1051" y="526"/>
                  </a:lnTo>
                  <a:cubicBezTo>
                    <a:pt x="1051" y="229"/>
                    <a:pt x="822" y="1"/>
                    <a:pt x="5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1"/>
            <p:cNvSpPr/>
            <p:nvPr/>
          </p:nvSpPr>
          <p:spPr>
            <a:xfrm>
              <a:off x="5570668" y="3917831"/>
              <a:ext cx="17736" cy="58693"/>
            </a:xfrm>
            <a:custGeom>
              <a:avLst/>
              <a:gdLst/>
              <a:ahLst/>
              <a:cxnLst/>
              <a:rect l="l" t="t" r="r" b="b"/>
              <a:pathLst>
                <a:path w="1028" h="3402" extrusionOk="0">
                  <a:moveTo>
                    <a:pt x="526" y="0"/>
                  </a:moveTo>
                  <a:cubicBezTo>
                    <a:pt x="229" y="0"/>
                    <a:pt x="1" y="251"/>
                    <a:pt x="1" y="525"/>
                  </a:cubicBezTo>
                  <a:lnTo>
                    <a:pt x="1" y="2762"/>
                  </a:lnTo>
                  <a:lnTo>
                    <a:pt x="1028" y="3401"/>
                  </a:lnTo>
                  <a:lnTo>
                    <a:pt x="1028" y="525"/>
                  </a:lnTo>
                  <a:cubicBezTo>
                    <a:pt x="1028" y="251"/>
                    <a:pt x="799" y="0"/>
                    <a:pt x="5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1"/>
            <p:cNvSpPr/>
            <p:nvPr/>
          </p:nvSpPr>
          <p:spPr>
            <a:xfrm>
              <a:off x="5511992" y="3577198"/>
              <a:ext cx="600956" cy="527305"/>
            </a:xfrm>
            <a:custGeom>
              <a:avLst/>
              <a:gdLst/>
              <a:ahLst/>
              <a:cxnLst/>
              <a:rect l="l" t="t" r="r" b="b"/>
              <a:pathLst>
                <a:path w="34833" h="30564" extrusionOk="0">
                  <a:moveTo>
                    <a:pt x="1" y="0"/>
                  </a:moveTo>
                  <a:lnTo>
                    <a:pt x="3424" y="21091"/>
                  </a:lnTo>
                  <a:lnTo>
                    <a:pt x="19996" y="30564"/>
                  </a:lnTo>
                  <a:lnTo>
                    <a:pt x="34421" y="22461"/>
                  </a:lnTo>
                  <a:lnTo>
                    <a:pt x="34832" y="15042"/>
                  </a:lnTo>
                  <a:lnTo>
                    <a:pt x="22735" y="21456"/>
                  </a:lnTo>
                  <a:lnTo>
                    <a:pt x="19060" y="10249"/>
                  </a:lnTo>
                  <a:lnTo>
                    <a:pt x="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1"/>
            <p:cNvSpPr/>
            <p:nvPr/>
          </p:nvSpPr>
          <p:spPr>
            <a:xfrm>
              <a:off x="5835683" y="3759126"/>
              <a:ext cx="21290" cy="336717"/>
            </a:xfrm>
            <a:custGeom>
              <a:avLst/>
              <a:gdLst/>
              <a:ahLst/>
              <a:cxnLst/>
              <a:rect l="l" t="t" r="r" b="b"/>
              <a:pathLst>
                <a:path w="1234" h="19517" extrusionOk="0">
                  <a:moveTo>
                    <a:pt x="1" y="1"/>
                  </a:moveTo>
                  <a:cubicBezTo>
                    <a:pt x="69" y="1644"/>
                    <a:pt x="138" y="3265"/>
                    <a:pt x="229" y="4885"/>
                  </a:cubicBezTo>
                  <a:lnTo>
                    <a:pt x="526" y="9770"/>
                  </a:lnTo>
                  <a:lnTo>
                    <a:pt x="846" y="14632"/>
                  </a:lnTo>
                  <a:cubicBezTo>
                    <a:pt x="960" y="16252"/>
                    <a:pt x="1097" y="17896"/>
                    <a:pt x="1234" y="19516"/>
                  </a:cubicBezTo>
                  <a:cubicBezTo>
                    <a:pt x="1165" y="17873"/>
                    <a:pt x="1097" y="16252"/>
                    <a:pt x="1005" y="14632"/>
                  </a:cubicBezTo>
                  <a:lnTo>
                    <a:pt x="709" y="9747"/>
                  </a:lnTo>
                  <a:lnTo>
                    <a:pt x="389" y="4885"/>
                  </a:lnTo>
                  <a:cubicBezTo>
                    <a:pt x="275" y="3265"/>
                    <a:pt x="138" y="164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1"/>
            <p:cNvSpPr/>
            <p:nvPr/>
          </p:nvSpPr>
          <p:spPr>
            <a:xfrm>
              <a:off x="6595328" y="3893022"/>
              <a:ext cx="97666" cy="278421"/>
            </a:xfrm>
            <a:custGeom>
              <a:avLst/>
              <a:gdLst/>
              <a:ahLst/>
              <a:cxnLst/>
              <a:rect l="l" t="t" r="r" b="b"/>
              <a:pathLst>
                <a:path w="5661" h="16138" extrusionOk="0">
                  <a:moveTo>
                    <a:pt x="2830" y="0"/>
                  </a:moveTo>
                  <a:lnTo>
                    <a:pt x="2830" y="0"/>
                  </a:lnTo>
                  <a:cubicBezTo>
                    <a:pt x="2830" y="1"/>
                    <a:pt x="3835" y="13741"/>
                    <a:pt x="1552" y="14038"/>
                  </a:cubicBezTo>
                  <a:cubicBezTo>
                    <a:pt x="205" y="14220"/>
                    <a:pt x="0" y="16138"/>
                    <a:pt x="0" y="16138"/>
                  </a:cubicBezTo>
                  <a:lnTo>
                    <a:pt x="2922" y="16138"/>
                  </a:lnTo>
                  <a:cubicBezTo>
                    <a:pt x="4223" y="16138"/>
                    <a:pt x="4862" y="12577"/>
                    <a:pt x="4862" y="12577"/>
                  </a:cubicBezTo>
                  <a:lnTo>
                    <a:pt x="4862" y="16138"/>
                  </a:lnTo>
                  <a:lnTo>
                    <a:pt x="5478" y="16138"/>
                  </a:lnTo>
                  <a:lnTo>
                    <a:pt x="5661" y="845"/>
                  </a:lnTo>
                  <a:lnTo>
                    <a:pt x="2830" y="0"/>
                  </a:lnTo>
                  <a:close/>
                </a:path>
              </a:pathLst>
            </a:custGeom>
            <a:solidFill>
              <a:srgbClr val="F7D5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1"/>
            <p:cNvSpPr/>
            <p:nvPr/>
          </p:nvSpPr>
          <p:spPr>
            <a:xfrm>
              <a:off x="6595328" y="4062752"/>
              <a:ext cx="95700" cy="108691"/>
            </a:xfrm>
            <a:custGeom>
              <a:avLst/>
              <a:gdLst/>
              <a:ahLst/>
              <a:cxnLst/>
              <a:rect l="l" t="t" r="r" b="b"/>
              <a:pathLst>
                <a:path w="5547" h="6300" extrusionOk="0">
                  <a:moveTo>
                    <a:pt x="5547" y="0"/>
                  </a:moveTo>
                  <a:lnTo>
                    <a:pt x="5547" y="0"/>
                  </a:lnTo>
                  <a:cubicBezTo>
                    <a:pt x="4999" y="46"/>
                    <a:pt x="3994" y="320"/>
                    <a:pt x="3789" y="1666"/>
                  </a:cubicBezTo>
                  <a:cubicBezTo>
                    <a:pt x="3536" y="3353"/>
                    <a:pt x="3205" y="4474"/>
                    <a:pt x="1412" y="4474"/>
                  </a:cubicBezTo>
                  <a:cubicBezTo>
                    <a:pt x="1264" y="4474"/>
                    <a:pt x="1105" y="4467"/>
                    <a:pt x="936" y="4451"/>
                  </a:cubicBezTo>
                  <a:cubicBezTo>
                    <a:pt x="137" y="4999"/>
                    <a:pt x="0" y="6300"/>
                    <a:pt x="0" y="6300"/>
                  </a:cubicBezTo>
                  <a:lnTo>
                    <a:pt x="2922" y="6300"/>
                  </a:lnTo>
                  <a:cubicBezTo>
                    <a:pt x="4223" y="6300"/>
                    <a:pt x="4862" y="2739"/>
                    <a:pt x="4862" y="2739"/>
                  </a:cubicBezTo>
                  <a:lnTo>
                    <a:pt x="4862" y="6300"/>
                  </a:lnTo>
                  <a:lnTo>
                    <a:pt x="5478" y="6300"/>
                  </a:lnTo>
                  <a:lnTo>
                    <a:pt x="5547" y="0"/>
                  </a:lnTo>
                  <a:close/>
                </a:path>
              </a:pathLst>
            </a:custGeom>
            <a:solidFill>
              <a:srgbClr val="605F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1"/>
            <p:cNvSpPr/>
            <p:nvPr/>
          </p:nvSpPr>
          <p:spPr>
            <a:xfrm>
              <a:off x="6706365" y="3858362"/>
              <a:ext cx="97684" cy="278438"/>
            </a:xfrm>
            <a:custGeom>
              <a:avLst/>
              <a:gdLst/>
              <a:ahLst/>
              <a:cxnLst/>
              <a:rect l="l" t="t" r="r" b="b"/>
              <a:pathLst>
                <a:path w="5662" h="16139" extrusionOk="0">
                  <a:moveTo>
                    <a:pt x="2831" y="1"/>
                  </a:moveTo>
                  <a:cubicBezTo>
                    <a:pt x="2831" y="1"/>
                    <a:pt x="3835" y="13742"/>
                    <a:pt x="1553" y="14061"/>
                  </a:cubicBezTo>
                  <a:cubicBezTo>
                    <a:pt x="206" y="14244"/>
                    <a:pt x="1" y="16138"/>
                    <a:pt x="1" y="16138"/>
                  </a:cubicBezTo>
                  <a:lnTo>
                    <a:pt x="2922" y="16138"/>
                  </a:lnTo>
                  <a:cubicBezTo>
                    <a:pt x="4223" y="16138"/>
                    <a:pt x="4840" y="12600"/>
                    <a:pt x="4840" y="12600"/>
                  </a:cubicBezTo>
                  <a:lnTo>
                    <a:pt x="4840" y="16138"/>
                  </a:lnTo>
                  <a:lnTo>
                    <a:pt x="5479" y="16138"/>
                  </a:lnTo>
                  <a:lnTo>
                    <a:pt x="5661" y="845"/>
                  </a:lnTo>
                  <a:lnTo>
                    <a:pt x="2831" y="1"/>
                  </a:lnTo>
                  <a:close/>
                </a:path>
              </a:pathLst>
            </a:custGeom>
            <a:solidFill>
              <a:srgbClr val="F7D5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1"/>
            <p:cNvSpPr/>
            <p:nvPr/>
          </p:nvSpPr>
          <p:spPr>
            <a:xfrm>
              <a:off x="6706365" y="4028489"/>
              <a:ext cx="95717" cy="108311"/>
            </a:xfrm>
            <a:custGeom>
              <a:avLst/>
              <a:gdLst/>
              <a:ahLst/>
              <a:cxnLst/>
              <a:rect l="l" t="t" r="r" b="b"/>
              <a:pathLst>
                <a:path w="5548" h="6278" extrusionOk="0">
                  <a:moveTo>
                    <a:pt x="5547" y="0"/>
                  </a:moveTo>
                  <a:lnTo>
                    <a:pt x="5547" y="0"/>
                  </a:lnTo>
                  <a:cubicBezTo>
                    <a:pt x="4999" y="46"/>
                    <a:pt x="3995" y="320"/>
                    <a:pt x="3790" y="1666"/>
                  </a:cubicBezTo>
                  <a:cubicBezTo>
                    <a:pt x="3535" y="3364"/>
                    <a:pt x="3201" y="4470"/>
                    <a:pt x="1376" y="4470"/>
                  </a:cubicBezTo>
                  <a:cubicBezTo>
                    <a:pt x="1238" y="4470"/>
                    <a:pt x="1092" y="4464"/>
                    <a:pt x="937" y="4451"/>
                  </a:cubicBezTo>
                  <a:cubicBezTo>
                    <a:pt x="138" y="4999"/>
                    <a:pt x="1" y="6277"/>
                    <a:pt x="1" y="6277"/>
                  </a:cubicBezTo>
                  <a:lnTo>
                    <a:pt x="2922" y="6277"/>
                  </a:lnTo>
                  <a:cubicBezTo>
                    <a:pt x="4223" y="6277"/>
                    <a:pt x="4840" y="2739"/>
                    <a:pt x="4840" y="2739"/>
                  </a:cubicBezTo>
                  <a:lnTo>
                    <a:pt x="4840" y="6277"/>
                  </a:lnTo>
                  <a:lnTo>
                    <a:pt x="5479" y="6277"/>
                  </a:lnTo>
                  <a:lnTo>
                    <a:pt x="5547" y="0"/>
                  </a:lnTo>
                  <a:close/>
                </a:path>
              </a:pathLst>
            </a:custGeom>
            <a:solidFill>
              <a:srgbClr val="605F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1"/>
            <p:cNvSpPr/>
            <p:nvPr/>
          </p:nvSpPr>
          <p:spPr>
            <a:xfrm>
              <a:off x="6830808" y="3499234"/>
              <a:ext cx="223299" cy="307957"/>
            </a:xfrm>
            <a:custGeom>
              <a:avLst/>
              <a:gdLst/>
              <a:ahLst/>
              <a:cxnLst/>
              <a:rect l="l" t="t" r="r" b="b"/>
              <a:pathLst>
                <a:path w="12943" h="17850" extrusionOk="0">
                  <a:moveTo>
                    <a:pt x="7647" y="0"/>
                  </a:moveTo>
                  <a:lnTo>
                    <a:pt x="3242" y="1347"/>
                  </a:lnTo>
                  <a:lnTo>
                    <a:pt x="3219" y="1347"/>
                  </a:lnTo>
                  <a:cubicBezTo>
                    <a:pt x="3265" y="1392"/>
                    <a:pt x="3265" y="1461"/>
                    <a:pt x="3242" y="1529"/>
                  </a:cubicBezTo>
                  <a:cubicBezTo>
                    <a:pt x="3013" y="1917"/>
                    <a:pt x="2557" y="2260"/>
                    <a:pt x="2237" y="2579"/>
                  </a:cubicBezTo>
                  <a:cubicBezTo>
                    <a:pt x="1827" y="2922"/>
                    <a:pt x="1416" y="3264"/>
                    <a:pt x="982" y="3584"/>
                  </a:cubicBezTo>
                  <a:cubicBezTo>
                    <a:pt x="948" y="3606"/>
                    <a:pt x="914" y="3618"/>
                    <a:pt x="882" y="3618"/>
                  </a:cubicBezTo>
                  <a:cubicBezTo>
                    <a:pt x="851" y="3618"/>
                    <a:pt x="822" y="3606"/>
                    <a:pt x="799" y="3584"/>
                  </a:cubicBezTo>
                  <a:lnTo>
                    <a:pt x="1" y="4314"/>
                  </a:lnTo>
                  <a:lnTo>
                    <a:pt x="2831" y="17849"/>
                  </a:lnTo>
                  <a:lnTo>
                    <a:pt x="12463" y="12805"/>
                  </a:lnTo>
                  <a:cubicBezTo>
                    <a:pt x="12463" y="12805"/>
                    <a:pt x="12942" y="2830"/>
                    <a:pt x="12098" y="1347"/>
                  </a:cubicBezTo>
                  <a:cubicBezTo>
                    <a:pt x="11756" y="708"/>
                    <a:pt x="10865" y="365"/>
                    <a:pt x="9975" y="183"/>
                  </a:cubicBezTo>
                  <a:cubicBezTo>
                    <a:pt x="9975" y="228"/>
                    <a:pt x="9930" y="274"/>
                    <a:pt x="9884" y="274"/>
                  </a:cubicBezTo>
                  <a:cubicBezTo>
                    <a:pt x="9761" y="296"/>
                    <a:pt x="9638" y="304"/>
                    <a:pt x="9516" y="304"/>
                  </a:cubicBezTo>
                  <a:cubicBezTo>
                    <a:pt x="9252" y="304"/>
                    <a:pt x="8992" y="267"/>
                    <a:pt x="8743" y="251"/>
                  </a:cubicBezTo>
                  <a:cubicBezTo>
                    <a:pt x="8636" y="251"/>
                    <a:pt x="8522" y="256"/>
                    <a:pt x="8407" y="256"/>
                  </a:cubicBezTo>
                  <a:cubicBezTo>
                    <a:pt x="8177" y="256"/>
                    <a:pt x="7944" y="236"/>
                    <a:pt x="7761" y="114"/>
                  </a:cubicBezTo>
                  <a:cubicBezTo>
                    <a:pt x="7716" y="69"/>
                    <a:pt x="7716" y="46"/>
                    <a:pt x="7693" y="0"/>
                  </a:cubicBezTo>
                  <a:close/>
                </a:path>
              </a:pathLst>
            </a:custGeom>
            <a:solidFill>
              <a:srgbClr val="38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1"/>
            <p:cNvSpPr/>
            <p:nvPr/>
          </p:nvSpPr>
          <p:spPr>
            <a:xfrm>
              <a:off x="6875699" y="3509465"/>
              <a:ext cx="178408" cy="297726"/>
            </a:xfrm>
            <a:custGeom>
              <a:avLst/>
              <a:gdLst/>
              <a:ahLst/>
              <a:cxnLst/>
              <a:rect l="l" t="t" r="r" b="b"/>
              <a:pathLst>
                <a:path w="10341" h="17257" extrusionOk="0">
                  <a:moveTo>
                    <a:pt x="8629" y="1"/>
                  </a:moveTo>
                  <a:lnTo>
                    <a:pt x="8629" y="1"/>
                  </a:lnTo>
                  <a:cubicBezTo>
                    <a:pt x="9427" y="1598"/>
                    <a:pt x="8971" y="11413"/>
                    <a:pt x="8971" y="11413"/>
                  </a:cubicBezTo>
                  <a:lnTo>
                    <a:pt x="1" y="16115"/>
                  </a:lnTo>
                  <a:lnTo>
                    <a:pt x="229" y="17256"/>
                  </a:lnTo>
                  <a:lnTo>
                    <a:pt x="9861" y="12212"/>
                  </a:lnTo>
                  <a:cubicBezTo>
                    <a:pt x="9861" y="12212"/>
                    <a:pt x="10340" y="2237"/>
                    <a:pt x="9496" y="754"/>
                  </a:cubicBezTo>
                  <a:cubicBezTo>
                    <a:pt x="9336" y="434"/>
                    <a:pt x="9017" y="183"/>
                    <a:pt x="8629" y="1"/>
                  </a:cubicBezTo>
                  <a:close/>
                </a:path>
              </a:pathLst>
            </a:custGeom>
            <a:solidFill>
              <a:srgbClr val="27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1"/>
            <p:cNvSpPr/>
            <p:nvPr/>
          </p:nvSpPr>
          <p:spPr>
            <a:xfrm>
              <a:off x="6848526" y="3499234"/>
              <a:ext cx="154393" cy="159103"/>
            </a:xfrm>
            <a:custGeom>
              <a:avLst/>
              <a:gdLst/>
              <a:ahLst/>
              <a:cxnLst/>
              <a:rect l="l" t="t" r="r" b="b"/>
              <a:pathLst>
                <a:path w="8949" h="9222" extrusionOk="0">
                  <a:moveTo>
                    <a:pt x="6620" y="0"/>
                  </a:moveTo>
                  <a:lnTo>
                    <a:pt x="2215" y="1347"/>
                  </a:lnTo>
                  <a:lnTo>
                    <a:pt x="1" y="3424"/>
                  </a:lnTo>
                  <a:lnTo>
                    <a:pt x="1" y="9221"/>
                  </a:lnTo>
                  <a:cubicBezTo>
                    <a:pt x="6643" y="7053"/>
                    <a:pt x="8948" y="183"/>
                    <a:pt x="8948" y="183"/>
                  </a:cubicBezTo>
                  <a:lnTo>
                    <a:pt x="6620" y="0"/>
                  </a:lnTo>
                  <a:close/>
                </a:path>
              </a:pathLst>
            </a:custGeom>
            <a:solidFill>
              <a:srgbClr val="F7D5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1"/>
            <p:cNvSpPr/>
            <p:nvPr/>
          </p:nvSpPr>
          <p:spPr>
            <a:xfrm>
              <a:off x="6580750" y="3615395"/>
              <a:ext cx="63420" cy="56329"/>
            </a:xfrm>
            <a:custGeom>
              <a:avLst/>
              <a:gdLst/>
              <a:ahLst/>
              <a:cxnLst/>
              <a:rect l="l" t="t" r="r" b="b"/>
              <a:pathLst>
                <a:path w="3676" h="3265" extrusionOk="0">
                  <a:moveTo>
                    <a:pt x="548" y="1"/>
                  </a:moveTo>
                  <a:cubicBezTo>
                    <a:pt x="548" y="1"/>
                    <a:pt x="525" y="297"/>
                    <a:pt x="1073" y="480"/>
                  </a:cubicBezTo>
                  <a:cubicBezTo>
                    <a:pt x="1644" y="662"/>
                    <a:pt x="2169" y="754"/>
                    <a:pt x="2169" y="754"/>
                  </a:cubicBezTo>
                  <a:lnTo>
                    <a:pt x="2443" y="1256"/>
                  </a:lnTo>
                  <a:lnTo>
                    <a:pt x="2009" y="891"/>
                  </a:lnTo>
                  <a:lnTo>
                    <a:pt x="366" y="526"/>
                  </a:lnTo>
                  <a:lnTo>
                    <a:pt x="366" y="526"/>
                  </a:lnTo>
                  <a:cubicBezTo>
                    <a:pt x="366" y="526"/>
                    <a:pt x="274" y="777"/>
                    <a:pt x="868" y="1005"/>
                  </a:cubicBezTo>
                  <a:cubicBezTo>
                    <a:pt x="1438" y="1233"/>
                    <a:pt x="1781" y="1347"/>
                    <a:pt x="1781" y="1347"/>
                  </a:cubicBezTo>
                  <a:lnTo>
                    <a:pt x="2215" y="1804"/>
                  </a:lnTo>
                  <a:lnTo>
                    <a:pt x="1667" y="1530"/>
                  </a:lnTo>
                  <a:lnTo>
                    <a:pt x="23" y="1279"/>
                  </a:lnTo>
                  <a:lnTo>
                    <a:pt x="23" y="1279"/>
                  </a:lnTo>
                  <a:cubicBezTo>
                    <a:pt x="23" y="1279"/>
                    <a:pt x="1" y="1484"/>
                    <a:pt x="320" y="1644"/>
                  </a:cubicBezTo>
                  <a:lnTo>
                    <a:pt x="1370" y="1895"/>
                  </a:lnTo>
                  <a:lnTo>
                    <a:pt x="2169" y="2420"/>
                  </a:lnTo>
                  <a:lnTo>
                    <a:pt x="1279" y="2123"/>
                  </a:lnTo>
                  <a:lnTo>
                    <a:pt x="160" y="2123"/>
                  </a:lnTo>
                  <a:cubicBezTo>
                    <a:pt x="160" y="2123"/>
                    <a:pt x="92" y="2215"/>
                    <a:pt x="366" y="2329"/>
                  </a:cubicBezTo>
                  <a:cubicBezTo>
                    <a:pt x="617" y="2420"/>
                    <a:pt x="1165" y="2420"/>
                    <a:pt x="1165" y="2420"/>
                  </a:cubicBezTo>
                  <a:lnTo>
                    <a:pt x="3150" y="3265"/>
                  </a:lnTo>
                  <a:lnTo>
                    <a:pt x="3675" y="1804"/>
                  </a:lnTo>
                  <a:lnTo>
                    <a:pt x="2397" y="366"/>
                  </a:lnTo>
                  <a:lnTo>
                    <a:pt x="548" y="1"/>
                  </a:lnTo>
                  <a:close/>
                </a:path>
              </a:pathLst>
            </a:custGeom>
            <a:solidFill>
              <a:srgbClr val="F7D5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1"/>
            <p:cNvSpPr/>
            <p:nvPr/>
          </p:nvSpPr>
          <p:spPr>
            <a:xfrm>
              <a:off x="6635095" y="3554718"/>
              <a:ext cx="250075" cy="194194"/>
            </a:xfrm>
            <a:custGeom>
              <a:avLst/>
              <a:gdLst/>
              <a:ahLst/>
              <a:cxnLst/>
              <a:rect l="l" t="t" r="r" b="b"/>
              <a:pathLst>
                <a:path w="14495" h="11256" extrusionOk="0">
                  <a:moveTo>
                    <a:pt x="12925" y="0"/>
                  </a:moveTo>
                  <a:cubicBezTo>
                    <a:pt x="12155" y="0"/>
                    <a:pt x="11345" y="1098"/>
                    <a:pt x="11345" y="1098"/>
                  </a:cubicBezTo>
                  <a:lnTo>
                    <a:pt x="7966" y="7946"/>
                  </a:lnTo>
                  <a:lnTo>
                    <a:pt x="525" y="5321"/>
                  </a:lnTo>
                  <a:cubicBezTo>
                    <a:pt x="525" y="5321"/>
                    <a:pt x="137" y="5709"/>
                    <a:pt x="0" y="6782"/>
                  </a:cubicBezTo>
                  <a:lnTo>
                    <a:pt x="9085" y="11255"/>
                  </a:lnTo>
                  <a:lnTo>
                    <a:pt x="13011" y="4499"/>
                  </a:lnTo>
                  <a:cubicBezTo>
                    <a:pt x="13011" y="4499"/>
                    <a:pt x="14494" y="1646"/>
                    <a:pt x="13627" y="413"/>
                  </a:cubicBezTo>
                  <a:cubicBezTo>
                    <a:pt x="13416" y="113"/>
                    <a:pt x="13173" y="0"/>
                    <a:pt x="12925" y="0"/>
                  </a:cubicBezTo>
                  <a:close/>
                </a:path>
              </a:pathLst>
            </a:custGeom>
            <a:solidFill>
              <a:srgbClr val="F7D5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1"/>
            <p:cNvSpPr/>
            <p:nvPr/>
          </p:nvSpPr>
          <p:spPr>
            <a:xfrm>
              <a:off x="6821353" y="3554356"/>
              <a:ext cx="54363" cy="131947"/>
            </a:xfrm>
            <a:custGeom>
              <a:avLst/>
              <a:gdLst/>
              <a:ahLst/>
              <a:cxnLst/>
              <a:rect l="l" t="t" r="r" b="b"/>
              <a:pathLst>
                <a:path w="3151" h="7648" extrusionOk="0">
                  <a:moveTo>
                    <a:pt x="2169" y="1"/>
                  </a:moveTo>
                  <a:cubicBezTo>
                    <a:pt x="1918" y="1"/>
                    <a:pt x="1713" y="92"/>
                    <a:pt x="1507" y="206"/>
                  </a:cubicBezTo>
                  <a:cubicBezTo>
                    <a:pt x="1119" y="434"/>
                    <a:pt x="800" y="754"/>
                    <a:pt x="526" y="1119"/>
                  </a:cubicBezTo>
                  <a:lnTo>
                    <a:pt x="1" y="2215"/>
                  </a:lnTo>
                  <a:lnTo>
                    <a:pt x="549" y="1142"/>
                  </a:lnTo>
                  <a:cubicBezTo>
                    <a:pt x="845" y="800"/>
                    <a:pt x="1165" y="480"/>
                    <a:pt x="1530" y="252"/>
                  </a:cubicBezTo>
                  <a:cubicBezTo>
                    <a:pt x="1714" y="149"/>
                    <a:pt x="1898" y="66"/>
                    <a:pt x="2082" y="66"/>
                  </a:cubicBezTo>
                  <a:cubicBezTo>
                    <a:pt x="2103" y="66"/>
                    <a:pt x="2125" y="67"/>
                    <a:pt x="2146" y="69"/>
                  </a:cubicBezTo>
                  <a:cubicBezTo>
                    <a:pt x="2260" y="69"/>
                    <a:pt x="2375" y="92"/>
                    <a:pt x="2466" y="138"/>
                  </a:cubicBezTo>
                  <a:cubicBezTo>
                    <a:pt x="2557" y="206"/>
                    <a:pt x="2648" y="252"/>
                    <a:pt x="2717" y="343"/>
                  </a:cubicBezTo>
                  <a:cubicBezTo>
                    <a:pt x="3014" y="685"/>
                    <a:pt x="3082" y="1142"/>
                    <a:pt x="3059" y="1598"/>
                  </a:cubicBezTo>
                  <a:cubicBezTo>
                    <a:pt x="3037" y="2032"/>
                    <a:pt x="2945" y="2466"/>
                    <a:pt x="2831" y="2899"/>
                  </a:cubicBezTo>
                  <a:cubicBezTo>
                    <a:pt x="2694" y="3333"/>
                    <a:pt x="2534" y="3744"/>
                    <a:pt x="2352" y="4155"/>
                  </a:cubicBezTo>
                  <a:cubicBezTo>
                    <a:pt x="2169" y="4566"/>
                    <a:pt x="1918" y="4931"/>
                    <a:pt x="1713" y="5319"/>
                  </a:cubicBezTo>
                  <a:lnTo>
                    <a:pt x="389" y="7647"/>
                  </a:lnTo>
                  <a:lnTo>
                    <a:pt x="1758" y="5342"/>
                  </a:lnTo>
                  <a:cubicBezTo>
                    <a:pt x="1964" y="4954"/>
                    <a:pt x="2238" y="4588"/>
                    <a:pt x="2397" y="4178"/>
                  </a:cubicBezTo>
                  <a:cubicBezTo>
                    <a:pt x="2603" y="3767"/>
                    <a:pt x="2763" y="3356"/>
                    <a:pt x="2900" y="2922"/>
                  </a:cubicBezTo>
                  <a:cubicBezTo>
                    <a:pt x="3014" y="2489"/>
                    <a:pt x="3128" y="2032"/>
                    <a:pt x="3128" y="1598"/>
                  </a:cubicBezTo>
                  <a:cubicBezTo>
                    <a:pt x="3151" y="1142"/>
                    <a:pt x="3059" y="663"/>
                    <a:pt x="2763" y="320"/>
                  </a:cubicBezTo>
                  <a:cubicBezTo>
                    <a:pt x="2694" y="229"/>
                    <a:pt x="2580" y="160"/>
                    <a:pt x="2489" y="92"/>
                  </a:cubicBezTo>
                  <a:cubicBezTo>
                    <a:pt x="2397" y="46"/>
                    <a:pt x="2283" y="1"/>
                    <a:pt x="2169" y="1"/>
                  </a:cubicBezTo>
                  <a:close/>
                </a:path>
              </a:pathLst>
            </a:custGeom>
            <a:solidFill>
              <a:srgbClr val="D19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1"/>
            <p:cNvSpPr/>
            <p:nvPr/>
          </p:nvSpPr>
          <p:spPr>
            <a:xfrm>
              <a:off x="6816247" y="3229077"/>
              <a:ext cx="213448" cy="304489"/>
            </a:xfrm>
            <a:custGeom>
              <a:avLst/>
              <a:gdLst/>
              <a:ahLst/>
              <a:cxnLst/>
              <a:rect l="l" t="t" r="r" b="b"/>
              <a:pathLst>
                <a:path w="12372" h="17649" extrusionOk="0">
                  <a:moveTo>
                    <a:pt x="6163" y="1"/>
                  </a:moveTo>
                  <a:cubicBezTo>
                    <a:pt x="4063" y="1"/>
                    <a:pt x="2283" y="1234"/>
                    <a:pt x="1484" y="3037"/>
                  </a:cubicBezTo>
                  <a:cubicBezTo>
                    <a:pt x="1370" y="3311"/>
                    <a:pt x="1278" y="3585"/>
                    <a:pt x="1210" y="3858"/>
                  </a:cubicBezTo>
                  <a:cubicBezTo>
                    <a:pt x="1187" y="3927"/>
                    <a:pt x="1164" y="3995"/>
                    <a:pt x="1141" y="4064"/>
                  </a:cubicBezTo>
                  <a:cubicBezTo>
                    <a:pt x="1141" y="4064"/>
                    <a:pt x="1141" y="4064"/>
                    <a:pt x="1141" y="4087"/>
                  </a:cubicBezTo>
                  <a:cubicBezTo>
                    <a:pt x="0" y="8538"/>
                    <a:pt x="2442" y="13582"/>
                    <a:pt x="2442" y="13582"/>
                  </a:cubicBezTo>
                  <a:cubicBezTo>
                    <a:pt x="3013" y="13559"/>
                    <a:pt x="3561" y="13468"/>
                    <a:pt x="4086" y="13354"/>
                  </a:cubicBezTo>
                  <a:lnTo>
                    <a:pt x="4086" y="17006"/>
                  </a:lnTo>
                  <a:cubicBezTo>
                    <a:pt x="4086" y="17006"/>
                    <a:pt x="5081" y="17649"/>
                    <a:pt x="6163" y="17649"/>
                  </a:cubicBezTo>
                  <a:cubicBezTo>
                    <a:pt x="7047" y="17649"/>
                    <a:pt x="7988" y="17219"/>
                    <a:pt x="8491" y="15659"/>
                  </a:cubicBezTo>
                  <a:lnTo>
                    <a:pt x="8491" y="10866"/>
                  </a:lnTo>
                  <a:cubicBezTo>
                    <a:pt x="10751" y="10158"/>
                    <a:pt x="12371" y="8035"/>
                    <a:pt x="12371" y="5547"/>
                  </a:cubicBezTo>
                  <a:cubicBezTo>
                    <a:pt x="12371" y="2489"/>
                    <a:pt x="9883" y="1"/>
                    <a:pt x="6802" y="1"/>
                  </a:cubicBezTo>
                  <a:close/>
                </a:path>
              </a:pathLst>
            </a:custGeom>
            <a:solidFill>
              <a:srgbClr val="F7D5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1"/>
            <p:cNvSpPr/>
            <p:nvPr/>
          </p:nvSpPr>
          <p:spPr>
            <a:xfrm>
              <a:off x="6886723" y="3428343"/>
              <a:ext cx="77999" cy="58296"/>
            </a:xfrm>
            <a:custGeom>
              <a:avLst/>
              <a:gdLst/>
              <a:ahLst/>
              <a:cxnLst/>
              <a:rect l="l" t="t" r="r" b="b"/>
              <a:pathLst>
                <a:path w="4521" h="3379" extrusionOk="0">
                  <a:moveTo>
                    <a:pt x="4520" y="1"/>
                  </a:moveTo>
                  <a:lnTo>
                    <a:pt x="4520" y="1"/>
                  </a:lnTo>
                  <a:cubicBezTo>
                    <a:pt x="3379" y="1575"/>
                    <a:pt x="1" y="1804"/>
                    <a:pt x="1" y="1804"/>
                  </a:cubicBezTo>
                  <a:lnTo>
                    <a:pt x="1" y="3379"/>
                  </a:lnTo>
                  <a:cubicBezTo>
                    <a:pt x="2854" y="3333"/>
                    <a:pt x="4360" y="1918"/>
                    <a:pt x="4360" y="1918"/>
                  </a:cubicBezTo>
                  <a:lnTo>
                    <a:pt x="4520" y="1"/>
                  </a:lnTo>
                  <a:close/>
                </a:path>
              </a:pathLst>
            </a:custGeom>
            <a:solidFill>
              <a:srgbClr val="EDC7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1"/>
            <p:cNvSpPr/>
            <p:nvPr/>
          </p:nvSpPr>
          <p:spPr>
            <a:xfrm>
              <a:off x="6841832" y="3222970"/>
              <a:ext cx="229993" cy="247142"/>
            </a:xfrm>
            <a:custGeom>
              <a:avLst/>
              <a:gdLst/>
              <a:ahLst/>
              <a:cxnLst/>
              <a:rect l="l" t="t" r="r" b="b"/>
              <a:pathLst>
                <a:path w="13331" h="14325" extrusionOk="0">
                  <a:moveTo>
                    <a:pt x="5286" y="1"/>
                  </a:moveTo>
                  <a:cubicBezTo>
                    <a:pt x="2752" y="1"/>
                    <a:pt x="344" y="1492"/>
                    <a:pt x="1" y="3391"/>
                  </a:cubicBezTo>
                  <a:cubicBezTo>
                    <a:pt x="1" y="3391"/>
                    <a:pt x="297" y="7705"/>
                    <a:pt x="2146" y="8914"/>
                  </a:cubicBezTo>
                  <a:cubicBezTo>
                    <a:pt x="2146" y="8914"/>
                    <a:pt x="2615" y="7688"/>
                    <a:pt x="3441" y="7688"/>
                  </a:cubicBezTo>
                  <a:cubicBezTo>
                    <a:pt x="3544" y="7688"/>
                    <a:pt x="3653" y="7707"/>
                    <a:pt x="3767" y="7750"/>
                  </a:cubicBezTo>
                  <a:cubicBezTo>
                    <a:pt x="4784" y="8157"/>
                    <a:pt x="3786" y="10490"/>
                    <a:pt x="2636" y="10490"/>
                  </a:cubicBezTo>
                  <a:cubicBezTo>
                    <a:pt x="2625" y="10490"/>
                    <a:pt x="2614" y="10490"/>
                    <a:pt x="2603" y="10489"/>
                  </a:cubicBezTo>
                  <a:lnTo>
                    <a:pt x="2603" y="10489"/>
                  </a:lnTo>
                  <a:cubicBezTo>
                    <a:pt x="2603" y="10489"/>
                    <a:pt x="3607" y="14278"/>
                    <a:pt x="6962" y="14324"/>
                  </a:cubicBezTo>
                  <a:cubicBezTo>
                    <a:pt x="6962" y="14324"/>
                    <a:pt x="13331" y="10307"/>
                    <a:pt x="10888" y="4030"/>
                  </a:cubicBezTo>
                  <a:cubicBezTo>
                    <a:pt x="9757" y="1111"/>
                    <a:pt x="7474" y="1"/>
                    <a:pt x="5286" y="1"/>
                  </a:cubicBezTo>
                  <a:close/>
                </a:path>
              </a:pathLst>
            </a:custGeom>
            <a:solidFill>
              <a:srgbClr val="A640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1"/>
            <p:cNvSpPr/>
            <p:nvPr/>
          </p:nvSpPr>
          <p:spPr>
            <a:xfrm>
              <a:off x="6667772" y="3757073"/>
              <a:ext cx="246538" cy="178098"/>
            </a:xfrm>
            <a:custGeom>
              <a:avLst/>
              <a:gdLst/>
              <a:ahLst/>
              <a:cxnLst/>
              <a:rect l="l" t="t" r="r" b="b"/>
              <a:pathLst>
                <a:path w="14290" h="10323" extrusionOk="0">
                  <a:moveTo>
                    <a:pt x="7302" y="1"/>
                  </a:moveTo>
                  <a:cubicBezTo>
                    <a:pt x="3214" y="1"/>
                    <a:pt x="1" y="5963"/>
                    <a:pt x="1" y="5963"/>
                  </a:cubicBezTo>
                  <a:lnTo>
                    <a:pt x="8811" y="10323"/>
                  </a:lnTo>
                  <a:lnTo>
                    <a:pt x="14290" y="2904"/>
                  </a:lnTo>
                  <a:cubicBezTo>
                    <a:pt x="14290" y="2904"/>
                    <a:pt x="12532" y="919"/>
                    <a:pt x="8081" y="74"/>
                  </a:cubicBezTo>
                  <a:cubicBezTo>
                    <a:pt x="7818" y="24"/>
                    <a:pt x="7559" y="1"/>
                    <a:pt x="7302" y="1"/>
                  </a:cubicBezTo>
                  <a:close/>
                </a:path>
              </a:pathLst>
            </a:custGeom>
            <a:solidFill>
              <a:srgbClr val="38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1"/>
            <p:cNvSpPr/>
            <p:nvPr/>
          </p:nvSpPr>
          <p:spPr>
            <a:xfrm>
              <a:off x="6982423" y="3205062"/>
              <a:ext cx="113815" cy="114212"/>
            </a:xfrm>
            <a:custGeom>
              <a:avLst/>
              <a:gdLst/>
              <a:ahLst/>
              <a:cxnLst/>
              <a:rect l="l" t="t" r="r" b="b"/>
              <a:pathLst>
                <a:path w="6597" h="6620" extrusionOk="0">
                  <a:moveTo>
                    <a:pt x="3310" y="1"/>
                  </a:moveTo>
                  <a:cubicBezTo>
                    <a:pt x="1461" y="1"/>
                    <a:pt x="0" y="1484"/>
                    <a:pt x="0" y="3310"/>
                  </a:cubicBezTo>
                  <a:cubicBezTo>
                    <a:pt x="0" y="5136"/>
                    <a:pt x="1461" y="6620"/>
                    <a:pt x="3310" y="6620"/>
                  </a:cubicBezTo>
                  <a:cubicBezTo>
                    <a:pt x="5136" y="6620"/>
                    <a:pt x="6597" y="5136"/>
                    <a:pt x="6597" y="3310"/>
                  </a:cubicBezTo>
                  <a:cubicBezTo>
                    <a:pt x="6597" y="1484"/>
                    <a:pt x="5136" y="1"/>
                    <a:pt x="3310" y="1"/>
                  </a:cubicBezTo>
                  <a:close/>
                </a:path>
              </a:pathLst>
            </a:custGeom>
            <a:solidFill>
              <a:srgbClr val="A640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1"/>
            <p:cNvSpPr/>
            <p:nvPr/>
          </p:nvSpPr>
          <p:spPr>
            <a:xfrm>
              <a:off x="6617377" y="4015101"/>
              <a:ext cx="532429" cy="168557"/>
            </a:xfrm>
            <a:custGeom>
              <a:avLst/>
              <a:gdLst/>
              <a:ahLst/>
              <a:cxnLst/>
              <a:rect l="l" t="t" r="r" b="b"/>
              <a:pathLst>
                <a:path w="30861" h="9770" extrusionOk="0">
                  <a:moveTo>
                    <a:pt x="15761" y="0"/>
                  </a:moveTo>
                  <a:cubicBezTo>
                    <a:pt x="15670" y="0"/>
                    <a:pt x="15579" y="23"/>
                    <a:pt x="15499" y="69"/>
                  </a:cubicBezTo>
                  <a:lnTo>
                    <a:pt x="320" y="8811"/>
                  </a:lnTo>
                  <a:cubicBezTo>
                    <a:pt x="69" y="8948"/>
                    <a:pt x="0" y="9267"/>
                    <a:pt x="137" y="9495"/>
                  </a:cubicBezTo>
                  <a:cubicBezTo>
                    <a:pt x="228" y="9678"/>
                    <a:pt x="388" y="9769"/>
                    <a:pt x="571" y="9769"/>
                  </a:cubicBezTo>
                  <a:cubicBezTo>
                    <a:pt x="662" y="9769"/>
                    <a:pt x="753" y="9747"/>
                    <a:pt x="822" y="9701"/>
                  </a:cubicBezTo>
                  <a:lnTo>
                    <a:pt x="15773" y="1119"/>
                  </a:lnTo>
                  <a:lnTo>
                    <a:pt x="30016" y="9199"/>
                  </a:lnTo>
                  <a:cubicBezTo>
                    <a:pt x="30101" y="9245"/>
                    <a:pt x="30194" y="9268"/>
                    <a:pt x="30285" y="9268"/>
                  </a:cubicBezTo>
                  <a:cubicBezTo>
                    <a:pt x="30463" y="9268"/>
                    <a:pt x="30633" y="9182"/>
                    <a:pt x="30723" y="9016"/>
                  </a:cubicBezTo>
                  <a:cubicBezTo>
                    <a:pt x="30860" y="8765"/>
                    <a:pt x="30769" y="8446"/>
                    <a:pt x="30518" y="8309"/>
                  </a:cubicBezTo>
                  <a:lnTo>
                    <a:pt x="16024" y="69"/>
                  </a:lnTo>
                  <a:cubicBezTo>
                    <a:pt x="15944" y="23"/>
                    <a:pt x="15852" y="0"/>
                    <a:pt x="157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1"/>
            <p:cNvSpPr/>
            <p:nvPr/>
          </p:nvSpPr>
          <p:spPr>
            <a:xfrm>
              <a:off x="7073378" y="4120238"/>
              <a:ext cx="76429" cy="54777"/>
            </a:xfrm>
            <a:custGeom>
              <a:avLst/>
              <a:gdLst/>
              <a:ahLst/>
              <a:cxnLst/>
              <a:rect l="l" t="t" r="r" b="b"/>
              <a:pathLst>
                <a:path w="4430" h="3175" extrusionOk="0">
                  <a:moveTo>
                    <a:pt x="206" y="1"/>
                  </a:moveTo>
                  <a:cubicBezTo>
                    <a:pt x="138" y="366"/>
                    <a:pt x="69" y="731"/>
                    <a:pt x="1" y="1073"/>
                  </a:cubicBezTo>
                  <a:lnTo>
                    <a:pt x="3585" y="3105"/>
                  </a:lnTo>
                  <a:cubicBezTo>
                    <a:pt x="3670" y="3151"/>
                    <a:pt x="3763" y="3174"/>
                    <a:pt x="3854" y="3174"/>
                  </a:cubicBezTo>
                  <a:cubicBezTo>
                    <a:pt x="4032" y="3174"/>
                    <a:pt x="4202" y="3088"/>
                    <a:pt x="4292" y="2922"/>
                  </a:cubicBezTo>
                  <a:cubicBezTo>
                    <a:pt x="4429" y="2671"/>
                    <a:pt x="4338" y="2352"/>
                    <a:pt x="4087" y="2215"/>
                  </a:cubicBezTo>
                  <a:lnTo>
                    <a:pt x="20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1"/>
            <p:cNvSpPr/>
            <p:nvPr/>
          </p:nvSpPr>
          <p:spPr>
            <a:xfrm>
              <a:off x="6617377" y="4133626"/>
              <a:ext cx="65387" cy="50032"/>
            </a:xfrm>
            <a:custGeom>
              <a:avLst/>
              <a:gdLst/>
              <a:ahLst/>
              <a:cxnLst/>
              <a:rect l="l" t="t" r="r" b="b"/>
              <a:pathLst>
                <a:path w="3790" h="2900" extrusionOk="0">
                  <a:moveTo>
                    <a:pt x="3675" y="1"/>
                  </a:moveTo>
                  <a:lnTo>
                    <a:pt x="320" y="1941"/>
                  </a:lnTo>
                  <a:cubicBezTo>
                    <a:pt x="69" y="2078"/>
                    <a:pt x="0" y="2397"/>
                    <a:pt x="137" y="2625"/>
                  </a:cubicBezTo>
                  <a:cubicBezTo>
                    <a:pt x="228" y="2808"/>
                    <a:pt x="388" y="2899"/>
                    <a:pt x="571" y="2899"/>
                  </a:cubicBezTo>
                  <a:cubicBezTo>
                    <a:pt x="662" y="2899"/>
                    <a:pt x="753" y="2877"/>
                    <a:pt x="822" y="2831"/>
                  </a:cubicBezTo>
                  <a:lnTo>
                    <a:pt x="3789" y="1119"/>
                  </a:lnTo>
                  <a:cubicBezTo>
                    <a:pt x="3744" y="754"/>
                    <a:pt x="3698" y="389"/>
                    <a:pt x="36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1"/>
            <p:cNvSpPr/>
            <p:nvPr/>
          </p:nvSpPr>
          <p:spPr>
            <a:xfrm>
              <a:off x="6616980" y="3876477"/>
              <a:ext cx="531636" cy="449341"/>
            </a:xfrm>
            <a:custGeom>
              <a:avLst/>
              <a:gdLst/>
              <a:ahLst/>
              <a:cxnLst/>
              <a:rect l="l" t="t" r="r" b="b"/>
              <a:pathLst>
                <a:path w="30815" h="26045" extrusionOk="0">
                  <a:moveTo>
                    <a:pt x="30290" y="1"/>
                  </a:moveTo>
                  <a:cubicBezTo>
                    <a:pt x="30016" y="1"/>
                    <a:pt x="29787" y="229"/>
                    <a:pt x="29787" y="503"/>
                  </a:cubicBezTo>
                  <a:lnTo>
                    <a:pt x="29787" y="16481"/>
                  </a:lnTo>
                  <a:lnTo>
                    <a:pt x="14609" y="24652"/>
                  </a:lnTo>
                  <a:lnTo>
                    <a:pt x="14723" y="9382"/>
                  </a:lnTo>
                  <a:cubicBezTo>
                    <a:pt x="14723" y="9108"/>
                    <a:pt x="14494" y="8857"/>
                    <a:pt x="14221" y="8857"/>
                  </a:cubicBezTo>
                  <a:cubicBezTo>
                    <a:pt x="13924" y="8857"/>
                    <a:pt x="13696" y="9085"/>
                    <a:pt x="13696" y="9382"/>
                  </a:cubicBezTo>
                  <a:lnTo>
                    <a:pt x="13581" y="24606"/>
                  </a:lnTo>
                  <a:lnTo>
                    <a:pt x="1119" y="16983"/>
                  </a:lnTo>
                  <a:lnTo>
                    <a:pt x="1028" y="1370"/>
                  </a:lnTo>
                  <a:cubicBezTo>
                    <a:pt x="1028" y="1096"/>
                    <a:pt x="799" y="868"/>
                    <a:pt x="525" y="868"/>
                  </a:cubicBezTo>
                  <a:cubicBezTo>
                    <a:pt x="229" y="868"/>
                    <a:pt x="0" y="1096"/>
                    <a:pt x="0" y="1370"/>
                  </a:cubicBezTo>
                  <a:lnTo>
                    <a:pt x="92" y="17279"/>
                  </a:lnTo>
                  <a:cubicBezTo>
                    <a:pt x="92" y="17462"/>
                    <a:pt x="183" y="17622"/>
                    <a:pt x="343" y="17713"/>
                  </a:cubicBezTo>
                  <a:lnTo>
                    <a:pt x="13833" y="25953"/>
                  </a:lnTo>
                  <a:cubicBezTo>
                    <a:pt x="13833" y="25953"/>
                    <a:pt x="13833" y="25976"/>
                    <a:pt x="13833" y="25976"/>
                  </a:cubicBezTo>
                  <a:cubicBezTo>
                    <a:pt x="13855" y="25976"/>
                    <a:pt x="13878" y="25999"/>
                    <a:pt x="13924" y="25999"/>
                  </a:cubicBezTo>
                  <a:cubicBezTo>
                    <a:pt x="13924" y="25999"/>
                    <a:pt x="13947" y="26021"/>
                    <a:pt x="13947" y="26021"/>
                  </a:cubicBezTo>
                  <a:cubicBezTo>
                    <a:pt x="13992" y="26021"/>
                    <a:pt x="14038" y="26044"/>
                    <a:pt x="14061" y="26044"/>
                  </a:cubicBezTo>
                  <a:lnTo>
                    <a:pt x="14084" y="26044"/>
                  </a:lnTo>
                  <a:cubicBezTo>
                    <a:pt x="14129" y="26044"/>
                    <a:pt x="14175" y="26044"/>
                    <a:pt x="14221" y="26021"/>
                  </a:cubicBezTo>
                  <a:cubicBezTo>
                    <a:pt x="14243" y="26021"/>
                    <a:pt x="14266" y="25999"/>
                    <a:pt x="14266" y="25999"/>
                  </a:cubicBezTo>
                  <a:cubicBezTo>
                    <a:pt x="14289" y="25999"/>
                    <a:pt x="14312" y="25999"/>
                    <a:pt x="14335" y="25976"/>
                  </a:cubicBezTo>
                  <a:lnTo>
                    <a:pt x="30541" y="17234"/>
                  </a:lnTo>
                  <a:cubicBezTo>
                    <a:pt x="30700" y="17165"/>
                    <a:pt x="30815" y="16983"/>
                    <a:pt x="30815" y="16800"/>
                  </a:cubicBezTo>
                  <a:lnTo>
                    <a:pt x="30815" y="503"/>
                  </a:lnTo>
                  <a:cubicBezTo>
                    <a:pt x="30815" y="229"/>
                    <a:pt x="30586" y="1"/>
                    <a:pt x="3029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1"/>
            <p:cNvSpPr/>
            <p:nvPr/>
          </p:nvSpPr>
          <p:spPr>
            <a:xfrm>
              <a:off x="6852856" y="4029265"/>
              <a:ext cx="18132" cy="71701"/>
            </a:xfrm>
            <a:custGeom>
              <a:avLst/>
              <a:gdLst/>
              <a:ahLst/>
              <a:cxnLst/>
              <a:rect l="l" t="t" r="r" b="b"/>
              <a:pathLst>
                <a:path w="1051" h="4156" extrusionOk="0">
                  <a:moveTo>
                    <a:pt x="549" y="1"/>
                  </a:moveTo>
                  <a:cubicBezTo>
                    <a:pt x="252" y="1"/>
                    <a:pt x="24" y="229"/>
                    <a:pt x="24" y="526"/>
                  </a:cubicBezTo>
                  <a:lnTo>
                    <a:pt x="1" y="3790"/>
                  </a:lnTo>
                  <a:lnTo>
                    <a:pt x="640" y="4155"/>
                  </a:lnTo>
                  <a:lnTo>
                    <a:pt x="1028" y="3904"/>
                  </a:lnTo>
                  <a:lnTo>
                    <a:pt x="1051" y="526"/>
                  </a:lnTo>
                  <a:cubicBezTo>
                    <a:pt x="1051" y="252"/>
                    <a:pt x="822" y="1"/>
                    <a:pt x="5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1"/>
            <p:cNvSpPr/>
            <p:nvPr/>
          </p:nvSpPr>
          <p:spPr>
            <a:xfrm>
              <a:off x="6616980" y="3891452"/>
              <a:ext cx="18132" cy="76411"/>
            </a:xfrm>
            <a:custGeom>
              <a:avLst/>
              <a:gdLst/>
              <a:ahLst/>
              <a:cxnLst/>
              <a:rect l="l" t="t" r="r" b="b"/>
              <a:pathLst>
                <a:path w="1051" h="4429" extrusionOk="0">
                  <a:moveTo>
                    <a:pt x="525" y="0"/>
                  </a:moveTo>
                  <a:cubicBezTo>
                    <a:pt x="229" y="0"/>
                    <a:pt x="0" y="228"/>
                    <a:pt x="0" y="502"/>
                  </a:cubicBezTo>
                  <a:lnTo>
                    <a:pt x="23" y="3835"/>
                  </a:lnTo>
                  <a:lnTo>
                    <a:pt x="1050" y="4428"/>
                  </a:lnTo>
                  <a:lnTo>
                    <a:pt x="1028" y="502"/>
                  </a:lnTo>
                  <a:cubicBezTo>
                    <a:pt x="1028" y="228"/>
                    <a:pt x="799" y="0"/>
                    <a:pt x="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1"/>
            <p:cNvSpPr/>
            <p:nvPr/>
          </p:nvSpPr>
          <p:spPr>
            <a:xfrm>
              <a:off x="7130880" y="3876477"/>
              <a:ext cx="17736" cy="58693"/>
            </a:xfrm>
            <a:custGeom>
              <a:avLst/>
              <a:gdLst/>
              <a:ahLst/>
              <a:cxnLst/>
              <a:rect l="l" t="t" r="r" b="b"/>
              <a:pathLst>
                <a:path w="1028" h="3402" extrusionOk="0">
                  <a:moveTo>
                    <a:pt x="503" y="1"/>
                  </a:moveTo>
                  <a:cubicBezTo>
                    <a:pt x="229" y="1"/>
                    <a:pt x="0" y="229"/>
                    <a:pt x="0" y="503"/>
                  </a:cubicBezTo>
                  <a:lnTo>
                    <a:pt x="0" y="3402"/>
                  </a:lnTo>
                  <a:lnTo>
                    <a:pt x="1028" y="2763"/>
                  </a:lnTo>
                  <a:lnTo>
                    <a:pt x="1028" y="503"/>
                  </a:lnTo>
                  <a:cubicBezTo>
                    <a:pt x="1028" y="229"/>
                    <a:pt x="799" y="1"/>
                    <a:pt x="5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1"/>
            <p:cNvSpPr/>
            <p:nvPr/>
          </p:nvSpPr>
          <p:spPr>
            <a:xfrm>
              <a:off x="6606353" y="3535464"/>
              <a:ext cx="600939" cy="527305"/>
            </a:xfrm>
            <a:custGeom>
              <a:avLst/>
              <a:gdLst/>
              <a:ahLst/>
              <a:cxnLst/>
              <a:rect l="l" t="t" r="r" b="b"/>
              <a:pathLst>
                <a:path w="34832" h="30564" extrusionOk="0">
                  <a:moveTo>
                    <a:pt x="34832" y="0"/>
                  </a:moveTo>
                  <a:lnTo>
                    <a:pt x="15772" y="10249"/>
                  </a:lnTo>
                  <a:lnTo>
                    <a:pt x="12098" y="21456"/>
                  </a:lnTo>
                  <a:lnTo>
                    <a:pt x="0" y="15042"/>
                  </a:lnTo>
                  <a:lnTo>
                    <a:pt x="411" y="22483"/>
                  </a:lnTo>
                  <a:lnTo>
                    <a:pt x="14837" y="30563"/>
                  </a:lnTo>
                  <a:lnTo>
                    <a:pt x="31408" y="21091"/>
                  </a:lnTo>
                  <a:lnTo>
                    <a:pt x="348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1"/>
            <p:cNvSpPr/>
            <p:nvPr/>
          </p:nvSpPr>
          <p:spPr>
            <a:xfrm>
              <a:off x="6862311" y="3717789"/>
              <a:ext cx="21290" cy="336303"/>
            </a:xfrm>
            <a:custGeom>
              <a:avLst/>
              <a:gdLst/>
              <a:ahLst/>
              <a:cxnLst/>
              <a:rect l="l" t="t" r="r" b="b"/>
              <a:pathLst>
                <a:path w="1234" h="19493" extrusionOk="0">
                  <a:moveTo>
                    <a:pt x="1233" y="0"/>
                  </a:moveTo>
                  <a:lnTo>
                    <a:pt x="1233" y="0"/>
                  </a:lnTo>
                  <a:cubicBezTo>
                    <a:pt x="1096" y="1621"/>
                    <a:pt x="959" y="3241"/>
                    <a:pt x="845" y="4862"/>
                  </a:cubicBezTo>
                  <a:lnTo>
                    <a:pt x="526" y="9746"/>
                  </a:lnTo>
                  <a:lnTo>
                    <a:pt x="229" y="14608"/>
                  </a:lnTo>
                  <a:cubicBezTo>
                    <a:pt x="138" y="16252"/>
                    <a:pt x="69" y="17872"/>
                    <a:pt x="1" y="19493"/>
                  </a:cubicBezTo>
                  <a:cubicBezTo>
                    <a:pt x="138" y="17872"/>
                    <a:pt x="252" y="16252"/>
                    <a:pt x="366" y="14631"/>
                  </a:cubicBezTo>
                  <a:lnTo>
                    <a:pt x="708" y="9746"/>
                  </a:lnTo>
                  <a:lnTo>
                    <a:pt x="982" y="4885"/>
                  </a:lnTo>
                  <a:cubicBezTo>
                    <a:pt x="1073" y="3241"/>
                    <a:pt x="1165" y="1621"/>
                    <a:pt x="1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30711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50"/>
        <p:cNvGrpSpPr/>
        <p:nvPr/>
      </p:nvGrpSpPr>
      <p:grpSpPr>
        <a:xfrm>
          <a:off x="0" y="0"/>
          <a:ext cx="0" cy="0"/>
          <a:chOff x="0" y="0"/>
          <a:chExt cx="0" cy="0"/>
        </a:xfrm>
      </p:grpSpPr>
      <p:sp>
        <p:nvSpPr>
          <p:cNvPr id="6151" name="Google Shape;6151;p47"/>
          <p:cNvSpPr txBox="1">
            <a:spLocks noGrp="1"/>
          </p:cNvSpPr>
          <p:nvPr>
            <p:ph type="title"/>
          </p:nvPr>
        </p:nvSpPr>
        <p:spPr>
          <a:xfrm>
            <a:off x="518657" y="70122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t>Channels</a:t>
            </a:r>
            <a:endParaRPr sz="3200" dirty="0">
              <a:solidFill>
                <a:schemeClr val="accent1"/>
              </a:solidFill>
              <a:latin typeface="Overpass SemiBold"/>
              <a:ea typeface="Overpass SemiBold"/>
              <a:cs typeface="Overpass SemiBold"/>
              <a:sym typeface="Overpass SemiBold"/>
            </a:endParaRPr>
          </a:p>
        </p:txBody>
      </p:sp>
      <p:grpSp>
        <p:nvGrpSpPr>
          <p:cNvPr id="6152" name="Google Shape;6152;p47"/>
          <p:cNvGrpSpPr/>
          <p:nvPr/>
        </p:nvGrpSpPr>
        <p:grpSpPr>
          <a:xfrm>
            <a:off x="2828958" y="2164021"/>
            <a:ext cx="3579177" cy="2252018"/>
            <a:chOff x="2599038" y="1866150"/>
            <a:chExt cx="4350525" cy="2737350"/>
          </a:xfrm>
        </p:grpSpPr>
        <p:sp>
          <p:nvSpPr>
            <p:cNvPr id="6153" name="Google Shape;6153;p47"/>
            <p:cNvSpPr/>
            <p:nvPr/>
          </p:nvSpPr>
          <p:spPr>
            <a:xfrm>
              <a:off x="2599588" y="3178025"/>
              <a:ext cx="1592100" cy="960975"/>
            </a:xfrm>
            <a:custGeom>
              <a:avLst/>
              <a:gdLst/>
              <a:ahLst/>
              <a:cxnLst/>
              <a:rect l="l" t="t" r="r" b="b"/>
              <a:pathLst>
                <a:path w="63684" h="38439" extrusionOk="0">
                  <a:moveTo>
                    <a:pt x="1" y="1"/>
                  </a:moveTo>
                  <a:lnTo>
                    <a:pt x="1" y="4977"/>
                  </a:lnTo>
                  <a:cubicBezTo>
                    <a:pt x="24" y="9724"/>
                    <a:pt x="3196" y="14495"/>
                    <a:pt x="9473" y="18101"/>
                  </a:cubicBezTo>
                  <a:cubicBezTo>
                    <a:pt x="9884" y="18352"/>
                    <a:pt x="10295" y="18558"/>
                    <a:pt x="10706" y="18786"/>
                  </a:cubicBezTo>
                  <a:cubicBezTo>
                    <a:pt x="10843" y="18854"/>
                    <a:pt x="10980" y="18923"/>
                    <a:pt x="11117" y="18991"/>
                  </a:cubicBezTo>
                  <a:cubicBezTo>
                    <a:pt x="11414" y="19151"/>
                    <a:pt x="11710" y="19288"/>
                    <a:pt x="12007" y="19425"/>
                  </a:cubicBezTo>
                  <a:cubicBezTo>
                    <a:pt x="12167" y="19493"/>
                    <a:pt x="12327" y="19585"/>
                    <a:pt x="12509" y="19653"/>
                  </a:cubicBezTo>
                  <a:cubicBezTo>
                    <a:pt x="12783" y="19767"/>
                    <a:pt x="13080" y="19904"/>
                    <a:pt x="13377" y="20018"/>
                  </a:cubicBezTo>
                  <a:cubicBezTo>
                    <a:pt x="13536" y="20087"/>
                    <a:pt x="13696" y="20155"/>
                    <a:pt x="13879" y="20224"/>
                  </a:cubicBezTo>
                  <a:cubicBezTo>
                    <a:pt x="13970" y="20270"/>
                    <a:pt x="14038" y="20315"/>
                    <a:pt x="14130" y="20338"/>
                  </a:cubicBezTo>
                  <a:cubicBezTo>
                    <a:pt x="14244" y="20384"/>
                    <a:pt x="14381" y="20429"/>
                    <a:pt x="14495" y="20475"/>
                  </a:cubicBezTo>
                  <a:cubicBezTo>
                    <a:pt x="14906" y="20635"/>
                    <a:pt x="15294" y="20772"/>
                    <a:pt x="15705" y="20909"/>
                  </a:cubicBezTo>
                  <a:cubicBezTo>
                    <a:pt x="15910" y="20977"/>
                    <a:pt x="16116" y="21046"/>
                    <a:pt x="16321" y="21114"/>
                  </a:cubicBezTo>
                  <a:cubicBezTo>
                    <a:pt x="16755" y="21274"/>
                    <a:pt x="17188" y="21388"/>
                    <a:pt x="17622" y="21525"/>
                  </a:cubicBezTo>
                  <a:cubicBezTo>
                    <a:pt x="17759" y="21571"/>
                    <a:pt x="17873" y="21616"/>
                    <a:pt x="18010" y="21639"/>
                  </a:cubicBezTo>
                  <a:cubicBezTo>
                    <a:pt x="18056" y="21662"/>
                    <a:pt x="18101" y="21662"/>
                    <a:pt x="18147" y="21685"/>
                  </a:cubicBezTo>
                  <a:cubicBezTo>
                    <a:pt x="18444" y="21776"/>
                    <a:pt x="18763" y="21844"/>
                    <a:pt x="19060" y="21913"/>
                  </a:cubicBezTo>
                  <a:cubicBezTo>
                    <a:pt x="19288" y="21981"/>
                    <a:pt x="19539" y="22050"/>
                    <a:pt x="19790" y="22118"/>
                  </a:cubicBezTo>
                  <a:cubicBezTo>
                    <a:pt x="20110" y="22187"/>
                    <a:pt x="20430" y="22255"/>
                    <a:pt x="20749" y="22324"/>
                  </a:cubicBezTo>
                  <a:cubicBezTo>
                    <a:pt x="20955" y="22369"/>
                    <a:pt x="21160" y="22415"/>
                    <a:pt x="21365" y="22461"/>
                  </a:cubicBezTo>
                  <a:cubicBezTo>
                    <a:pt x="21411" y="22484"/>
                    <a:pt x="21480" y="22484"/>
                    <a:pt x="21525" y="22506"/>
                  </a:cubicBezTo>
                  <a:cubicBezTo>
                    <a:pt x="22050" y="22598"/>
                    <a:pt x="22575" y="22712"/>
                    <a:pt x="23100" y="22803"/>
                  </a:cubicBezTo>
                  <a:cubicBezTo>
                    <a:pt x="23283" y="22826"/>
                    <a:pt x="23465" y="22849"/>
                    <a:pt x="23625" y="22872"/>
                  </a:cubicBezTo>
                  <a:cubicBezTo>
                    <a:pt x="23922" y="22917"/>
                    <a:pt x="24219" y="22963"/>
                    <a:pt x="24515" y="23009"/>
                  </a:cubicBezTo>
                  <a:cubicBezTo>
                    <a:pt x="24561" y="23031"/>
                    <a:pt x="24629" y="23031"/>
                    <a:pt x="24698" y="23031"/>
                  </a:cubicBezTo>
                  <a:cubicBezTo>
                    <a:pt x="24926" y="23077"/>
                    <a:pt x="25154" y="23100"/>
                    <a:pt x="25360" y="23123"/>
                  </a:cubicBezTo>
                  <a:cubicBezTo>
                    <a:pt x="25679" y="23168"/>
                    <a:pt x="25999" y="23191"/>
                    <a:pt x="26318" y="23237"/>
                  </a:cubicBezTo>
                  <a:cubicBezTo>
                    <a:pt x="26570" y="23260"/>
                    <a:pt x="26798" y="23282"/>
                    <a:pt x="27026" y="23305"/>
                  </a:cubicBezTo>
                  <a:cubicBezTo>
                    <a:pt x="27231" y="23328"/>
                    <a:pt x="27414" y="23351"/>
                    <a:pt x="27620" y="23351"/>
                  </a:cubicBezTo>
                  <a:cubicBezTo>
                    <a:pt x="27734" y="23374"/>
                    <a:pt x="27848" y="23374"/>
                    <a:pt x="27985" y="23374"/>
                  </a:cubicBezTo>
                  <a:cubicBezTo>
                    <a:pt x="28213" y="23397"/>
                    <a:pt x="28464" y="23419"/>
                    <a:pt x="28692" y="23442"/>
                  </a:cubicBezTo>
                  <a:cubicBezTo>
                    <a:pt x="29012" y="23442"/>
                    <a:pt x="29331" y="23465"/>
                    <a:pt x="29651" y="23488"/>
                  </a:cubicBezTo>
                  <a:cubicBezTo>
                    <a:pt x="29879" y="23488"/>
                    <a:pt x="30130" y="23511"/>
                    <a:pt x="30381" y="23511"/>
                  </a:cubicBezTo>
                  <a:cubicBezTo>
                    <a:pt x="30518" y="23511"/>
                    <a:pt x="30655" y="23534"/>
                    <a:pt x="30792" y="23534"/>
                  </a:cubicBezTo>
                  <a:lnTo>
                    <a:pt x="33029" y="23534"/>
                  </a:lnTo>
                  <a:cubicBezTo>
                    <a:pt x="33280" y="23534"/>
                    <a:pt x="33554" y="23534"/>
                    <a:pt x="33828" y="23511"/>
                  </a:cubicBezTo>
                  <a:lnTo>
                    <a:pt x="34170" y="23511"/>
                  </a:lnTo>
                  <a:cubicBezTo>
                    <a:pt x="34536" y="23511"/>
                    <a:pt x="34901" y="23488"/>
                    <a:pt x="35266" y="23465"/>
                  </a:cubicBezTo>
                  <a:cubicBezTo>
                    <a:pt x="35654" y="23442"/>
                    <a:pt x="36019" y="23442"/>
                    <a:pt x="36407" y="23419"/>
                  </a:cubicBezTo>
                  <a:lnTo>
                    <a:pt x="37046" y="23419"/>
                  </a:lnTo>
                  <a:cubicBezTo>
                    <a:pt x="37275" y="23397"/>
                    <a:pt x="37526" y="23397"/>
                    <a:pt x="37777" y="23397"/>
                  </a:cubicBezTo>
                  <a:cubicBezTo>
                    <a:pt x="37982" y="23397"/>
                    <a:pt x="38188" y="23419"/>
                    <a:pt x="38393" y="23419"/>
                  </a:cubicBezTo>
                  <a:lnTo>
                    <a:pt x="39146" y="23419"/>
                  </a:lnTo>
                  <a:cubicBezTo>
                    <a:pt x="39352" y="23442"/>
                    <a:pt x="39534" y="23442"/>
                    <a:pt x="39717" y="23442"/>
                  </a:cubicBezTo>
                  <a:cubicBezTo>
                    <a:pt x="39991" y="23465"/>
                    <a:pt x="40242" y="23488"/>
                    <a:pt x="40493" y="23488"/>
                  </a:cubicBezTo>
                  <a:cubicBezTo>
                    <a:pt x="40676" y="23511"/>
                    <a:pt x="40881" y="23511"/>
                    <a:pt x="41064" y="23534"/>
                  </a:cubicBezTo>
                  <a:cubicBezTo>
                    <a:pt x="41315" y="23556"/>
                    <a:pt x="41566" y="23579"/>
                    <a:pt x="41840" y="23602"/>
                  </a:cubicBezTo>
                  <a:cubicBezTo>
                    <a:pt x="42022" y="23625"/>
                    <a:pt x="42205" y="23625"/>
                    <a:pt x="42387" y="23648"/>
                  </a:cubicBezTo>
                  <a:cubicBezTo>
                    <a:pt x="42661" y="23693"/>
                    <a:pt x="42912" y="23716"/>
                    <a:pt x="43186" y="23739"/>
                  </a:cubicBezTo>
                  <a:cubicBezTo>
                    <a:pt x="43346" y="23762"/>
                    <a:pt x="43529" y="23785"/>
                    <a:pt x="43711" y="23807"/>
                  </a:cubicBezTo>
                  <a:cubicBezTo>
                    <a:pt x="44008" y="23853"/>
                    <a:pt x="44282" y="23899"/>
                    <a:pt x="44579" y="23944"/>
                  </a:cubicBezTo>
                  <a:cubicBezTo>
                    <a:pt x="44716" y="23967"/>
                    <a:pt x="44853" y="23990"/>
                    <a:pt x="45012" y="24013"/>
                  </a:cubicBezTo>
                  <a:cubicBezTo>
                    <a:pt x="45423" y="24081"/>
                    <a:pt x="45857" y="24173"/>
                    <a:pt x="46291" y="24264"/>
                  </a:cubicBezTo>
                  <a:cubicBezTo>
                    <a:pt x="46473" y="24287"/>
                    <a:pt x="46679" y="24332"/>
                    <a:pt x="46884" y="24378"/>
                  </a:cubicBezTo>
                  <a:cubicBezTo>
                    <a:pt x="47135" y="24447"/>
                    <a:pt x="47409" y="24492"/>
                    <a:pt x="47683" y="24561"/>
                  </a:cubicBezTo>
                  <a:cubicBezTo>
                    <a:pt x="47866" y="24606"/>
                    <a:pt x="48048" y="24675"/>
                    <a:pt x="48231" y="24720"/>
                  </a:cubicBezTo>
                  <a:cubicBezTo>
                    <a:pt x="48482" y="24789"/>
                    <a:pt x="48756" y="24835"/>
                    <a:pt x="48984" y="24903"/>
                  </a:cubicBezTo>
                  <a:cubicBezTo>
                    <a:pt x="49121" y="24949"/>
                    <a:pt x="49235" y="24994"/>
                    <a:pt x="49372" y="25017"/>
                  </a:cubicBezTo>
                  <a:cubicBezTo>
                    <a:pt x="49737" y="25131"/>
                    <a:pt x="50102" y="25245"/>
                    <a:pt x="50468" y="25360"/>
                  </a:cubicBezTo>
                  <a:cubicBezTo>
                    <a:pt x="50627" y="25428"/>
                    <a:pt x="50787" y="25474"/>
                    <a:pt x="50947" y="25519"/>
                  </a:cubicBezTo>
                  <a:cubicBezTo>
                    <a:pt x="51267" y="25633"/>
                    <a:pt x="51609" y="25770"/>
                    <a:pt x="51928" y="25885"/>
                  </a:cubicBezTo>
                  <a:cubicBezTo>
                    <a:pt x="52065" y="25930"/>
                    <a:pt x="52202" y="25999"/>
                    <a:pt x="52339" y="26044"/>
                  </a:cubicBezTo>
                  <a:cubicBezTo>
                    <a:pt x="52910" y="26273"/>
                    <a:pt x="53481" y="26524"/>
                    <a:pt x="54028" y="26775"/>
                  </a:cubicBezTo>
                  <a:cubicBezTo>
                    <a:pt x="54143" y="26843"/>
                    <a:pt x="54257" y="26889"/>
                    <a:pt x="54348" y="26935"/>
                  </a:cubicBezTo>
                  <a:cubicBezTo>
                    <a:pt x="54919" y="27208"/>
                    <a:pt x="55489" y="27505"/>
                    <a:pt x="56014" y="27802"/>
                  </a:cubicBezTo>
                  <a:cubicBezTo>
                    <a:pt x="61104" y="30746"/>
                    <a:pt x="63661" y="34581"/>
                    <a:pt x="63684" y="38438"/>
                  </a:cubicBezTo>
                  <a:lnTo>
                    <a:pt x="63684" y="33463"/>
                  </a:lnTo>
                  <a:cubicBezTo>
                    <a:pt x="63661" y="29605"/>
                    <a:pt x="61127" y="25770"/>
                    <a:pt x="56037" y="22826"/>
                  </a:cubicBezTo>
                  <a:cubicBezTo>
                    <a:pt x="55489" y="22529"/>
                    <a:pt x="54941" y="22233"/>
                    <a:pt x="54371" y="21959"/>
                  </a:cubicBezTo>
                  <a:cubicBezTo>
                    <a:pt x="54257" y="21913"/>
                    <a:pt x="54165" y="21844"/>
                    <a:pt x="54051" y="21799"/>
                  </a:cubicBezTo>
                  <a:cubicBezTo>
                    <a:pt x="53503" y="21548"/>
                    <a:pt x="52933" y="21297"/>
                    <a:pt x="52362" y="21068"/>
                  </a:cubicBezTo>
                  <a:cubicBezTo>
                    <a:pt x="52317" y="21046"/>
                    <a:pt x="52271" y="21023"/>
                    <a:pt x="52225" y="21000"/>
                  </a:cubicBezTo>
                  <a:cubicBezTo>
                    <a:pt x="52134" y="20977"/>
                    <a:pt x="52020" y="20931"/>
                    <a:pt x="51928" y="20909"/>
                  </a:cubicBezTo>
                  <a:cubicBezTo>
                    <a:pt x="51609" y="20772"/>
                    <a:pt x="51289" y="20658"/>
                    <a:pt x="50970" y="20543"/>
                  </a:cubicBezTo>
                  <a:cubicBezTo>
                    <a:pt x="50810" y="20498"/>
                    <a:pt x="50650" y="20429"/>
                    <a:pt x="50468" y="20384"/>
                  </a:cubicBezTo>
                  <a:cubicBezTo>
                    <a:pt x="50125" y="20270"/>
                    <a:pt x="49760" y="20155"/>
                    <a:pt x="49395" y="20041"/>
                  </a:cubicBezTo>
                  <a:cubicBezTo>
                    <a:pt x="49281" y="20018"/>
                    <a:pt x="49189" y="19973"/>
                    <a:pt x="49098" y="19950"/>
                  </a:cubicBezTo>
                  <a:cubicBezTo>
                    <a:pt x="49075" y="19950"/>
                    <a:pt x="49030" y="19950"/>
                    <a:pt x="49007" y="19927"/>
                  </a:cubicBezTo>
                  <a:cubicBezTo>
                    <a:pt x="48756" y="19859"/>
                    <a:pt x="48505" y="19790"/>
                    <a:pt x="48254" y="19722"/>
                  </a:cubicBezTo>
                  <a:cubicBezTo>
                    <a:pt x="48071" y="19676"/>
                    <a:pt x="47888" y="19630"/>
                    <a:pt x="47683" y="19585"/>
                  </a:cubicBezTo>
                  <a:cubicBezTo>
                    <a:pt x="47432" y="19516"/>
                    <a:pt x="47158" y="19471"/>
                    <a:pt x="46884" y="19402"/>
                  </a:cubicBezTo>
                  <a:cubicBezTo>
                    <a:pt x="46724" y="19379"/>
                    <a:pt x="46565" y="19334"/>
                    <a:pt x="46405" y="19288"/>
                  </a:cubicBezTo>
                  <a:cubicBezTo>
                    <a:pt x="46359" y="19288"/>
                    <a:pt x="46336" y="19288"/>
                    <a:pt x="46291" y="19265"/>
                  </a:cubicBezTo>
                  <a:cubicBezTo>
                    <a:pt x="45880" y="19197"/>
                    <a:pt x="45446" y="19105"/>
                    <a:pt x="45012" y="19037"/>
                  </a:cubicBezTo>
                  <a:cubicBezTo>
                    <a:pt x="44875" y="19014"/>
                    <a:pt x="44739" y="18991"/>
                    <a:pt x="44579" y="18969"/>
                  </a:cubicBezTo>
                  <a:cubicBezTo>
                    <a:pt x="44350" y="18923"/>
                    <a:pt x="44099" y="18877"/>
                    <a:pt x="43848" y="18854"/>
                  </a:cubicBezTo>
                  <a:cubicBezTo>
                    <a:pt x="43803" y="18854"/>
                    <a:pt x="43757" y="18832"/>
                    <a:pt x="43711" y="18832"/>
                  </a:cubicBezTo>
                  <a:cubicBezTo>
                    <a:pt x="43552" y="18809"/>
                    <a:pt x="43369" y="18786"/>
                    <a:pt x="43186" y="18763"/>
                  </a:cubicBezTo>
                  <a:cubicBezTo>
                    <a:pt x="42935" y="18740"/>
                    <a:pt x="42661" y="18695"/>
                    <a:pt x="42410" y="18672"/>
                  </a:cubicBezTo>
                  <a:cubicBezTo>
                    <a:pt x="42228" y="18649"/>
                    <a:pt x="42022" y="18649"/>
                    <a:pt x="41840" y="18626"/>
                  </a:cubicBezTo>
                  <a:cubicBezTo>
                    <a:pt x="41680" y="18603"/>
                    <a:pt x="41520" y="18580"/>
                    <a:pt x="41338" y="18580"/>
                  </a:cubicBezTo>
                  <a:cubicBezTo>
                    <a:pt x="41246" y="18558"/>
                    <a:pt x="41155" y="18558"/>
                    <a:pt x="41086" y="18558"/>
                  </a:cubicBezTo>
                  <a:cubicBezTo>
                    <a:pt x="40881" y="18535"/>
                    <a:pt x="40698" y="18535"/>
                    <a:pt x="40493" y="18512"/>
                  </a:cubicBezTo>
                  <a:cubicBezTo>
                    <a:pt x="40242" y="18489"/>
                    <a:pt x="39991" y="18489"/>
                    <a:pt x="39740" y="18466"/>
                  </a:cubicBezTo>
                  <a:cubicBezTo>
                    <a:pt x="39557" y="18466"/>
                    <a:pt x="39352" y="18466"/>
                    <a:pt x="39169" y="18444"/>
                  </a:cubicBezTo>
                  <a:lnTo>
                    <a:pt x="38804" y="18444"/>
                  </a:lnTo>
                  <a:cubicBezTo>
                    <a:pt x="38735" y="18432"/>
                    <a:pt x="38673" y="18432"/>
                    <a:pt x="38610" y="18432"/>
                  </a:cubicBezTo>
                  <a:cubicBezTo>
                    <a:pt x="38547" y="18432"/>
                    <a:pt x="38484" y="18432"/>
                    <a:pt x="38416" y="18421"/>
                  </a:cubicBezTo>
                  <a:lnTo>
                    <a:pt x="37046" y="18421"/>
                  </a:lnTo>
                  <a:cubicBezTo>
                    <a:pt x="36841" y="18444"/>
                    <a:pt x="36636" y="18444"/>
                    <a:pt x="36430" y="18444"/>
                  </a:cubicBezTo>
                  <a:lnTo>
                    <a:pt x="36156" y="18444"/>
                  </a:lnTo>
                  <a:cubicBezTo>
                    <a:pt x="35859" y="18466"/>
                    <a:pt x="35563" y="18466"/>
                    <a:pt x="35289" y="18489"/>
                  </a:cubicBezTo>
                  <a:cubicBezTo>
                    <a:pt x="34809" y="18512"/>
                    <a:pt x="34330" y="18535"/>
                    <a:pt x="33851" y="18535"/>
                  </a:cubicBezTo>
                  <a:cubicBezTo>
                    <a:pt x="33577" y="18558"/>
                    <a:pt x="33303" y="18558"/>
                    <a:pt x="33029" y="18558"/>
                  </a:cubicBezTo>
                  <a:lnTo>
                    <a:pt x="31317" y="18558"/>
                  </a:lnTo>
                  <a:cubicBezTo>
                    <a:pt x="30998" y="18558"/>
                    <a:pt x="30701" y="18535"/>
                    <a:pt x="30381" y="18535"/>
                  </a:cubicBezTo>
                  <a:cubicBezTo>
                    <a:pt x="30153" y="18535"/>
                    <a:pt x="29902" y="18512"/>
                    <a:pt x="29651" y="18512"/>
                  </a:cubicBezTo>
                  <a:cubicBezTo>
                    <a:pt x="29331" y="18489"/>
                    <a:pt x="29035" y="18466"/>
                    <a:pt x="28715" y="18444"/>
                  </a:cubicBezTo>
                  <a:cubicBezTo>
                    <a:pt x="28464" y="18444"/>
                    <a:pt x="28236" y="18421"/>
                    <a:pt x="27985" y="18398"/>
                  </a:cubicBezTo>
                  <a:cubicBezTo>
                    <a:pt x="27665" y="18375"/>
                    <a:pt x="27346" y="18352"/>
                    <a:pt x="27049" y="18329"/>
                  </a:cubicBezTo>
                  <a:cubicBezTo>
                    <a:pt x="26798" y="18307"/>
                    <a:pt x="26570" y="18284"/>
                    <a:pt x="26341" y="18261"/>
                  </a:cubicBezTo>
                  <a:cubicBezTo>
                    <a:pt x="26022" y="18215"/>
                    <a:pt x="25702" y="18170"/>
                    <a:pt x="25383" y="18147"/>
                  </a:cubicBezTo>
                  <a:cubicBezTo>
                    <a:pt x="25154" y="18101"/>
                    <a:pt x="24926" y="18078"/>
                    <a:pt x="24721" y="18056"/>
                  </a:cubicBezTo>
                  <a:cubicBezTo>
                    <a:pt x="24356" y="18010"/>
                    <a:pt x="23990" y="17941"/>
                    <a:pt x="23648" y="17896"/>
                  </a:cubicBezTo>
                  <a:cubicBezTo>
                    <a:pt x="23465" y="17873"/>
                    <a:pt x="23306" y="17850"/>
                    <a:pt x="23123" y="17804"/>
                  </a:cubicBezTo>
                  <a:cubicBezTo>
                    <a:pt x="22598" y="17713"/>
                    <a:pt x="22073" y="17622"/>
                    <a:pt x="21548" y="17531"/>
                  </a:cubicBezTo>
                  <a:cubicBezTo>
                    <a:pt x="21274" y="17462"/>
                    <a:pt x="21023" y="17394"/>
                    <a:pt x="20749" y="17348"/>
                  </a:cubicBezTo>
                  <a:cubicBezTo>
                    <a:pt x="20430" y="17279"/>
                    <a:pt x="20110" y="17211"/>
                    <a:pt x="19790" y="17120"/>
                  </a:cubicBezTo>
                  <a:cubicBezTo>
                    <a:pt x="19562" y="17074"/>
                    <a:pt x="19311" y="17006"/>
                    <a:pt x="19060" y="16937"/>
                  </a:cubicBezTo>
                  <a:cubicBezTo>
                    <a:pt x="18763" y="16869"/>
                    <a:pt x="18467" y="16777"/>
                    <a:pt x="18147" y="16709"/>
                  </a:cubicBezTo>
                  <a:cubicBezTo>
                    <a:pt x="17987" y="16640"/>
                    <a:pt x="17805" y="16595"/>
                    <a:pt x="17645" y="16549"/>
                  </a:cubicBezTo>
                  <a:cubicBezTo>
                    <a:pt x="17211" y="16412"/>
                    <a:pt x="16755" y="16275"/>
                    <a:pt x="16321" y="16138"/>
                  </a:cubicBezTo>
                  <a:cubicBezTo>
                    <a:pt x="16116" y="16070"/>
                    <a:pt x="15933" y="16001"/>
                    <a:pt x="15728" y="15933"/>
                  </a:cubicBezTo>
                  <a:cubicBezTo>
                    <a:pt x="15317" y="15796"/>
                    <a:pt x="14906" y="15636"/>
                    <a:pt x="14518" y="15499"/>
                  </a:cubicBezTo>
                  <a:cubicBezTo>
                    <a:pt x="14312" y="15408"/>
                    <a:pt x="14084" y="15339"/>
                    <a:pt x="13879" y="15248"/>
                  </a:cubicBezTo>
                  <a:cubicBezTo>
                    <a:pt x="13719" y="15180"/>
                    <a:pt x="13559" y="15111"/>
                    <a:pt x="13399" y="15043"/>
                  </a:cubicBezTo>
                  <a:cubicBezTo>
                    <a:pt x="13103" y="14928"/>
                    <a:pt x="12806" y="14791"/>
                    <a:pt x="12509" y="14677"/>
                  </a:cubicBezTo>
                  <a:cubicBezTo>
                    <a:pt x="12349" y="14586"/>
                    <a:pt x="12190" y="14518"/>
                    <a:pt x="12030" y="14449"/>
                  </a:cubicBezTo>
                  <a:cubicBezTo>
                    <a:pt x="11733" y="14312"/>
                    <a:pt x="11436" y="14152"/>
                    <a:pt x="11140" y="14015"/>
                  </a:cubicBezTo>
                  <a:cubicBezTo>
                    <a:pt x="11003" y="13947"/>
                    <a:pt x="10866" y="13878"/>
                    <a:pt x="10729" y="13810"/>
                  </a:cubicBezTo>
                  <a:cubicBezTo>
                    <a:pt x="10295" y="13582"/>
                    <a:pt x="9884" y="13353"/>
                    <a:pt x="9473" y="13125"/>
                  </a:cubicBezTo>
                  <a:cubicBezTo>
                    <a:pt x="3196" y="9496"/>
                    <a:pt x="47" y="4748"/>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54" name="Google Shape;6154;p47"/>
            <p:cNvSpPr/>
            <p:nvPr/>
          </p:nvSpPr>
          <p:spPr>
            <a:xfrm>
              <a:off x="6581463" y="2207375"/>
              <a:ext cx="214600" cy="421725"/>
            </a:xfrm>
            <a:custGeom>
              <a:avLst/>
              <a:gdLst/>
              <a:ahLst/>
              <a:cxnLst/>
              <a:rect l="l" t="t" r="r" b="b"/>
              <a:pathLst>
                <a:path w="8584" h="16869" extrusionOk="0">
                  <a:moveTo>
                    <a:pt x="24" y="1"/>
                  </a:moveTo>
                  <a:lnTo>
                    <a:pt x="1" y="4977"/>
                  </a:lnTo>
                  <a:cubicBezTo>
                    <a:pt x="1" y="5433"/>
                    <a:pt x="320" y="5890"/>
                    <a:pt x="914" y="6232"/>
                  </a:cubicBezTo>
                  <a:cubicBezTo>
                    <a:pt x="6004" y="9177"/>
                    <a:pt x="8560" y="13011"/>
                    <a:pt x="8583" y="16869"/>
                  </a:cubicBezTo>
                  <a:lnTo>
                    <a:pt x="8583" y="11893"/>
                  </a:lnTo>
                  <a:cubicBezTo>
                    <a:pt x="8560" y="8035"/>
                    <a:pt x="6027" y="4201"/>
                    <a:pt x="937" y="1256"/>
                  </a:cubicBezTo>
                  <a:cubicBezTo>
                    <a:pt x="320" y="891"/>
                    <a:pt x="24" y="457"/>
                    <a:pt x="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55" name="Google Shape;6155;p47"/>
            <p:cNvSpPr/>
            <p:nvPr/>
          </p:nvSpPr>
          <p:spPr>
            <a:xfrm>
              <a:off x="2752538" y="2801975"/>
              <a:ext cx="1298200" cy="502750"/>
            </a:xfrm>
            <a:custGeom>
              <a:avLst/>
              <a:gdLst/>
              <a:ahLst/>
              <a:cxnLst/>
              <a:rect l="l" t="t" r="r" b="b"/>
              <a:pathLst>
                <a:path w="51928" h="20110" extrusionOk="0">
                  <a:moveTo>
                    <a:pt x="25884" y="1"/>
                  </a:moveTo>
                  <a:cubicBezTo>
                    <a:pt x="25405" y="1"/>
                    <a:pt x="24948" y="1"/>
                    <a:pt x="24469" y="24"/>
                  </a:cubicBezTo>
                  <a:lnTo>
                    <a:pt x="24355" y="24"/>
                  </a:lnTo>
                  <a:cubicBezTo>
                    <a:pt x="24241" y="24"/>
                    <a:pt x="24126" y="24"/>
                    <a:pt x="23989" y="47"/>
                  </a:cubicBezTo>
                  <a:cubicBezTo>
                    <a:pt x="23716" y="47"/>
                    <a:pt x="23419" y="69"/>
                    <a:pt x="23122" y="92"/>
                  </a:cubicBezTo>
                  <a:cubicBezTo>
                    <a:pt x="22940" y="92"/>
                    <a:pt x="22780" y="115"/>
                    <a:pt x="22597" y="115"/>
                  </a:cubicBezTo>
                  <a:cubicBezTo>
                    <a:pt x="22323" y="138"/>
                    <a:pt x="22027" y="161"/>
                    <a:pt x="21753" y="183"/>
                  </a:cubicBezTo>
                  <a:cubicBezTo>
                    <a:pt x="21661" y="206"/>
                    <a:pt x="21570" y="206"/>
                    <a:pt x="21456" y="206"/>
                  </a:cubicBezTo>
                  <a:cubicBezTo>
                    <a:pt x="21387" y="229"/>
                    <a:pt x="21342" y="229"/>
                    <a:pt x="21273" y="229"/>
                  </a:cubicBezTo>
                  <a:cubicBezTo>
                    <a:pt x="20817" y="275"/>
                    <a:pt x="20383" y="343"/>
                    <a:pt x="19972" y="389"/>
                  </a:cubicBezTo>
                  <a:cubicBezTo>
                    <a:pt x="19904" y="389"/>
                    <a:pt x="19835" y="412"/>
                    <a:pt x="19767" y="412"/>
                  </a:cubicBezTo>
                  <a:cubicBezTo>
                    <a:pt x="19265" y="480"/>
                    <a:pt x="18762" y="572"/>
                    <a:pt x="18283" y="640"/>
                  </a:cubicBezTo>
                  <a:cubicBezTo>
                    <a:pt x="18238" y="663"/>
                    <a:pt x="18192" y="663"/>
                    <a:pt x="18146" y="663"/>
                  </a:cubicBezTo>
                  <a:cubicBezTo>
                    <a:pt x="18009" y="686"/>
                    <a:pt x="17872" y="731"/>
                    <a:pt x="17758" y="754"/>
                  </a:cubicBezTo>
                  <a:cubicBezTo>
                    <a:pt x="17530" y="800"/>
                    <a:pt x="17324" y="823"/>
                    <a:pt x="17096" y="868"/>
                  </a:cubicBezTo>
                  <a:cubicBezTo>
                    <a:pt x="16914" y="914"/>
                    <a:pt x="16731" y="960"/>
                    <a:pt x="16548" y="1005"/>
                  </a:cubicBezTo>
                  <a:cubicBezTo>
                    <a:pt x="16320" y="1051"/>
                    <a:pt x="16115" y="1096"/>
                    <a:pt x="15909" y="1142"/>
                  </a:cubicBezTo>
                  <a:cubicBezTo>
                    <a:pt x="15727" y="1188"/>
                    <a:pt x="15544" y="1233"/>
                    <a:pt x="15362" y="1279"/>
                  </a:cubicBezTo>
                  <a:cubicBezTo>
                    <a:pt x="15156" y="1348"/>
                    <a:pt x="14928" y="1393"/>
                    <a:pt x="14722" y="1439"/>
                  </a:cubicBezTo>
                  <a:cubicBezTo>
                    <a:pt x="14540" y="1507"/>
                    <a:pt x="14357" y="1553"/>
                    <a:pt x="14175" y="1599"/>
                  </a:cubicBezTo>
                  <a:cubicBezTo>
                    <a:pt x="13992" y="1667"/>
                    <a:pt x="13787" y="1736"/>
                    <a:pt x="13581" y="1781"/>
                  </a:cubicBezTo>
                  <a:cubicBezTo>
                    <a:pt x="13513" y="1804"/>
                    <a:pt x="13421" y="1827"/>
                    <a:pt x="13353" y="1850"/>
                  </a:cubicBezTo>
                  <a:cubicBezTo>
                    <a:pt x="13284" y="1873"/>
                    <a:pt x="13216" y="1918"/>
                    <a:pt x="13125" y="1941"/>
                  </a:cubicBezTo>
                  <a:cubicBezTo>
                    <a:pt x="12759" y="2055"/>
                    <a:pt x="12394" y="2192"/>
                    <a:pt x="12029" y="2306"/>
                  </a:cubicBezTo>
                  <a:cubicBezTo>
                    <a:pt x="11938" y="2352"/>
                    <a:pt x="11824" y="2398"/>
                    <a:pt x="11732" y="2420"/>
                  </a:cubicBezTo>
                  <a:cubicBezTo>
                    <a:pt x="11299" y="2603"/>
                    <a:pt x="10842" y="2763"/>
                    <a:pt x="10431" y="2968"/>
                  </a:cubicBezTo>
                  <a:cubicBezTo>
                    <a:pt x="10317" y="2991"/>
                    <a:pt x="10226" y="3037"/>
                    <a:pt x="10135" y="3082"/>
                  </a:cubicBezTo>
                  <a:cubicBezTo>
                    <a:pt x="9792" y="3242"/>
                    <a:pt x="9450" y="3402"/>
                    <a:pt x="9107" y="3562"/>
                  </a:cubicBezTo>
                  <a:cubicBezTo>
                    <a:pt x="8993" y="3630"/>
                    <a:pt x="8879" y="3676"/>
                    <a:pt x="8765" y="3744"/>
                  </a:cubicBezTo>
                  <a:cubicBezTo>
                    <a:pt x="8354" y="3950"/>
                    <a:pt x="7943" y="4178"/>
                    <a:pt x="7555" y="4406"/>
                  </a:cubicBezTo>
                  <a:cubicBezTo>
                    <a:pt x="7418" y="4475"/>
                    <a:pt x="7304" y="4543"/>
                    <a:pt x="7190" y="4612"/>
                  </a:cubicBezTo>
                  <a:cubicBezTo>
                    <a:pt x="7099" y="4657"/>
                    <a:pt x="7007" y="4726"/>
                    <a:pt x="6916" y="4794"/>
                  </a:cubicBezTo>
                  <a:cubicBezTo>
                    <a:pt x="6756" y="4885"/>
                    <a:pt x="6597" y="4977"/>
                    <a:pt x="6460" y="5068"/>
                  </a:cubicBezTo>
                  <a:cubicBezTo>
                    <a:pt x="6323" y="5159"/>
                    <a:pt x="6163" y="5274"/>
                    <a:pt x="6026" y="5365"/>
                  </a:cubicBezTo>
                  <a:cubicBezTo>
                    <a:pt x="5889" y="5456"/>
                    <a:pt x="5752" y="5570"/>
                    <a:pt x="5615" y="5662"/>
                  </a:cubicBezTo>
                  <a:cubicBezTo>
                    <a:pt x="5478" y="5753"/>
                    <a:pt x="5341" y="5867"/>
                    <a:pt x="5204" y="5958"/>
                  </a:cubicBezTo>
                  <a:cubicBezTo>
                    <a:pt x="5067" y="6072"/>
                    <a:pt x="4953" y="6164"/>
                    <a:pt x="4816" y="6278"/>
                  </a:cubicBezTo>
                  <a:cubicBezTo>
                    <a:pt x="4679" y="6369"/>
                    <a:pt x="4565" y="6483"/>
                    <a:pt x="4451" y="6575"/>
                  </a:cubicBezTo>
                  <a:cubicBezTo>
                    <a:pt x="4314" y="6689"/>
                    <a:pt x="4200" y="6780"/>
                    <a:pt x="4086" y="6894"/>
                  </a:cubicBezTo>
                  <a:cubicBezTo>
                    <a:pt x="4040" y="6940"/>
                    <a:pt x="3972" y="6985"/>
                    <a:pt x="3926" y="7031"/>
                  </a:cubicBezTo>
                  <a:cubicBezTo>
                    <a:pt x="3880" y="7077"/>
                    <a:pt x="3835" y="7122"/>
                    <a:pt x="3789" y="7168"/>
                  </a:cubicBezTo>
                  <a:cubicBezTo>
                    <a:pt x="3606" y="7351"/>
                    <a:pt x="3401" y="7556"/>
                    <a:pt x="3218" y="7739"/>
                  </a:cubicBezTo>
                  <a:cubicBezTo>
                    <a:pt x="3150" y="7807"/>
                    <a:pt x="3082" y="7876"/>
                    <a:pt x="3013" y="7944"/>
                  </a:cubicBezTo>
                  <a:cubicBezTo>
                    <a:pt x="2785" y="8195"/>
                    <a:pt x="2557" y="8469"/>
                    <a:pt x="2351" y="8743"/>
                  </a:cubicBezTo>
                  <a:cubicBezTo>
                    <a:pt x="2351" y="8743"/>
                    <a:pt x="2328" y="8743"/>
                    <a:pt x="2328" y="8766"/>
                  </a:cubicBezTo>
                  <a:cubicBezTo>
                    <a:pt x="2283" y="8811"/>
                    <a:pt x="2237" y="8880"/>
                    <a:pt x="2191" y="8926"/>
                  </a:cubicBezTo>
                  <a:cubicBezTo>
                    <a:pt x="2077" y="9108"/>
                    <a:pt x="1940" y="9291"/>
                    <a:pt x="1826" y="9451"/>
                  </a:cubicBezTo>
                  <a:cubicBezTo>
                    <a:pt x="1758" y="9542"/>
                    <a:pt x="1712" y="9633"/>
                    <a:pt x="1644" y="9724"/>
                  </a:cubicBezTo>
                  <a:cubicBezTo>
                    <a:pt x="1552" y="9884"/>
                    <a:pt x="1438" y="10044"/>
                    <a:pt x="1370" y="10181"/>
                  </a:cubicBezTo>
                  <a:cubicBezTo>
                    <a:pt x="1347" y="10227"/>
                    <a:pt x="1301" y="10272"/>
                    <a:pt x="1301" y="10295"/>
                  </a:cubicBezTo>
                  <a:cubicBezTo>
                    <a:pt x="1255" y="10364"/>
                    <a:pt x="1210" y="10432"/>
                    <a:pt x="1187" y="10500"/>
                  </a:cubicBezTo>
                  <a:cubicBezTo>
                    <a:pt x="1119" y="10637"/>
                    <a:pt x="1050" y="10774"/>
                    <a:pt x="982" y="10889"/>
                  </a:cubicBezTo>
                  <a:cubicBezTo>
                    <a:pt x="936" y="11003"/>
                    <a:pt x="890" y="11117"/>
                    <a:pt x="822" y="11231"/>
                  </a:cubicBezTo>
                  <a:cubicBezTo>
                    <a:pt x="776" y="11368"/>
                    <a:pt x="708" y="11482"/>
                    <a:pt x="662" y="11619"/>
                  </a:cubicBezTo>
                  <a:cubicBezTo>
                    <a:pt x="639" y="11665"/>
                    <a:pt x="616" y="11710"/>
                    <a:pt x="594" y="11779"/>
                  </a:cubicBezTo>
                  <a:cubicBezTo>
                    <a:pt x="571" y="11824"/>
                    <a:pt x="571" y="11893"/>
                    <a:pt x="548" y="11961"/>
                  </a:cubicBezTo>
                  <a:cubicBezTo>
                    <a:pt x="502" y="12075"/>
                    <a:pt x="457" y="12212"/>
                    <a:pt x="411" y="12327"/>
                  </a:cubicBezTo>
                  <a:cubicBezTo>
                    <a:pt x="388" y="12441"/>
                    <a:pt x="342" y="12555"/>
                    <a:pt x="320" y="12692"/>
                  </a:cubicBezTo>
                  <a:cubicBezTo>
                    <a:pt x="274" y="12806"/>
                    <a:pt x="251" y="12943"/>
                    <a:pt x="228" y="13057"/>
                  </a:cubicBezTo>
                  <a:cubicBezTo>
                    <a:pt x="206" y="13125"/>
                    <a:pt x="183" y="13171"/>
                    <a:pt x="183" y="13240"/>
                  </a:cubicBezTo>
                  <a:cubicBezTo>
                    <a:pt x="160" y="13285"/>
                    <a:pt x="160" y="13354"/>
                    <a:pt x="160" y="13399"/>
                  </a:cubicBezTo>
                  <a:cubicBezTo>
                    <a:pt x="137" y="13536"/>
                    <a:pt x="114" y="13673"/>
                    <a:pt x="91" y="13787"/>
                  </a:cubicBezTo>
                  <a:cubicBezTo>
                    <a:pt x="69" y="13901"/>
                    <a:pt x="69" y="14016"/>
                    <a:pt x="46" y="14153"/>
                  </a:cubicBezTo>
                  <a:cubicBezTo>
                    <a:pt x="46" y="14267"/>
                    <a:pt x="23" y="14404"/>
                    <a:pt x="23" y="14541"/>
                  </a:cubicBezTo>
                  <a:cubicBezTo>
                    <a:pt x="23" y="14609"/>
                    <a:pt x="0" y="14655"/>
                    <a:pt x="0" y="14723"/>
                  </a:cubicBezTo>
                  <a:cubicBezTo>
                    <a:pt x="0" y="14837"/>
                    <a:pt x="0" y="14929"/>
                    <a:pt x="0" y="15043"/>
                  </a:cubicBezTo>
                  <a:lnTo>
                    <a:pt x="0" y="19516"/>
                  </a:lnTo>
                  <a:cubicBezTo>
                    <a:pt x="23" y="19380"/>
                    <a:pt x="23" y="19243"/>
                    <a:pt x="46" y="19128"/>
                  </a:cubicBezTo>
                  <a:cubicBezTo>
                    <a:pt x="46" y="19014"/>
                    <a:pt x="69" y="18900"/>
                    <a:pt x="69" y="18786"/>
                  </a:cubicBezTo>
                  <a:cubicBezTo>
                    <a:pt x="91" y="18649"/>
                    <a:pt x="114" y="18512"/>
                    <a:pt x="137" y="18398"/>
                  </a:cubicBezTo>
                  <a:cubicBezTo>
                    <a:pt x="160" y="18261"/>
                    <a:pt x="183" y="18147"/>
                    <a:pt x="206" y="18033"/>
                  </a:cubicBezTo>
                  <a:cubicBezTo>
                    <a:pt x="228" y="17919"/>
                    <a:pt x="274" y="17782"/>
                    <a:pt x="297" y="17668"/>
                  </a:cubicBezTo>
                  <a:cubicBezTo>
                    <a:pt x="342" y="17553"/>
                    <a:pt x="365" y="17439"/>
                    <a:pt x="411" y="17325"/>
                  </a:cubicBezTo>
                  <a:cubicBezTo>
                    <a:pt x="434" y="17188"/>
                    <a:pt x="479" y="17074"/>
                    <a:pt x="525" y="16937"/>
                  </a:cubicBezTo>
                  <a:cubicBezTo>
                    <a:pt x="571" y="16823"/>
                    <a:pt x="616" y="16709"/>
                    <a:pt x="662" y="16595"/>
                  </a:cubicBezTo>
                  <a:cubicBezTo>
                    <a:pt x="708" y="16481"/>
                    <a:pt x="753" y="16344"/>
                    <a:pt x="822" y="16207"/>
                  </a:cubicBezTo>
                  <a:cubicBezTo>
                    <a:pt x="867" y="16093"/>
                    <a:pt x="913" y="15979"/>
                    <a:pt x="959" y="15887"/>
                  </a:cubicBezTo>
                  <a:cubicBezTo>
                    <a:pt x="1027" y="15750"/>
                    <a:pt x="1096" y="15613"/>
                    <a:pt x="1164" y="15499"/>
                  </a:cubicBezTo>
                  <a:cubicBezTo>
                    <a:pt x="1233" y="15385"/>
                    <a:pt x="1278" y="15271"/>
                    <a:pt x="1347" y="15180"/>
                  </a:cubicBezTo>
                  <a:cubicBezTo>
                    <a:pt x="1438" y="15020"/>
                    <a:pt x="1529" y="14860"/>
                    <a:pt x="1621" y="14700"/>
                  </a:cubicBezTo>
                  <a:cubicBezTo>
                    <a:pt x="1689" y="14609"/>
                    <a:pt x="1735" y="14518"/>
                    <a:pt x="1803" y="14426"/>
                  </a:cubicBezTo>
                  <a:cubicBezTo>
                    <a:pt x="1917" y="14267"/>
                    <a:pt x="2054" y="14084"/>
                    <a:pt x="2191" y="13924"/>
                  </a:cubicBezTo>
                  <a:cubicBezTo>
                    <a:pt x="2237" y="13856"/>
                    <a:pt x="2283" y="13787"/>
                    <a:pt x="2328" y="13719"/>
                  </a:cubicBezTo>
                  <a:cubicBezTo>
                    <a:pt x="2534" y="13445"/>
                    <a:pt x="2762" y="13194"/>
                    <a:pt x="3013" y="12920"/>
                  </a:cubicBezTo>
                  <a:cubicBezTo>
                    <a:pt x="3082" y="12851"/>
                    <a:pt x="3150" y="12783"/>
                    <a:pt x="3196" y="12715"/>
                  </a:cubicBezTo>
                  <a:cubicBezTo>
                    <a:pt x="3401" y="12532"/>
                    <a:pt x="3584" y="12327"/>
                    <a:pt x="3789" y="12144"/>
                  </a:cubicBezTo>
                  <a:cubicBezTo>
                    <a:pt x="3880" y="12053"/>
                    <a:pt x="3972" y="11961"/>
                    <a:pt x="4063" y="11870"/>
                  </a:cubicBezTo>
                  <a:cubicBezTo>
                    <a:pt x="4177" y="11779"/>
                    <a:pt x="4314" y="11665"/>
                    <a:pt x="4428" y="11550"/>
                  </a:cubicBezTo>
                  <a:cubicBezTo>
                    <a:pt x="4565" y="11459"/>
                    <a:pt x="4679" y="11345"/>
                    <a:pt x="4793" y="11254"/>
                  </a:cubicBezTo>
                  <a:cubicBezTo>
                    <a:pt x="4930" y="11140"/>
                    <a:pt x="5067" y="11048"/>
                    <a:pt x="5204" y="10934"/>
                  </a:cubicBezTo>
                  <a:cubicBezTo>
                    <a:pt x="5318" y="10843"/>
                    <a:pt x="5455" y="10752"/>
                    <a:pt x="5592" y="10637"/>
                  </a:cubicBezTo>
                  <a:cubicBezTo>
                    <a:pt x="5729" y="10546"/>
                    <a:pt x="5866" y="10455"/>
                    <a:pt x="6026" y="10341"/>
                  </a:cubicBezTo>
                  <a:cubicBezTo>
                    <a:pt x="6163" y="10249"/>
                    <a:pt x="6300" y="10158"/>
                    <a:pt x="6437" y="10067"/>
                  </a:cubicBezTo>
                  <a:cubicBezTo>
                    <a:pt x="6597" y="9953"/>
                    <a:pt x="6756" y="9861"/>
                    <a:pt x="6893" y="9770"/>
                  </a:cubicBezTo>
                  <a:cubicBezTo>
                    <a:pt x="7122" y="9633"/>
                    <a:pt x="7327" y="9496"/>
                    <a:pt x="7532" y="9382"/>
                  </a:cubicBezTo>
                  <a:cubicBezTo>
                    <a:pt x="7920" y="9154"/>
                    <a:pt x="8331" y="8926"/>
                    <a:pt x="8742" y="8720"/>
                  </a:cubicBezTo>
                  <a:cubicBezTo>
                    <a:pt x="8856" y="8652"/>
                    <a:pt x="8993" y="8606"/>
                    <a:pt x="9107" y="8538"/>
                  </a:cubicBezTo>
                  <a:cubicBezTo>
                    <a:pt x="9427" y="8378"/>
                    <a:pt x="9769" y="8218"/>
                    <a:pt x="10112" y="8081"/>
                  </a:cubicBezTo>
                  <a:cubicBezTo>
                    <a:pt x="10203" y="8035"/>
                    <a:pt x="10317" y="7990"/>
                    <a:pt x="10408" y="7944"/>
                  </a:cubicBezTo>
                  <a:cubicBezTo>
                    <a:pt x="10842" y="7761"/>
                    <a:pt x="11276" y="7579"/>
                    <a:pt x="11709" y="7396"/>
                  </a:cubicBezTo>
                  <a:cubicBezTo>
                    <a:pt x="11824" y="7373"/>
                    <a:pt x="11915" y="7328"/>
                    <a:pt x="12006" y="7305"/>
                  </a:cubicBezTo>
                  <a:cubicBezTo>
                    <a:pt x="12371" y="7168"/>
                    <a:pt x="12737" y="7031"/>
                    <a:pt x="13125" y="6917"/>
                  </a:cubicBezTo>
                  <a:cubicBezTo>
                    <a:pt x="13262" y="6871"/>
                    <a:pt x="13421" y="6826"/>
                    <a:pt x="13558" y="6780"/>
                  </a:cubicBezTo>
                  <a:cubicBezTo>
                    <a:pt x="13764" y="6711"/>
                    <a:pt x="13969" y="6643"/>
                    <a:pt x="14175" y="6597"/>
                  </a:cubicBezTo>
                  <a:cubicBezTo>
                    <a:pt x="14357" y="6529"/>
                    <a:pt x="14540" y="6483"/>
                    <a:pt x="14722" y="6438"/>
                  </a:cubicBezTo>
                  <a:cubicBezTo>
                    <a:pt x="14928" y="6369"/>
                    <a:pt x="15133" y="6323"/>
                    <a:pt x="15339" y="6278"/>
                  </a:cubicBezTo>
                  <a:cubicBezTo>
                    <a:pt x="15521" y="6209"/>
                    <a:pt x="15704" y="6164"/>
                    <a:pt x="15887" y="6118"/>
                  </a:cubicBezTo>
                  <a:cubicBezTo>
                    <a:pt x="16115" y="6072"/>
                    <a:pt x="16320" y="6027"/>
                    <a:pt x="16526" y="5981"/>
                  </a:cubicBezTo>
                  <a:cubicBezTo>
                    <a:pt x="16708" y="5935"/>
                    <a:pt x="16891" y="5890"/>
                    <a:pt x="17096" y="5867"/>
                  </a:cubicBezTo>
                  <a:cubicBezTo>
                    <a:pt x="17302" y="5821"/>
                    <a:pt x="17530" y="5776"/>
                    <a:pt x="17735" y="5730"/>
                  </a:cubicBezTo>
                  <a:cubicBezTo>
                    <a:pt x="17918" y="5707"/>
                    <a:pt x="18101" y="5662"/>
                    <a:pt x="18283" y="5639"/>
                  </a:cubicBezTo>
                  <a:cubicBezTo>
                    <a:pt x="18762" y="5547"/>
                    <a:pt x="19242" y="5456"/>
                    <a:pt x="19744" y="5388"/>
                  </a:cubicBezTo>
                  <a:cubicBezTo>
                    <a:pt x="19812" y="5388"/>
                    <a:pt x="19881" y="5388"/>
                    <a:pt x="19949" y="5365"/>
                  </a:cubicBezTo>
                  <a:cubicBezTo>
                    <a:pt x="20383" y="5319"/>
                    <a:pt x="20817" y="5251"/>
                    <a:pt x="21250" y="5228"/>
                  </a:cubicBezTo>
                  <a:cubicBezTo>
                    <a:pt x="21410" y="5205"/>
                    <a:pt x="21570" y="5182"/>
                    <a:pt x="21753" y="5159"/>
                  </a:cubicBezTo>
                  <a:cubicBezTo>
                    <a:pt x="22027" y="5137"/>
                    <a:pt x="22300" y="5114"/>
                    <a:pt x="22574" y="5091"/>
                  </a:cubicBezTo>
                  <a:cubicBezTo>
                    <a:pt x="22757" y="5091"/>
                    <a:pt x="22940" y="5068"/>
                    <a:pt x="23099" y="5068"/>
                  </a:cubicBezTo>
                  <a:cubicBezTo>
                    <a:pt x="23396" y="5045"/>
                    <a:pt x="23693" y="5022"/>
                    <a:pt x="23989" y="5022"/>
                  </a:cubicBezTo>
                  <a:cubicBezTo>
                    <a:pt x="24149" y="5022"/>
                    <a:pt x="24309" y="5000"/>
                    <a:pt x="24469" y="5000"/>
                  </a:cubicBezTo>
                  <a:cubicBezTo>
                    <a:pt x="24925" y="4977"/>
                    <a:pt x="25405" y="4977"/>
                    <a:pt x="25861" y="4977"/>
                  </a:cubicBezTo>
                  <a:cubicBezTo>
                    <a:pt x="26272" y="4977"/>
                    <a:pt x="26660" y="4977"/>
                    <a:pt x="27048" y="5000"/>
                  </a:cubicBezTo>
                  <a:cubicBezTo>
                    <a:pt x="27322" y="5000"/>
                    <a:pt x="27573" y="5000"/>
                    <a:pt x="27824" y="5022"/>
                  </a:cubicBezTo>
                  <a:cubicBezTo>
                    <a:pt x="27984" y="5022"/>
                    <a:pt x="28144" y="5022"/>
                    <a:pt x="28326" y="5045"/>
                  </a:cubicBezTo>
                  <a:cubicBezTo>
                    <a:pt x="28600" y="5045"/>
                    <a:pt x="28874" y="5068"/>
                    <a:pt x="29148" y="5091"/>
                  </a:cubicBezTo>
                  <a:cubicBezTo>
                    <a:pt x="29285" y="5114"/>
                    <a:pt x="29445" y="5114"/>
                    <a:pt x="29582" y="5137"/>
                  </a:cubicBezTo>
                  <a:cubicBezTo>
                    <a:pt x="29924" y="5159"/>
                    <a:pt x="30266" y="5182"/>
                    <a:pt x="30609" y="5228"/>
                  </a:cubicBezTo>
                  <a:cubicBezTo>
                    <a:pt x="30677" y="5228"/>
                    <a:pt x="30746" y="5251"/>
                    <a:pt x="30837" y="5251"/>
                  </a:cubicBezTo>
                  <a:cubicBezTo>
                    <a:pt x="31248" y="5296"/>
                    <a:pt x="31659" y="5342"/>
                    <a:pt x="32070" y="5410"/>
                  </a:cubicBezTo>
                  <a:cubicBezTo>
                    <a:pt x="32161" y="5410"/>
                    <a:pt x="32229" y="5433"/>
                    <a:pt x="32321" y="5433"/>
                  </a:cubicBezTo>
                  <a:cubicBezTo>
                    <a:pt x="32640" y="5502"/>
                    <a:pt x="32983" y="5547"/>
                    <a:pt x="33325" y="5593"/>
                  </a:cubicBezTo>
                  <a:cubicBezTo>
                    <a:pt x="33462" y="5639"/>
                    <a:pt x="33622" y="5662"/>
                    <a:pt x="33759" y="5684"/>
                  </a:cubicBezTo>
                  <a:cubicBezTo>
                    <a:pt x="34033" y="5730"/>
                    <a:pt x="34284" y="5776"/>
                    <a:pt x="34558" y="5844"/>
                  </a:cubicBezTo>
                  <a:cubicBezTo>
                    <a:pt x="34695" y="5867"/>
                    <a:pt x="34832" y="5890"/>
                    <a:pt x="34968" y="5935"/>
                  </a:cubicBezTo>
                  <a:cubicBezTo>
                    <a:pt x="35265" y="5981"/>
                    <a:pt x="35562" y="6050"/>
                    <a:pt x="35836" y="6118"/>
                  </a:cubicBezTo>
                  <a:cubicBezTo>
                    <a:pt x="35996" y="6164"/>
                    <a:pt x="36155" y="6209"/>
                    <a:pt x="36315" y="6255"/>
                  </a:cubicBezTo>
                  <a:cubicBezTo>
                    <a:pt x="36589" y="6301"/>
                    <a:pt x="36863" y="6369"/>
                    <a:pt x="37114" y="6460"/>
                  </a:cubicBezTo>
                  <a:cubicBezTo>
                    <a:pt x="37251" y="6483"/>
                    <a:pt x="37411" y="6529"/>
                    <a:pt x="37548" y="6575"/>
                  </a:cubicBezTo>
                  <a:cubicBezTo>
                    <a:pt x="37959" y="6689"/>
                    <a:pt x="38347" y="6826"/>
                    <a:pt x="38757" y="6940"/>
                  </a:cubicBezTo>
                  <a:cubicBezTo>
                    <a:pt x="38826" y="6985"/>
                    <a:pt x="38917" y="7008"/>
                    <a:pt x="38986" y="7031"/>
                  </a:cubicBezTo>
                  <a:cubicBezTo>
                    <a:pt x="39442" y="7191"/>
                    <a:pt x="39899" y="7351"/>
                    <a:pt x="40355" y="7533"/>
                  </a:cubicBezTo>
                  <a:cubicBezTo>
                    <a:pt x="40447" y="7556"/>
                    <a:pt x="40538" y="7602"/>
                    <a:pt x="40629" y="7625"/>
                  </a:cubicBezTo>
                  <a:cubicBezTo>
                    <a:pt x="41223" y="7876"/>
                    <a:pt x="41793" y="8127"/>
                    <a:pt x="42364" y="8401"/>
                  </a:cubicBezTo>
                  <a:cubicBezTo>
                    <a:pt x="42410" y="8423"/>
                    <a:pt x="42478" y="8446"/>
                    <a:pt x="42524" y="8469"/>
                  </a:cubicBezTo>
                  <a:cubicBezTo>
                    <a:pt x="43117" y="8766"/>
                    <a:pt x="43688" y="9063"/>
                    <a:pt x="44258" y="9382"/>
                  </a:cubicBezTo>
                  <a:cubicBezTo>
                    <a:pt x="47157" y="11048"/>
                    <a:pt x="49211" y="13011"/>
                    <a:pt x="50467" y="15088"/>
                  </a:cubicBezTo>
                  <a:cubicBezTo>
                    <a:pt x="51426" y="16686"/>
                    <a:pt x="51905" y="18375"/>
                    <a:pt x="51905" y="20110"/>
                  </a:cubicBezTo>
                  <a:lnTo>
                    <a:pt x="51928" y="15134"/>
                  </a:lnTo>
                  <a:cubicBezTo>
                    <a:pt x="51928" y="13376"/>
                    <a:pt x="51448" y="11710"/>
                    <a:pt x="50490" y="10112"/>
                  </a:cubicBezTo>
                  <a:cubicBezTo>
                    <a:pt x="49234" y="8035"/>
                    <a:pt x="47157" y="6072"/>
                    <a:pt x="44258" y="4406"/>
                  </a:cubicBezTo>
                  <a:cubicBezTo>
                    <a:pt x="43711" y="4064"/>
                    <a:pt x="43140" y="3767"/>
                    <a:pt x="42546" y="3493"/>
                  </a:cubicBezTo>
                  <a:cubicBezTo>
                    <a:pt x="42478" y="3470"/>
                    <a:pt x="42432" y="3425"/>
                    <a:pt x="42387" y="3402"/>
                  </a:cubicBezTo>
                  <a:cubicBezTo>
                    <a:pt x="41816" y="3151"/>
                    <a:pt x="41223" y="2900"/>
                    <a:pt x="40629" y="2649"/>
                  </a:cubicBezTo>
                  <a:cubicBezTo>
                    <a:pt x="40583" y="2626"/>
                    <a:pt x="40538" y="2603"/>
                    <a:pt x="40492" y="2580"/>
                  </a:cubicBezTo>
                  <a:cubicBezTo>
                    <a:pt x="40447" y="2580"/>
                    <a:pt x="40401" y="2557"/>
                    <a:pt x="40355" y="2534"/>
                  </a:cubicBezTo>
                  <a:cubicBezTo>
                    <a:pt x="39922" y="2375"/>
                    <a:pt x="39465" y="2192"/>
                    <a:pt x="39009" y="2055"/>
                  </a:cubicBezTo>
                  <a:cubicBezTo>
                    <a:pt x="38917" y="2009"/>
                    <a:pt x="38849" y="1987"/>
                    <a:pt x="38757" y="1964"/>
                  </a:cubicBezTo>
                  <a:cubicBezTo>
                    <a:pt x="38369" y="1827"/>
                    <a:pt x="37981" y="1713"/>
                    <a:pt x="37571" y="1599"/>
                  </a:cubicBezTo>
                  <a:cubicBezTo>
                    <a:pt x="37502" y="1576"/>
                    <a:pt x="37434" y="1553"/>
                    <a:pt x="37365" y="1530"/>
                  </a:cubicBezTo>
                  <a:cubicBezTo>
                    <a:pt x="37297" y="1507"/>
                    <a:pt x="37205" y="1485"/>
                    <a:pt x="37137" y="1462"/>
                  </a:cubicBezTo>
                  <a:cubicBezTo>
                    <a:pt x="36863" y="1393"/>
                    <a:pt x="36612" y="1325"/>
                    <a:pt x="36338" y="1256"/>
                  </a:cubicBezTo>
                  <a:cubicBezTo>
                    <a:pt x="36178" y="1233"/>
                    <a:pt x="36018" y="1188"/>
                    <a:pt x="35859" y="1142"/>
                  </a:cubicBezTo>
                  <a:cubicBezTo>
                    <a:pt x="35562" y="1074"/>
                    <a:pt x="35265" y="1005"/>
                    <a:pt x="34968" y="937"/>
                  </a:cubicBezTo>
                  <a:cubicBezTo>
                    <a:pt x="34877" y="914"/>
                    <a:pt x="34763" y="891"/>
                    <a:pt x="34649" y="868"/>
                  </a:cubicBezTo>
                  <a:cubicBezTo>
                    <a:pt x="34626" y="868"/>
                    <a:pt x="34603" y="868"/>
                    <a:pt x="34558" y="845"/>
                  </a:cubicBezTo>
                  <a:cubicBezTo>
                    <a:pt x="34307" y="800"/>
                    <a:pt x="34055" y="754"/>
                    <a:pt x="33782" y="708"/>
                  </a:cubicBezTo>
                  <a:cubicBezTo>
                    <a:pt x="33622" y="686"/>
                    <a:pt x="33485" y="640"/>
                    <a:pt x="33325" y="617"/>
                  </a:cubicBezTo>
                  <a:cubicBezTo>
                    <a:pt x="33005" y="572"/>
                    <a:pt x="32663" y="503"/>
                    <a:pt x="32321" y="457"/>
                  </a:cubicBezTo>
                  <a:cubicBezTo>
                    <a:pt x="32252" y="457"/>
                    <a:pt x="32184" y="435"/>
                    <a:pt x="32092" y="435"/>
                  </a:cubicBezTo>
                  <a:cubicBezTo>
                    <a:pt x="31682" y="366"/>
                    <a:pt x="31271" y="320"/>
                    <a:pt x="30837" y="275"/>
                  </a:cubicBezTo>
                  <a:cubicBezTo>
                    <a:pt x="30769" y="252"/>
                    <a:pt x="30700" y="252"/>
                    <a:pt x="30632" y="252"/>
                  </a:cubicBezTo>
                  <a:cubicBezTo>
                    <a:pt x="30289" y="206"/>
                    <a:pt x="29947" y="183"/>
                    <a:pt x="29605" y="138"/>
                  </a:cubicBezTo>
                  <a:lnTo>
                    <a:pt x="29582" y="138"/>
                  </a:lnTo>
                  <a:cubicBezTo>
                    <a:pt x="29445" y="138"/>
                    <a:pt x="29308" y="138"/>
                    <a:pt x="29171" y="115"/>
                  </a:cubicBezTo>
                  <a:cubicBezTo>
                    <a:pt x="28897" y="92"/>
                    <a:pt x="28623" y="69"/>
                    <a:pt x="28326" y="69"/>
                  </a:cubicBezTo>
                  <a:cubicBezTo>
                    <a:pt x="28167" y="47"/>
                    <a:pt x="28007" y="47"/>
                    <a:pt x="27824" y="47"/>
                  </a:cubicBezTo>
                  <a:cubicBezTo>
                    <a:pt x="27573" y="24"/>
                    <a:pt x="27322" y="24"/>
                    <a:pt x="27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56" name="Google Shape;6156;p47"/>
            <p:cNvSpPr/>
            <p:nvPr/>
          </p:nvSpPr>
          <p:spPr>
            <a:xfrm>
              <a:off x="2599038" y="1957450"/>
              <a:ext cx="4350525" cy="2521650"/>
            </a:xfrm>
            <a:custGeom>
              <a:avLst/>
              <a:gdLst/>
              <a:ahLst/>
              <a:cxnLst/>
              <a:rect l="l" t="t" r="r" b="b"/>
              <a:pathLst>
                <a:path w="174021" h="100866" extrusionOk="0">
                  <a:moveTo>
                    <a:pt x="84043" y="0"/>
                  </a:moveTo>
                  <a:cubicBezTo>
                    <a:pt x="75849" y="0"/>
                    <a:pt x="67631" y="1804"/>
                    <a:pt x="61400" y="5433"/>
                  </a:cubicBezTo>
                  <a:cubicBezTo>
                    <a:pt x="55169" y="9062"/>
                    <a:pt x="52042" y="13833"/>
                    <a:pt x="52065" y="18580"/>
                  </a:cubicBezTo>
                  <a:cubicBezTo>
                    <a:pt x="52110" y="23328"/>
                    <a:pt x="55260" y="28076"/>
                    <a:pt x="61537" y="31705"/>
                  </a:cubicBezTo>
                  <a:cubicBezTo>
                    <a:pt x="65052" y="33736"/>
                    <a:pt x="69206" y="35197"/>
                    <a:pt x="73612" y="36110"/>
                  </a:cubicBezTo>
                  <a:cubicBezTo>
                    <a:pt x="77038" y="36792"/>
                    <a:pt x="80618" y="37149"/>
                    <a:pt x="84310" y="37149"/>
                  </a:cubicBezTo>
                  <a:cubicBezTo>
                    <a:pt x="85316" y="37149"/>
                    <a:pt x="86331" y="37122"/>
                    <a:pt x="87353" y="37069"/>
                  </a:cubicBezTo>
                  <a:cubicBezTo>
                    <a:pt x="88153" y="37024"/>
                    <a:pt x="88957" y="37002"/>
                    <a:pt x="89761" y="37002"/>
                  </a:cubicBezTo>
                  <a:cubicBezTo>
                    <a:pt x="92670" y="37002"/>
                    <a:pt x="95582" y="37290"/>
                    <a:pt x="98354" y="37845"/>
                  </a:cubicBezTo>
                  <a:cubicBezTo>
                    <a:pt x="101824" y="38552"/>
                    <a:pt x="105065" y="39694"/>
                    <a:pt x="108192" y="41497"/>
                  </a:cubicBezTo>
                  <a:cubicBezTo>
                    <a:pt x="113282" y="44441"/>
                    <a:pt x="115816" y="48276"/>
                    <a:pt x="115839" y="52133"/>
                  </a:cubicBezTo>
                  <a:cubicBezTo>
                    <a:pt x="115861" y="55968"/>
                    <a:pt x="113373" y="59825"/>
                    <a:pt x="108306" y="62747"/>
                  </a:cubicBezTo>
                  <a:cubicBezTo>
                    <a:pt x="103239" y="65692"/>
                    <a:pt x="96620" y="67152"/>
                    <a:pt x="89977" y="67152"/>
                  </a:cubicBezTo>
                  <a:cubicBezTo>
                    <a:pt x="83312" y="67152"/>
                    <a:pt x="76670" y="65692"/>
                    <a:pt x="71580" y="62747"/>
                  </a:cubicBezTo>
                  <a:cubicBezTo>
                    <a:pt x="68727" y="61104"/>
                    <a:pt x="66673" y="59186"/>
                    <a:pt x="65417" y="57132"/>
                  </a:cubicBezTo>
                  <a:cubicBezTo>
                    <a:pt x="64162" y="55078"/>
                    <a:pt x="63683" y="52887"/>
                    <a:pt x="64048" y="50581"/>
                  </a:cubicBezTo>
                  <a:cubicBezTo>
                    <a:pt x="64459" y="47956"/>
                    <a:pt x="63911" y="45286"/>
                    <a:pt x="62404" y="42752"/>
                  </a:cubicBezTo>
                  <a:cubicBezTo>
                    <a:pt x="60852" y="40173"/>
                    <a:pt x="58273" y="37731"/>
                    <a:pt x="54712" y="35676"/>
                  </a:cubicBezTo>
                  <a:cubicBezTo>
                    <a:pt x="48474" y="32070"/>
                    <a:pt x="40297" y="30244"/>
                    <a:pt x="32153" y="30244"/>
                  </a:cubicBezTo>
                  <a:cubicBezTo>
                    <a:pt x="32102" y="30244"/>
                    <a:pt x="32052" y="30244"/>
                    <a:pt x="32001" y="30244"/>
                  </a:cubicBezTo>
                  <a:cubicBezTo>
                    <a:pt x="23807" y="30244"/>
                    <a:pt x="15590" y="32047"/>
                    <a:pt x="9358" y="35676"/>
                  </a:cubicBezTo>
                  <a:cubicBezTo>
                    <a:pt x="3127" y="39306"/>
                    <a:pt x="0" y="44053"/>
                    <a:pt x="23" y="48824"/>
                  </a:cubicBezTo>
                  <a:cubicBezTo>
                    <a:pt x="69" y="53571"/>
                    <a:pt x="3218" y="58319"/>
                    <a:pt x="9495" y="61948"/>
                  </a:cubicBezTo>
                  <a:cubicBezTo>
                    <a:pt x="13011" y="63980"/>
                    <a:pt x="17165" y="65441"/>
                    <a:pt x="21570" y="66354"/>
                  </a:cubicBezTo>
                  <a:cubicBezTo>
                    <a:pt x="24988" y="67048"/>
                    <a:pt x="28573" y="67395"/>
                    <a:pt x="32217" y="67395"/>
                  </a:cubicBezTo>
                  <a:cubicBezTo>
                    <a:pt x="33244" y="67395"/>
                    <a:pt x="34276" y="67367"/>
                    <a:pt x="35311" y="67312"/>
                  </a:cubicBezTo>
                  <a:cubicBezTo>
                    <a:pt x="36111" y="67268"/>
                    <a:pt x="36915" y="67246"/>
                    <a:pt x="37719" y="67246"/>
                  </a:cubicBezTo>
                  <a:cubicBezTo>
                    <a:pt x="40629" y="67246"/>
                    <a:pt x="43541" y="67534"/>
                    <a:pt x="46313" y="68088"/>
                  </a:cubicBezTo>
                  <a:cubicBezTo>
                    <a:pt x="49873" y="68819"/>
                    <a:pt x="53183" y="70006"/>
                    <a:pt x="56059" y="71649"/>
                  </a:cubicBezTo>
                  <a:cubicBezTo>
                    <a:pt x="61149" y="74593"/>
                    <a:pt x="63683" y="78428"/>
                    <a:pt x="63706" y="82286"/>
                  </a:cubicBezTo>
                  <a:cubicBezTo>
                    <a:pt x="63728" y="86143"/>
                    <a:pt x="61240" y="89978"/>
                    <a:pt x="56173" y="92922"/>
                  </a:cubicBezTo>
                  <a:cubicBezTo>
                    <a:pt x="51106" y="95867"/>
                    <a:pt x="44487" y="97327"/>
                    <a:pt x="37844" y="97327"/>
                  </a:cubicBezTo>
                  <a:cubicBezTo>
                    <a:pt x="31179" y="97327"/>
                    <a:pt x="24537" y="95867"/>
                    <a:pt x="19447" y="92922"/>
                  </a:cubicBezTo>
                  <a:cubicBezTo>
                    <a:pt x="18854" y="92580"/>
                    <a:pt x="18072" y="92409"/>
                    <a:pt x="17290" y="92409"/>
                  </a:cubicBezTo>
                  <a:cubicBezTo>
                    <a:pt x="16508" y="92409"/>
                    <a:pt x="15727" y="92580"/>
                    <a:pt x="15133" y="92922"/>
                  </a:cubicBezTo>
                  <a:cubicBezTo>
                    <a:pt x="13946" y="93607"/>
                    <a:pt x="13946" y="94725"/>
                    <a:pt x="15156" y="95433"/>
                  </a:cubicBezTo>
                  <a:cubicBezTo>
                    <a:pt x="21433" y="99039"/>
                    <a:pt x="29650" y="100865"/>
                    <a:pt x="37867" y="100865"/>
                  </a:cubicBezTo>
                  <a:cubicBezTo>
                    <a:pt x="46062" y="100865"/>
                    <a:pt x="54279" y="99039"/>
                    <a:pt x="60510" y="95433"/>
                  </a:cubicBezTo>
                  <a:cubicBezTo>
                    <a:pt x="66741" y="91804"/>
                    <a:pt x="69846" y="87033"/>
                    <a:pt x="69823" y="82286"/>
                  </a:cubicBezTo>
                  <a:cubicBezTo>
                    <a:pt x="69800" y="77538"/>
                    <a:pt x="66627" y="72767"/>
                    <a:pt x="60350" y="69161"/>
                  </a:cubicBezTo>
                  <a:cubicBezTo>
                    <a:pt x="56858" y="67130"/>
                    <a:pt x="52727" y="65646"/>
                    <a:pt x="48344" y="64756"/>
                  </a:cubicBezTo>
                  <a:cubicBezTo>
                    <a:pt x="44889" y="64050"/>
                    <a:pt x="41290" y="63703"/>
                    <a:pt x="37571" y="63703"/>
                  </a:cubicBezTo>
                  <a:cubicBezTo>
                    <a:pt x="36597" y="63703"/>
                    <a:pt x="35616" y="63727"/>
                    <a:pt x="34626" y="63774"/>
                  </a:cubicBezTo>
                  <a:cubicBezTo>
                    <a:pt x="33794" y="63820"/>
                    <a:pt x="32959" y="63843"/>
                    <a:pt x="32125" y="63843"/>
                  </a:cubicBezTo>
                  <a:cubicBezTo>
                    <a:pt x="29230" y="63843"/>
                    <a:pt x="26343" y="63565"/>
                    <a:pt x="23579" y="62998"/>
                  </a:cubicBezTo>
                  <a:cubicBezTo>
                    <a:pt x="20018" y="62291"/>
                    <a:pt x="16663" y="61104"/>
                    <a:pt x="13809" y="59437"/>
                  </a:cubicBezTo>
                  <a:cubicBezTo>
                    <a:pt x="8719" y="56516"/>
                    <a:pt x="6163" y="52658"/>
                    <a:pt x="6140" y="48824"/>
                  </a:cubicBezTo>
                  <a:cubicBezTo>
                    <a:pt x="6117" y="44966"/>
                    <a:pt x="8628" y="41109"/>
                    <a:pt x="13695" y="38187"/>
                  </a:cubicBezTo>
                  <a:cubicBezTo>
                    <a:pt x="18740" y="35243"/>
                    <a:pt x="25359" y="33782"/>
                    <a:pt x="32024" y="33782"/>
                  </a:cubicBezTo>
                  <a:cubicBezTo>
                    <a:pt x="38689" y="33782"/>
                    <a:pt x="45308" y="35243"/>
                    <a:pt x="50398" y="38187"/>
                  </a:cubicBezTo>
                  <a:cubicBezTo>
                    <a:pt x="53297" y="39853"/>
                    <a:pt x="55374" y="41816"/>
                    <a:pt x="56630" y="43893"/>
                  </a:cubicBezTo>
                  <a:cubicBezTo>
                    <a:pt x="57885" y="45993"/>
                    <a:pt x="58319" y="48207"/>
                    <a:pt x="57908" y="50558"/>
                  </a:cubicBezTo>
                  <a:cubicBezTo>
                    <a:pt x="57543" y="53161"/>
                    <a:pt x="58136" y="55808"/>
                    <a:pt x="59665" y="58296"/>
                  </a:cubicBezTo>
                  <a:cubicBezTo>
                    <a:pt x="61218" y="60830"/>
                    <a:pt x="63774" y="63226"/>
                    <a:pt x="67266" y="65258"/>
                  </a:cubicBezTo>
                  <a:cubicBezTo>
                    <a:pt x="73566" y="68887"/>
                    <a:pt x="81783" y="70713"/>
                    <a:pt x="89977" y="70713"/>
                  </a:cubicBezTo>
                  <a:cubicBezTo>
                    <a:pt x="98195" y="70713"/>
                    <a:pt x="106412" y="68887"/>
                    <a:pt x="112643" y="65258"/>
                  </a:cubicBezTo>
                  <a:cubicBezTo>
                    <a:pt x="118874" y="61629"/>
                    <a:pt x="121979" y="56881"/>
                    <a:pt x="121956" y="52133"/>
                  </a:cubicBezTo>
                  <a:cubicBezTo>
                    <a:pt x="121933" y="47431"/>
                    <a:pt x="118851" y="42729"/>
                    <a:pt x="112392" y="38918"/>
                  </a:cubicBezTo>
                  <a:cubicBezTo>
                    <a:pt x="108877" y="36886"/>
                    <a:pt x="104768" y="35402"/>
                    <a:pt x="100386" y="34512"/>
                  </a:cubicBezTo>
                  <a:cubicBezTo>
                    <a:pt x="96930" y="33807"/>
                    <a:pt x="93332" y="33460"/>
                    <a:pt x="89613" y="33460"/>
                  </a:cubicBezTo>
                  <a:cubicBezTo>
                    <a:pt x="88639" y="33460"/>
                    <a:pt x="87657" y="33483"/>
                    <a:pt x="86668" y="33531"/>
                  </a:cubicBezTo>
                  <a:cubicBezTo>
                    <a:pt x="85835" y="33577"/>
                    <a:pt x="85001" y="33600"/>
                    <a:pt x="84166" y="33600"/>
                  </a:cubicBezTo>
                  <a:cubicBezTo>
                    <a:pt x="81272" y="33600"/>
                    <a:pt x="78384" y="33322"/>
                    <a:pt x="75620" y="32755"/>
                  </a:cubicBezTo>
                  <a:cubicBezTo>
                    <a:pt x="72060" y="32047"/>
                    <a:pt x="68704" y="30860"/>
                    <a:pt x="65851" y="29194"/>
                  </a:cubicBezTo>
                  <a:cubicBezTo>
                    <a:pt x="60761" y="26272"/>
                    <a:pt x="58205" y="22415"/>
                    <a:pt x="58182" y="18580"/>
                  </a:cubicBezTo>
                  <a:cubicBezTo>
                    <a:pt x="58159" y="14723"/>
                    <a:pt x="60670" y="10865"/>
                    <a:pt x="65737" y="7944"/>
                  </a:cubicBezTo>
                  <a:cubicBezTo>
                    <a:pt x="70781" y="4999"/>
                    <a:pt x="77401" y="3538"/>
                    <a:pt x="84066" y="3538"/>
                  </a:cubicBezTo>
                  <a:cubicBezTo>
                    <a:pt x="90708" y="3538"/>
                    <a:pt x="97350" y="4999"/>
                    <a:pt x="102440" y="7944"/>
                  </a:cubicBezTo>
                  <a:cubicBezTo>
                    <a:pt x="105339" y="9610"/>
                    <a:pt x="107416" y="11573"/>
                    <a:pt x="108671" y="13650"/>
                  </a:cubicBezTo>
                  <a:cubicBezTo>
                    <a:pt x="109927" y="15750"/>
                    <a:pt x="110360" y="17964"/>
                    <a:pt x="109950" y="20315"/>
                  </a:cubicBezTo>
                  <a:cubicBezTo>
                    <a:pt x="109584" y="22917"/>
                    <a:pt x="110178" y="25565"/>
                    <a:pt x="111707" y="28053"/>
                  </a:cubicBezTo>
                  <a:cubicBezTo>
                    <a:pt x="113259" y="30609"/>
                    <a:pt x="115816" y="32983"/>
                    <a:pt x="119308" y="35014"/>
                  </a:cubicBezTo>
                  <a:cubicBezTo>
                    <a:pt x="125585" y="38644"/>
                    <a:pt x="133825" y="40470"/>
                    <a:pt x="142019" y="40470"/>
                  </a:cubicBezTo>
                  <a:cubicBezTo>
                    <a:pt x="150236" y="40470"/>
                    <a:pt x="158453" y="38644"/>
                    <a:pt x="164685" y="35014"/>
                  </a:cubicBezTo>
                  <a:cubicBezTo>
                    <a:pt x="170916" y="31385"/>
                    <a:pt x="174020" y="26638"/>
                    <a:pt x="173997" y="21890"/>
                  </a:cubicBezTo>
                  <a:cubicBezTo>
                    <a:pt x="173975" y="17142"/>
                    <a:pt x="170802" y="12372"/>
                    <a:pt x="164525" y="8743"/>
                  </a:cubicBezTo>
                  <a:cubicBezTo>
                    <a:pt x="163931" y="8400"/>
                    <a:pt x="163150" y="8229"/>
                    <a:pt x="162368" y="8229"/>
                  </a:cubicBezTo>
                  <a:cubicBezTo>
                    <a:pt x="161586" y="8229"/>
                    <a:pt x="160804" y="8400"/>
                    <a:pt x="160211" y="8743"/>
                  </a:cubicBezTo>
                  <a:cubicBezTo>
                    <a:pt x="159024" y="9427"/>
                    <a:pt x="159024" y="10546"/>
                    <a:pt x="160234" y="11253"/>
                  </a:cubicBezTo>
                  <a:cubicBezTo>
                    <a:pt x="165324" y="14198"/>
                    <a:pt x="167857" y="18032"/>
                    <a:pt x="167880" y="21890"/>
                  </a:cubicBezTo>
                  <a:cubicBezTo>
                    <a:pt x="167903" y="25747"/>
                    <a:pt x="165415" y="29582"/>
                    <a:pt x="160348" y="32504"/>
                  </a:cubicBezTo>
                  <a:cubicBezTo>
                    <a:pt x="155281" y="35448"/>
                    <a:pt x="148661" y="36909"/>
                    <a:pt x="142019" y="36932"/>
                  </a:cubicBezTo>
                  <a:cubicBezTo>
                    <a:pt x="135354" y="36909"/>
                    <a:pt x="128712" y="35448"/>
                    <a:pt x="123622" y="32504"/>
                  </a:cubicBezTo>
                  <a:cubicBezTo>
                    <a:pt x="120769" y="30860"/>
                    <a:pt x="118715" y="28943"/>
                    <a:pt x="117459" y="26889"/>
                  </a:cubicBezTo>
                  <a:cubicBezTo>
                    <a:pt x="116204" y="24834"/>
                    <a:pt x="115724" y="22643"/>
                    <a:pt x="116090" y="20338"/>
                  </a:cubicBezTo>
                  <a:cubicBezTo>
                    <a:pt x="116500" y="17713"/>
                    <a:pt x="115953" y="15042"/>
                    <a:pt x="114446" y="12509"/>
                  </a:cubicBezTo>
                  <a:cubicBezTo>
                    <a:pt x="112894" y="9929"/>
                    <a:pt x="110315" y="7487"/>
                    <a:pt x="106754" y="5433"/>
                  </a:cubicBezTo>
                  <a:cubicBezTo>
                    <a:pt x="100477" y="1804"/>
                    <a:pt x="92237" y="0"/>
                    <a:pt x="840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57" name="Google Shape;6157;p47"/>
            <p:cNvSpPr/>
            <p:nvPr/>
          </p:nvSpPr>
          <p:spPr>
            <a:xfrm>
              <a:off x="2710863" y="2805975"/>
              <a:ext cx="445125" cy="198600"/>
            </a:xfrm>
            <a:custGeom>
              <a:avLst/>
              <a:gdLst/>
              <a:ahLst/>
              <a:cxnLst/>
              <a:rect l="l" t="t" r="r" b="b"/>
              <a:pathLst>
                <a:path w="17805" h="7944" extrusionOk="0">
                  <a:moveTo>
                    <a:pt x="1" y="2763"/>
                  </a:moveTo>
                  <a:cubicBezTo>
                    <a:pt x="1" y="4086"/>
                    <a:pt x="868" y="5410"/>
                    <a:pt x="2626" y="6437"/>
                  </a:cubicBezTo>
                  <a:lnTo>
                    <a:pt x="2626" y="6437"/>
                  </a:lnTo>
                  <a:cubicBezTo>
                    <a:pt x="2831" y="6551"/>
                    <a:pt x="3059" y="6666"/>
                    <a:pt x="3288" y="6757"/>
                  </a:cubicBezTo>
                  <a:lnTo>
                    <a:pt x="3288" y="6757"/>
                  </a:lnTo>
                  <a:cubicBezTo>
                    <a:pt x="3356" y="6803"/>
                    <a:pt x="3447" y="6825"/>
                    <a:pt x="3516" y="6871"/>
                  </a:cubicBezTo>
                  <a:lnTo>
                    <a:pt x="3516" y="6871"/>
                  </a:lnTo>
                  <a:cubicBezTo>
                    <a:pt x="3653" y="6917"/>
                    <a:pt x="3767" y="6985"/>
                    <a:pt x="3904" y="7054"/>
                  </a:cubicBezTo>
                  <a:lnTo>
                    <a:pt x="3904" y="7054"/>
                  </a:lnTo>
                  <a:cubicBezTo>
                    <a:pt x="3927" y="7054"/>
                    <a:pt x="3972" y="7054"/>
                    <a:pt x="3995" y="7076"/>
                  </a:cubicBezTo>
                  <a:lnTo>
                    <a:pt x="3995" y="7076"/>
                  </a:lnTo>
                  <a:cubicBezTo>
                    <a:pt x="4041" y="7099"/>
                    <a:pt x="4087" y="7099"/>
                    <a:pt x="4132" y="7122"/>
                  </a:cubicBezTo>
                  <a:lnTo>
                    <a:pt x="4132" y="7122"/>
                  </a:lnTo>
                  <a:cubicBezTo>
                    <a:pt x="4315" y="7191"/>
                    <a:pt x="4497" y="7259"/>
                    <a:pt x="4680" y="7305"/>
                  </a:cubicBezTo>
                  <a:lnTo>
                    <a:pt x="4680" y="7305"/>
                  </a:lnTo>
                  <a:cubicBezTo>
                    <a:pt x="4749" y="7328"/>
                    <a:pt x="4817" y="7350"/>
                    <a:pt x="4863" y="7373"/>
                  </a:cubicBezTo>
                  <a:lnTo>
                    <a:pt x="4863" y="7373"/>
                  </a:lnTo>
                  <a:cubicBezTo>
                    <a:pt x="4908" y="7373"/>
                    <a:pt x="4954" y="7396"/>
                    <a:pt x="5000" y="7396"/>
                  </a:cubicBezTo>
                  <a:lnTo>
                    <a:pt x="5000" y="7396"/>
                  </a:lnTo>
                  <a:cubicBezTo>
                    <a:pt x="5068" y="7419"/>
                    <a:pt x="5137" y="7442"/>
                    <a:pt x="5228" y="7465"/>
                  </a:cubicBezTo>
                  <a:lnTo>
                    <a:pt x="5228" y="7465"/>
                  </a:lnTo>
                  <a:cubicBezTo>
                    <a:pt x="5410" y="7510"/>
                    <a:pt x="5593" y="7556"/>
                    <a:pt x="5776" y="7601"/>
                  </a:cubicBezTo>
                  <a:lnTo>
                    <a:pt x="5776" y="7601"/>
                  </a:lnTo>
                  <a:cubicBezTo>
                    <a:pt x="5821" y="7601"/>
                    <a:pt x="5867" y="7624"/>
                    <a:pt x="5913" y="7624"/>
                  </a:cubicBezTo>
                  <a:lnTo>
                    <a:pt x="5913" y="7624"/>
                  </a:lnTo>
                  <a:cubicBezTo>
                    <a:pt x="6004" y="7647"/>
                    <a:pt x="6072" y="7670"/>
                    <a:pt x="6141" y="7670"/>
                  </a:cubicBezTo>
                  <a:lnTo>
                    <a:pt x="6141" y="7670"/>
                  </a:lnTo>
                  <a:cubicBezTo>
                    <a:pt x="6301" y="7693"/>
                    <a:pt x="6460" y="7738"/>
                    <a:pt x="6620" y="7761"/>
                  </a:cubicBezTo>
                  <a:lnTo>
                    <a:pt x="6620" y="7761"/>
                  </a:lnTo>
                  <a:cubicBezTo>
                    <a:pt x="6689" y="7761"/>
                    <a:pt x="6734" y="7784"/>
                    <a:pt x="6803" y="7784"/>
                  </a:cubicBezTo>
                  <a:lnTo>
                    <a:pt x="6803" y="7784"/>
                  </a:lnTo>
                  <a:cubicBezTo>
                    <a:pt x="6871" y="7807"/>
                    <a:pt x="6940" y="7807"/>
                    <a:pt x="7008" y="7807"/>
                  </a:cubicBezTo>
                  <a:lnTo>
                    <a:pt x="7008" y="7807"/>
                  </a:lnTo>
                  <a:cubicBezTo>
                    <a:pt x="7168" y="7830"/>
                    <a:pt x="7305" y="7853"/>
                    <a:pt x="7465" y="7853"/>
                  </a:cubicBezTo>
                  <a:lnTo>
                    <a:pt x="7465" y="7853"/>
                  </a:lnTo>
                  <a:cubicBezTo>
                    <a:pt x="7533" y="7875"/>
                    <a:pt x="7602" y="7875"/>
                    <a:pt x="7670" y="7875"/>
                  </a:cubicBezTo>
                  <a:lnTo>
                    <a:pt x="7670" y="7875"/>
                  </a:lnTo>
                  <a:cubicBezTo>
                    <a:pt x="7739" y="7898"/>
                    <a:pt x="7807" y="7898"/>
                    <a:pt x="7876" y="7898"/>
                  </a:cubicBezTo>
                  <a:lnTo>
                    <a:pt x="7876" y="7898"/>
                  </a:lnTo>
                  <a:cubicBezTo>
                    <a:pt x="8013" y="7898"/>
                    <a:pt x="8172" y="7921"/>
                    <a:pt x="8332" y="7921"/>
                  </a:cubicBezTo>
                  <a:lnTo>
                    <a:pt x="8332" y="7921"/>
                  </a:lnTo>
                  <a:cubicBezTo>
                    <a:pt x="8401" y="7921"/>
                    <a:pt x="8469" y="7921"/>
                    <a:pt x="8538" y="7921"/>
                  </a:cubicBezTo>
                  <a:lnTo>
                    <a:pt x="8538" y="7921"/>
                  </a:lnTo>
                  <a:cubicBezTo>
                    <a:pt x="8583" y="7944"/>
                    <a:pt x="8606" y="7944"/>
                    <a:pt x="8652" y="7921"/>
                  </a:cubicBezTo>
                  <a:lnTo>
                    <a:pt x="8652" y="7921"/>
                  </a:lnTo>
                  <a:cubicBezTo>
                    <a:pt x="8674" y="7921"/>
                    <a:pt x="8697" y="7921"/>
                    <a:pt x="8720" y="7921"/>
                  </a:cubicBezTo>
                  <a:lnTo>
                    <a:pt x="8720" y="7921"/>
                  </a:lnTo>
                  <a:cubicBezTo>
                    <a:pt x="8903" y="7944"/>
                    <a:pt x="9062" y="7921"/>
                    <a:pt x="9222" y="7921"/>
                  </a:cubicBezTo>
                  <a:lnTo>
                    <a:pt x="9222" y="7921"/>
                  </a:lnTo>
                  <a:cubicBezTo>
                    <a:pt x="9245" y="7921"/>
                    <a:pt x="9291" y="7921"/>
                    <a:pt x="9336" y="7921"/>
                  </a:cubicBezTo>
                  <a:lnTo>
                    <a:pt x="9336" y="7921"/>
                  </a:lnTo>
                  <a:cubicBezTo>
                    <a:pt x="9382" y="7921"/>
                    <a:pt x="9405" y="7921"/>
                    <a:pt x="9451" y="7921"/>
                  </a:cubicBezTo>
                  <a:lnTo>
                    <a:pt x="9451" y="7921"/>
                  </a:lnTo>
                  <a:cubicBezTo>
                    <a:pt x="9519" y="7921"/>
                    <a:pt x="9565" y="7921"/>
                    <a:pt x="9610" y="7921"/>
                  </a:cubicBezTo>
                  <a:lnTo>
                    <a:pt x="9610" y="7921"/>
                  </a:lnTo>
                  <a:cubicBezTo>
                    <a:pt x="9816" y="7921"/>
                    <a:pt x="9998" y="7898"/>
                    <a:pt x="10204" y="7875"/>
                  </a:cubicBezTo>
                  <a:lnTo>
                    <a:pt x="10204" y="7875"/>
                  </a:lnTo>
                  <a:cubicBezTo>
                    <a:pt x="10295" y="7875"/>
                    <a:pt x="10364" y="7875"/>
                    <a:pt x="10455" y="7853"/>
                  </a:cubicBezTo>
                  <a:lnTo>
                    <a:pt x="10455" y="7853"/>
                  </a:lnTo>
                  <a:cubicBezTo>
                    <a:pt x="10478" y="7853"/>
                    <a:pt x="10523" y="7853"/>
                    <a:pt x="10569" y="7853"/>
                  </a:cubicBezTo>
                  <a:lnTo>
                    <a:pt x="10569" y="7853"/>
                  </a:lnTo>
                  <a:cubicBezTo>
                    <a:pt x="10615" y="7853"/>
                    <a:pt x="10683" y="7830"/>
                    <a:pt x="10752" y="7830"/>
                  </a:cubicBezTo>
                  <a:lnTo>
                    <a:pt x="10752" y="7830"/>
                  </a:lnTo>
                  <a:cubicBezTo>
                    <a:pt x="10957" y="7807"/>
                    <a:pt x="11162" y="7784"/>
                    <a:pt x="11368" y="7738"/>
                  </a:cubicBezTo>
                  <a:lnTo>
                    <a:pt x="11368" y="7738"/>
                  </a:lnTo>
                  <a:cubicBezTo>
                    <a:pt x="11413" y="7738"/>
                    <a:pt x="11459" y="7716"/>
                    <a:pt x="11505" y="7716"/>
                  </a:cubicBezTo>
                  <a:lnTo>
                    <a:pt x="11505" y="7716"/>
                  </a:lnTo>
                  <a:cubicBezTo>
                    <a:pt x="11528" y="7716"/>
                    <a:pt x="11550" y="7716"/>
                    <a:pt x="11573" y="7693"/>
                  </a:cubicBezTo>
                  <a:lnTo>
                    <a:pt x="11573" y="7693"/>
                  </a:lnTo>
                  <a:cubicBezTo>
                    <a:pt x="11687" y="7693"/>
                    <a:pt x="11779" y="7670"/>
                    <a:pt x="11870" y="7647"/>
                  </a:cubicBezTo>
                  <a:lnTo>
                    <a:pt x="11870" y="7647"/>
                  </a:lnTo>
                  <a:cubicBezTo>
                    <a:pt x="12030" y="7601"/>
                    <a:pt x="12190" y="7579"/>
                    <a:pt x="12372" y="7533"/>
                  </a:cubicBezTo>
                  <a:lnTo>
                    <a:pt x="12372" y="7533"/>
                  </a:lnTo>
                  <a:cubicBezTo>
                    <a:pt x="12486" y="7510"/>
                    <a:pt x="12600" y="7465"/>
                    <a:pt x="12715" y="7442"/>
                  </a:cubicBezTo>
                  <a:lnTo>
                    <a:pt x="12715" y="7442"/>
                  </a:lnTo>
                  <a:cubicBezTo>
                    <a:pt x="12874" y="7396"/>
                    <a:pt x="13011" y="7350"/>
                    <a:pt x="13171" y="7305"/>
                  </a:cubicBezTo>
                  <a:lnTo>
                    <a:pt x="13171" y="7305"/>
                  </a:lnTo>
                  <a:cubicBezTo>
                    <a:pt x="13194" y="7305"/>
                    <a:pt x="13240" y="7305"/>
                    <a:pt x="13262" y="7282"/>
                  </a:cubicBezTo>
                  <a:lnTo>
                    <a:pt x="13262" y="7282"/>
                  </a:lnTo>
                  <a:cubicBezTo>
                    <a:pt x="13445" y="7236"/>
                    <a:pt x="13628" y="7168"/>
                    <a:pt x="13810" y="7099"/>
                  </a:cubicBezTo>
                  <a:lnTo>
                    <a:pt x="13810" y="7099"/>
                  </a:lnTo>
                  <a:cubicBezTo>
                    <a:pt x="13833" y="7076"/>
                    <a:pt x="13856" y="7076"/>
                    <a:pt x="13879" y="7054"/>
                  </a:cubicBezTo>
                  <a:lnTo>
                    <a:pt x="13879" y="7054"/>
                  </a:lnTo>
                  <a:cubicBezTo>
                    <a:pt x="14084" y="6985"/>
                    <a:pt x="14267" y="6894"/>
                    <a:pt x="14449" y="6825"/>
                  </a:cubicBezTo>
                  <a:lnTo>
                    <a:pt x="14449" y="6825"/>
                  </a:lnTo>
                  <a:cubicBezTo>
                    <a:pt x="14518" y="6803"/>
                    <a:pt x="14563" y="6757"/>
                    <a:pt x="14609" y="6734"/>
                  </a:cubicBezTo>
                  <a:lnTo>
                    <a:pt x="14609" y="6734"/>
                  </a:lnTo>
                  <a:cubicBezTo>
                    <a:pt x="14814" y="6643"/>
                    <a:pt x="15020" y="6529"/>
                    <a:pt x="15225" y="6437"/>
                  </a:cubicBezTo>
                  <a:lnTo>
                    <a:pt x="15225" y="6437"/>
                  </a:lnTo>
                  <a:cubicBezTo>
                    <a:pt x="15248" y="6415"/>
                    <a:pt x="15294" y="6392"/>
                    <a:pt x="15317" y="6369"/>
                  </a:cubicBezTo>
                  <a:lnTo>
                    <a:pt x="15317" y="6369"/>
                  </a:lnTo>
                  <a:cubicBezTo>
                    <a:pt x="15362" y="6346"/>
                    <a:pt x="15385" y="6323"/>
                    <a:pt x="15431" y="6300"/>
                  </a:cubicBezTo>
                  <a:lnTo>
                    <a:pt x="15431" y="6300"/>
                  </a:lnTo>
                  <a:cubicBezTo>
                    <a:pt x="15476" y="6278"/>
                    <a:pt x="15545" y="6232"/>
                    <a:pt x="15591" y="6209"/>
                  </a:cubicBezTo>
                  <a:lnTo>
                    <a:pt x="15591" y="6209"/>
                  </a:lnTo>
                  <a:cubicBezTo>
                    <a:pt x="15636" y="6163"/>
                    <a:pt x="15682" y="6141"/>
                    <a:pt x="15727" y="6095"/>
                  </a:cubicBezTo>
                  <a:lnTo>
                    <a:pt x="15727" y="6095"/>
                  </a:lnTo>
                  <a:cubicBezTo>
                    <a:pt x="15773" y="6072"/>
                    <a:pt x="15819" y="6027"/>
                    <a:pt x="15887" y="6004"/>
                  </a:cubicBezTo>
                  <a:lnTo>
                    <a:pt x="15887" y="6004"/>
                  </a:lnTo>
                  <a:cubicBezTo>
                    <a:pt x="15933" y="5958"/>
                    <a:pt x="15979" y="5935"/>
                    <a:pt x="16001" y="5890"/>
                  </a:cubicBezTo>
                  <a:lnTo>
                    <a:pt x="16001" y="5890"/>
                  </a:lnTo>
                  <a:cubicBezTo>
                    <a:pt x="16047" y="5867"/>
                    <a:pt x="16116" y="5821"/>
                    <a:pt x="16161" y="5798"/>
                  </a:cubicBezTo>
                  <a:lnTo>
                    <a:pt x="16161" y="5798"/>
                  </a:lnTo>
                  <a:cubicBezTo>
                    <a:pt x="16184" y="5753"/>
                    <a:pt x="16230" y="5730"/>
                    <a:pt x="16275" y="5684"/>
                  </a:cubicBezTo>
                  <a:lnTo>
                    <a:pt x="16275" y="5684"/>
                  </a:lnTo>
                  <a:cubicBezTo>
                    <a:pt x="16321" y="5638"/>
                    <a:pt x="16367" y="5616"/>
                    <a:pt x="16412" y="5570"/>
                  </a:cubicBezTo>
                  <a:lnTo>
                    <a:pt x="16412" y="5570"/>
                  </a:lnTo>
                  <a:cubicBezTo>
                    <a:pt x="16412" y="5547"/>
                    <a:pt x="16435" y="5547"/>
                    <a:pt x="16458" y="5524"/>
                  </a:cubicBezTo>
                  <a:lnTo>
                    <a:pt x="16458" y="5524"/>
                  </a:lnTo>
                  <a:cubicBezTo>
                    <a:pt x="16481" y="5524"/>
                    <a:pt x="16481" y="5502"/>
                    <a:pt x="16504" y="5479"/>
                  </a:cubicBezTo>
                  <a:lnTo>
                    <a:pt x="16504" y="5479"/>
                  </a:lnTo>
                  <a:cubicBezTo>
                    <a:pt x="16572" y="5410"/>
                    <a:pt x="16640" y="5342"/>
                    <a:pt x="16709" y="5273"/>
                  </a:cubicBezTo>
                  <a:lnTo>
                    <a:pt x="16709" y="5273"/>
                  </a:lnTo>
                  <a:cubicBezTo>
                    <a:pt x="16732" y="5250"/>
                    <a:pt x="16755" y="5228"/>
                    <a:pt x="16777" y="5205"/>
                  </a:cubicBezTo>
                  <a:lnTo>
                    <a:pt x="16777" y="5205"/>
                  </a:lnTo>
                  <a:cubicBezTo>
                    <a:pt x="16846" y="5136"/>
                    <a:pt x="16914" y="5045"/>
                    <a:pt x="17006" y="4954"/>
                  </a:cubicBezTo>
                  <a:lnTo>
                    <a:pt x="17006" y="4954"/>
                  </a:lnTo>
                  <a:cubicBezTo>
                    <a:pt x="17006" y="4931"/>
                    <a:pt x="17006" y="4931"/>
                    <a:pt x="17006" y="4931"/>
                  </a:cubicBezTo>
                  <a:lnTo>
                    <a:pt x="17006" y="4931"/>
                  </a:lnTo>
                  <a:cubicBezTo>
                    <a:pt x="17029" y="4908"/>
                    <a:pt x="17029" y="4885"/>
                    <a:pt x="17051" y="4862"/>
                  </a:cubicBezTo>
                  <a:lnTo>
                    <a:pt x="17051" y="4862"/>
                  </a:lnTo>
                  <a:cubicBezTo>
                    <a:pt x="17097" y="4817"/>
                    <a:pt x="17143" y="4748"/>
                    <a:pt x="17188" y="4703"/>
                  </a:cubicBezTo>
                  <a:lnTo>
                    <a:pt x="17188" y="4703"/>
                  </a:lnTo>
                  <a:cubicBezTo>
                    <a:pt x="17211" y="4657"/>
                    <a:pt x="17211" y="4634"/>
                    <a:pt x="17234" y="4611"/>
                  </a:cubicBezTo>
                  <a:lnTo>
                    <a:pt x="17234" y="4611"/>
                  </a:lnTo>
                  <a:cubicBezTo>
                    <a:pt x="17280" y="4543"/>
                    <a:pt x="17302" y="4497"/>
                    <a:pt x="17348" y="4452"/>
                  </a:cubicBezTo>
                  <a:lnTo>
                    <a:pt x="17348" y="4452"/>
                  </a:lnTo>
                  <a:cubicBezTo>
                    <a:pt x="17348" y="4429"/>
                    <a:pt x="17348" y="4406"/>
                    <a:pt x="17371" y="4406"/>
                  </a:cubicBezTo>
                  <a:lnTo>
                    <a:pt x="17371" y="4406"/>
                  </a:lnTo>
                  <a:cubicBezTo>
                    <a:pt x="17371" y="4383"/>
                    <a:pt x="17394" y="4360"/>
                    <a:pt x="17394" y="4337"/>
                  </a:cubicBezTo>
                  <a:lnTo>
                    <a:pt x="17394" y="4337"/>
                  </a:lnTo>
                  <a:cubicBezTo>
                    <a:pt x="17417" y="4292"/>
                    <a:pt x="17439" y="4246"/>
                    <a:pt x="17462" y="4200"/>
                  </a:cubicBezTo>
                  <a:lnTo>
                    <a:pt x="17462" y="4200"/>
                  </a:lnTo>
                  <a:cubicBezTo>
                    <a:pt x="17485" y="4178"/>
                    <a:pt x="17508" y="4132"/>
                    <a:pt x="17531" y="4086"/>
                  </a:cubicBezTo>
                  <a:lnTo>
                    <a:pt x="17531" y="4086"/>
                  </a:lnTo>
                  <a:cubicBezTo>
                    <a:pt x="17531" y="4041"/>
                    <a:pt x="17554" y="3995"/>
                    <a:pt x="17576" y="3949"/>
                  </a:cubicBezTo>
                  <a:lnTo>
                    <a:pt x="17576" y="3949"/>
                  </a:lnTo>
                  <a:cubicBezTo>
                    <a:pt x="17576" y="3927"/>
                    <a:pt x="17599" y="3927"/>
                    <a:pt x="17599" y="3904"/>
                  </a:cubicBezTo>
                  <a:lnTo>
                    <a:pt x="17599" y="3904"/>
                  </a:lnTo>
                  <a:cubicBezTo>
                    <a:pt x="17599" y="3881"/>
                    <a:pt x="17622" y="3858"/>
                    <a:pt x="17622" y="3835"/>
                  </a:cubicBezTo>
                  <a:lnTo>
                    <a:pt x="17622" y="3835"/>
                  </a:lnTo>
                  <a:cubicBezTo>
                    <a:pt x="17645" y="3790"/>
                    <a:pt x="17645" y="3767"/>
                    <a:pt x="17668" y="3721"/>
                  </a:cubicBezTo>
                  <a:lnTo>
                    <a:pt x="17668" y="3721"/>
                  </a:lnTo>
                  <a:cubicBezTo>
                    <a:pt x="17668" y="3676"/>
                    <a:pt x="17690" y="3630"/>
                    <a:pt x="17690" y="3584"/>
                  </a:cubicBezTo>
                  <a:lnTo>
                    <a:pt x="17690" y="3584"/>
                  </a:lnTo>
                  <a:cubicBezTo>
                    <a:pt x="17713" y="3561"/>
                    <a:pt x="17713" y="3516"/>
                    <a:pt x="17736" y="3470"/>
                  </a:cubicBezTo>
                  <a:lnTo>
                    <a:pt x="17736" y="3470"/>
                  </a:lnTo>
                  <a:cubicBezTo>
                    <a:pt x="17736" y="3447"/>
                    <a:pt x="17736" y="3424"/>
                    <a:pt x="17736" y="3402"/>
                  </a:cubicBezTo>
                  <a:lnTo>
                    <a:pt x="17736" y="3402"/>
                  </a:lnTo>
                  <a:cubicBezTo>
                    <a:pt x="17759" y="3379"/>
                    <a:pt x="17759" y="3356"/>
                    <a:pt x="17759" y="3356"/>
                  </a:cubicBezTo>
                  <a:lnTo>
                    <a:pt x="17759" y="3356"/>
                  </a:lnTo>
                  <a:cubicBezTo>
                    <a:pt x="17759" y="3310"/>
                    <a:pt x="17759" y="3265"/>
                    <a:pt x="17782" y="3219"/>
                  </a:cubicBezTo>
                  <a:lnTo>
                    <a:pt x="17782" y="3219"/>
                  </a:lnTo>
                  <a:cubicBezTo>
                    <a:pt x="17782" y="3173"/>
                    <a:pt x="17782" y="3128"/>
                    <a:pt x="17782" y="3105"/>
                  </a:cubicBezTo>
                  <a:lnTo>
                    <a:pt x="17782" y="3105"/>
                  </a:lnTo>
                  <a:cubicBezTo>
                    <a:pt x="17805" y="3059"/>
                    <a:pt x="17805" y="3014"/>
                    <a:pt x="17805" y="2968"/>
                  </a:cubicBezTo>
                  <a:lnTo>
                    <a:pt x="17805" y="2968"/>
                  </a:lnTo>
                  <a:cubicBezTo>
                    <a:pt x="17805" y="2945"/>
                    <a:pt x="17805" y="2899"/>
                    <a:pt x="17805" y="2877"/>
                  </a:cubicBezTo>
                  <a:lnTo>
                    <a:pt x="17805" y="2877"/>
                  </a:lnTo>
                  <a:cubicBezTo>
                    <a:pt x="17805" y="2854"/>
                    <a:pt x="17805" y="2831"/>
                    <a:pt x="17805" y="2808"/>
                  </a:cubicBezTo>
                  <a:lnTo>
                    <a:pt x="17805" y="2808"/>
                  </a:lnTo>
                  <a:lnTo>
                    <a:pt x="17805" y="69"/>
                  </a:lnTo>
                  <a:cubicBezTo>
                    <a:pt x="17805" y="115"/>
                    <a:pt x="17805" y="160"/>
                    <a:pt x="17805" y="229"/>
                  </a:cubicBezTo>
                  <a:lnTo>
                    <a:pt x="17805" y="229"/>
                  </a:lnTo>
                  <a:cubicBezTo>
                    <a:pt x="17805" y="275"/>
                    <a:pt x="17805" y="297"/>
                    <a:pt x="17805" y="343"/>
                  </a:cubicBezTo>
                  <a:lnTo>
                    <a:pt x="17805" y="343"/>
                  </a:lnTo>
                  <a:cubicBezTo>
                    <a:pt x="17782" y="389"/>
                    <a:pt x="17782" y="434"/>
                    <a:pt x="17782" y="480"/>
                  </a:cubicBezTo>
                  <a:lnTo>
                    <a:pt x="17782" y="480"/>
                  </a:lnTo>
                  <a:cubicBezTo>
                    <a:pt x="17782" y="526"/>
                    <a:pt x="17759" y="548"/>
                    <a:pt x="17759" y="594"/>
                  </a:cubicBezTo>
                  <a:lnTo>
                    <a:pt x="17759" y="594"/>
                  </a:lnTo>
                  <a:cubicBezTo>
                    <a:pt x="17759" y="640"/>
                    <a:pt x="17736" y="685"/>
                    <a:pt x="17736" y="731"/>
                  </a:cubicBezTo>
                  <a:lnTo>
                    <a:pt x="17736" y="731"/>
                  </a:lnTo>
                  <a:cubicBezTo>
                    <a:pt x="17736" y="754"/>
                    <a:pt x="17713" y="800"/>
                    <a:pt x="17713" y="845"/>
                  </a:cubicBezTo>
                  <a:lnTo>
                    <a:pt x="17713" y="845"/>
                  </a:lnTo>
                  <a:cubicBezTo>
                    <a:pt x="17690" y="891"/>
                    <a:pt x="17690" y="936"/>
                    <a:pt x="17668" y="959"/>
                  </a:cubicBezTo>
                  <a:lnTo>
                    <a:pt x="17668" y="959"/>
                  </a:lnTo>
                  <a:cubicBezTo>
                    <a:pt x="17668" y="1005"/>
                    <a:pt x="17645" y="1051"/>
                    <a:pt x="17622" y="1096"/>
                  </a:cubicBezTo>
                  <a:lnTo>
                    <a:pt x="17622" y="1096"/>
                  </a:lnTo>
                  <a:cubicBezTo>
                    <a:pt x="17622" y="1142"/>
                    <a:pt x="17599" y="1165"/>
                    <a:pt x="17576" y="1210"/>
                  </a:cubicBezTo>
                  <a:lnTo>
                    <a:pt x="17576" y="1210"/>
                  </a:lnTo>
                  <a:cubicBezTo>
                    <a:pt x="17576" y="1256"/>
                    <a:pt x="17554" y="1302"/>
                    <a:pt x="17531" y="1347"/>
                  </a:cubicBezTo>
                  <a:lnTo>
                    <a:pt x="17531" y="1347"/>
                  </a:lnTo>
                  <a:cubicBezTo>
                    <a:pt x="17508" y="1393"/>
                    <a:pt x="17485" y="1416"/>
                    <a:pt x="17485" y="1461"/>
                  </a:cubicBezTo>
                  <a:lnTo>
                    <a:pt x="17485" y="1461"/>
                  </a:lnTo>
                  <a:cubicBezTo>
                    <a:pt x="17462" y="1507"/>
                    <a:pt x="17439" y="1553"/>
                    <a:pt x="17417" y="1598"/>
                  </a:cubicBezTo>
                  <a:lnTo>
                    <a:pt x="17417" y="1598"/>
                  </a:lnTo>
                  <a:cubicBezTo>
                    <a:pt x="17394" y="1621"/>
                    <a:pt x="17371" y="1667"/>
                    <a:pt x="17348" y="1690"/>
                  </a:cubicBezTo>
                  <a:lnTo>
                    <a:pt x="17348" y="1690"/>
                  </a:lnTo>
                  <a:cubicBezTo>
                    <a:pt x="17325" y="1758"/>
                    <a:pt x="17280" y="1804"/>
                    <a:pt x="17257" y="1849"/>
                  </a:cubicBezTo>
                  <a:lnTo>
                    <a:pt x="17257" y="1849"/>
                  </a:lnTo>
                  <a:cubicBezTo>
                    <a:pt x="17234" y="1895"/>
                    <a:pt x="17211" y="1918"/>
                    <a:pt x="17188" y="1964"/>
                  </a:cubicBezTo>
                  <a:lnTo>
                    <a:pt x="17188" y="1964"/>
                  </a:lnTo>
                  <a:cubicBezTo>
                    <a:pt x="17143" y="2009"/>
                    <a:pt x="17097" y="2078"/>
                    <a:pt x="17051" y="2123"/>
                  </a:cubicBezTo>
                  <a:lnTo>
                    <a:pt x="17051" y="2123"/>
                  </a:lnTo>
                  <a:cubicBezTo>
                    <a:pt x="17051" y="2146"/>
                    <a:pt x="17029" y="2169"/>
                    <a:pt x="17006" y="2192"/>
                  </a:cubicBezTo>
                  <a:lnTo>
                    <a:pt x="17006" y="2192"/>
                  </a:lnTo>
                  <a:cubicBezTo>
                    <a:pt x="16937" y="2283"/>
                    <a:pt x="16846" y="2374"/>
                    <a:pt x="16777" y="2466"/>
                  </a:cubicBezTo>
                  <a:lnTo>
                    <a:pt x="16777" y="2466"/>
                  </a:lnTo>
                  <a:cubicBezTo>
                    <a:pt x="16755" y="2489"/>
                    <a:pt x="16732" y="2511"/>
                    <a:pt x="16709" y="2534"/>
                  </a:cubicBezTo>
                  <a:lnTo>
                    <a:pt x="16709" y="2534"/>
                  </a:lnTo>
                  <a:cubicBezTo>
                    <a:pt x="16640" y="2603"/>
                    <a:pt x="16572" y="2671"/>
                    <a:pt x="16504" y="2740"/>
                  </a:cubicBezTo>
                  <a:lnTo>
                    <a:pt x="16504" y="2740"/>
                  </a:lnTo>
                  <a:cubicBezTo>
                    <a:pt x="16481" y="2763"/>
                    <a:pt x="16435" y="2808"/>
                    <a:pt x="16412" y="2831"/>
                  </a:cubicBezTo>
                  <a:lnTo>
                    <a:pt x="16412" y="2831"/>
                  </a:lnTo>
                  <a:cubicBezTo>
                    <a:pt x="16367" y="2877"/>
                    <a:pt x="16321" y="2899"/>
                    <a:pt x="16275" y="2945"/>
                  </a:cubicBezTo>
                  <a:lnTo>
                    <a:pt x="16275" y="2945"/>
                  </a:lnTo>
                  <a:cubicBezTo>
                    <a:pt x="16252" y="2968"/>
                    <a:pt x="16207" y="3014"/>
                    <a:pt x="16161" y="3036"/>
                  </a:cubicBezTo>
                  <a:lnTo>
                    <a:pt x="16161" y="3036"/>
                  </a:lnTo>
                  <a:cubicBezTo>
                    <a:pt x="16116" y="3082"/>
                    <a:pt x="16070" y="3128"/>
                    <a:pt x="16024" y="3151"/>
                  </a:cubicBezTo>
                  <a:lnTo>
                    <a:pt x="16024" y="3151"/>
                  </a:lnTo>
                  <a:cubicBezTo>
                    <a:pt x="15979" y="3196"/>
                    <a:pt x="15933" y="3219"/>
                    <a:pt x="15887" y="3242"/>
                  </a:cubicBezTo>
                  <a:lnTo>
                    <a:pt x="15887" y="3242"/>
                  </a:lnTo>
                  <a:cubicBezTo>
                    <a:pt x="15842" y="3287"/>
                    <a:pt x="15796" y="3333"/>
                    <a:pt x="15727" y="3356"/>
                  </a:cubicBezTo>
                  <a:lnTo>
                    <a:pt x="15727" y="3356"/>
                  </a:lnTo>
                  <a:cubicBezTo>
                    <a:pt x="15682" y="3402"/>
                    <a:pt x="15636" y="3424"/>
                    <a:pt x="15591" y="3447"/>
                  </a:cubicBezTo>
                  <a:lnTo>
                    <a:pt x="15591" y="3447"/>
                  </a:lnTo>
                  <a:cubicBezTo>
                    <a:pt x="15545" y="3493"/>
                    <a:pt x="15476" y="3516"/>
                    <a:pt x="15431" y="3561"/>
                  </a:cubicBezTo>
                  <a:lnTo>
                    <a:pt x="15431" y="3561"/>
                  </a:lnTo>
                  <a:cubicBezTo>
                    <a:pt x="15362" y="3607"/>
                    <a:pt x="15294" y="3630"/>
                    <a:pt x="15225" y="3676"/>
                  </a:cubicBezTo>
                  <a:lnTo>
                    <a:pt x="15225" y="3676"/>
                  </a:lnTo>
                  <a:cubicBezTo>
                    <a:pt x="15043" y="3790"/>
                    <a:pt x="14837" y="3904"/>
                    <a:pt x="14632" y="3995"/>
                  </a:cubicBezTo>
                  <a:lnTo>
                    <a:pt x="14632" y="3995"/>
                  </a:lnTo>
                  <a:cubicBezTo>
                    <a:pt x="14563" y="4018"/>
                    <a:pt x="14518" y="4041"/>
                    <a:pt x="14472" y="4064"/>
                  </a:cubicBezTo>
                  <a:lnTo>
                    <a:pt x="14472" y="4064"/>
                  </a:lnTo>
                  <a:cubicBezTo>
                    <a:pt x="14267" y="4155"/>
                    <a:pt x="14084" y="4246"/>
                    <a:pt x="13901" y="4315"/>
                  </a:cubicBezTo>
                  <a:lnTo>
                    <a:pt x="13901" y="4315"/>
                  </a:lnTo>
                  <a:cubicBezTo>
                    <a:pt x="13856" y="4337"/>
                    <a:pt x="13833" y="4337"/>
                    <a:pt x="13810" y="4360"/>
                  </a:cubicBezTo>
                  <a:lnTo>
                    <a:pt x="13810" y="4360"/>
                  </a:lnTo>
                  <a:cubicBezTo>
                    <a:pt x="13605" y="4429"/>
                    <a:pt x="13399" y="4497"/>
                    <a:pt x="13171" y="4566"/>
                  </a:cubicBezTo>
                  <a:lnTo>
                    <a:pt x="13171" y="4566"/>
                  </a:lnTo>
                  <a:cubicBezTo>
                    <a:pt x="13034" y="4611"/>
                    <a:pt x="12874" y="4657"/>
                    <a:pt x="12715" y="4703"/>
                  </a:cubicBezTo>
                  <a:lnTo>
                    <a:pt x="12715" y="4703"/>
                  </a:lnTo>
                  <a:cubicBezTo>
                    <a:pt x="12600" y="4725"/>
                    <a:pt x="12486" y="4771"/>
                    <a:pt x="12372" y="4794"/>
                  </a:cubicBezTo>
                  <a:lnTo>
                    <a:pt x="12372" y="4794"/>
                  </a:lnTo>
                  <a:cubicBezTo>
                    <a:pt x="12212" y="4840"/>
                    <a:pt x="12053" y="4862"/>
                    <a:pt x="11870" y="4908"/>
                  </a:cubicBezTo>
                  <a:lnTo>
                    <a:pt x="11870" y="4908"/>
                  </a:lnTo>
                  <a:cubicBezTo>
                    <a:pt x="11756" y="4931"/>
                    <a:pt x="11642" y="4954"/>
                    <a:pt x="11528" y="4977"/>
                  </a:cubicBezTo>
                  <a:lnTo>
                    <a:pt x="11528" y="4977"/>
                  </a:lnTo>
                  <a:cubicBezTo>
                    <a:pt x="11459" y="4977"/>
                    <a:pt x="11413" y="4977"/>
                    <a:pt x="11368" y="4999"/>
                  </a:cubicBezTo>
                  <a:lnTo>
                    <a:pt x="11368" y="4999"/>
                  </a:lnTo>
                  <a:cubicBezTo>
                    <a:pt x="11162" y="5022"/>
                    <a:pt x="10957" y="5068"/>
                    <a:pt x="10752" y="5091"/>
                  </a:cubicBezTo>
                  <a:lnTo>
                    <a:pt x="10752" y="5091"/>
                  </a:lnTo>
                  <a:cubicBezTo>
                    <a:pt x="10683" y="5091"/>
                    <a:pt x="10637" y="5091"/>
                    <a:pt x="10569" y="5114"/>
                  </a:cubicBezTo>
                  <a:lnTo>
                    <a:pt x="10569" y="5114"/>
                  </a:lnTo>
                  <a:cubicBezTo>
                    <a:pt x="10455" y="5114"/>
                    <a:pt x="10341" y="5114"/>
                    <a:pt x="10204" y="5136"/>
                  </a:cubicBezTo>
                  <a:lnTo>
                    <a:pt x="10204" y="5136"/>
                  </a:lnTo>
                  <a:cubicBezTo>
                    <a:pt x="10021" y="5159"/>
                    <a:pt x="9816" y="5159"/>
                    <a:pt x="9610" y="5182"/>
                  </a:cubicBezTo>
                  <a:lnTo>
                    <a:pt x="9610" y="5182"/>
                  </a:lnTo>
                  <a:cubicBezTo>
                    <a:pt x="9473" y="5182"/>
                    <a:pt x="9359" y="5182"/>
                    <a:pt x="9222" y="5182"/>
                  </a:cubicBezTo>
                  <a:lnTo>
                    <a:pt x="9222" y="5182"/>
                  </a:lnTo>
                  <a:cubicBezTo>
                    <a:pt x="9062" y="5182"/>
                    <a:pt x="8903" y="5182"/>
                    <a:pt x="8743" y="5182"/>
                  </a:cubicBezTo>
                  <a:lnTo>
                    <a:pt x="8743" y="5182"/>
                  </a:lnTo>
                  <a:cubicBezTo>
                    <a:pt x="8606" y="5182"/>
                    <a:pt x="8469" y="5182"/>
                    <a:pt x="8332" y="5182"/>
                  </a:cubicBezTo>
                  <a:lnTo>
                    <a:pt x="8332" y="5182"/>
                  </a:lnTo>
                  <a:cubicBezTo>
                    <a:pt x="8172" y="5159"/>
                    <a:pt x="8035" y="5159"/>
                    <a:pt x="7876" y="5159"/>
                  </a:cubicBezTo>
                  <a:lnTo>
                    <a:pt x="7876" y="5159"/>
                  </a:lnTo>
                  <a:cubicBezTo>
                    <a:pt x="7739" y="5136"/>
                    <a:pt x="7602" y="5136"/>
                    <a:pt x="7465" y="5114"/>
                  </a:cubicBezTo>
                  <a:lnTo>
                    <a:pt x="7465" y="5114"/>
                  </a:lnTo>
                  <a:cubicBezTo>
                    <a:pt x="7328" y="5114"/>
                    <a:pt x="7168" y="5091"/>
                    <a:pt x="7031" y="5068"/>
                  </a:cubicBezTo>
                  <a:lnTo>
                    <a:pt x="7031" y="5068"/>
                  </a:lnTo>
                  <a:cubicBezTo>
                    <a:pt x="6894" y="5045"/>
                    <a:pt x="6757" y="5022"/>
                    <a:pt x="6620" y="5022"/>
                  </a:cubicBezTo>
                  <a:lnTo>
                    <a:pt x="6620" y="5022"/>
                  </a:lnTo>
                  <a:cubicBezTo>
                    <a:pt x="6460" y="4977"/>
                    <a:pt x="6301" y="4954"/>
                    <a:pt x="6164" y="4931"/>
                  </a:cubicBezTo>
                  <a:lnTo>
                    <a:pt x="6164" y="4931"/>
                  </a:lnTo>
                  <a:cubicBezTo>
                    <a:pt x="6027" y="4908"/>
                    <a:pt x="5913" y="4885"/>
                    <a:pt x="5776" y="4862"/>
                  </a:cubicBezTo>
                  <a:lnTo>
                    <a:pt x="5776" y="4862"/>
                  </a:lnTo>
                  <a:cubicBezTo>
                    <a:pt x="5593" y="4817"/>
                    <a:pt x="5410" y="4771"/>
                    <a:pt x="5228" y="4725"/>
                  </a:cubicBezTo>
                  <a:lnTo>
                    <a:pt x="5228" y="4725"/>
                  </a:lnTo>
                  <a:cubicBezTo>
                    <a:pt x="5114" y="4680"/>
                    <a:pt x="5000" y="4657"/>
                    <a:pt x="4885" y="4634"/>
                  </a:cubicBezTo>
                  <a:lnTo>
                    <a:pt x="4885" y="4634"/>
                  </a:lnTo>
                  <a:cubicBezTo>
                    <a:pt x="4817" y="4611"/>
                    <a:pt x="4749" y="4589"/>
                    <a:pt x="4680" y="4566"/>
                  </a:cubicBezTo>
                  <a:lnTo>
                    <a:pt x="4680" y="4566"/>
                  </a:lnTo>
                  <a:cubicBezTo>
                    <a:pt x="4497" y="4497"/>
                    <a:pt x="4315" y="4452"/>
                    <a:pt x="4155" y="4383"/>
                  </a:cubicBezTo>
                  <a:lnTo>
                    <a:pt x="4155" y="4383"/>
                  </a:lnTo>
                  <a:cubicBezTo>
                    <a:pt x="4087" y="4360"/>
                    <a:pt x="4041" y="4337"/>
                    <a:pt x="3995" y="4315"/>
                  </a:cubicBezTo>
                  <a:lnTo>
                    <a:pt x="3995" y="4315"/>
                  </a:lnTo>
                  <a:cubicBezTo>
                    <a:pt x="3835" y="4269"/>
                    <a:pt x="3676" y="4200"/>
                    <a:pt x="3516" y="4132"/>
                  </a:cubicBezTo>
                  <a:lnTo>
                    <a:pt x="3516" y="4132"/>
                  </a:lnTo>
                  <a:cubicBezTo>
                    <a:pt x="3447" y="4086"/>
                    <a:pt x="3356" y="4064"/>
                    <a:pt x="3288" y="4018"/>
                  </a:cubicBezTo>
                  <a:lnTo>
                    <a:pt x="3288" y="4018"/>
                  </a:lnTo>
                  <a:cubicBezTo>
                    <a:pt x="3059" y="3927"/>
                    <a:pt x="2854" y="3812"/>
                    <a:pt x="2626" y="3676"/>
                  </a:cubicBezTo>
                  <a:lnTo>
                    <a:pt x="2626" y="3676"/>
                  </a:lnTo>
                  <a:cubicBezTo>
                    <a:pt x="891" y="2671"/>
                    <a:pt x="1" y="1347"/>
                    <a:pt x="1" y="1"/>
                  </a:cubicBezTo>
                  <a:lnTo>
                    <a:pt x="1" y="1"/>
                  </a:ln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58" name="Google Shape;6158;p47"/>
            <p:cNvSpPr/>
            <p:nvPr/>
          </p:nvSpPr>
          <p:spPr>
            <a:xfrm>
              <a:off x="2689188" y="2678150"/>
              <a:ext cx="489050" cy="257600"/>
            </a:xfrm>
            <a:custGeom>
              <a:avLst/>
              <a:gdLst/>
              <a:ahLst/>
              <a:cxnLst/>
              <a:rect l="l" t="t" r="r" b="b"/>
              <a:pathLst>
                <a:path w="19562" h="10304" extrusionOk="0">
                  <a:moveTo>
                    <a:pt x="9747" y="1"/>
                  </a:moveTo>
                  <a:cubicBezTo>
                    <a:pt x="7464" y="1"/>
                    <a:pt x="5205" y="503"/>
                    <a:pt x="3470" y="1507"/>
                  </a:cubicBezTo>
                  <a:cubicBezTo>
                    <a:pt x="0" y="3516"/>
                    <a:pt x="23" y="6780"/>
                    <a:pt x="3493" y="8789"/>
                  </a:cubicBezTo>
                  <a:cubicBezTo>
                    <a:pt x="5234" y="9801"/>
                    <a:pt x="7509" y="10304"/>
                    <a:pt x="9782" y="10304"/>
                  </a:cubicBezTo>
                  <a:cubicBezTo>
                    <a:pt x="12068" y="10304"/>
                    <a:pt x="14353" y="9796"/>
                    <a:pt x="16092" y="8789"/>
                  </a:cubicBezTo>
                  <a:cubicBezTo>
                    <a:pt x="19562" y="6780"/>
                    <a:pt x="19539" y="3516"/>
                    <a:pt x="16047" y="1507"/>
                  </a:cubicBezTo>
                  <a:cubicBezTo>
                    <a:pt x="14312" y="503"/>
                    <a:pt x="12029" y="1"/>
                    <a:pt x="9747" y="1"/>
                  </a:cubicBez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59" name="Google Shape;6159;p47"/>
            <p:cNvSpPr/>
            <p:nvPr/>
          </p:nvSpPr>
          <p:spPr>
            <a:xfrm>
              <a:off x="2802163" y="2711250"/>
              <a:ext cx="229425" cy="134850"/>
            </a:xfrm>
            <a:custGeom>
              <a:avLst/>
              <a:gdLst/>
              <a:ahLst/>
              <a:cxnLst/>
              <a:rect l="l" t="t" r="r" b="b"/>
              <a:pathLst>
                <a:path w="9177" h="5394" extrusionOk="0">
                  <a:moveTo>
                    <a:pt x="5639" y="1484"/>
                  </a:moveTo>
                  <a:lnTo>
                    <a:pt x="6780" y="2123"/>
                  </a:lnTo>
                  <a:cubicBezTo>
                    <a:pt x="6985" y="2238"/>
                    <a:pt x="7100" y="2352"/>
                    <a:pt x="7145" y="2466"/>
                  </a:cubicBezTo>
                  <a:cubicBezTo>
                    <a:pt x="7168" y="2580"/>
                    <a:pt x="7122" y="2694"/>
                    <a:pt x="6963" y="2785"/>
                  </a:cubicBezTo>
                  <a:cubicBezTo>
                    <a:pt x="6780" y="2877"/>
                    <a:pt x="6597" y="2922"/>
                    <a:pt x="6392" y="2922"/>
                  </a:cubicBezTo>
                  <a:cubicBezTo>
                    <a:pt x="6187" y="2899"/>
                    <a:pt x="5981" y="2831"/>
                    <a:pt x="5776" y="2717"/>
                  </a:cubicBezTo>
                  <a:lnTo>
                    <a:pt x="4634" y="2078"/>
                  </a:lnTo>
                  <a:lnTo>
                    <a:pt x="5639" y="1484"/>
                  </a:lnTo>
                  <a:close/>
                  <a:moveTo>
                    <a:pt x="3630" y="2671"/>
                  </a:moveTo>
                  <a:lnTo>
                    <a:pt x="4771" y="3310"/>
                  </a:lnTo>
                  <a:cubicBezTo>
                    <a:pt x="5045" y="3447"/>
                    <a:pt x="5205" y="3607"/>
                    <a:pt x="5251" y="3744"/>
                  </a:cubicBezTo>
                  <a:cubicBezTo>
                    <a:pt x="5296" y="3881"/>
                    <a:pt x="5251" y="4018"/>
                    <a:pt x="5091" y="4109"/>
                  </a:cubicBezTo>
                  <a:cubicBezTo>
                    <a:pt x="4949" y="4198"/>
                    <a:pt x="4780" y="4231"/>
                    <a:pt x="4595" y="4231"/>
                  </a:cubicBezTo>
                  <a:cubicBezTo>
                    <a:pt x="4541" y="4231"/>
                    <a:pt x="4485" y="4228"/>
                    <a:pt x="4429" y="4223"/>
                  </a:cubicBezTo>
                  <a:cubicBezTo>
                    <a:pt x="4178" y="4201"/>
                    <a:pt x="3927" y="4109"/>
                    <a:pt x="3676" y="3972"/>
                  </a:cubicBezTo>
                  <a:lnTo>
                    <a:pt x="2534" y="3310"/>
                  </a:lnTo>
                  <a:lnTo>
                    <a:pt x="3630" y="2671"/>
                  </a:lnTo>
                  <a:close/>
                  <a:moveTo>
                    <a:pt x="5228" y="1"/>
                  </a:moveTo>
                  <a:lnTo>
                    <a:pt x="1" y="3105"/>
                  </a:lnTo>
                  <a:lnTo>
                    <a:pt x="2808" y="4703"/>
                  </a:lnTo>
                  <a:cubicBezTo>
                    <a:pt x="3242" y="4954"/>
                    <a:pt x="3699" y="5136"/>
                    <a:pt x="4132" y="5250"/>
                  </a:cubicBezTo>
                  <a:cubicBezTo>
                    <a:pt x="4513" y="5346"/>
                    <a:pt x="4861" y="5393"/>
                    <a:pt x="5205" y="5393"/>
                  </a:cubicBezTo>
                  <a:cubicBezTo>
                    <a:pt x="5274" y="5393"/>
                    <a:pt x="5342" y="5391"/>
                    <a:pt x="5410" y="5387"/>
                  </a:cubicBezTo>
                  <a:cubicBezTo>
                    <a:pt x="5799" y="5365"/>
                    <a:pt x="6141" y="5250"/>
                    <a:pt x="6438" y="5068"/>
                  </a:cubicBezTo>
                  <a:cubicBezTo>
                    <a:pt x="6780" y="4885"/>
                    <a:pt x="6963" y="4657"/>
                    <a:pt x="6985" y="4383"/>
                  </a:cubicBezTo>
                  <a:cubicBezTo>
                    <a:pt x="7031" y="4132"/>
                    <a:pt x="6894" y="3881"/>
                    <a:pt x="6597" y="3630"/>
                  </a:cubicBezTo>
                  <a:lnTo>
                    <a:pt x="6597" y="3630"/>
                  </a:lnTo>
                  <a:cubicBezTo>
                    <a:pt x="6922" y="3745"/>
                    <a:pt x="7232" y="3795"/>
                    <a:pt x="7551" y="3795"/>
                  </a:cubicBezTo>
                  <a:cubicBezTo>
                    <a:pt x="7613" y="3795"/>
                    <a:pt x="7676" y="3793"/>
                    <a:pt x="7739" y="3790"/>
                  </a:cubicBezTo>
                  <a:cubicBezTo>
                    <a:pt x="8104" y="3767"/>
                    <a:pt x="8446" y="3676"/>
                    <a:pt x="8720" y="3516"/>
                  </a:cubicBezTo>
                  <a:cubicBezTo>
                    <a:pt x="8971" y="3356"/>
                    <a:pt x="9131" y="3173"/>
                    <a:pt x="9154" y="2945"/>
                  </a:cubicBezTo>
                  <a:cubicBezTo>
                    <a:pt x="9177" y="2740"/>
                    <a:pt x="9085" y="2511"/>
                    <a:pt x="8880" y="2260"/>
                  </a:cubicBezTo>
                  <a:cubicBezTo>
                    <a:pt x="8675" y="2009"/>
                    <a:pt x="8355" y="1781"/>
                    <a:pt x="7921" y="1530"/>
                  </a:cubicBezTo>
                  <a:lnTo>
                    <a:pt x="52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60" name="Google Shape;6160;p47"/>
            <p:cNvSpPr/>
            <p:nvPr/>
          </p:nvSpPr>
          <p:spPr>
            <a:xfrm>
              <a:off x="3188488" y="3990050"/>
              <a:ext cx="808050" cy="359500"/>
            </a:xfrm>
            <a:custGeom>
              <a:avLst/>
              <a:gdLst/>
              <a:ahLst/>
              <a:cxnLst/>
              <a:rect l="l" t="t" r="r" b="b"/>
              <a:pathLst>
                <a:path w="32322" h="14380" extrusionOk="0">
                  <a:moveTo>
                    <a:pt x="23" y="0"/>
                  </a:moveTo>
                  <a:lnTo>
                    <a:pt x="23" y="0"/>
                  </a:lnTo>
                  <a:cubicBezTo>
                    <a:pt x="23" y="18"/>
                    <a:pt x="23" y="35"/>
                    <a:pt x="23" y="53"/>
                  </a:cubicBezTo>
                  <a:lnTo>
                    <a:pt x="23" y="53"/>
                  </a:lnTo>
                  <a:lnTo>
                    <a:pt x="23" y="0"/>
                  </a:lnTo>
                  <a:close/>
                  <a:moveTo>
                    <a:pt x="23" y="53"/>
                  </a:moveTo>
                  <a:lnTo>
                    <a:pt x="1" y="4976"/>
                  </a:lnTo>
                  <a:cubicBezTo>
                    <a:pt x="1" y="7395"/>
                    <a:pt x="1576" y="9815"/>
                    <a:pt x="4771" y="11641"/>
                  </a:cubicBezTo>
                  <a:cubicBezTo>
                    <a:pt x="5159" y="11869"/>
                    <a:pt x="5547" y="12075"/>
                    <a:pt x="5958" y="12257"/>
                  </a:cubicBezTo>
                  <a:cubicBezTo>
                    <a:pt x="6095" y="12326"/>
                    <a:pt x="6232" y="12371"/>
                    <a:pt x="6369" y="12440"/>
                  </a:cubicBezTo>
                  <a:cubicBezTo>
                    <a:pt x="6620" y="12554"/>
                    <a:pt x="6848" y="12668"/>
                    <a:pt x="7099" y="12759"/>
                  </a:cubicBezTo>
                  <a:cubicBezTo>
                    <a:pt x="7145" y="12782"/>
                    <a:pt x="7191" y="12782"/>
                    <a:pt x="7236" y="12805"/>
                  </a:cubicBezTo>
                  <a:cubicBezTo>
                    <a:pt x="7328" y="12851"/>
                    <a:pt x="7419" y="12874"/>
                    <a:pt x="7510" y="12919"/>
                  </a:cubicBezTo>
                  <a:cubicBezTo>
                    <a:pt x="7830" y="13033"/>
                    <a:pt x="8172" y="13147"/>
                    <a:pt x="8492" y="13239"/>
                  </a:cubicBezTo>
                  <a:cubicBezTo>
                    <a:pt x="8606" y="13284"/>
                    <a:pt x="8720" y="13330"/>
                    <a:pt x="8834" y="13353"/>
                  </a:cubicBezTo>
                  <a:cubicBezTo>
                    <a:pt x="8902" y="13376"/>
                    <a:pt x="8994" y="13398"/>
                    <a:pt x="9062" y="13421"/>
                  </a:cubicBezTo>
                  <a:cubicBezTo>
                    <a:pt x="9199" y="13467"/>
                    <a:pt x="9336" y="13490"/>
                    <a:pt x="9473" y="13535"/>
                  </a:cubicBezTo>
                  <a:cubicBezTo>
                    <a:pt x="9816" y="13604"/>
                    <a:pt x="10135" y="13695"/>
                    <a:pt x="10477" y="13764"/>
                  </a:cubicBezTo>
                  <a:cubicBezTo>
                    <a:pt x="10569" y="13787"/>
                    <a:pt x="10660" y="13809"/>
                    <a:pt x="10751" y="13832"/>
                  </a:cubicBezTo>
                  <a:cubicBezTo>
                    <a:pt x="10888" y="13855"/>
                    <a:pt x="11025" y="13878"/>
                    <a:pt x="11162" y="13901"/>
                  </a:cubicBezTo>
                  <a:cubicBezTo>
                    <a:pt x="11436" y="13969"/>
                    <a:pt x="11710" y="14015"/>
                    <a:pt x="12007" y="14060"/>
                  </a:cubicBezTo>
                  <a:cubicBezTo>
                    <a:pt x="12121" y="14083"/>
                    <a:pt x="12235" y="14106"/>
                    <a:pt x="12349" y="14106"/>
                  </a:cubicBezTo>
                  <a:cubicBezTo>
                    <a:pt x="12486" y="14129"/>
                    <a:pt x="12600" y="14152"/>
                    <a:pt x="12737" y="14152"/>
                  </a:cubicBezTo>
                  <a:cubicBezTo>
                    <a:pt x="12988" y="14197"/>
                    <a:pt x="13262" y="14220"/>
                    <a:pt x="13536" y="14243"/>
                  </a:cubicBezTo>
                  <a:cubicBezTo>
                    <a:pt x="13673" y="14266"/>
                    <a:pt x="13787" y="14289"/>
                    <a:pt x="13924" y="14289"/>
                  </a:cubicBezTo>
                  <a:cubicBezTo>
                    <a:pt x="14038" y="14312"/>
                    <a:pt x="14152" y="14312"/>
                    <a:pt x="14289" y="14312"/>
                  </a:cubicBezTo>
                  <a:cubicBezTo>
                    <a:pt x="14563" y="14334"/>
                    <a:pt x="14837" y="14334"/>
                    <a:pt x="15111" y="14357"/>
                  </a:cubicBezTo>
                  <a:cubicBezTo>
                    <a:pt x="15248" y="14357"/>
                    <a:pt x="15385" y="14380"/>
                    <a:pt x="15522" y="14380"/>
                  </a:cubicBezTo>
                  <a:lnTo>
                    <a:pt x="16732" y="14380"/>
                  </a:lnTo>
                  <a:cubicBezTo>
                    <a:pt x="16800" y="14369"/>
                    <a:pt x="16874" y="14369"/>
                    <a:pt x="16948" y="14369"/>
                  </a:cubicBezTo>
                  <a:cubicBezTo>
                    <a:pt x="17023" y="14369"/>
                    <a:pt x="17097" y="14369"/>
                    <a:pt x="17165" y="14357"/>
                  </a:cubicBezTo>
                  <a:lnTo>
                    <a:pt x="17439" y="14357"/>
                  </a:lnTo>
                  <a:cubicBezTo>
                    <a:pt x="17804" y="14334"/>
                    <a:pt x="18147" y="14312"/>
                    <a:pt x="18512" y="14289"/>
                  </a:cubicBezTo>
                  <a:cubicBezTo>
                    <a:pt x="18672" y="14266"/>
                    <a:pt x="18809" y="14266"/>
                    <a:pt x="18968" y="14243"/>
                  </a:cubicBezTo>
                  <a:cubicBezTo>
                    <a:pt x="19037" y="14243"/>
                    <a:pt x="19105" y="14220"/>
                    <a:pt x="19174" y="14220"/>
                  </a:cubicBezTo>
                  <a:cubicBezTo>
                    <a:pt x="19288" y="14220"/>
                    <a:pt x="19379" y="14197"/>
                    <a:pt x="19493" y="14175"/>
                  </a:cubicBezTo>
                  <a:cubicBezTo>
                    <a:pt x="19881" y="14129"/>
                    <a:pt x="20247" y="14083"/>
                    <a:pt x="20612" y="14038"/>
                  </a:cubicBezTo>
                  <a:cubicBezTo>
                    <a:pt x="20703" y="14015"/>
                    <a:pt x="20794" y="13992"/>
                    <a:pt x="20886" y="13992"/>
                  </a:cubicBezTo>
                  <a:cubicBezTo>
                    <a:pt x="20931" y="13969"/>
                    <a:pt x="20977" y="13969"/>
                    <a:pt x="21023" y="13969"/>
                  </a:cubicBezTo>
                  <a:cubicBezTo>
                    <a:pt x="21205" y="13923"/>
                    <a:pt x="21365" y="13878"/>
                    <a:pt x="21548" y="13855"/>
                  </a:cubicBezTo>
                  <a:cubicBezTo>
                    <a:pt x="21844" y="13787"/>
                    <a:pt x="22141" y="13741"/>
                    <a:pt x="22438" y="13650"/>
                  </a:cubicBezTo>
                  <a:cubicBezTo>
                    <a:pt x="22643" y="13604"/>
                    <a:pt x="22849" y="13535"/>
                    <a:pt x="23077" y="13490"/>
                  </a:cubicBezTo>
                  <a:cubicBezTo>
                    <a:pt x="23351" y="13421"/>
                    <a:pt x="23625" y="13330"/>
                    <a:pt x="23899" y="13262"/>
                  </a:cubicBezTo>
                  <a:cubicBezTo>
                    <a:pt x="23967" y="13239"/>
                    <a:pt x="24013" y="13216"/>
                    <a:pt x="24081" y="13193"/>
                  </a:cubicBezTo>
                  <a:cubicBezTo>
                    <a:pt x="24424" y="13102"/>
                    <a:pt x="24743" y="12965"/>
                    <a:pt x="25063" y="12851"/>
                  </a:cubicBezTo>
                  <a:cubicBezTo>
                    <a:pt x="25108" y="12828"/>
                    <a:pt x="25154" y="12805"/>
                    <a:pt x="25200" y="12805"/>
                  </a:cubicBezTo>
                  <a:cubicBezTo>
                    <a:pt x="25542" y="12668"/>
                    <a:pt x="25907" y="12508"/>
                    <a:pt x="26227" y="12349"/>
                  </a:cubicBezTo>
                  <a:cubicBezTo>
                    <a:pt x="26341" y="12303"/>
                    <a:pt x="26432" y="12257"/>
                    <a:pt x="26524" y="12212"/>
                  </a:cubicBezTo>
                  <a:cubicBezTo>
                    <a:pt x="26912" y="12029"/>
                    <a:pt x="27277" y="11846"/>
                    <a:pt x="27619" y="11641"/>
                  </a:cubicBezTo>
                  <a:cubicBezTo>
                    <a:pt x="27688" y="11595"/>
                    <a:pt x="27756" y="11572"/>
                    <a:pt x="27825" y="11527"/>
                  </a:cubicBezTo>
                  <a:cubicBezTo>
                    <a:pt x="27870" y="11481"/>
                    <a:pt x="27939" y="11458"/>
                    <a:pt x="28007" y="11413"/>
                  </a:cubicBezTo>
                  <a:cubicBezTo>
                    <a:pt x="28099" y="11344"/>
                    <a:pt x="28190" y="11299"/>
                    <a:pt x="28281" y="11230"/>
                  </a:cubicBezTo>
                  <a:cubicBezTo>
                    <a:pt x="28372" y="11162"/>
                    <a:pt x="28464" y="11116"/>
                    <a:pt x="28555" y="11047"/>
                  </a:cubicBezTo>
                  <a:cubicBezTo>
                    <a:pt x="28646" y="10979"/>
                    <a:pt x="28738" y="10933"/>
                    <a:pt x="28829" y="10865"/>
                  </a:cubicBezTo>
                  <a:cubicBezTo>
                    <a:pt x="28897" y="10796"/>
                    <a:pt x="28989" y="10751"/>
                    <a:pt x="29057" y="10682"/>
                  </a:cubicBezTo>
                  <a:cubicBezTo>
                    <a:pt x="29149" y="10614"/>
                    <a:pt x="29240" y="10545"/>
                    <a:pt x="29308" y="10477"/>
                  </a:cubicBezTo>
                  <a:cubicBezTo>
                    <a:pt x="29400" y="10431"/>
                    <a:pt x="29468" y="10363"/>
                    <a:pt x="29537" y="10294"/>
                  </a:cubicBezTo>
                  <a:cubicBezTo>
                    <a:pt x="29605" y="10226"/>
                    <a:pt x="29696" y="10157"/>
                    <a:pt x="29765" y="10089"/>
                  </a:cubicBezTo>
                  <a:cubicBezTo>
                    <a:pt x="29810" y="10066"/>
                    <a:pt x="29833" y="10043"/>
                    <a:pt x="29856" y="10020"/>
                  </a:cubicBezTo>
                  <a:cubicBezTo>
                    <a:pt x="29902" y="9975"/>
                    <a:pt x="29925" y="9952"/>
                    <a:pt x="29947" y="9929"/>
                  </a:cubicBezTo>
                  <a:cubicBezTo>
                    <a:pt x="30084" y="9815"/>
                    <a:pt x="30199" y="9678"/>
                    <a:pt x="30313" y="9564"/>
                  </a:cubicBezTo>
                  <a:cubicBezTo>
                    <a:pt x="30358" y="9518"/>
                    <a:pt x="30404" y="9495"/>
                    <a:pt x="30427" y="9450"/>
                  </a:cubicBezTo>
                  <a:cubicBezTo>
                    <a:pt x="30587" y="9290"/>
                    <a:pt x="30723" y="9130"/>
                    <a:pt x="30860" y="8948"/>
                  </a:cubicBezTo>
                  <a:cubicBezTo>
                    <a:pt x="30860" y="8948"/>
                    <a:pt x="30860" y="8948"/>
                    <a:pt x="30860" y="8925"/>
                  </a:cubicBezTo>
                  <a:cubicBezTo>
                    <a:pt x="30906" y="8902"/>
                    <a:pt x="30929" y="8856"/>
                    <a:pt x="30952" y="8811"/>
                  </a:cubicBezTo>
                  <a:cubicBezTo>
                    <a:pt x="31020" y="8719"/>
                    <a:pt x="31112" y="8605"/>
                    <a:pt x="31180" y="8514"/>
                  </a:cubicBezTo>
                  <a:cubicBezTo>
                    <a:pt x="31226" y="8445"/>
                    <a:pt x="31248" y="8400"/>
                    <a:pt x="31294" y="8331"/>
                  </a:cubicBezTo>
                  <a:cubicBezTo>
                    <a:pt x="31363" y="8240"/>
                    <a:pt x="31408" y="8149"/>
                    <a:pt x="31477" y="8057"/>
                  </a:cubicBezTo>
                  <a:cubicBezTo>
                    <a:pt x="31477" y="8012"/>
                    <a:pt x="31500" y="7989"/>
                    <a:pt x="31522" y="7966"/>
                  </a:cubicBezTo>
                  <a:cubicBezTo>
                    <a:pt x="31545" y="7920"/>
                    <a:pt x="31568" y="7898"/>
                    <a:pt x="31568" y="7852"/>
                  </a:cubicBezTo>
                  <a:cubicBezTo>
                    <a:pt x="31614" y="7761"/>
                    <a:pt x="31659" y="7692"/>
                    <a:pt x="31705" y="7601"/>
                  </a:cubicBezTo>
                  <a:cubicBezTo>
                    <a:pt x="31728" y="7532"/>
                    <a:pt x="31773" y="7464"/>
                    <a:pt x="31796" y="7395"/>
                  </a:cubicBezTo>
                  <a:cubicBezTo>
                    <a:pt x="31842" y="7327"/>
                    <a:pt x="31865" y="7236"/>
                    <a:pt x="31910" y="7167"/>
                  </a:cubicBezTo>
                  <a:cubicBezTo>
                    <a:pt x="31910" y="7122"/>
                    <a:pt x="31933" y="7076"/>
                    <a:pt x="31956" y="7053"/>
                  </a:cubicBezTo>
                  <a:cubicBezTo>
                    <a:pt x="31956" y="7007"/>
                    <a:pt x="31979" y="6985"/>
                    <a:pt x="31979" y="6962"/>
                  </a:cubicBezTo>
                  <a:cubicBezTo>
                    <a:pt x="32002" y="6870"/>
                    <a:pt x="32025" y="6802"/>
                    <a:pt x="32047" y="6711"/>
                  </a:cubicBezTo>
                  <a:cubicBezTo>
                    <a:pt x="32070" y="6642"/>
                    <a:pt x="32093" y="6574"/>
                    <a:pt x="32116" y="6505"/>
                  </a:cubicBezTo>
                  <a:cubicBezTo>
                    <a:pt x="32139" y="6414"/>
                    <a:pt x="32161" y="6345"/>
                    <a:pt x="32184" y="6277"/>
                  </a:cubicBezTo>
                  <a:cubicBezTo>
                    <a:pt x="32184" y="6231"/>
                    <a:pt x="32207" y="6186"/>
                    <a:pt x="32207" y="6140"/>
                  </a:cubicBezTo>
                  <a:cubicBezTo>
                    <a:pt x="32207" y="6117"/>
                    <a:pt x="32207" y="6094"/>
                    <a:pt x="32230" y="6049"/>
                  </a:cubicBezTo>
                  <a:cubicBezTo>
                    <a:pt x="32230" y="5980"/>
                    <a:pt x="32253" y="5889"/>
                    <a:pt x="32253" y="5821"/>
                  </a:cubicBezTo>
                  <a:cubicBezTo>
                    <a:pt x="32276" y="5752"/>
                    <a:pt x="32276" y="5661"/>
                    <a:pt x="32298" y="5592"/>
                  </a:cubicBezTo>
                  <a:cubicBezTo>
                    <a:pt x="32298" y="5524"/>
                    <a:pt x="32298" y="5432"/>
                    <a:pt x="32298" y="5364"/>
                  </a:cubicBezTo>
                  <a:cubicBezTo>
                    <a:pt x="32298" y="5318"/>
                    <a:pt x="32321" y="5273"/>
                    <a:pt x="32321" y="5204"/>
                  </a:cubicBezTo>
                  <a:cubicBezTo>
                    <a:pt x="32321" y="5159"/>
                    <a:pt x="32321" y="5113"/>
                    <a:pt x="32321" y="5067"/>
                  </a:cubicBezTo>
                  <a:lnTo>
                    <a:pt x="32321" y="365"/>
                  </a:lnTo>
                  <a:cubicBezTo>
                    <a:pt x="32321" y="457"/>
                    <a:pt x="32321" y="548"/>
                    <a:pt x="32298" y="616"/>
                  </a:cubicBezTo>
                  <a:cubicBezTo>
                    <a:pt x="32298" y="685"/>
                    <a:pt x="32276" y="753"/>
                    <a:pt x="32276" y="822"/>
                  </a:cubicBezTo>
                  <a:cubicBezTo>
                    <a:pt x="32253" y="913"/>
                    <a:pt x="32253" y="982"/>
                    <a:pt x="32230" y="1073"/>
                  </a:cubicBezTo>
                  <a:cubicBezTo>
                    <a:pt x="32230" y="1141"/>
                    <a:pt x="32207" y="1210"/>
                    <a:pt x="32184" y="1278"/>
                  </a:cubicBezTo>
                  <a:cubicBezTo>
                    <a:pt x="32184" y="1370"/>
                    <a:pt x="32161" y="1438"/>
                    <a:pt x="32139" y="1529"/>
                  </a:cubicBezTo>
                  <a:cubicBezTo>
                    <a:pt x="32116" y="1598"/>
                    <a:pt x="32093" y="1666"/>
                    <a:pt x="32070" y="1735"/>
                  </a:cubicBezTo>
                  <a:cubicBezTo>
                    <a:pt x="32047" y="1803"/>
                    <a:pt x="32025" y="1895"/>
                    <a:pt x="32002" y="1963"/>
                  </a:cubicBezTo>
                  <a:cubicBezTo>
                    <a:pt x="31979" y="2032"/>
                    <a:pt x="31933" y="2100"/>
                    <a:pt x="31910" y="2168"/>
                  </a:cubicBezTo>
                  <a:cubicBezTo>
                    <a:pt x="31888" y="2260"/>
                    <a:pt x="31842" y="2351"/>
                    <a:pt x="31819" y="2420"/>
                  </a:cubicBezTo>
                  <a:cubicBezTo>
                    <a:pt x="31773" y="2488"/>
                    <a:pt x="31751" y="2556"/>
                    <a:pt x="31728" y="2625"/>
                  </a:cubicBezTo>
                  <a:cubicBezTo>
                    <a:pt x="31682" y="2716"/>
                    <a:pt x="31636" y="2785"/>
                    <a:pt x="31591" y="2876"/>
                  </a:cubicBezTo>
                  <a:cubicBezTo>
                    <a:pt x="31568" y="2945"/>
                    <a:pt x="31522" y="2990"/>
                    <a:pt x="31477" y="3059"/>
                  </a:cubicBezTo>
                  <a:cubicBezTo>
                    <a:pt x="31431" y="3150"/>
                    <a:pt x="31363" y="3264"/>
                    <a:pt x="31317" y="3355"/>
                  </a:cubicBezTo>
                  <a:cubicBezTo>
                    <a:pt x="31271" y="3401"/>
                    <a:pt x="31226" y="3470"/>
                    <a:pt x="31203" y="3515"/>
                  </a:cubicBezTo>
                  <a:cubicBezTo>
                    <a:pt x="31112" y="3629"/>
                    <a:pt x="31043" y="3743"/>
                    <a:pt x="30975" y="3835"/>
                  </a:cubicBezTo>
                  <a:cubicBezTo>
                    <a:pt x="30929" y="3880"/>
                    <a:pt x="30906" y="3926"/>
                    <a:pt x="30860" y="3972"/>
                  </a:cubicBezTo>
                  <a:cubicBezTo>
                    <a:pt x="30723" y="4131"/>
                    <a:pt x="30587" y="4291"/>
                    <a:pt x="30450" y="4451"/>
                  </a:cubicBezTo>
                  <a:cubicBezTo>
                    <a:pt x="30404" y="4497"/>
                    <a:pt x="30358" y="4542"/>
                    <a:pt x="30335" y="4588"/>
                  </a:cubicBezTo>
                  <a:cubicBezTo>
                    <a:pt x="30199" y="4702"/>
                    <a:pt x="30084" y="4839"/>
                    <a:pt x="29970" y="4953"/>
                  </a:cubicBezTo>
                  <a:cubicBezTo>
                    <a:pt x="29902" y="4999"/>
                    <a:pt x="29833" y="5067"/>
                    <a:pt x="29788" y="5113"/>
                  </a:cubicBezTo>
                  <a:cubicBezTo>
                    <a:pt x="29719" y="5181"/>
                    <a:pt x="29628" y="5250"/>
                    <a:pt x="29559" y="5318"/>
                  </a:cubicBezTo>
                  <a:cubicBezTo>
                    <a:pt x="29468" y="5387"/>
                    <a:pt x="29400" y="5432"/>
                    <a:pt x="29331" y="5501"/>
                  </a:cubicBezTo>
                  <a:cubicBezTo>
                    <a:pt x="29240" y="5569"/>
                    <a:pt x="29171" y="5638"/>
                    <a:pt x="29080" y="5706"/>
                  </a:cubicBezTo>
                  <a:cubicBezTo>
                    <a:pt x="28989" y="5752"/>
                    <a:pt x="28920" y="5821"/>
                    <a:pt x="28829" y="5889"/>
                  </a:cubicBezTo>
                  <a:cubicBezTo>
                    <a:pt x="28738" y="5935"/>
                    <a:pt x="28646" y="6003"/>
                    <a:pt x="28555" y="6072"/>
                  </a:cubicBezTo>
                  <a:cubicBezTo>
                    <a:pt x="28487" y="6140"/>
                    <a:pt x="28395" y="6186"/>
                    <a:pt x="28304" y="6254"/>
                  </a:cubicBezTo>
                  <a:cubicBezTo>
                    <a:pt x="28213" y="6300"/>
                    <a:pt x="28099" y="6368"/>
                    <a:pt x="28007" y="6437"/>
                  </a:cubicBezTo>
                  <a:cubicBezTo>
                    <a:pt x="27893" y="6505"/>
                    <a:pt x="27756" y="6597"/>
                    <a:pt x="27642" y="6665"/>
                  </a:cubicBezTo>
                  <a:cubicBezTo>
                    <a:pt x="27277" y="6870"/>
                    <a:pt x="26912" y="7053"/>
                    <a:pt x="26546" y="7236"/>
                  </a:cubicBezTo>
                  <a:cubicBezTo>
                    <a:pt x="26455" y="7281"/>
                    <a:pt x="26341" y="7327"/>
                    <a:pt x="26250" y="7373"/>
                  </a:cubicBezTo>
                  <a:cubicBezTo>
                    <a:pt x="25907" y="7532"/>
                    <a:pt x="25565" y="7669"/>
                    <a:pt x="25223" y="7806"/>
                  </a:cubicBezTo>
                  <a:cubicBezTo>
                    <a:pt x="25177" y="7829"/>
                    <a:pt x="25131" y="7852"/>
                    <a:pt x="25086" y="7875"/>
                  </a:cubicBezTo>
                  <a:cubicBezTo>
                    <a:pt x="24698" y="8012"/>
                    <a:pt x="24310" y="8149"/>
                    <a:pt x="23922" y="8263"/>
                  </a:cubicBezTo>
                  <a:cubicBezTo>
                    <a:pt x="23648" y="8354"/>
                    <a:pt x="23374" y="8423"/>
                    <a:pt x="23077" y="8514"/>
                  </a:cubicBezTo>
                  <a:cubicBezTo>
                    <a:pt x="22872" y="8560"/>
                    <a:pt x="22666" y="8628"/>
                    <a:pt x="22461" y="8674"/>
                  </a:cubicBezTo>
                  <a:cubicBezTo>
                    <a:pt x="22164" y="8742"/>
                    <a:pt x="21844" y="8811"/>
                    <a:pt x="21548" y="8879"/>
                  </a:cubicBezTo>
                  <a:cubicBezTo>
                    <a:pt x="21342" y="8902"/>
                    <a:pt x="21114" y="8970"/>
                    <a:pt x="20909" y="8993"/>
                  </a:cubicBezTo>
                  <a:cubicBezTo>
                    <a:pt x="20817" y="9016"/>
                    <a:pt x="20726" y="9039"/>
                    <a:pt x="20635" y="9039"/>
                  </a:cubicBezTo>
                  <a:cubicBezTo>
                    <a:pt x="20269" y="9107"/>
                    <a:pt x="19881" y="9153"/>
                    <a:pt x="19516" y="9199"/>
                  </a:cubicBezTo>
                  <a:cubicBezTo>
                    <a:pt x="19402" y="9221"/>
                    <a:pt x="19288" y="9221"/>
                    <a:pt x="19174" y="9244"/>
                  </a:cubicBezTo>
                  <a:cubicBezTo>
                    <a:pt x="18968" y="9267"/>
                    <a:pt x="18763" y="9290"/>
                    <a:pt x="18535" y="9290"/>
                  </a:cubicBezTo>
                  <a:cubicBezTo>
                    <a:pt x="18170" y="9336"/>
                    <a:pt x="17804" y="9358"/>
                    <a:pt x="17439" y="9358"/>
                  </a:cubicBezTo>
                  <a:cubicBezTo>
                    <a:pt x="17211" y="9381"/>
                    <a:pt x="16983" y="9381"/>
                    <a:pt x="16732" y="9381"/>
                  </a:cubicBezTo>
                  <a:cubicBezTo>
                    <a:pt x="16458" y="9404"/>
                    <a:pt x="16161" y="9404"/>
                    <a:pt x="15864" y="9404"/>
                  </a:cubicBezTo>
                  <a:cubicBezTo>
                    <a:pt x="15613" y="9381"/>
                    <a:pt x="15362" y="9381"/>
                    <a:pt x="15111" y="9381"/>
                  </a:cubicBezTo>
                  <a:cubicBezTo>
                    <a:pt x="14837" y="9358"/>
                    <a:pt x="14563" y="9358"/>
                    <a:pt x="14289" y="9336"/>
                  </a:cubicBezTo>
                  <a:cubicBezTo>
                    <a:pt x="14038" y="9313"/>
                    <a:pt x="13810" y="9290"/>
                    <a:pt x="13559" y="9267"/>
                  </a:cubicBezTo>
                  <a:cubicBezTo>
                    <a:pt x="13285" y="9244"/>
                    <a:pt x="13011" y="9221"/>
                    <a:pt x="12737" y="9176"/>
                  </a:cubicBezTo>
                  <a:cubicBezTo>
                    <a:pt x="12509" y="9153"/>
                    <a:pt x="12258" y="9107"/>
                    <a:pt x="12030" y="9085"/>
                  </a:cubicBezTo>
                  <a:cubicBezTo>
                    <a:pt x="11733" y="9039"/>
                    <a:pt x="11459" y="8970"/>
                    <a:pt x="11162" y="8925"/>
                  </a:cubicBezTo>
                  <a:cubicBezTo>
                    <a:pt x="10934" y="8879"/>
                    <a:pt x="10729" y="8833"/>
                    <a:pt x="10500" y="8788"/>
                  </a:cubicBezTo>
                  <a:cubicBezTo>
                    <a:pt x="10158" y="8719"/>
                    <a:pt x="9816" y="8628"/>
                    <a:pt x="9496" y="8537"/>
                  </a:cubicBezTo>
                  <a:cubicBezTo>
                    <a:pt x="9268" y="8491"/>
                    <a:pt x="9062" y="8445"/>
                    <a:pt x="8857" y="8377"/>
                  </a:cubicBezTo>
                  <a:cubicBezTo>
                    <a:pt x="8743" y="8331"/>
                    <a:pt x="8629" y="8308"/>
                    <a:pt x="8514" y="8263"/>
                  </a:cubicBezTo>
                  <a:cubicBezTo>
                    <a:pt x="8172" y="8172"/>
                    <a:pt x="7853" y="8057"/>
                    <a:pt x="7533" y="7920"/>
                  </a:cubicBezTo>
                  <a:cubicBezTo>
                    <a:pt x="7442" y="7898"/>
                    <a:pt x="7328" y="7875"/>
                    <a:pt x="7236" y="7829"/>
                  </a:cubicBezTo>
                  <a:cubicBezTo>
                    <a:pt x="6962" y="7715"/>
                    <a:pt x="6666" y="7578"/>
                    <a:pt x="6392" y="7464"/>
                  </a:cubicBezTo>
                  <a:cubicBezTo>
                    <a:pt x="6255" y="7395"/>
                    <a:pt x="6095" y="7350"/>
                    <a:pt x="5981" y="7281"/>
                  </a:cubicBezTo>
                  <a:cubicBezTo>
                    <a:pt x="5570" y="7099"/>
                    <a:pt x="5159" y="6893"/>
                    <a:pt x="4794" y="6665"/>
                  </a:cubicBezTo>
                  <a:cubicBezTo>
                    <a:pt x="1622" y="4830"/>
                    <a:pt x="24" y="2454"/>
                    <a:pt x="23" y="53"/>
                  </a:cubicBez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61" name="Google Shape;6161;p47"/>
            <p:cNvSpPr/>
            <p:nvPr/>
          </p:nvSpPr>
          <p:spPr>
            <a:xfrm>
              <a:off x="3149113" y="3757225"/>
              <a:ext cx="887375" cy="467950"/>
            </a:xfrm>
            <a:custGeom>
              <a:avLst/>
              <a:gdLst/>
              <a:ahLst/>
              <a:cxnLst/>
              <a:rect l="l" t="t" r="r" b="b"/>
              <a:pathLst>
                <a:path w="35495" h="18718" extrusionOk="0">
                  <a:moveTo>
                    <a:pt x="17693" y="0"/>
                  </a:moveTo>
                  <a:cubicBezTo>
                    <a:pt x="13559" y="0"/>
                    <a:pt x="9428" y="913"/>
                    <a:pt x="6278" y="2739"/>
                  </a:cubicBezTo>
                  <a:cubicBezTo>
                    <a:pt x="1" y="6391"/>
                    <a:pt x="24" y="12326"/>
                    <a:pt x="6369" y="15978"/>
                  </a:cubicBezTo>
                  <a:cubicBezTo>
                    <a:pt x="9530" y="17804"/>
                    <a:pt x="13667" y="18717"/>
                    <a:pt x="17802" y="18717"/>
                  </a:cubicBezTo>
                  <a:cubicBezTo>
                    <a:pt x="21936" y="18717"/>
                    <a:pt x="26067" y="17804"/>
                    <a:pt x="29217" y="15978"/>
                  </a:cubicBezTo>
                  <a:cubicBezTo>
                    <a:pt x="35494" y="12326"/>
                    <a:pt x="35471" y="6391"/>
                    <a:pt x="29126" y="2739"/>
                  </a:cubicBezTo>
                  <a:cubicBezTo>
                    <a:pt x="25964" y="913"/>
                    <a:pt x="21827" y="0"/>
                    <a:pt x="176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62" name="Google Shape;6162;p47"/>
            <p:cNvSpPr/>
            <p:nvPr/>
          </p:nvSpPr>
          <p:spPr>
            <a:xfrm>
              <a:off x="4203088" y="3180875"/>
              <a:ext cx="575" cy="130700"/>
            </a:xfrm>
            <a:custGeom>
              <a:avLst/>
              <a:gdLst/>
              <a:ahLst/>
              <a:cxnLst/>
              <a:rect l="l" t="t" r="r" b="b"/>
              <a:pathLst>
                <a:path w="23" h="5228" extrusionOk="0">
                  <a:moveTo>
                    <a:pt x="23" y="1"/>
                  </a:moveTo>
                  <a:lnTo>
                    <a:pt x="0" y="4931"/>
                  </a:lnTo>
                  <a:cubicBezTo>
                    <a:pt x="0" y="5045"/>
                    <a:pt x="0" y="5137"/>
                    <a:pt x="0" y="5228"/>
                  </a:cubicBezTo>
                  <a:lnTo>
                    <a:pt x="23" y="252"/>
                  </a:lnTo>
                  <a:cubicBezTo>
                    <a:pt x="23" y="161"/>
                    <a:pt x="23" y="92"/>
                    <a:pt x="23" y="1"/>
                  </a:cubicBezTo>
                  <a:close/>
                </a:path>
              </a:pathLst>
            </a:custGeom>
            <a:solidFill>
              <a:srgbClr val="7EB4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63" name="Google Shape;6163;p47"/>
            <p:cNvSpPr/>
            <p:nvPr/>
          </p:nvSpPr>
          <p:spPr>
            <a:xfrm>
              <a:off x="4196788" y="3252225"/>
              <a:ext cx="600" cy="130675"/>
            </a:xfrm>
            <a:custGeom>
              <a:avLst/>
              <a:gdLst/>
              <a:ahLst/>
              <a:cxnLst/>
              <a:rect l="l" t="t" r="r" b="b"/>
              <a:pathLst>
                <a:path w="24" h="5227" extrusionOk="0">
                  <a:moveTo>
                    <a:pt x="24" y="0"/>
                  </a:moveTo>
                  <a:lnTo>
                    <a:pt x="1" y="4976"/>
                  </a:lnTo>
                  <a:cubicBezTo>
                    <a:pt x="1" y="5067"/>
                    <a:pt x="1" y="5136"/>
                    <a:pt x="1" y="5227"/>
                  </a:cubicBezTo>
                  <a:lnTo>
                    <a:pt x="24" y="251"/>
                  </a:lnTo>
                  <a:cubicBezTo>
                    <a:pt x="24" y="160"/>
                    <a:pt x="24" y="68"/>
                    <a:pt x="24" y="0"/>
                  </a:cubicBezTo>
                  <a:close/>
                </a:path>
              </a:pathLst>
            </a:custGeom>
            <a:solidFill>
              <a:srgbClr val="7EB4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64" name="Google Shape;6164;p47"/>
            <p:cNvSpPr/>
            <p:nvPr/>
          </p:nvSpPr>
          <p:spPr>
            <a:xfrm>
              <a:off x="4053563" y="2045900"/>
              <a:ext cx="1298225" cy="502750"/>
            </a:xfrm>
            <a:custGeom>
              <a:avLst/>
              <a:gdLst/>
              <a:ahLst/>
              <a:cxnLst/>
              <a:rect l="l" t="t" r="r" b="b"/>
              <a:pathLst>
                <a:path w="51929" h="20110" extrusionOk="0">
                  <a:moveTo>
                    <a:pt x="25885" y="0"/>
                  </a:moveTo>
                  <a:cubicBezTo>
                    <a:pt x="25405" y="0"/>
                    <a:pt x="24949" y="0"/>
                    <a:pt x="24470" y="23"/>
                  </a:cubicBezTo>
                  <a:lnTo>
                    <a:pt x="24355" y="23"/>
                  </a:lnTo>
                  <a:cubicBezTo>
                    <a:pt x="24241" y="23"/>
                    <a:pt x="24127" y="23"/>
                    <a:pt x="24013" y="46"/>
                  </a:cubicBezTo>
                  <a:cubicBezTo>
                    <a:pt x="23716" y="46"/>
                    <a:pt x="23420" y="69"/>
                    <a:pt x="23123" y="92"/>
                  </a:cubicBezTo>
                  <a:cubicBezTo>
                    <a:pt x="22940" y="92"/>
                    <a:pt x="22780" y="115"/>
                    <a:pt x="22598" y="115"/>
                  </a:cubicBezTo>
                  <a:cubicBezTo>
                    <a:pt x="22324" y="137"/>
                    <a:pt x="22027" y="160"/>
                    <a:pt x="21753" y="183"/>
                  </a:cubicBezTo>
                  <a:cubicBezTo>
                    <a:pt x="21662" y="206"/>
                    <a:pt x="21571" y="206"/>
                    <a:pt x="21479" y="206"/>
                  </a:cubicBezTo>
                  <a:cubicBezTo>
                    <a:pt x="21411" y="229"/>
                    <a:pt x="21342" y="229"/>
                    <a:pt x="21274" y="229"/>
                  </a:cubicBezTo>
                  <a:cubicBezTo>
                    <a:pt x="20840" y="274"/>
                    <a:pt x="20407" y="343"/>
                    <a:pt x="19973" y="388"/>
                  </a:cubicBezTo>
                  <a:cubicBezTo>
                    <a:pt x="19904" y="388"/>
                    <a:pt x="19836" y="411"/>
                    <a:pt x="19768" y="411"/>
                  </a:cubicBezTo>
                  <a:cubicBezTo>
                    <a:pt x="19265" y="480"/>
                    <a:pt x="18763" y="571"/>
                    <a:pt x="18284" y="662"/>
                  </a:cubicBezTo>
                  <a:lnTo>
                    <a:pt x="18147" y="662"/>
                  </a:lnTo>
                  <a:cubicBezTo>
                    <a:pt x="18010" y="708"/>
                    <a:pt x="17873" y="731"/>
                    <a:pt x="17759" y="754"/>
                  </a:cubicBezTo>
                  <a:cubicBezTo>
                    <a:pt x="17531" y="799"/>
                    <a:pt x="17325" y="845"/>
                    <a:pt x="17097" y="868"/>
                  </a:cubicBezTo>
                  <a:cubicBezTo>
                    <a:pt x="16914" y="913"/>
                    <a:pt x="16732" y="959"/>
                    <a:pt x="16549" y="1005"/>
                  </a:cubicBezTo>
                  <a:cubicBezTo>
                    <a:pt x="16321" y="1050"/>
                    <a:pt x="16115" y="1096"/>
                    <a:pt x="15910" y="1142"/>
                  </a:cubicBezTo>
                  <a:cubicBezTo>
                    <a:pt x="15727" y="1187"/>
                    <a:pt x="15545" y="1233"/>
                    <a:pt x="15339" y="1279"/>
                  </a:cubicBezTo>
                  <a:cubicBezTo>
                    <a:pt x="15134" y="1347"/>
                    <a:pt x="14929" y="1393"/>
                    <a:pt x="14723" y="1461"/>
                  </a:cubicBezTo>
                  <a:cubicBezTo>
                    <a:pt x="14541" y="1507"/>
                    <a:pt x="14358" y="1553"/>
                    <a:pt x="14175" y="1598"/>
                  </a:cubicBezTo>
                  <a:cubicBezTo>
                    <a:pt x="13970" y="1667"/>
                    <a:pt x="13787" y="1735"/>
                    <a:pt x="13582" y="1781"/>
                  </a:cubicBezTo>
                  <a:cubicBezTo>
                    <a:pt x="13491" y="1804"/>
                    <a:pt x="13422" y="1826"/>
                    <a:pt x="13354" y="1849"/>
                  </a:cubicBezTo>
                  <a:cubicBezTo>
                    <a:pt x="13262" y="1895"/>
                    <a:pt x="13194" y="1918"/>
                    <a:pt x="13125" y="1941"/>
                  </a:cubicBezTo>
                  <a:cubicBezTo>
                    <a:pt x="12760" y="2055"/>
                    <a:pt x="12395" y="2192"/>
                    <a:pt x="12030" y="2329"/>
                  </a:cubicBezTo>
                  <a:cubicBezTo>
                    <a:pt x="11938" y="2351"/>
                    <a:pt x="11824" y="2397"/>
                    <a:pt x="11733" y="2420"/>
                  </a:cubicBezTo>
                  <a:cubicBezTo>
                    <a:pt x="11276" y="2602"/>
                    <a:pt x="10843" y="2762"/>
                    <a:pt x="10409" y="2968"/>
                  </a:cubicBezTo>
                  <a:cubicBezTo>
                    <a:pt x="10318" y="2991"/>
                    <a:pt x="10227" y="3036"/>
                    <a:pt x="10112" y="3082"/>
                  </a:cubicBezTo>
                  <a:cubicBezTo>
                    <a:pt x="9793" y="3242"/>
                    <a:pt x="9450" y="3401"/>
                    <a:pt x="9108" y="3561"/>
                  </a:cubicBezTo>
                  <a:cubicBezTo>
                    <a:pt x="8994" y="3630"/>
                    <a:pt x="8880" y="3675"/>
                    <a:pt x="8766" y="3744"/>
                  </a:cubicBezTo>
                  <a:cubicBezTo>
                    <a:pt x="8355" y="3949"/>
                    <a:pt x="7944" y="4177"/>
                    <a:pt x="7556" y="4406"/>
                  </a:cubicBezTo>
                  <a:cubicBezTo>
                    <a:pt x="7419" y="4474"/>
                    <a:pt x="7305" y="4543"/>
                    <a:pt x="7191" y="4611"/>
                  </a:cubicBezTo>
                  <a:cubicBezTo>
                    <a:pt x="7099" y="4657"/>
                    <a:pt x="7008" y="4725"/>
                    <a:pt x="6917" y="4794"/>
                  </a:cubicBezTo>
                  <a:cubicBezTo>
                    <a:pt x="6757" y="4885"/>
                    <a:pt x="6597" y="4976"/>
                    <a:pt x="6460" y="5068"/>
                  </a:cubicBezTo>
                  <a:cubicBezTo>
                    <a:pt x="6323" y="5182"/>
                    <a:pt x="6164" y="5273"/>
                    <a:pt x="6027" y="5364"/>
                  </a:cubicBezTo>
                  <a:cubicBezTo>
                    <a:pt x="5890" y="5456"/>
                    <a:pt x="5753" y="5570"/>
                    <a:pt x="5616" y="5661"/>
                  </a:cubicBezTo>
                  <a:cubicBezTo>
                    <a:pt x="5479" y="5752"/>
                    <a:pt x="5342" y="5866"/>
                    <a:pt x="5205" y="5958"/>
                  </a:cubicBezTo>
                  <a:cubicBezTo>
                    <a:pt x="5068" y="6072"/>
                    <a:pt x="4954" y="6163"/>
                    <a:pt x="4817" y="6277"/>
                  </a:cubicBezTo>
                  <a:cubicBezTo>
                    <a:pt x="4680" y="6369"/>
                    <a:pt x="4566" y="6483"/>
                    <a:pt x="4452" y="6574"/>
                  </a:cubicBezTo>
                  <a:cubicBezTo>
                    <a:pt x="4315" y="6688"/>
                    <a:pt x="4201" y="6780"/>
                    <a:pt x="4087" y="6894"/>
                  </a:cubicBezTo>
                  <a:cubicBezTo>
                    <a:pt x="4041" y="6939"/>
                    <a:pt x="3972" y="6985"/>
                    <a:pt x="3927" y="7031"/>
                  </a:cubicBezTo>
                  <a:cubicBezTo>
                    <a:pt x="3881" y="7076"/>
                    <a:pt x="3835" y="7122"/>
                    <a:pt x="3790" y="7168"/>
                  </a:cubicBezTo>
                  <a:cubicBezTo>
                    <a:pt x="3607" y="7350"/>
                    <a:pt x="3402" y="7556"/>
                    <a:pt x="3219" y="7738"/>
                  </a:cubicBezTo>
                  <a:cubicBezTo>
                    <a:pt x="3151" y="7807"/>
                    <a:pt x="3082" y="7875"/>
                    <a:pt x="3014" y="7944"/>
                  </a:cubicBezTo>
                  <a:cubicBezTo>
                    <a:pt x="2785" y="8217"/>
                    <a:pt x="2557" y="8469"/>
                    <a:pt x="2352" y="8742"/>
                  </a:cubicBezTo>
                  <a:cubicBezTo>
                    <a:pt x="2352" y="8742"/>
                    <a:pt x="2329" y="8742"/>
                    <a:pt x="2329" y="8765"/>
                  </a:cubicBezTo>
                  <a:cubicBezTo>
                    <a:pt x="2283" y="8811"/>
                    <a:pt x="2238" y="8879"/>
                    <a:pt x="2192" y="8948"/>
                  </a:cubicBezTo>
                  <a:cubicBezTo>
                    <a:pt x="2078" y="9108"/>
                    <a:pt x="1941" y="9290"/>
                    <a:pt x="1827" y="9450"/>
                  </a:cubicBezTo>
                  <a:cubicBezTo>
                    <a:pt x="1758" y="9541"/>
                    <a:pt x="1713" y="9633"/>
                    <a:pt x="1644" y="9724"/>
                  </a:cubicBezTo>
                  <a:cubicBezTo>
                    <a:pt x="1553" y="9884"/>
                    <a:pt x="1439" y="10044"/>
                    <a:pt x="1347" y="10180"/>
                  </a:cubicBezTo>
                  <a:cubicBezTo>
                    <a:pt x="1347" y="10226"/>
                    <a:pt x="1302" y="10272"/>
                    <a:pt x="1302" y="10295"/>
                  </a:cubicBezTo>
                  <a:cubicBezTo>
                    <a:pt x="1256" y="10363"/>
                    <a:pt x="1211" y="10432"/>
                    <a:pt x="1188" y="10500"/>
                  </a:cubicBezTo>
                  <a:cubicBezTo>
                    <a:pt x="1119" y="10637"/>
                    <a:pt x="1051" y="10774"/>
                    <a:pt x="982" y="10888"/>
                  </a:cubicBezTo>
                  <a:cubicBezTo>
                    <a:pt x="937" y="11002"/>
                    <a:pt x="868" y="11116"/>
                    <a:pt x="823" y="11230"/>
                  </a:cubicBezTo>
                  <a:cubicBezTo>
                    <a:pt x="777" y="11367"/>
                    <a:pt x="708" y="11482"/>
                    <a:pt x="663" y="11618"/>
                  </a:cubicBezTo>
                  <a:cubicBezTo>
                    <a:pt x="640" y="11664"/>
                    <a:pt x="617" y="11733"/>
                    <a:pt x="594" y="11778"/>
                  </a:cubicBezTo>
                  <a:cubicBezTo>
                    <a:pt x="571" y="11824"/>
                    <a:pt x="571" y="11892"/>
                    <a:pt x="549" y="11961"/>
                  </a:cubicBezTo>
                  <a:cubicBezTo>
                    <a:pt x="503" y="12075"/>
                    <a:pt x="457" y="12212"/>
                    <a:pt x="412" y="12326"/>
                  </a:cubicBezTo>
                  <a:cubicBezTo>
                    <a:pt x="389" y="12440"/>
                    <a:pt x="343" y="12577"/>
                    <a:pt x="320" y="12691"/>
                  </a:cubicBezTo>
                  <a:cubicBezTo>
                    <a:pt x="275" y="12805"/>
                    <a:pt x="252" y="12942"/>
                    <a:pt x="229" y="13056"/>
                  </a:cubicBezTo>
                  <a:cubicBezTo>
                    <a:pt x="206" y="13125"/>
                    <a:pt x="183" y="13171"/>
                    <a:pt x="183" y="13239"/>
                  </a:cubicBezTo>
                  <a:cubicBezTo>
                    <a:pt x="161" y="13285"/>
                    <a:pt x="161" y="13353"/>
                    <a:pt x="161" y="13399"/>
                  </a:cubicBezTo>
                  <a:cubicBezTo>
                    <a:pt x="138" y="13536"/>
                    <a:pt x="115" y="13673"/>
                    <a:pt x="92" y="13787"/>
                  </a:cubicBezTo>
                  <a:cubicBezTo>
                    <a:pt x="69" y="13901"/>
                    <a:pt x="69" y="14015"/>
                    <a:pt x="46" y="14152"/>
                  </a:cubicBezTo>
                  <a:cubicBezTo>
                    <a:pt x="46" y="14266"/>
                    <a:pt x="24" y="14403"/>
                    <a:pt x="24" y="14540"/>
                  </a:cubicBezTo>
                  <a:cubicBezTo>
                    <a:pt x="24" y="14609"/>
                    <a:pt x="1" y="14677"/>
                    <a:pt x="1" y="14723"/>
                  </a:cubicBezTo>
                  <a:cubicBezTo>
                    <a:pt x="1" y="14837"/>
                    <a:pt x="1" y="14928"/>
                    <a:pt x="1" y="15042"/>
                  </a:cubicBezTo>
                  <a:lnTo>
                    <a:pt x="1" y="19516"/>
                  </a:lnTo>
                  <a:cubicBezTo>
                    <a:pt x="24" y="19379"/>
                    <a:pt x="24" y="19242"/>
                    <a:pt x="46" y="19128"/>
                  </a:cubicBezTo>
                  <a:cubicBezTo>
                    <a:pt x="46" y="19014"/>
                    <a:pt x="69" y="18900"/>
                    <a:pt x="69" y="18786"/>
                  </a:cubicBezTo>
                  <a:cubicBezTo>
                    <a:pt x="92" y="18649"/>
                    <a:pt x="115" y="18512"/>
                    <a:pt x="138" y="18398"/>
                  </a:cubicBezTo>
                  <a:cubicBezTo>
                    <a:pt x="161" y="18261"/>
                    <a:pt x="183" y="18146"/>
                    <a:pt x="206" y="18032"/>
                  </a:cubicBezTo>
                  <a:cubicBezTo>
                    <a:pt x="229" y="17918"/>
                    <a:pt x="275" y="17781"/>
                    <a:pt x="298" y="17667"/>
                  </a:cubicBezTo>
                  <a:cubicBezTo>
                    <a:pt x="343" y="17553"/>
                    <a:pt x="366" y="17439"/>
                    <a:pt x="412" y="17325"/>
                  </a:cubicBezTo>
                  <a:cubicBezTo>
                    <a:pt x="434" y="17188"/>
                    <a:pt x="480" y="17074"/>
                    <a:pt x="526" y="16937"/>
                  </a:cubicBezTo>
                  <a:cubicBezTo>
                    <a:pt x="571" y="16823"/>
                    <a:pt x="617" y="16708"/>
                    <a:pt x="663" y="16594"/>
                  </a:cubicBezTo>
                  <a:cubicBezTo>
                    <a:pt x="708" y="16480"/>
                    <a:pt x="754" y="16343"/>
                    <a:pt x="823" y="16206"/>
                  </a:cubicBezTo>
                  <a:cubicBezTo>
                    <a:pt x="868" y="16092"/>
                    <a:pt x="914" y="15978"/>
                    <a:pt x="959" y="15887"/>
                  </a:cubicBezTo>
                  <a:cubicBezTo>
                    <a:pt x="1028" y="15750"/>
                    <a:pt x="1096" y="15613"/>
                    <a:pt x="1165" y="15499"/>
                  </a:cubicBezTo>
                  <a:cubicBezTo>
                    <a:pt x="1233" y="15385"/>
                    <a:pt x="1279" y="15271"/>
                    <a:pt x="1347" y="15179"/>
                  </a:cubicBezTo>
                  <a:cubicBezTo>
                    <a:pt x="1439" y="15019"/>
                    <a:pt x="1530" y="14860"/>
                    <a:pt x="1621" y="14700"/>
                  </a:cubicBezTo>
                  <a:cubicBezTo>
                    <a:pt x="1690" y="14609"/>
                    <a:pt x="1736" y="14517"/>
                    <a:pt x="1804" y="14426"/>
                  </a:cubicBezTo>
                  <a:cubicBezTo>
                    <a:pt x="1918" y="14266"/>
                    <a:pt x="2055" y="14084"/>
                    <a:pt x="2192" y="13924"/>
                  </a:cubicBezTo>
                  <a:cubicBezTo>
                    <a:pt x="2238" y="13855"/>
                    <a:pt x="2283" y="13787"/>
                    <a:pt x="2329" y="13718"/>
                  </a:cubicBezTo>
                  <a:cubicBezTo>
                    <a:pt x="2534" y="13444"/>
                    <a:pt x="2763" y="13193"/>
                    <a:pt x="3014" y="12920"/>
                  </a:cubicBezTo>
                  <a:cubicBezTo>
                    <a:pt x="3059" y="12851"/>
                    <a:pt x="3151" y="12783"/>
                    <a:pt x="3196" y="12714"/>
                  </a:cubicBezTo>
                  <a:cubicBezTo>
                    <a:pt x="3402" y="12531"/>
                    <a:pt x="3584" y="12326"/>
                    <a:pt x="3790" y="12143"/>
                  </a:cubicBezTo>
                  <a:cubicBezTo>
                    <a:pt x="3881" y="12052"/>
                    <a:pt x="3972" y="11961"/>
                    <a:pt x="4064" y="11870"/>
                  </a:cubicBezTo>
                  <a:cubicBezTo>
                    <a:pt x="4178" y="11778"/>
                    <a:pt x="4315" y="11664"/>
                    <a:pt x="4429" y="11550"/>
                  </a:cubicBezTo>
                  <a:cubicBezTo>
                    <a:pt x="4566" y="11459"/>
                    <a:pt x="4680" y="11345"/>
                    <a:pt x="4794" y="11253"/>
                  </a:cubicBezTo>
                  <a:cubicBezTo>
                    <a:pt x="4931" y="11139"/>
                    <a:pt x="5068" y="11048"/>
                    <a:pt x="5205" y="10934"/>
                  </a:cubicBezTo>
                  <a:cubicBezTo>
                    <a:pt x="5319" y="10842"/>
                    <a:pt x="5456" y="10751"/>
                    <a:pt x="5593" y="10637"/>
                  </a:cubicBezTo>
                  <a:cubicBezTo>
                    <a:pt x="5730" y="10546"/>
                    <a:pt x="5867" y="10454"/>
                    <a:pt x="6027" y="10340"/>
                  </a:cubicBezTo>
                  <a:cubicBezTo>
                    <a:pt x="6164" y="10249"/>
                    <a:pt x="6301" y="10158"/>
                    <a:pt x="6438" y="10066"/>
                  </a:cubicBezTo>
                  <a:cubicBezTo>
                    <a:pt x="6597" y="9952"/>
                    <a:pt x="6757" y="9861"/>
                    <a:pt x="6894" y="9770"/>
                  </a:cubicBezTo>
                  <a:cubicBezTo>
                    <a:pt x="7122" y="9633"/>
                    <a:pt x="7328" y="9496"/>
                    <a:pt x="7533" y="9382"/>
                  </a:cubicBezTo>
                  <a:cubicBezTo>
                    <a:pt x="7921" y="9153"/>
                    <a:pt x="8332" y="8925"/>
                    <a:pt x="8743" y="8720"/>
                  </a:cubicBezTo>
                  <a:cubicBezTo>
                    <a:pt x="8857" y="8651"/>
                    <a:pt x="8971" y="8606"/>
                    <a:pt x="9108" y="8537"/>
                  </a:cubicBezTo>
                  <a:cubicBezTo>
                    <a:pt x="9428" y="8377"/>
                    <a:pt x="9770" y="8217"/>
                    <a:pt x="10112" y="8081"/>
                  </a:cubicBezTo>
                  <a:cubicBezTo>
                    <a:pt x="10204" y="8035"/>
                    <a:pt x="10295" y="7989"/>
                    <a:pt x="10409" y="7944"/>
                  </a:cubicBezTo>
                  <a:cubicBezTo>
                    <a:pt x="10843" y="7761"/>
                    <a:pt x="11276" y="7578"/>
                    <a:pt x="11710" y="7396"/>
                  </a:cubicBezTo>
                  <a:cubicBezTo>
                    <a:pt x="11824" y="7373"/>
                    <a:pt x="11916" y="7327"/>
                    <a:pt x="12007" y="7304"/>
                  </a:cubicBezTo>
                  <a:cubicBezTo>
                    <a:pt x="12372" y="7168"/>
                    <a:pt x="12737" y="7031"/>
                    <a:pt x="13125" y="6916"/>
                  </a:cubicBezTo>
                  <a:cubicBezTo>
                    <a:pt x="13262" y="6871"/>
                    <a:pt x="13422" y="6825"/>
                    <a:pt x="13559" y="6780"/>
                  </a:cubicBezTo>
                  <a:cubicBezTo>
                    <a:pt x="13764" y="6711"/>
                    <a:pt x="13970" y="6643"/>
                    <a:pt x="14175" y="6597"/>
                  </a:cubicBezTo>
                  <a:cubicBezTo>
                    <a:pt x="14358" y="6528"/>
                    <a:pt x="14541" y="6483"/>
                    <a:pt x="14723" y="6437"/>
                  </a:cubicBezTo>
                  <a:cubicBezTo>
                    <a:pt x="14929" y="6369"/>
                    <a:pt x="15134" y="6323"/>
                    <a:pt x="15339" y="6277"/>
                  </a:cubicBezTo>
                  <a:cubicBezTo>
                    <a:pt x="15522" y="6232"/>
                    <a:pt x="15705" y="6163"/>
                    <a:pt x="15887" y="6118"/>
                  </a:cubicBezTo>
                  <a:cubicBezTo>
                    <a:pt x="16093" y="6072"/>
                    <a:pt x="16321" y="6026"/>
                    <a:pt x="16526" y="5981"/>
                  </a:cubicBezTo>
                  <a:cubicBezTo>
                    <a:pt x="16709" y="5935"/>
                    <a:pt x="16892" y="5889"/>
                    <a:pt x="17097" y="5866"/>
                  </a:cubicBezTo>
                  <a:cubicBezTo>
                    <a:pt x="17302" y="5821"/>
                    <a:pt x="17508" y="5775"/>
                    <a:pt x="17736" y="5730"/>
                  </a:cubicBezTo>
                  <a:cubicBezTo>
                    <a:pt x="17919" y="5707"/>
                    <a:pt x="18101" y="5661"/>
                    <a:pt x="18284" y="5638"/>
                  </a:cubicBezTo>
                  <a:cubicBezTo>
                    <a:pt x="18763" y="5547"/>
                    <a:pt x="19243" y="5478"/>
                    <a:pt x="19745" y="5387"/>
                  </a:cubicBezTo>
                  <a:cubicBezTo>
                    <a:pt x="19813" y="5387"/>
                    <a:pt x="19882" y="5387"/>
                    <a:pt x="19950" y="5364"/>
                  </a:cubicBezTo>
                  <a:cubicBezTo>
                    <a:pt x="20384" y="5319"/>
                    <a:pt x="20817" y="5273"/>
                    <a:pt x="21251" y="5227"/>
                  </a:cubicBezTo>
                  <a:cubicBezTo>
                    <a:pt x="21411" y="5205"/>
                    <a:pt x="21571" y="5182"/>
                    <a:pt x="21753" y="5159"/>
                  </a:cubicBezTo>
                  <a:cubicBezTo>
                    <a:pt x="22027" y="5136"/>
                    <a:pt x="22301" y="5113"/>
                    <a:pt x="22575" y="5090"/>
                  </a:cubicBezTo>
                  <a:cubicBezTo>
                    <a:pt x="22758" y="5090"/>
                    <a:pt x="22940" y="5068"/>
                    <a:pt x="23100" y="5068"/>
                  </a:cubicBezTo>
                  <a:cubicBezTo>
                    <a:pt x="23397" y="5045"/>
                    <a:pt x="23693" y="5022"/>
                    <a:pt x="23990" y="5022"/>
                  </a:cubicBezTo>
                  <a:cubicBezTo>
                    <a:pt x="24150" y="5022"/>
                    <a:pt x="24310" y="4999"/>
                    <a:pt x="24470" y="4999"/>
                  </a:cubicBezTo>
                  <a:cubicBezTo>
                    <a:pt x="24926" y="4976"/>
                    <a:pt x="25405" y="4976"/>
                    <a:pt x="25862" y="4976"/>
                  </a:cubicBezTo>
                  <a:cubicBezTo>
                    <a:pt x="26273" y="4976"/>
                    <a:pt x="26661" y="4976"/>
                    <a:pt x="27049" y="4999"/>
                  </a:cubicBezTo>
                  <a:cubicBezTo>
                    <a:pt x="27300" y="4999"/>
                    <a:pt x="27551" y="4999"/>
                    <a:pt x="27802" y="5022"/>
                  </a:cubicBezTo>
                  <a:cubicBezTo>
                    <a:pt x="27985" y="5022"/>
                    <a:pt x="28144" y="5022"/>
                    <a:pt x="28327" y="5045"/>
                  </a:cubicBezTo>
                  <a:cubicBezTo>
                    <a:pt x="28601" y="5068"/>
                    <a:pt x="28875" y="5068"/>
                    <a:pt x="29149" y="5090"/>
                  </a:cubicBezTo>
                  <a:cubicBezTo>
                    <a:pt x="29286" y="5113"/>
                    <a:pt x="29423" y="5113"/>
                    <a:pt x="29582" y="5136"/>
                  </a:cubicBezTo>
                  <a:cubicBezTo>
                    <a:pt x="29925" y="5159"/>
                    <a:pt x="30244" y="5182"/>
                    <a:pt x="30587" y="5227"/>
                  </a:cubicBezTo>
                  <a:cubicBezTo>
                    <a:pt x="30678" y="5227"/>
                    <a:pt x="30746" y="5250"/>
                    <a:pt x="30838" y="5250"/>
                  </a:cubicBezTo>
                  <a:cubicBezTo>
                    <a:pt x="31249" y="5296"/>
                    <a:pt x="31659" y="5342"/>
                    <a:pt x="32070" y="5410"/>
                  </a:cubicBezTo>
                  <a:cubicBezTo>
                    <a:pt x="32139" y="5410"/>
                    <a:pt x="32230" y="5433"/>
                    <a:pt x="32299" y="5456"/>
                  </a:cubicBezTo>
                  <a:cubicBezTo>
                    <a:pt x="32641" y="5501"/>
                    <a:pt x="32983" y="5547"/>
                    <a:pt x="33326" y="5593"/>
                  </a:cubicBezTo>
                  <a:cubicBezTo>
                    <a:pt x="33463" y="5638"/>
                    <a:pt x="33622" y="5661"/>
                    <a:pt x="33759" y="5684"/>
                  </a:cubicBezTo>
                  <a:cubicBezTo>
                    <a:pt x="34033" y="5730"/>
                    <a:pt x="34284" y="5775"/>
                    <a:pt x="34558" y="5844"/>
                  </a:cubicBezTo>
                  <a:cubicBezTo>
                    <a:pt x="34695" y="5866"/>
                    <a:pt x="34832" y="5889"/>
                    <a:pt x="34969" y="5935"/>
                  </a:cubicBezTo>
                  <a:cubicBezTo>
                    <a:pt x="35266" y="5981"/>
                    <a:pt x="35563" y="6049"/>
                    <a:pt x="35837" y="6118"/>
                  </a:cubicBezTo>
                  <a:cubicBezTo>
                    <a:pt x="35996" y="6163"/>
                    <a:pt x="36156" y="6209"/>
                    <a:pt x="36316" y="6255"/>
                  </a:cubicBezTo>
                  <a:cubicBezTo>
                    <a:pt x="36590" y="6323"/>
                    <a:pt x="36864" y="6391"/>
                    <a:pt x="37115" y="6460"/>
                  </a:cubicBezTo>
                  <a:cubicBezTo>
                    <a:pt x="37275" y="6506"/>
                    <a:pt x="37411" y="6528"/>
                    <a:pt x="37571" y="6574"/>
                  </a:cubicBezTo>
                  <a:cubicBezTo>
                    <a:pt x="37959" y="6688"/>
                    <a:pt x="38370" y="6825"/>
                    <a:pt x="38758" y="6962"/>
                  </a:cubicBezTo>
                  <a:cubicBezTo>
                    <a:pt x="38827" y="6985"/>
                    <a:pt x="38918" y="7008"/>
                    <a:pt x="38986" y="7031"/>
                  </a:cubicBezTo>
                  <a:cubicBezTo>
                    <a:pt x="39443" y="7190"/>
                    <a:pt x="39899" y="7350"/>
                    <a:pt x="40356" y="7533"/>
                  </a:cubicBezTo>
                  <a:cubicBezTo>
                    <a:pt x="40447" y="7556"/>
                    <a:pt x="40539" y="7601"/>
                    <a:pt x="40630" y="7647"/>
                  </a:cubicBezTo>
                  <a:cubicBezTo>
                    <a:pt x="41223" y="7875"/>
                    <a:pt x="41794" y="8126"/>
                    <a:pt x="42365" y="8400"/>
                  </a:cubicBezTo>
                  <a:cubicBezTo>
                    <a:pt x="42433" y="8423"/>
                    <a:pt x="42479" y="8446"/>
                    <a:pt x="42524" y="8469"/>
                  </a:cubicBezTo>
                  <a:cubicBezTo>
                    <a:pt x="43118" y="8765"/>
                    <a:pt x="43688" y="9062"/>
                    <a:pt x="44259" y="9382"/>
                  </a:cubicBezTo>
                  <a:cubicBezTo>
                    <a:pt x="47158" y="11048"/>
                    <a:pt x="49212" y="13011"/>
                    <a:pt x="50468" y="15088"/>
                  </a:cubicBezTo>
                  <a:cubicBezTo>
                    <a:pt x="51426" y="16686"/>
                    <a:pt x="51906" y="18375"/>
                    <a:pt x="51906" y="20109"/>
                  </a:cubicBezTo>
                  <a:lnTo>
                    <a:pt x="51928" y="15134"/>
                  </a:lnTo>
                  <a:cubicBezTo>
                    <a:pt x="51928" y="13376"/>
                    <a:pt x="51449" y="11710"/>
                    <a:pt x="50490" y="10112"/>
                  </a:cubicBezTo>
                  <a:cubicBezTo>
                    <a:pt x="49235" y="8035"/>
                    <a:pt x="47158" y="6072"/>
                    <a:pt x="44259" y="4406"/>
                  </a:cubicBezTo>
                  <a:cubicBezTo>
                    <a:pt x="43711" y="4086"/>
                    <a:pt x="43141" y="3767"/>
                    <a:pt x="42547" y="3493"/>
                  </a:cubicBezTo>
                  <a:cubicBezTo>
                    <a:pt x="42479" y="3470"/>
                    <a:pt x="42433" y="3447"/>
                    <a:pt x="42387" y="3401"/>
                  </a:cubicBezTo>
                  <a:cubicBezTo>
                    <a:pt x="41817" y="3150"/>
                    <a:pt x="41223" y="2899"/>
                    <a:pt x="40630" y="2648"/>
                  </a:cubicBezTo>
                  <a:cubicBezTo>
                    <a:pt x="40584" y="2625"/>
                    <a:pt x="40539" y="2602"/>
                    <a:pt x="40493" y="2580"/>
                  </a:cubicBezTo>
                  <a:cubicBezTo>
                    <a:pt x="40447" y="2580"/>
                    <a:pt x="40402" y="2557"/>
                    <a:pt x="40379" y="2534"/>
                  </a:cubicBezTo>
                  <a:cubicBezTo>
                    <a:pt x="39922" y="2374"/>
                    <a:pt x="39466" y="2214"/>
                    <a:pt x="39009" y="2055"/>
                  </a:cubicBezTo>
                  <a:cubicBezTo>
                    <a:pt x="38918" y="2032"/>
                    <a:pt x="38849" y="2009"/>
                    <a:pt x="38781" y="1963"/>
                  </a:cubicBezTo>
                  <a:cubicBezTo>
                    <a:pt x="38370" y="1849"/>
                    <a:pt x="37982" y="1712"/>
                    <a:pt x="37571" y="1598"/>
                  </a:cubicBezTo>
                  <a:cubicBezTo>
                    <a:pt x="37503" y="1575"/>
                    <a:pt x="37434" y="1553"/>
                    <a:pt x="37366" y="1530"/>
                  </a:cubicBezTo>
                  <a:cubicBezTo>
                    <a:pt x="37297" y="1507"/>
                    <a:pt x="37206" y="1484"/>
                    <a:pt x="37138" y="1484"/>
                  </a:cubicBezTo>
                  <a:cubicBezTo>
                    <a:pt x="36864" y="1393"/>
                    <a:pt x="36613" y="1324"/>
                    <a:pt x="36339" y="1256"/>
                  </a:cubicBezTo>
                  <a:cubicBezTo>
                    <a:pt x="36179" y="1233"/>
                    <a:pt x="36019" y="1187"/>
                    <a:pt x="35859" y="1142"/>
                  </a:cubicBezTo>
                  <a:cubicBezTo>
                    <a:pt x="35563" y="1073"/>
                    <a:pt x="35266" y="1005"/>
                    <a:pt x="34969" y="936"/>
                  </a:cubicBezTo>
                  <a:cubicBezTo>
                    <a:pt x="34878" y="913"/>
                    <a:pt x="34764" y="891"/>
                    <a:pt x="34650" y="868"/>
                  </a:cubicBezTo>
                  <a:cubicBezTo>
                    <a:pt x="34627" y="868"/>
                    <a:pt x="34604" y="868"/>
                    <a:pt x="34558" y="845"/>
                  </a:cubicBezTo>
                  <a:cubicBezTo>
                    <a:pt x="34307" y="799"/>
                    <a:pt x="34033" y="754"/>
                    <a:pt x="33782" y="708"/>
                  </a:cubicBezTo>
                  <a:cubicBezTo>
                    <a:pt x="33622" y="685"/>
                    <a:pt x="33486" y="640"/>
                    <a:pt x="33326" y="617"/>
                  </a:cubicBezTo>
                  <a:cubicBezTo>
                    <a:pt x="33006" y="571"/>
                    <a:pt x="32664" y="503"/>
                    <a:pt x="32321" y="457"/>
                  </a:cubicBezTo>
                  <a:cubicBezTo>
                    <a:pt x="32253" y="457"/>
                    <a:pt x="32162" y="434"/>
                    <a:pt x="32093" y="434"/>
                  </a:cubicBezTo>
                  <a:cubicBezTo>
                    <a:pt x="31659" y="366"/>
                    <a:pt x="31249" y="320"/>
                    <a:pt x="30838" y="274"/>
                  </a:cubicBezTo>
                  <a:cubicBezTo>
                    <a:pt x="30769" y="251"/>
                    <a:pt x="30678" y="251"/>
                    <a:pt x="30610" y="251"/>
                  </a:cubicBezTo>
                  <a:cubicBezTo>
                    <a:pt x="30267" y="206"/>
                    <a:pt x="29925" y="183"/>
                    <a:pt x="29582" y="137"/>
                  </a:cubicBezTo>
                  <a:lnTo>
                    <a:pt x="29560" y="137"/>
                  </a:lnTo>
                  <a:cubicBezTo>
                    <a:pt x="29423" y="137"/>
                    <a:pt x="29286" y="137"/>
                    <a:pt x="29149" y="115"/>
                  </a:cubicBezTo>
                  <a:cubicBezTo>
                    <a:pt x="28875" y="92"/>
                    <a:pt x="28601" y="69"/>
                    <a:pt x="28327" y="69"/>
                  </a:cubicBezTo>
                  <a:cubicBezTo>
                    <a:pt x="28167" y="46"/>
                    <a:pt x="27985" y="46"/>
                    <a:pt x="27825" y="46"/>
                  </a:cubicBezTo>
                  <a:cubicBezTo>
                    <a:pt x="27574" y="23"/>
                    <a:pt x="27323" y="23"/>
                    <a:pt x="270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65" name="Google Shape;6165;p47"/>
            <p:cNvSpPr/>
            <p:nvPr/>
          </p:nvSpPr>
          <p:spPr>
            <a:xfrm>
              <a:off x="5344913" y="2502400"/>
              <a:ext cx="1604075" cy="591200"/>
            </a:xfrm>
            <a:custGeom>
              <a:avLst/>
              <a:gdLst/>
              <a:ahLst/>
              <a:cxnLst/>
              <a:rect l="l" t="t" r="r" b="b"/>
              <a:pathLst>
                <a:path w="64163" h="23648" extrusionOk="0">
                  <a:moveTo>
                    <a:pt x="64162" y="92"/>
                  </a:moveTo>
                  <a:lnTo>
                    <a:pt x="64161" y="309"/>
                  </a:lnTo>
                  <a:lnTo>
                    <a:pt x="64161" y="309"/>
                  </a:lnTo>
                  <a:cubicBezTo>
                    <a:pt x="64162" y="237"/>
                    <a:pt x="64162" y="164"/>
                    <a:pt x="64162" y="92"/>
                  </a:cubicBezTo>
                  <a:close/>
                  <a:moveTo>
                    <a:pt x="23" y="1"/>
                  </a:moveTo>
                  <a:lnTo>
                    <a:pt x="0" y="4977"/>
                  </a:lnTo>
                  <a:cubicBezTo>
                    <a:pt x="0" y="7099"/>
                    <a:pt x="617" y="9222"/>
                    <a:pt x="1849" y="11231"/>
                  </a:cubicBezTo>
                  <a:cubicBezTo>
                    <a:pt x="3401" y="13787"/>
                    <a:pt x="5958" y="16184"/>
                    <a:pt x="9473" y="18192"/>
                  </a:cubicBezTo>
                  <a:cubicBezTo>
                    <a:pt x="9838" y="18421"/>
                    <a:pt x="10226" y="18626"/>
                    <a:pt x="10637" y="18831"/>
                  </a:cubicBezTo>
                  <a:cubicBezTo>
                    <a:pt x="10751" y="18900"/>
                    <a:pt x="10888" y="18968"/>
                    <a:pt x="11025" y="19037"/>
                  </a:cubicBezTo>
                  <a:cubicBezTo>
                    <a:pt x="11299" y="19174"/>
                    <a:pt x="11550" y="19311"/>
                    <a:pt x="11824" y="19425"/>
                  </a:cubicBezTo>
                  <a:cubicBezTo>
                    <a:pt x="11984" y="19516"/>
                    <a:pt x="12144" y="19585"/>
                    <a:pt x="12303" y="19653"/>
                  </a:cubicBezTo>
                  <a:cubicBezTo>
                    <a:pt x="12554" y="19767"/>
                    <a:pt x="12805" y="19881"/>
                    <a:pt x="13057" y="19996"/>
                  </a:cubicBezTo>
                  <a:cubicBezTo>
                    <a:pt x="13239" y="20064"/>
                    <a:pt x="13422" y="20132"/>
                    <a:pt x="13604" y="20201"/>
                  </a:cubicBezTo>
                  <a:cubicBezTo>
                    <a:pt x="13764" y="20292"/>
                    <a:pt x="13947" y="20361"/>
                    <a:pt x="14129" y="20429"/>
                  </a:cubicBezTo>
                  <a:cubicBezTo>
                    <a:pt x="14175" y="20452"/>
                    <a:pt x="14221" y="20475"/>
                    <a:pt x="14289" y="20475"/>
                  </a:cubicBezTo>
                  <a:cubicBezTo>
                    <a:pt x="14837" y="20703"/>
                    <a:pt x="15385" y="20909"/>
                    <a:pt x="15955" y="21091"/>
                  </a:cubicBezTo>
                  <a:cubicBezTo>
                    <a:pt x="16069" y="21137"/>
                    <a:pt x="16161" y="21160"/>
                    <a:pt x="16252" y="21182"/>
                  </a:cubicBezTo>
                  <a:cubicBezTo>
                    <a:pt x="16754" y="21365"/>
                    <a:pt x="17234" y="21502"/>
                    <a:pt x="17736" y="21662"/>
                  </a:cubicBezTo>
                  <a:cubicBezTo>
                    <a:pt x="17827" y="21685"/>
                    <a:pt x="17918" y="21707"/>
                    <a:pt x="17987" y="21730"/>
                  </a:cubicBezTo>
                  <a:cubicBezTo>
                    <a:pt x="18101" y="21753"/>
                    <a:pt x="18192" y="21776"/>
                    <a:pt x="18284" y="21822"/>
                  </a:cubicBezTo>
                  <a:cubicBezTo>
                    <a:pt x="18626" y="21913"/>
                    <a:pt x="18945" y="21981"/>
                    <a:pt x="19265" y="22073"/>
                  </a:cubicBezTo>
                  <a:cubicBezTo>
                    <a:pt x="19470" y="22118"/>
                    <a:pt x="19676" y="22164"/>
                    <a:pt x="19858" y="22210"/>
                  </a:cubicBezTo>
                  <a:cubicBezTo>
                    <a:pt x="20224" y="22301"/>
                    <a:pt x="20612" y="22392"/>
                    <a:pt x="20977" y="22461"/>
                  </a:cubicBezTo>
                  <a:cubicBezTo>
                    <a:pt x="21091" y="22506"/>
                    <a:pt x="21228" y="22529"/>
                    <a:pt x="21365" y="22552"/>
                  </a:cubicBezTo>
                  <a:cubicBezTo>
                    <a:pt x="21388" y="22575"/>
                    <a:pt x="21433" y="22575"/>
                    <a:pt x="21456" y="22575"/>
                  </a:cubicBezTo>
                  <a:cubicBezTo>
                    <a:pt x="21799" y="22643"/>
                    <a:pt x="22141" y="22712"/>
                    <a:pt x="22461" y="22757"/>
                  </a:cubicBezTo>
                  <a:cubicBezTo>
                    <a:pt x="22643" y="22803"/>
                    <a:pt x="22826" y="22826"/>
                    <a:pt x="22986" y="22872"/>
                  </a:cubicBezTo>
                  <a:cubicBezTo>
                    <a:pt x="23442" y="22940"/>
                    <a:pt x="23921" y="23008"/>
                    <a:pt x="24378" y="23077"/>
                  </a:cubicBezTo>
                  <a:cubicBezTo>
                    <a:pt x="24424" y="23100"/>
                    <a:pt x="24469" y="23100"/>
                    <a:pt x="24538" y="23100"/>
                  </a:cubicBezTo>
                  <a:cubicBezTo>
                    <a:pt x="25040" y="23191"/>
                    <a:pt x="25565" y="23237"/>
                    <a:pt x="26067" y="23305"/>
                  </a:cubicBezTo>
                  <a:cubicBezTo>
                    <a:pt x="26204" y="23328"/>
                    <a:pt x="26341" y="23328"/>
                    <a:pt x="26478" y="23351"/>
                  </a:cubicBezTo>
                  <a:cubicBezTo>
                    <a:pt x="26866" y="23374"/>
                    <a:pt x="27231" y="23419"/>
                    <a:pt x="27619" y="23465"/>
                  </a:cubicBezTo>
                  <a:lnTo>
                    <a:pt x="27642" y="23465"/>
                  </a:lnTo>
                  <a:cubicBezTo>
                    <a:pt x="27825" y="23465"/>
                    <a:pt x="28007" y="23488"/>
                    <a:pt x="28213" y="23488"/>
                  </a:cubicBezTo>
                  <a:cubicBezTo>
                    <a:pt x="28532" y="23511"/>
                    <a:pt x="28852" y="23533"/>
                    <a:pt x="29171" y="23556"/>
                  </a:cubicBezTo>
                  <a:cubicBezTo>
                    <a:pt x="29377" y="23579"/>
                    <a:pt x="29582" y="23579"/>
                    <a:pt x="29810" y="23579"/>
                  </a:cubicBezTo>
                  <a:cubicBezTo>
                    <a:pt x="30107" y="23602"/>
                    <a:pt x="30404" y="23625"/>
                    <a:pt x="30723" y="23625"/>
                  </a:cubicBezTo>
                  <a:lnTo>
                    <a:pt x="30792" y="23625"/>
                  </a:lnTo>
                  <a:cubicBezTo>
                    <a:pt x="31248" y="23648"/>
                    <a:pt x="31705" y="23648"/>
                    <a:pt x="32184" y="23648"/>
                  </a:cubicBezTo>
                  <a:cubicBezTo>
                    <a:pt x="32755" y="23648"/>
                    <a:pt x="33348" y="23625"/>
                    <a:pt x="33919" y="23602"/>
                  </a:cubicBezTo>
                  <a:lnTo>
                    <a:pt x="34079" y="23602"/>
                  </a:lnTo>
                  <a:cubicBezTo>
                    <a:pt x="34216" y="23602"/>
                    <a:pt x="34375" y="23602"/>
                    <a:pt x="34512" y="23579"/>
                  </a:cubicBezTo>
                  <a:cubicBezTo>
                    <a:pt x="34878" y="23579"/>
                    <a:pt x="35220" y="23556"/>
                    <a:pt x="35585" y="23533"/>
                  </a:cubicBezTo>
                  <a:cubicBezTo>
                    <a:pt x="35813" y="23511"/>
                    <a:pt x="36019" y="23511"/>
                    <a:pt x="36247" y="23488"/>
                  </a:cubicBezTo>
                  <a:cubicBezTo>
                    <a:pt x="36589" y="23465"/>
                    <a:pt x="36932" y="23442"/>
                    <a:pt x="37251" y="23397"/>
                  </a:cubicBezTo>
                  <a:cubicBezTo>
                    <a:pt x="37388" y="23397"/>
                    <a:pt x="37502" y="23397"/>
                    <a:pt x="37617" y="23374"/>
                  </a:cubicBezTo>
                  <a:cubicBezTo>
                    <a:pt x="37708" y="23374"/>
                    <a:pt x="37799" y="23351"/>
                    <a:pt x="37868" y="23351"/>
                  </a:cubicBezTo>
                  <a:cubicBezTo>
                    <a:pt x="38415" y="23282"/>
                    <a:pt x="38940" y="23237"/>
                    <a:pt x="39465" y="23145"/>
                  </a:cubicBezTo>
                  <a:cubicBezTo>
                    <a:pt x="39557" y="23145"/>
                    <a:pt x="39648" y="23123"/>
                    <a:pt x="39739" y="23123"/>
                  </a:cubicBezTo>
                  <a:cubicBezTo>
                    <a:pt x="40356" y="23031"/>
                    <a:pt x="40949" y="22940"/>
                    <a:pt x="41543" y="22826"/>
                  </a:cubicBezTo>
                  <a:cubicBezTo>
                    <a:pt x="41611" y="22826"/>
                    <a:pt x="41657" y="22826"/>
                    <a:pt x="41725" y="22803"/>
                  </a:cubicBezTo>
                  <a:cubicBezTo>
                    <a:pt x="41885" y="22780"/>
                    <a:pt x="42045" y="22735"/>
                    <a:pt x="42227" y="22712"/>
                  </a:cubicBezTo>
                  <a:cubicBezTo>
                    <a:pt x="42478" y="22666"/>
                    <a:pt x="42752" y="22598"/>
                    <a:pt x="43026" y="22552"/>
                  </a:cubicBezTo>
                  <a:cubicBezTo>
                    <a:pt x="43254" y="22506"/>
                    <a:pt x="43483" y="22461"/>
                    <a:pt x="43711" y="22392"/>
                  </a:cubicBezTo>
                  <a:cubicBezTo>
                    <a:pt x="43985" y="22347"/>
                    <a:pt x="44236" y="22278"/>
                    <a:pt x="44487" y="22210"/>
                  </a:cubicBezTo>
                  <a:cubicBezTo>
                    <a:pt x="44738" y="22164"/>
                    <a:pt x="44966" y="22095"/>
                    <a:pt x="45195" y="22050"/>
                  </a:cubicBezTo>
                  <a:cubicBezTo>
                    <a:pt x="45446" y="21981"/>
                    <a:pt x="45697" y="21913"/>
                    <a:pt x="45948" y="21844"/>
                  </a:cubicBezTo>
                  <a:cubicBezTo>
                    <a:pt x="46176" y="21776"/>
                    <a:pt x="46404" y="21707"/>
                    <a:pt x="46633" y="21639"/>
                  </a:cubicBezTo>
                  <a:cubicBezTo>
                    <a:pt x="46884" y="21570"/>
                    <a:pt x="47135" y="21502"/>
                    <a:pt x="47386" y="21411"/>
                  </a:cubicBezTo>
                  <a:cubicBezTo>
                    <a:pt x="47477" y="21388"/>
                    <a:pt x="47568" y="21365"/>
                    <a:pt x="47660" y="21342"/>
                  </a:cubicBezTo>
                  <a:cubicBezTo>
                    <a:pt x="47751" y="21297"/>
                    <a:pt x="47842" y="21274"/>
                    <a:pt x="47934" y="21251"/>
                  </a:cubicBezTo>
                  <a:cubicBezTo>
                    <a:pt x="48390" y="21091"/>
                    <a:pt x="48847" y="20931"/>
                    <a:pt x="49303" y="20772"/>
                  </a:cubicBezTo>
                  <a:cubicBezTo>
                    <a:pt x="49417" y="20726"/>
                    <a:pt x="49531" y="20680"/>
                    <a:pt x="49668" y="20635"/>
                  </a:cubicBezTo>
                  <a:cubicBezTo>
                    <a:pt x="50216" y="20429"/>
                    <a:pt x="50764" y="20201"/>
                    <a:pt x="51289" y="19973"/>
                  </a:cubicBezTo>
                  <a:cubicBezTo>
                    <a:pt x="51403" y="19927"/>
                    <a:pt x="51540" y="19859"/>
                    <a:pt x="51654" y="19813"/>
                  </a:cubicBezTo>
                  <a:cubicBezTo>
                    <a:pt x="52065" y="19630"/>
                    <a:pt x="52499" y="19425"/>
                    <a:pt x="52887" y="19219"/>
                  </a:cubicBezTo>
                  <a:cubicBezTo>
                    <a:pt x="53046" y="19151"/>
                    <a:pt x="53183" y="19083"/>
                    <a:pt x="53320" y="19014"/>
                  </a:cubicBezTo>
                  <a:cubicBezTo>
                    <a:pt x="53845" y="18740"/>
                    <a:pt x="54348" y="18489"/>
                    <a:pt x="54827" y="18192"/>
                  </a:cubicBezTo>
                  <a:cubicBezTo>
                    <a:pt x="54987" y="18124"/>
                    <a:pt x="55124" y="18033"/>
                    <a:pt x="55261" y="17941"/>
                  </a:cubicBezTo>
                  <a:cubicBezTo>
                    <a:pt x="55375" y="17873"/>
                    <a:pt x="55489" y="17804"/>
                    <a:pt x="55603" y="17736"/>
                  </a:cubicBezTo>
                  <a:cubicBezTo>
                    <a:pt x="55808" y="17599"/>
                    <a:pt x="55991" y="17485"/>
                    <a:pt x="56174" y="17371"/>
                  </a:cubicBezTo>
                  <a:cubicBezTo>
                    <a:pt x="56356" y="17257"/>
                    <a:pt x="56516" y="17120"/>
                    <a:pt x="56699" y="17005"/>
                  </a:cubicBezTo>
                  <a:cubicBezTo>
                    <a:pt x="56881" y="16891"/>
                    <a:pt x="57064" y="16754"/>
                    <a:pt x="57223" y="16640"/>
                  </a:cubicBezTo>
                  <a:cubicBezTo>
                    <a:pt x="57383" y="16526"/>
                    <a:pt x="57543" y="16389"/>
                    <a:pt x="57703" y="16275"/>
                  </a:cubicBezTo>
                  <a:cubicBezTo>
                    <a:pt x="57885" y="16138"/>
                    <a:pt x="58045" y="16024"/>
                    <a:pt x="58205" y="15887"/>
                  </a:cubicBezTo>
                  <a:cubicBezTo>
                    <a:pt x="58365" y="15750"/>
                    <a:pt x="58502" y="15636"/>
                    <a:pt x="58661" y="15499"/>
                  </a:cubicBezTo>
                  <a:cubicBezTo>
                    <a:pt x="58798" y="15385"/>
                    <a:pt x="58958" y="15248"/>
                    <a:pt x="59118" y="15111"/>
                  </a:cubicBezTo>
                  <a:cubicBezTo>
                    <a:pt x="59164" y="15065"/>
                    <a:pt x="59232" y="14997"/>
                    <a:pt x="59301" y="14951"/>
                  </a:cubicBezTo>
                  <a:cubicBezTo>
                    <a:pt x="59346" y="14883"/>
                    <a:pt x="59415" y="14837"/>
                    <a:pt x="59460" y="14791"/>
                  </a:cubicBezTo>
                  <a:cubicBezTo>
                    <a:pt x="59711" y="14540"/>
                    <a:pt x="59940" y="14312"/>
                    <a:pt x="60168" y="14061"/>
                  </a:cubicBezTo>
                  <a:cubicBezTo>
                    <a:pt x="60259" y="13992"/>
                    <a:pt x="60351" y="13901"/>
                    <a:pt x="60419" y="13810"/>
                  </a:cubicBezTo>
                  <a:cubicBezTo>
                    <a:pt x="60716" y="13490"/>
                    <a:pt x="60990" y="13171"/>
                    <a:pt x="61264" y="12851"/>
                  </a:cubicBezTo>
                  <a:cubicBezTo>
                    <a:pt x="61264" y="12828"/>
                    <a:pt x="61264" y="12828"/>
                    <a:pt x="61286" y="12806"/>
                  </a:cubicBezTo>
                  <a:cubicBezTo>
                    <a:pt x="61332" y="12737"/>
                    <a:pt x="61378" y="12669"/>
                    <a:pt x="61446" y="12577"/>
                  </a:cubicBezTo>
                  <a:cubicBezTo>
                    <a:pt x="61606" y="12372"/>
                    <a:pt x="61766" y="12166"/>
                    <a:pt x="61903" y="11961"/>
                  </a:cubicBezTo>
                  <a:cubicBezTo>
                    <a:pt x="61994" y="11847"/>
                    <a:pt x="62062" y="11733"/>
                    <a:pt x="62131" y="11619"/>
                  </a:cubicBezTo>
                  <a:cubicBezTo>
                    <a:pt x="62245" y="11413"/>
                    <a:pt x="62359" y="11231"/>
                    <a:pt x="62473" y="11048"/>
                  </a:cubicBezTo>
                  <a:cubicBezTo>
                    <a:pt x="62496" y="11002"/>
                    <a:pt x="62542" y="10957"/>
                    <a:pt x="62565" y="10911"/>
                  </a:cubicBezTo>
                  <a:cubicBezTo>
                    <a:pt x="62610" y="10820"/>
                    <a:pt x="62656" y="10728"/>
                    <a:pt x="62702" y="10637"/>
                  </a:cubicBezTo>
                  <a:cubicBezTo>
                    <a:pt x="62793" y="10477"/>
                    <a:pt x="62861" y="10318"/>
                    <a:pt x="62953" y="10158"/>
                  </a:cubicBezTo>
                  <a:cubicBezTo>
                    <a:pt x="63021" y="10021"/>
                    <a:pt x="63067" y="9884"/>
                    <a:pt x="63135" y="9747"/>
                  </a:cubicBezTo>
                  <a:cubicBezTo>
                    <a:pt x="63204" y="9587"/>
                    <a:pt x="63272" y="9427"/>
                    <a:pt x="63341" y="9268"/>
                  </a:cubicBezTo>
                  <a:cubicBezTo>
                    <a:pt x="63364" y="9199"/>
                    <a:pt x="63386" y="9154"/>
                    <a:pt x="63409" y="9085"/>
                  </a:cubicBezTo>
                  <a:cubicBezTo>
                    <a:pt x="63455" y="8994"/>
                    <a:pt x="63478" y="8925"/>
                    <a:pt x="63500" y="8857"/>
                  </a:cubicBezTo>
                  <a:cubicBezTo>
                    <a:pt x="63546" y="8697"/>
                    <a:pt x="63592" y="8537"/>
                    <a:pt x="63637" y="8400"/>
                  </a:cubicBezTo>
                  <a:cubicBezTo>
                    <a:pt x="63683" y="8241"/>
                    <a:pt x="63729" y="8104"/>
                    <a:pt x="63774" y="7967"/>
                  </a:cubicBezTo>
                  <a:cubicBezTo>
                    <a:pt x="63820" y="7807"/>
                    <a:pt x="63843" y="7647"/>
                    <a:pt x="63888" y="7510"/>
                  </a:cubicBezTo>
                  <a:cubicBezTo>
                    <a:pt x="63888" y="7419"/>
                    <a:pt x="63911" y="7350"/>
                    <a:pt x="63934" y="7282"/>
                  </a:cubicBezTo>
                  <a:cubicBezTo>
                    <a:pt x="63957" y="7213"/>
                    <a:pt x="63957" y="7145"/>
                    <a:pt x="63980" y="7076"/>
                  </a:cubicBezTo>
                  <a:cubicBezTo>
                    <a:pt x="64003" y="6917"/>
                    <a:pt x="64025" y="6757"/>
                    <a:pt x="64048" y="6597"/>
                  </a:cubicBezTo>
                  <a:cubicBezTo>
                    <a:pt x="64071" y="6460"/>
                    <a:pt x="64071" y="6300"/>
                    <a:pt x="64094" y="6163"/>
                  </a:cubicBezTo>
                  <a:cubicBezTo>
                    <a:pt x="64117" y="6004"/>
                    <a:pt x="64117" y="5844"/>
                    <a:pt x="64117" y="5684"/>
                  </a:cubicBezTo>
                  <a:cubicBezTo>
                    <a:pt x="64140" y="5616"/>
                    <a:pt x="64140" y="5524"/>
                    <a:pt x="64140" y="5456"/>
                  </a:cubicBezTo>
                  <a:cubicBezTo>
                    <a:pt x="64140" y="5319"/>
                    <a:pt x="64140" y="5182"/>
                    <a:pt x="64140" y="5068"/>
                  </a:cubicBezTo>
                  <a:lnTo>
                    <a:pt x="64161" y="309"/>
                  </a:lnTo>
                  <a:lnTo>
                    <a:pt x="64161" y="309"/>
                  </a:lnTo>
                  <a:cubicBezTo>
                    <a:pt x="64160" y="442"/>
                    <a:pt x="64154" y="575"/>
                    <a:pt x="64140" y="708"/>
                  </a:cubicBezTo>
                  <a:cubicBezTo>
                    <a:pt x="64140" y="868"/>
                    <a:pt x="64117" y="1028"/>
                    <a:pt x="64117" y="1188"/>
                  </a:cubicBezTo>
                  <a:cubicBezTo>
                    <a:pt x="64094" y="1324"/>
                    <a:pt x="64071" y="1461"/>
                    <a:pt x="64048" y="1621"/>
                  </a:cubicBezTo>
                  <a:cubicBezTo>
                    <a:pt x="64025" y="1781"/>
                    <a:pt x="64003" y="1918"/>
                    <a:pt x="63980" y="2078"/>
                  </a:cubicBezTo>
                  <a:cubicBezTo>
                    <a:pt x="63957" y="2237"/>
                    <a:pt x="63934" y="2374"/>
                    <a:pt x="63888" y="2511"/>
                  </a:cubicBezTo>
                  <a:cubicBezTo>
                    <a:pt x="63866" y="2671"/>
                    <a:pt x="63820" y="2831"/>
                    <a:pt x="63774" y="2991"/>
                  </a:cubicBezTo>
                  <a:cubicBezTo>
                    <a:pt x="63752" y="3128"/>
                    <a:pt x="63706" y="3265"/>
                    <a:pt x="63660" y="3402"/>
                  </a:cubicBezTo>
                  <a:cubicBezTo>
                    <a:pt x="63615" y="3561"/>
                    <a:pt x="63569" y="3721"/>
                    <a:pt x="63500" y="3858"/>
                  </a:cubicBezTo>
                  <a:cubicBezTo>
                    <a:pt x="63455" y="4018"/>
                    <a:pt x="63409" y="4155"/>
                    <a:pt x="63341" y="4292"/>
                  </a:cubicBezTo>
                  <a:cubicBezTo>
                    <a:pt x="63295" y="4452"/>
                    <a:pt x="63227" y="4611"/>
                    <a:pt x="63158" y="4771"/>
                  </a:cubicBezTo>
                  <a:cubicBezTo>
                    <a:pt x="63090" y="4908"/>
                    <a:pt x="63021" y="5045"/>
                    <a:pt x="62953" y="5182"/>
                  </a:cubicBezTo>
                  <a:cubicBezTo>
                    <a:pt x="62884" y="5342"/>
                    <a:pt x="62793" y="5501"/>
                    <a:pt x="62702" y="5661"/>
                  </a:cubicBezTo>
                  <a:cubicBezTo>
                    <a:pt x="62633" y="5798"/>
                    <a:pt x="62565" y="5935"/>
                    <a:pt x="62496" y="6049"/>
                  </a:cubicBezTo>
                  <a:cubicBezTo>
                    <a:pt x="62382" y="6255"/>
                    <a:pt x="62268" y="6437"/>
                    <a:pt x="62154" y="6620"/>
                  </a:cubicBezTo>
                  <a:cubicBezTo>
                    <a:pt x="62062" y="6734"/>
                    <a:pt x="61994" y="6848"/>
                    <a:pt x="61926" y="6962"/>
                  </a:cubicBezTo>
                  <a:cubicBezTo>
                    <a:pt x="61766" y="7191"/>
                    <a:pt x="61629" y="7396"/>
                    <a:pt x="61469" y="7601"/>
                  </a:cubicBezTo>
                  <a:cubicBezTo>
                    <a:pt x="61401" y="7693"/>
                    <a:pt x="61332" y="7784"/>
                    <a:pt x="61264" y="7853"/>
                  </a:cubicBezTo>
                  <a:cubicBezTo>
                    <a:pt x="61012" y="8195"/>
                    <a:pt x="60739" y="8514"/>
                    <a:pt x="60442" y="8834"/>
                  </a:cubicBezTo>
                  <a:cubicBezTo>
                    <a:pt x="60351" y="8925"/>
                    <a:pt x="60282" y="8994"/>
                    <a:pt x="60191" y="9085"/>
                  </a:cubicBezTo>
                  <a:cubicBezTo>
                    <a:pt x="59963" y="9336"/>
                    <a:pt x="59734" y="9564"/>
                    <a:pt x="59483" y="9793"/>
                  </a:cubicBezTo>
                  <a:cubicBezTo>
                    <a:pt x="59369" y="9907"/>
                    <a:pt x="59232" y="10021"/>
                    <a:pt x="59118" y="10135"/>
                  </a:cubicBezTo>
                  <a:cubicBezTo>
                    <a:pt x="58981" y="10272"/>
                    <a:pt x="58821" y="10386"/>
                    <a:pt x="58661" y="10523"/>
                  </a:cubicBezTo>
                  <a:cubicBezTo>
                    <a:pt x="58525" y="10660"/>
                    <a:pt x="58365" y="10774"/>
                    <a:pt x="58228" y="10911"/>
                  </a:cubicBezTo>
                  <a:cubicBezTo>
                    <a:pt x="58068" y="11025"/>
                    <a:pt x="57885" y="11162"/>
                    <a:pt x="57726" y="11299"/>
                  </a:cubicBezTo>
                  <a:cubicBezTo>
                    <a:pt x="57566" y="11413"/>
                    <a:pt x="57406" y="11527"/>
                    <a:pt x="57246" y="11664"/>
                  </a:cubicBezTo>
                  <a:cubicBezTo>
                    <a:pt x="57064" y="11778"/>
                    <a:pt x="56881" y="11915"/>
                    <a:pt x="56721" y="12030"/>
                  </a:cubicBezTo>
                  <a:cubicBezTo>
                    <a:pt x="56539" y="12144"/>
                    <a:pt x="56356" y="12258"/>
                    <a:pt x="56196" y="12372"/>
                  </a:cubicBezTo>
                  <a:cubicBezTo>
                    <a:pt x="56014" y="12509"/>
                    <a:pt x="55808" y="12623"/>
                    <a:pt x="55626" y="12737"/>
                  </a:cubicBezTo>
                  <a:cubicBezTo>
                    <a:pt x="55375" y="12897"/>
                    <a:pt x="55101" y="13057"/>
                    <a:pt x="54850" y="13216"/>
                  </a:cubicBezTo>
                  <a:cubicBezTo>
                    <a:pt x="54348" y="13513"/>
                    <a:pt x="53845" y="13764"/>
                    <a:pt x="53343" y="14038"/>
                  </a:cubicBezTo>
                  <a:cubicBezTo>
                    <a:pt x="53206" y="14107"/>
                    <a:pt x="53046" y="14175"/>
                    <a:pt x="52910" y="14244"/>
                  </a:cubicBezTo>
                  <a:cubicBezTo>
                    <a:pt x="52499" y="14449"/>
                    <a:pt x="52088" y="14654"/>
                    <a:pt x="51654" y="14837"/>
                  </a:cubicBezTo>
                  <a:cubicBezTo>
                    <a:pt x="51540" y="14883"/>
                    <a:pt x="51426" y="14951"/>
                    <a:pt x="51289" y="14997"/>
                  </a:cubicBezTo>
                  <a:cubicBezTo>
                    <a:pt x="50764" y="15225"/>
                    <a:pt x="50216" y="15453"/>
                    <a:pt x="49668" y="15659"/>
                  </a:cubicBezTo>
                  <a:cubicBezTo>
                    <a:pt x="49554" y="15704"/>
                    <a:pt x="49440" y="15750"/>
                    <a:pt x="49303" y="15796"/>
                  </a:cubicBezTo>
                  <a:cubicBezTo>
                    <a:pt x="48869" y="15955"/>
                    <a:pt x="48413" y="16115"/>
                    <a:pt x="47956" y="16252"/>
                  </a:cubicBezTo>
                  <a:cubicBezTo>
                    <a:pt x="47774" y="16321"/>
                    <a:pt x="47591" y="16389"/>
                    <a:pt x="47386" y="16435"/>
                  </a:cubicBezTo>
                  <a:cubicBezTo>
                    <a:pt x="47158" y="16526"/>
                    <a:pt x="46906" y="16595"/>
                    <a:pt x="46655" y="16663"/>
                  </a:cubicBezTo>
                  <a:cubicBezTo>
                    <a:pt x="46427" y="16732"/>
                    <a:pt x="46199" y="16800"/>
                    <a:pt x="45971" y="16868"/>
                  </a:cubicBezTo>
                  <a:cubicBezTo>
                    <a:pt x="45720" y="16937"/>
                    <a:pt x="45446" y="17005"/>
                    <a:pt x="45195" y="17074"/>
                  </a:cubicBezTo>
                  <a:cubicBezTo>
                    <a:pt x="44966" y="17120"/>
                    <a:pt x="44738" y="17188"/>
                    <a:pt x="44510" y="17234"/>
                  </a:cubicBezTo>
                  <a:cubicBezTo>
                    <a:pt x="44259" y="17302"/>
                    <a:pt x="43985" y="17348"/>
                    <a:pt x="43734" y="17416"/>
                  </a:cubicBezTo>
                  <a:cubicBezTo>
                    <a:pt x="43505" y="17462"/>
                    <a:pt x="43254" y="17530"/>
                    <a:pt x="43026" y="17576"/>
                  </a:cubicBezTo>
                  <a:cubicBezTo>
                    <a:pt x="42775" y="17622"/>
                    <a:pt x="42501" y="17667"/>
                    <a:pt x="42227" y="17736"/>
                  </a:cubicBezTo>
                  <a:cubicBezTo>
                    <a:pt x="42022" y="17759"/>
                    <a:pt x="41794" y="17804"/>
                    <a:pt x="41565" y="17850"/>
                  </a:cubicBezTo>
                  <a:cubicBezTo>
                    <a:pt x="40972" y="17964"/>
                    <a:pt x="40356" y="18055"/>
                    <a:pt x="39739" y="18147"/>
                  </a:cubicBezTo>
                  <a:cubicBezTo>
                    <a:pt x="39671" y="18147"/>
                    <a:pt x="39557" y="18170"/>
                    <a:pt x="39488" y="18170"/>
                  </a:cubicBezTo>
                  <a:cubicBezTo>
                    <a:pt x="38940" y="18238"/>
                    <a:pt x="38415" y="18306"/>
                    <a:pt x="37890" y="18352"/>
                  </a:cubicBezTo>
                  <a:cubicBezTo>
                    <a:pt x="37685" y="18375"/>
                    <a:pt x="37480" y="18398"/>
                    <a:pt x="37274" y="18421"/>
                  </a:cubicBezTo>
                  <a:cubicBezTo>
                    <a:pt x="36932" y="18466"/>
                    <a:pt x="36589" y="18489"/>
                    <a:pt x="36247" y="18512"/>
                  </a:cubicBezTo>
                  <a:cubicBezTo>
                    <a:pt x="36042" y="18535"/>
                    <a:pt x="35813" y="18535"/>
                    <a:pt x="35608" y="18558"/>
                  </a:cubicBezTo>
                  <a:cubicBezTo>
                    <a:pt x="35243" y="18580"/>
                    <a:pt x="34900" y="18603"/>
                    <a:pt x="34535" y="18603"/>
                  </a:cubicBezTo>
                  <a:cubicBezTo>
                    <a:pt x="34330" y="18626"/>
                    <a:pt x="34124" y="18626"/>
                    <a:pt x="33942" y="18626"/>
                  </a:cubicBezTo>
                  <a:cubicBezTo>
                    <a:pt x="33348" y="18649"/>
                    <a:pt x="32778" y="18672"/>
                    <a:pt x="32184" y="18672"/>
                  </a:cubicBezTo>
                  <a:cubicBezTo>
                    <a:pt x="31705" y="18672"/>
                    <a:pt x="31225" y="18649"/>
                    <a:pt x="30723" y="18649"/>
                  </a:cubicBezTo>
                  <a:cubicBezTo>
                    <a:pt x="30427" y="18626"/>
                    <a:pt x="30130" y="18626"/>
                    <a:pt x="29833" y="18603"/>
                  </a:cubicBezTo>
                  <a:cubicBezTo>
                    <a:pt x="29628" y="18603"/>
                    <a:pt x="29399" y="18580"/>
                    <a:pt x="29171" y="18580"/>
                  </a:cubicBezTo>
                  <a:cubicBezTo>
                    <a:pt x="28852" y="18558"/>
                    <a:pt x="28532" y="18535"/>
                    <a:pt x="28235" y="18512"/>
                  </a:cubicBezTo>
                  <a:cubicBezTo>
                    <a:pt x="28030" y="18489"/>
                    <a:pt x="27825" y="18489"/>
                    <a:pt x="27619" y="18466"/>
                  </a:cubicBezTo>
                  <a:cubicBezTo>
                    <a:pt x="27254" y="18443"/>
                    <a:pt x="26866" y="18398"/>
                    <a:pt x="26501" y="18375"/>
                  </a:cubicBezTo>
                  <a:cubicBezTo>
                    <a:pt x="26364" y="18352"/>
                    <a:pt x="26227" y="18329"/>
                    <a:pt x="26090" y="18329"/>
                  </a:cubicBezTo>
                  <a:cubicBezTo>
                    <a:pt x="25565" y="18261"/>
                    <a:pt x="25063" y="18192"/>
                    <a:pt x="24560" y="18124"/>
                  </a:cubicBezTo>
                  <a:cubicBezTo>
                    <a:pt x="24492" y="18124"/>
                    <a:pt x="24446" y="18101"/>
                    <a:pt x="24378" y="18101"/>
                  </a:cubicBezTo>
                  <a:cubicBezTo>
                    <a:pt x="23921" y="18033"/>
                    <a:pt x="23465" y="17964"/>
                    <a:pt x="23008" y="17896"/>
                  </a:cubicBezTo>
                  <a:cubicBezTo>
                    <a:pt x="22826" y="17850"/>
                    <a:pt x="22643" y="17827"/>
                    <a:pt x="22483" y="17781"/>
                  </a:cubicBezTo>
                  <a:cubicBezTo>
                    <a:pt x="22141" y="17736"/>
                    <a:pt x="21799" y="17667"/>
                    <a:pt x="21479" y="17599"/>
                  </a:cubicBezTo>
                  <a:cubicBezTo>
                    <a:pt x="21319" y="17553"/>
                    <a:pt x="21160" y="17530"/>
                    <a:pt x="20977" y="17485"/>
                  </a:cubicBezTo>
                  <a:cubicBezTo>
                    <a:pt x="20612" y="17416"/>
                    <a:pt x="20247" y="17325"/>
                    <a:pt x="19881" y="17234"/>
                  </a:cubicBezTo>
                  <a:cubicBezTo>
                    <a:pt x="19676" y="17188"/>
                    <a:pt x="19493" y="17142"/>
                    <a:pt x="19288" y="17097"/>
                  </a:cubicBezTo>
                  <a:cubicBezTo>
                    <a:pt x="18968" y="17005"/>
                    <a:pt x="18626" y="16914"/>
                    <a:pt x="18306" y="16823"/>
                  </a:cubicBezTo>
                  <a:cubicBezTo>
                    <a:pt x="18124" y="16777"/>
                    <a:pt x="17941" y="16732"/>
                    <a:pt x="17759" y="16663"/>
                  </a:cubicBezTo>
                  <a:cubicBezTo>
                    <a:pt x="17256" y="16526"/>
                    <a:pt x="16754" y="16366"/>
                    <a:pt x="16275" y="16207"/>
                  </a:cubicBezTo>
                  <a:cubicBezTo>
                    <a:pt x="16184" y="16184"/>
                    <a:pt x="16069" y="16161"/>
                    <a:pt x="15978" y="16115"/>
                  </a:cubicBezTo>
                  <a:cubicBezTo>
                    <a:pt x="15408" y="15933"/>
                    <a:pt x="14837" y="15727"/>
                    <a:pt x="14289" y="15499"/>
                  </a:cubicBezTo>
                  <a:cubicBezTo>
                    <a:pt x="14061" y="15408"/>
                    <a:pt x="13833" y="15316"/>
                    <a:pt x="13604" y="15225"/>
                  </a:cubicBezTo>
                  <a:cubicBezTo>
                    <a:pt x="13422" y="15157"/>
                    <a:pt x="13262" y="15088"/>
                    <a:pt x="13079" y="14997"/>
                  </a:cubicBezTo>
                  <a:cubicBezTo>
                    <a:pt x="12828" y="14906"/>
                    <a:pt x="12577" y="14791"/>
                    <a:pt x="12326" y="14677"/>
                  </a:cubicBezTo>
                  <a:cubicBezTo>
                    <a:pt x="12166" y="14609"/>
                    <a:pt x="12007" y="14517"/>
                    <a:pt x="11847" y="14449"/>
                  </a:cubicBezTo>
                  <a:cubicBezTo>
                    <a:pt x="11573" y="14312"/>
                    <a:pt x="11299" y="14198"/>
                    <a:pt x="11048" y="14061"/>
                  </a:cubicBezTo>
                  <a:cubicBezTo>
                    <a:pt x="10911" y="13992"/>
                    <a:pt x="10774" y="13924"/>
                    <a:pt x="10637" y="13856"/>
                  </a:cubicBezTo>
                  <a:cubicBezTo>
                    <a:pt x="10249" y="13650"/>
                    <a:pt x="9861" y="13445"/>
                    <a:pt x="9473" y="13216"/>
                  </a:cubicBezTo>
                  <a:cubicBezTo>
                    <a:pt x="5981" y="11185"/>
                    <a:pt x="3424" y="8788"/>
                    <a:pt x="1872" y="6255"/>
                  </a:cubicBezTo>
                  <a:cubicBezTo>
                    <a:pt x="1096" y="4999"/>
                    <a:pt x="571" y="3698"/>
                    <a:pt x="274" y="2374"/>
                  </a:cubicBezTo>
                  <a:cubicBezTo>
                    <a:pt x="92" y="1576"/>
                    <a:pt x="23" y="799"/>
                    <a:pt x="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66" name="Google Shape;6166;p47"/>
            <p:cNvSpPr/>
            <p:nvPr/>
          </p:nvSpPr>
          <p:spPr>
            <a:xfrm>
              <a:off x="3900638" y="2421950"/>
              <a:ext cx="1594375" cy="963250"/>
            </a:xfrm>
            <a:custGeom>
              <a:avLst/>
              <a:gdLst/>
              <a:ahLst/>
              <a:cxnLst/>
              <a:rect l="l" t="t" r="r" b="b"/>
              <a:pathLst>
                <a:path w="63775" h="38530" extrusionOk="0">
                  <a:moveTo>
                    <a:pt x="1" y="0"/>
                  </a:moveTo>
                  <a:lnTo>
                    <a:pt x="1" y="4976"/>
                  </a:lnTo>
                  <a:cubicBezTo>
                    <a:pt x="23" y="9724"/>
                    <a:pt x="3196" y="14494"/>
                    <a:pt x="9473" y="18101"/>
                  </a:cubicBezTo>
                  <a:cubicBezTo>
                    <a:pt x="9861" y="18352"/>
                    <a:pt x="10295" y="18557"/>
                    <a:pt x="10706" y="18785"/>
                  </a:cubicBezTo>
                  <a:cubicBezTo>
                    <a:pt x="10843" y="18854"/>
                    <a:pt x="10980" y="18922"/>
                    <a:pt x="11117" y="18991"/>
                  </a:cubicBezTo>
                  <a:cubicBezTo>
                    <a:pt x="11413" y="19151"/>
                    <a:pt x="11710" y="19288"/>
                    <a:pt x="12007" y="19425"/>
                  </a:cubicBezTo>
                  <a:cubicBezTo>
                    <a:pt x="12166" y="19493"/>
                    <a:pt x="12326" y="19584"/>
                    <a:pt x="12509" y="19653"/>
                  </a:cubicBezTo>
                  <a:cubicBezTo>
                    <a:pt x="12783" y="19790"/>
                    <a:pt x="13080" y="19904"/>
                    <a:pt x="13376" y="20018"/>
                  </a:cubicBezTo>
                  <a:cubicBezTo>
                    <a:pt x="13536" y="20086"/>
                    <a:pt x="13696" y="20155"/>
                    <a:pt x="13878" y="20223"/>
                  </a:cubicBezTo>
                  <a:cubicBezTo>
                    <a:pt x="13947" y="20269"/>
                    <a:pt x="14038" y="20315"/>
                    <a:pt x="14129" y="20338"/>
                  </a:cubicBezTo>
                  <a:cubicBezTo>
                    <a:pt x="14244" y="20383"/>
                    <a:pt x="14381" y="20429"/>
                    <a:pt x="14495" y="20475"/>
                  </a:cubicBezTo>
                  <a:cubicBezTo>
                    <a:pt x="14906" y="20634"/>
                    <a:pt x="15294" y="20771"/>
                    <a:pt x="15704" y="20908"/>
                  </a:cubicBezTo>
                  <a:cubicBezTo>
                    <a:pt x="15910" y="20977"/>
                    <a:pt x="16115" y="21045"/>
                    <a:pt x="16321" y="21114"/>
                  </a:cubicBezTo>
                  <a:cubicBezTo>
                    <a:pt x="16754" y="21273"/>
                    <a:pt x="17188" y="21388"/>
                    <a:pt x="17622" y="21524"/>
                  </a:cubicBezTo>
                  <a:cubicBezTo>
                    <a:pt x="17759" y="21570"/>
                    <a:pt x="17873" y="21616"/>
                    <a:pt x="18010" y="21639"/>
                  </a:cubicBezTo>
                  <a:cubicBezTo>
                    <a:pt x="18055" y="21661"/>
                    <a:pt x="18101" y="21661"/>
                    <a:pt x="18147" y="21684"/>
                  </a:cubicBezTo>
                  <a:cubicBezTo>
                    <a:pt x="18443" y="21776"/>
                    <a:pt x="18740" y="21844"/>
                    <a:pt x="19037" y="21912"/>
                  </a:cubicBezTo>
                  <a:cubicBezTo>
                    <a:pt x="19288" y="21981"/>
                    <a:pt x="19539" y="22049"/>
                    <a:pt x="19767" y="22118"/>
                  </a:cubicBezTo>
                  <a:cubicBezTo>
                    <a:pt x="20087" y="22186"/>
                    <a:pt x="20406" y="22255"/>
                    <a:pt x="20726" y="22323"/>
                  </a:cubicBezTo>
                  <a:cubicBezTo>
                    <a:pt x="20931" y="22369"/>
                    <a:pt x="21137" y="22415"/>
                    <a:pt x="21342" y="22460"/>
                  </a:cubicBezTo>
                  <a:cubicBezTo>
                    <a:pt x="21411" y="22483"/>
                    <a:pt x="21479" y="22483"/>
                    <a:pt x="21525" y="22506"/>
                  </a:cubicBezTo>
                  <a:cubicBezTo>
                    <a:pt x="22050" y="22597"/>
                    <a:pt x="22575" y="22711"/>
                    <a:pt x="23100" y="22803"/>
                  </a:cubicBezTo>
                  <a:cubicBezTo>
                    <a:pt x="23282" y="22826"/>
                    <a:pt x="23442" y="22848"/>
                    <a:pt x="23625" y="22871"/>
                  </a:cubicBezTo>
                  <a:cubicBezTo>
                    <a:pt x="23922" y="22917"/>
                    <a:pt x="24195" y="22962"/>
                    <a:pt x="24492" y="23008"/>
                  </a:cubicBezTo>
                  <a:cubicBezTo>
                    <a:pt x="24561" y="23031"/>
                    <a:pt x="24629" y="23031"/>
                    <a:pt x="24675" y="23031"/>
                  </a:cubicBezTo>
                  <a:cubicBezTo>
                    <a:pt x="24903" y="23054"/>
                    <a:pt x="25131" y="23099"/>
                    <a:pt x="25337" y="23122"/>
                  </a:cubicBezTo>
                  <a:cubicBezTo>
                    <a:pt x="25656" y="23168"/>
                    <a:pt x="25976" y="23191"/>
                    <a:pt x="26295" y="23236"/>
                  </a:cubicBezTo>
                  <a:cubicBezTo>
                    <a:pt x="26546" y="23259"/>
                    <a:pt x="26775" y="23282"/>
                    <a:pt x="27003" y="23305"/>
                  </a:cubicBezTo>
                  <a:cubicBezTo>
                    <a:pt x="27186" y="23328"/>
                    <a:pt x="27391" y="23350"/>
                    <a:pt x="27596" y="23350"/>
                  </a:cubicBezTo>
                  <a:cubicBezTo>
                    <a:pt x="27711" y="23373"/>
                    <a:pt x="27825" y="23373"/>
                    <a:pt x="27939" y="23373"/>
                  </a:cubicBezTo>
                  <a:cubicBezTo>
                    <a:pt x="28190" y="23396"/>
                    <a:pt x="28418" y="23419"/>
                    <a:pt x="28669" y="23419"/>
                  </a:cubicBezTo>
                  <a:cubicBezTo>
                    <a:pt x="28989" y="23442"/>
                    <a:pt x="29285" y="23465"/>
                    <a:pt x="29605" y="23487"/>
                  </a:cubicBezTo>
                  <a:cubicBezTo>
                    <a:pt x="29856" y="23487"/>
                    <a:pt x="30107" y="23510"/>
                    <a:pt x="30358" y="23510"/>
                  </a:cubicBezTo>
                  <a:cubicBezTo>
                    <a:pt x="30495" y="23510"/>
                    <a:pt x="30632" y="23533"/>
                    <a:pt x="30769" y="23533"/>
                  </a:cubicBezTo>
                  <a:lnTo>
                    <a:pt x="33006" y="23533"/>
                  </a:lnTo>
                  <a:cubicBezTo>
                    <a:pt x="33280" y="23533"/>
                    <a:pt x="33577" y="23533"/>
                    <a:pt x="33851" y="23510"/>
                  </a:cubicBezTo>
                  <a:lnTo>
                    <a:pt x="34239" y="23510"/>
                  </a:lnTo>
                  <a:cubicBezTo>
                    <a:pt x="34581" y="23510"/>
                    <a:pt x="34923" y="23487"/>
                    <a:pt x="35266" y="23465"/>
                  </a:cubicBezTo>
                  <a:cubicBezTo>
                    <a:pt x="35654" y="23442"/>
                    <a:pt x="36019" y="23442"/>
                    <a:pt x="36407" y="23419"/>
                  </a:cubicBezTo>
                  <a:lnTo>
                    <a:pt x="37023" y="23419"/>
                  </a:lnTo>
                  <a:cubicBezTo>
                    <a:pt x="37274" y="23419"/>
                    <a:pt x="37525" y="23396"/>
                    <a:pt x="37776" y="23396"/>
                  </a:cubicBezTo>
                  <a:cubicBezTo>
                    <a:pt x="37982" y="23396"/>
                    <a:pt x="38187" y="23419"/>
                    <a:pt x="38393" y="23419"/>
                  </a:cubicBezTo>
                  <a:cubicBezTo>
                    <a:pt x="38644" y="23419"/>
                    <a:pt x="38895" y="23419"/>
                    <a:pt x="39146" y="23442"/>
                  </a:cubicBezTo>
                  <a:cubicBezTo>
                    <a:pt x="39329" y="23442"/>
                    <a:pt x="39534" y="23442"/>
                    <a:pt x="39717" y="23465"/>
                  </a:cubicBezTo>
                  <a:cubicBezTo>
                    <a:pt x="39991" y="23465"/>
                    <a:pt x="40242" y="23487"/>
                    <a:pt x="40493" y="23487"/>
                  </a:cubicBezTo>
                  <a:cubicBezTo>
                    <a:pt x="40675" y="23510"/>
                    <a:pt x="40881" y="23510"/>
                    <a:pt x="41063" y="23533"/>
                  </a:cubicBezTo>
                  <a:cubicBezTo>
                    <a:pt x="41314" y="23556"/>
                    <a:pt x="41565" y="23579"/>
                    <a:pt x="41839" y="23602"/>
                  </a:cubicBezTo>
                  <a:cubicBezTo>
                    <a:pt x="42022" y="23624"/>
                    <a:pt x="42205" y="23647"/>
                    <a:pt x="42387" y="23647"/>
                  </a:cubicBezTo>
                  <a:cubicBezTo>
                    <a:pt x="42661" y="23693"/>
                    <a:pt x="42912" y="23716"/>
                    <a:pt x="43186" y="23739"/>
                  </a:cubicBezTo>
                  <a:cubicBezTo>
                    <a:pt x="43346" y="23761"/>
                    <a:pt x="43528" y="23784"/>
                    <a:pt x="43711" y="23807"/>
                  </a:cubicBezTo>
                  <a:cubicBezTo>
                    <a:pt x="43985" y="23853"/>
                    <a:pt x="44282" y="23898"/>
                    <a:pt x="44578" y="23944"/>
                  </a:cubicBezTo>
                  <a:cubicBezTo>
                    <a:pt x="44715" y="23967"/>
                    <a:pt x="44852" y="23990"/>
                    <a:pt x="45012" y="24012"/>
                  </a:cubicBezTo>
                  <a:cubicBezTo>
                    <a:pt x="45423" y="24081"/>
                    <a:pt x="45857" y="24172"/>
                    <a:pt x="46290" y="24264"/>
                  </a:cubicBezTo>
                  <a:cubicBezTo>
                    <a:pt x="46473" y="24286"/>
                    <a:pt x="46678" y="24355"/>
                    <a:pt x="46884" y="24378"/>
                  </a:cubicBezTo>
                  <a:cubicBezTo>
                    <a:pt x="47135" y="24446"/>
                    <a:pt x="47386" y="24492"/>
                    <a:pt x="47637" y="24560"/>
                  </a:cubicBezTo>
                  <a:cubicBezTo>
                    <a:pt x="47820" y="24606"/>
                    <a:pt x="48002" y="24652"/>
                    <a:pt x="48208" y="24697"/>
                  </a:cubicBezTo>
                  <a:cubicBezTo>
                    <a:pt x="48436" y="24766"/>
                    <a:pt x="48687" y="24834"/>
                    <a:pt x="48915" y="24903"/>
                  </a:cubicBezTo>
                  <a:cubicBezTo>
                    <a:pt x="49052" y="24925"/>
                    <a:pt x="49166" y="24971"/>
                    <a:pt x="49303" y="25017"/>
                  </a:cubicBezTo>
                  <a:cubicBezTo>
                    <a:pt x="49646" y="25108"/>
                    <a:pt x="50011" y="25222"/>
                    <a:pt x="50353" y="25336"/>
                  </a:cubicBezTo>
                  <a:cubicBezTo>
                    <a:pt x="50513" y="25382"/>
                    <a:pt x="50673" y="25450"/>
                    <a:pt x="50833" y="25496"/>
                  </a:cubicBezTo>
                  <a:cubicBezTo>
                    <a:pt x="51152" y="25610"/>
                    <a:pt x="51449" y="25724"/>
                    <a:pt x="51768" y="25838"/>
                  </a:cubicBezTo>
                  <a:cubicBezTo>
                    <a:pt x="51951" y="25907"/>
                    <a:pt x="52134" y="25975"/>
                    <a:pt x="52339" y="26067"/>
                  </a:cubicBezTo>
                  <a:cubicBezTo>
                    <a:pt x="52476" y="26112"/>
                    <a:pt x="52613" y="26181"/>
                    <a:pt x="52773" y="26249"/>
                  </a:cubicBezTo>
                  <a:cubicBezTo>
                    <a:pt x="53001" y="26341"/>
                    <a:pt x="53229" y="26455"/>
                    <a:pt x="53480" y="26546"/>
                  </a:cubicBezTo>
                  <a:cubicBezTo>
                    <a:pt x="53617" y="26615"/>
                    <a:pt x="53754" y="26683"/>
                    <a:pt x="53891" y="26751"/>
                  </a:cubicBezTo>
                  <a:cubicBezTo>
                    <a:pt x="54142" y="26866"/>
                    <a:pt x="54393" y="26980"/>
                    <a:pt x="54644" y="27117"/>
                  </a:cubicBezTo>
                  <a:cubicBezTo>
                    <a:pt x="54781" y="27162"/>
                    <a:pt x="54895" y="27231"/>
                    <a:pt x="55010" y="27299"/>
                  </a:cubicBezTo>
                  <a:cubicBezTo>
                    <a:pt x="55375" y="27482"/>
                    <a:pt x="55740" y="27687"/>
                    <a:pt x="56105" y="27893"/>
                  </a:cubicBezTo>
                  <a:cubicBezTo>
                    <a:pt x="59917" y="30107"/>
                    <a:pt x="62314" y="32800"/>
                    <a:pt x="63272" y="35653"/>
                  </a:cubicBezTo>
                  <a:cubicBezTo>
                    <a:pt x="63592" y="36589"/>
                    <a:pt x="63775" y="37571"/>
                    <a:pt x="63775" y="38529"/>
                  </a:cubicBezTo>
                  <a:lnTo>
                    <a:pt x="63775" y="33553"/>
                  </a:lnTo>
                  <a:cubicBezTo>
                    <a:pt x="63752" y="29696"/>
                    <a:pt x="61218" y="25861"/>
                    <a:pt x="56128" y="22917"/>
                  </a:cubicBezTo>
                  <a:cubicBezTo>
                    <a:pt x="55763" y="22711"/>
                    <a:pt x="55398" y="22506"/>
                    <a:pt x="55032" y="22301"/>
                  </a:cubicBezTo>
                  <a:cubicBezTo>
                    <a:pt x="54895" y="22255"/>
                    <a:pt x="54781" y="22186"/>
                    <a:pt x="54667" y="22141"/>
                  </a:cubicBezTo>
                  <a:cubicBezTo>
                    <a:pt x="54416" y="22004"/>
                    <a:pt x="54165" y="21890"/>
                    <a:pt x="53914" y="21753"/>
                  </a:cubicBezTo>
                  <a:cubicBezTo>
                    <a:pt x="53777" y="21707"/>
                    <a:pt x="53640" y="21639"/>
                    <a:pt x="53480" y="21570"/>
                  </a:cubicBezTo>
                  <a:cubicBezTo>
                    <a:pt x="53252" y="21456"/>
                    <a:pt x="53024" y="21365"/>
                    <a:pt x="52773" y="21251"/>
                  </a:cubicBezTo>
                  <a:cubicBezTo>
                    <a:pt x="52636" y="21205"/>
                    <a:pt x="52499" y="21136"/>
                    <a:pt x="52339" y="21068"/>
                  </a:cubicBezTo>
                  <a:cubicBezTo>
                    <a:pt x="52248" y="21045"/>
                    <a:pt x="52156" y="20999"/>
                    <a:pt x="52065" y="20954"/>
                  </a:cubicBezTo>
                  <a:cubicBezTo>
                    <a:pt x="51974" y="20931"/>
                    <a:pt x="51883" y="20885"/>
                    <a:pt x="51768" y="20863"/>
                  </a:cubicBezTo>
                  <a:cubicBezTo>
                    <a:pt x="51472" y="20748"/>
                    <a:pt x="51152" y="20634"/>
                    <a:pt x="50855" y="20520"/>
                  </a:cubicBezTo>
                  <a:cubicBezTo>
                    <a:pt x="50696" y="20475"/>
                    <a:pt x="50536" y="20406"/>
                    <a:pt x="50353" y="20360"/>
                  </a:cubicBezTo>
                  <a:cubicBezTo>
                    <a:pt x="50011" y="20246"/>
                    <a:pt x="49668" y="20132"/>
                    <a:pt x="49326" y="20018"/>
                  </a:cubicBezTo>
                  <a:cubicBezTo>
                    <a:pt x="49212" y="19995"/>
                    <a:pt x="49121" y="19972"/>
                    <a:pt x="49029" y="19927"/>
                  </a:cubicBezTo>
                  <a:cubicBezTo>
                    <a:pt x="49007" y="19927"/>
                    <a:pt x="48961" y="19927"/>
                    <a:pt x="48938" y="19904"/>
                  </a:cubicBezTo>
                  <a:cubicBezTo>
                    <a:pt x="48710" y="19858"/>
                    <a:pt x="48459" y="19790"/>
                    <a:pt x="48208" y="19721"/>
                  </a:cubicBezTo>
                  <a:cubicBezTo>
                    <a:pt x="48025" y="19676"/>
                    <a:pt x="47842" y="19630"/>
                    <a:pt x="47660" y="19584"/>
                  </a:cubicBezTo>
                  <a:cubicBezTo>
                    <a:pt x="47409" y="19516"/>
                    <a:pt x="47158" y="19470"/>
                    <a:pt x="46907" y="19402"/>
                  </a:cubicBezTo>
                  <a:cubicBezTo>
                    <a:pt x="46724" y="19379"/>
                    <a:pt x="46564" y="19333"/>
                    <a:pt x="46404" y="19288"/>
                  </a:cubicBezTo>
                  <a:cubicBezTo>
                    <a:pt x="46359" y="19288"/>
                    <a:pt x="46336" y="19288"/>
                    <a:pt x="46290" y="19265"/>
                  </a:cubicBezTo>
                  <a:cubicBezTo>
                    <a:pt x="45879" y="19196"/>
                    <a:pt x="45446" y="19105"/>
                    <a:pt x="45012" y="19037"/>
                  </a:cubicBezTo>
                  <a:cubicBezTo>
                    <a:pt x="44875" y="19014"/>
                    <a:pt x="44738" y="18991"/>
                    <a:pt x="44578" y="18968"/>
                  </a:cubicBezTo>
                  <a:cubicBezTo>
                    <a:pt x="44350" y="18922"/>
                    <a:pt x="44099" y="18877"/>
                    <a:pt x="43848" y="18854"/>
                  </a:cubicBezTo>
                  <a:cubicBezTo>
                    <a:pt x="43802" y="18854"/>
                    <a:pt x="43757" y="18831"/>
                    <a:pt x="43711" y="18831"/>
                  </a:cubicBezTo>
                  <a:cubicBezTo>
                    <a:pt x="43551" y="18808"/>
                    <a:pt x="43369" y="18785"/>
                    <a:pt x="43186" y="18763"/>
                  </a:cubicBezTo>
                  <a:cubicBezTo>
                    <a:pt x="42935" y="18740"/>
                    <a:pt x="42661" y="18694"/>
                    <a:pt x="42410" y="18671"/>
                  </a:cubicBezTo>
                  <a:cubicBezTo>
                    <a:pt x="42227" y="18648"/>
                    <a:pt x="42022" y="18648"/>
                    <a:pt x="41839" y="18626"/>
                  </a:cubicBezTo>
                  <a:cubicBezTo>
                    <a:pt x="41680" y="18603"/>
                    <a:pt x="41520" y="18580"/>
                    <a:pt x="41337" y="18580"/>
                  </a:cubicBezTo>
                  <a:cubicBezTo>
                    <a:pt x="41246" y="18557"/>
                    <a:pt x="41155" y="18557"/>
                    <a:pt x="41086" y="18557"/>
                  </a:cubicBezTo>
                  <a:cubicBezTo>
                    <a:pt x="40881" y="18534"/>
                    <a:pt x="40698" y="18534"/>
                    <a:pt x="40493" y="18512"/>
                  </a:cubicBezTo>
                  <a:cubicBezTo>
                    <a:pt x="40242" y="18489"/>
                    <a:pt x="39991" y="18489"/>
                    <a:pt x="39739" y="18466"/>
                  </a:cubicBezTo>
                  <a:cubicBezTo>
                    <a:pt x="39557" y="18466"/>
                    <a:pt x="39351" y="18466"/>
                    <a:pt x="39169" y="18443"/>
                  </a:cubicBezTo>
                  <a:lnTo>
                    <a:pt x="38804" y="18443"/>
                  </a:lnTo>
                  <a:cubicBezTo>
                    <a:pt x="38667" y="18443"/>
                    <a:pt x="38553" y="18443"/>
                    <a:pt x="38416" y="18420"/>
                  </a:cubicBezTo>
                  <a:lnTo>
                    <a:pt x="37046" y="18420"/>
                  </a:lnTo>
                  <a:cubicBezTo>
                    <a:pt x="36841" y="18443"/>
                    <a:pt x="36635" y="18443"/>
                    <a:pt x="36430" y="18443"/>
                  </a:cubicBezTo>
                  <a:lnTo>
                    <a:pt x="36156" y="18443"/>
                  </a:lnTo>
                  <a:cubicBezTo>
                    <a:pt x="35859" y="18466"/>
                    <a:pt x="35562" y="18466"/>
                    <a:pt x="35289" y="18489"/>
                  </a:cubicBezTo>
                  <a:cubicBezTo>
                    <a:pt x="34809" y="18512"/>
                    <a:pt x="34330" y="18534"/>
                    <a:pt x="33873" y="18534"/>
                  </a:cubicBezTo>
                  <a:cubicBezTo>
                    <a:pt x="33577" y="18534"/>
                    <a:pt x="33303" y="18557"/>
                    <a:pt x="33029" y="18557"/>
                  </a:cubicBezTo>
                  <a:lnTo>
                    <a:pt x="31271" y="18557"/>
                  </a:lnTo>
                  <a:cubicBezTo>
                    <a:pt x="30975" y="18534"/>
                    <a:pt x="30678" y="18534"/>
                    <a:pt x="30358" y="18534"/>
                  </a:cubicBezTo>
                  <a:cubicBezTo>
                    <a:pt x="30107" y="18512"/>
                    <a:pt x="29879" y="18512"/>
                    <a:pt x="29628" y="18489"/>
                  </a:cubicBezTo>
                  <a:cubicBezTo>
                    <a:pt x="29308" y="18489"/>
                    <a:pt x="28989" y="18466"/>
                    <a:pt x="28692" y="18443"/>
                  </a:cubicBezTo>
                  <a:cubicBezTo>
                    <a:pt x="28441" y="18443"/>
                    <a:pt x="28190" y="18420"/>
                    <a:pt x="27962" y="18397"/>
                  </a:cubicBezTo>
                  <a:cubicBezTo>
                    <a:pt x="27642" y="18375"/>
                    <a:pt x="27322" y="18352"/>
                    <a:pt x="27003" y="18329"/>
                  </a:cubicBezTo>
                  <a:cubicBezTo>
                    <a:pt x="26775" y="18306"/>
                    <a:pt x="26546" y="18283"/>
                    <a:pt x="26318" y="18260"/>
                  </a:cubicBezTo>
                  <a:cubicBezTo>
                    <a:pt x="25999" y="18215"/>
                    <a:pt x="25679" y="18169"/>
                    <a:pt x="25360" y="18146"/>
                  </a:cubicBezTo>
                  <a:cubicBezTo>
                    <a:pt x="25131" y="18101"/>
                    <a:pt x="24926" y="18078"/>
                    <a:pt x="24698" y="18055"/>
                  </a:cubicBezTo>
                  <a:cubicBezTo>
                    <a:pt x="24332" y="18009"/>
                    <a:pt x="23990" y="17941"/>
                    <a:pt x="23625" y="17895"/>
                  </a:cubicBezTo>
                  <a:cubicBezTo>
                    <a:pt x="23465" y="17872"/>
                    <a:pt x="23282" y="17850"/>
                    <a:pt x="23123" y="17804"/>
                  </a:cubicBezTo>
                  <a:cubicBezTo>
                    <a:pt x="22598" y="17713"/>
                    <a:pt x="22073" y="17621"/>
                    <a:pt x="21548" y="17530"/>
                  </a:cubicBezTo>
                  <a:cubicBezTo>
                    <a:pt x="21274" y="17462"/>
                    <a:pt x="21000" y="17393"/>
                    <a:pt x="20726" y="17347"/>
                  </a:cubicBezTo>
                  <a:cubicBezTo>
                    <a:pt x="20406" y="17279"/>
                    <a:pt x="20110" y="17210"/>
                    <a:pt x="19790" y="17119"/>
                  </a:cubicBezTo>
                  <a:cubicBezTo>
                    <a:pt x="19539" y="17074"/>
                    <a:pt x="19311" y="17005"/>
                    <a:pt x="19060" y="16937"/>
                  </a:cubicBezTo>
                  <a:cubicBezTo>
                    <a:pt x="18763" y="16868"/>
                    <a:pt x="18443" y="16777"/>
                    <a:pt x="18147" y="16708"/>
                  </a:cubicBezTo>
                  <a:cubicBezTo>
                    <a:pt x="17987" y="16663"/>
                    <a:pt x="17804" y="16594"/>
                    <a:pt x="17645" y="16549"/>
                  </a:cubicBezTo>
                  <a:cubicBezTo>
                    <a:pt x="17188" y="16412"/>
                    <a:pt x="16754" y="16275"/>
                    <a:pt x="16321" y="16138"/>
                  </a:cubicBezTo>
                  <a:cubicBezTo>
                    <a:pt x="16115" y="16069"/>
                    <a:pt x="15910" y="16001"/>
                    <a:pt x="15727" y="15932"/>
                  </a:cubicBezTo>
                  <a:cubicBezTo>
                    <a:pt x="15316" y="15795"/>
                    <a:pt x="14906" y="15636"/>
                    <a:pt x="14518" y="15499"/>
                  </a:cubicBezTo>
                  <a:cubicBezTo>
                    <a:pt x="14312" y="15407"/>
                    <a:pt x="14084" y="15339"/>
                    <a:pt x="13878" y="15248"/>
                  </a:cubicBezTo>
                  <a:cubicBezTo>
                    <a:pt x="13719" y="15179"/>
                    <a:pt x="13559" y="15111"/>
                    <a:pt x="13399" y="15042"/>
                  </a:cubicBezTo>
                  <a:cubicBezTo>
                    <a:pt x="13102" y="14928"/>
                    <a:pt x="12806" y="14791"/>
                    <a:pt x="12509" y="14677"/>
                  </a:cubicBezTo>
                  <a:cubicBezTo>
                    <a:pt x="12349" y="14586"/>
                    <a:pt x="12189" y="14517"/>
                    <a:pt x="12030" y="14449"/>
                  </a:cubicBezTo>
                  <a:cubicBezTo>
                    <a:pt x="11733" y="14312"/>
                    <a:pt x="11436" y="14152"/>
                    <a:pt x="11139" y="14015"/>
                  </a:cubicBezTo>
                  <a:cubicBezTo>
                    <a:pt x="11002" y="13946"/>
                    <a:pt x="10865" y="13878"/>
                    <a:pt x="10729" y="13810"/>
                  </a:cubicBezTo>
                  <a:cubicBezTo>
                    <a:pt x="10295" y="13581"/>
                    <a:pt x="9884" y="13353"/>
                    <a:pt x="9473" y="13125"/>
                  </a:cubicBezTo>
                  <a:cubicBezTo>
                    <a:pt x="3196" y="9496"/>
                    <a:pt x="46" y="4748"/>
                    <a:pt x="1" y="0"/>
                  </a:cubicBezTo>
                  <a:close/>
                </a:path>
              </a:pathLst>
            </a:custGeom>
            <a:solidFill>
              <a:srgbClr val="BBC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67" name="Google Shape;6167;p47"/>
            <p:cNvSpPr/>
            <p:nvPr/>
          </p:nvSpPr>
          <p:spPr>
            <a:xfrm>
              <a:off x="4043863" y="3258500"/>
              <a:ext cx="1604075" cy="591200"/>
            </a:xfrm>
            <a:custGeom>
              <a:avLst/>
              <a:gdLst/>
              <a:ahLst/>
              <a:cxnLst/>
              <a:rect l="l" t="t" r="r" b="b"/>
              <a:pathLst>
                <a:path w="64163" h="23648" extrusionOk="0">
                  <a:moveTo>
                    <a:pt x="64163" y="91"/>
                  </a:moveTo>
                  <a:lnTo>
                    <a:pt x="64162" y="308"/>
                  </a:lnTo>
                  <a:lnTo>
                    <a:pt x="64162" y="308"/>
                  </a:lnTo>
                  <a:cubicBezTo>
                    <a:pt x="64163" y="236"/>
                    <a:pt x="64163" y="164"/>
                    <a:pt x="64163" y="91"/>
                  </a:cubicBezTo>
                  <a:close/>
                  <a:moveTo>
                    <a:pt x="24" y="0"/>
                  </a:moveTo>
                  <a:lnTo>
                    <a:pt x="1" y="4976"/>
                  </a:lnTo>
                  <a:cubicBezTo>
                    <a:pt x="1" y="7099"/>
                    <a:pt x="617" y="9221"/>
                    <a:pt x="1850" y="11230"/>
                  </a:cubicBezTo>
                  <a:cubicBezTo>
                    <a:pt x="3402" y="13787"/>
                    <a:pt x="5958" y="16183"/>
                    <a:pt x="9473" y="18192"/>
                  </a:cubicBezTo>
                  <a:cubicBezTo>
                    <a:pt x="9838" y="18420"/>
                    <a:pt x="10226" y="18625"/>
                    <a:pt x="10637" y="18831"/>
                  </a:cubicBezTo>
                  <a:cubicBezTo>
                    <a:pt x="10751" y="18899"/>
                    <a:pt x="10888" y="18968"/>
                    <a:pt x="11025" y="19036"/>
                  </a:cubicBezTo>
                  <a:cubicBezTo>
                    <a:pt x="11276" y="19173"/>
                    <a:pt x="11550" y="19310"/>
                    <a:pt x="11824" y="19424"/>
                  </a:cubicBezTo>
                  <a:cubicBezTo>
                    <a:pt x="11984" y="19516"/>
                    <a:pt x="12144" y="19584"/>
                    <a:pt x="12304" y="19653"/>
                  </a:cubicBezTo>
                  <a:cubicBezTo>
                    <a:pt x="12555" y="19767"/>
                    <a:pt x="12806" y="19881"/>
                    <a:pt x="13057" y="19995"/>
                  </a:cubicBezTo>
                  <a:cubicBezTo>
                    <a:pt x="13239" y="20063"/>
                    <a:pt x="13422" y="20132"/>
                    <a:pt x="13605" y="20200"/>
                  </a:cubicBezTo>
                  <a:cubicBezTo>
                    <a:pt x="13764" y="20292"/>
                    <a:pt x="13947" y="20360"/>
                    <a:pt x="14130" y="20429"/>
                  </a:cubicBezTo>
                  <a:cubicBezTo>
                    <a:pt x="14175" y="20452"/>
                    <a:pt x="14221" y="20474"/>
                    <a:pt x="14289" y="20474"/>
                  </a:cubicBezTo>
                  <a:cubicBezTo>
                    <a:pt x="14837" y="20703"/>
                    <a:pt x="15385" y="20908"/>
                    <a:pt x="15956" y="21091"/>
                  </a:cubicBezTo>
                  <a:cubicBezTo>
                    <a:pt x="16070" y="21136"/>
                    <a:pt x="16161" y="21159"/>
                    <a:pt x="16252" y="21205"/>
                  </a:cubicBezTo>
                  <a:cubicBezTo>
                    <a:pt x="16755" y="21365"/>
                    <a:pt x="17234" y="21501"/>
                    <a:pt x="17736" y="21661"/>
                  </a:cubicBezTo>
                  <a:cubicBezTo>
                    <a:pt x="17827" y="21684"/>
                    <a:pt x="17919" y="21707"/>
                    <a:pt x="17987" y="21730"/>
                  </a:cubicBezTo>
                  <a:cubicBezTo>
                    <a:pt x="18101" y="21753"/>
                    <a:pt x="18193" y="21775"/>
                    <a:pt x="18284" y="21821"/>
                  </a:cubicBezTo>
                  <a:cubicBezTo>
                    <a:pt x="18626" y="21912"/>
                    <a:pt x="18946" y="21981"/>
                    <a:pt x="19265" y="22072"/>
                  </a:cubicBezTo>
                  <a:cubicBezTo>
                    <a:pt x="19471" y="22118"/>
                    <a:pt x="19676" y="22163"/>
                    <a:pt x="19859" y="22209"/>
                  </a:cubicBezTo>
                  <a:cubicBezTo>
                    <a:pt x="20224" y="22300"/>
                    <a:pt x="20612" y="22392"/>
                    <a:pt x="20977" y="22460"/>
                  </a:cubicBezTo>
                  <a:cubicBezTo>
                    <a:pt x="21114" y="22506"/>
                    <a:pt x="21228" y="22529"/>
                    <a:pt x="21365" y="22551"/>
                  </a:cubicBezTo>
                  <a:cubicBezTo>
                    <a:pt x="21388" y="22574"/>
                    <a:pt x="21434" y="22574"/>
                    <a:pt x="21457" y="22574"/>
                  </a:cubicBezTo>
                  <a:cubicBezTo>
                    <a:pt x="21799" y="22643"/>
                    <a:pt x="22141" y="22711"/>
                    <a:pt x="22461" y="22757"/>
                  </a:cubicBezTo>
                  <a:cubicBezTo>
                    <a:pt x="22643" y="22803"/>
                    <a:pt x="22826" y="22825"/>
                    <a:pt x="22986" y="22871"/>
                  </a:cubicBezTo>
                  <a:cubicBezTo>
                    <a:pt x="23442" y="22939"/>
                    <a:pt x="23922" y="23008"/>
                    <a:pt x="24378" y="23076"/>
                  </a:cubicBezTo>
                  <a:cubicBezTo>
                    <a:pt x="24424" y="23099"/>
                    <a:pt x="24469" y="23099"/>
                    <a:pt x="24538" y="23099"/>
                  </a:cubicBezTo>
                  <a:cubicBezTo>
                    <a:pt x="25040" y="23191"/>
                    <a:pt x="25565" y="23236"/>
                    <a:pt x="26067" y="23305"/>
                  </a:cubicBezTo>
                  <a:cubicBezTo>
                    <a:pt x="26227" y="23328"/>
                    <a:pt x="26387" y="23328"/>
                    <a:pt x="26524" y="23350"/>
                  </a:cubicBezTo>
                  <a:cubicBezTo>
                    <a:pt x="26889" y="23396"/>
                    <a:pt x="27254" y="23419"/>
                    <a:pt x="27619" y="23442"/>
                  </a:cubicBezTo>
                  <a:cubicBezTo>
                    <a:pt x="27619" y="23464"/>
                    <a:pt x="27642" y="23464"/>
                    <a:pt x="27642" y="23464"/>
                  </a:cubicBezTo>
                  <a:cubicBezTo>
                    <a:pt x="27848" y="23464"/>
                    <a:pt x="28030" y="23487"/>
                    <a:pt x="28236" y="23487"/>
                  </a:cubicBezTo>
                  <a:cubicBezTo>
                    <a:pt x="28532" y="23510"/>
                    <a:pt x="28852" y="23533"/>
                    <a:pt x="29172" y="23556"/>
                  </a:cubicBezTo>
                  <a:cubicBezTo>
                    <a:pt x="29377" y="23579"/>
                    <a:pt x="29605" y="23579"/>
                    <a:pt x="29833" y="23579"/>
                  </a:cubicBezTo>
                  <a:cubicBezTo>
                    <a:pt x="30130" y="23601"/>
                    <a:pt x="30427" y="23624"/>
                    <a:pt x="30724" y="23624"/>
                  </a:cubicBezTo>
                  <a:lnTo>
                    <a:pt x="30792" y="23624"/>
                  </a:lnTo>
                  <a:cubicBezTo>
                    <a:pt x="31249" y="23647"/>
                    <a:pt x="31705" y="23647"/>
                    <a:pt x="32184" y="23647"/>
                  </a:cubicBezTo>
                  <a:cubicBezTo>
                    <a:pt x="32755" y="23647"/>
                    <a:pt x="33349" y="23624"/>
                    <a:pt x="33919" y="23601"/>
                  </a:cubicBezTo>
                  <a:lnTo>
                    <a:pt x="34079" y="23601"/>
                  </a:lnTo>
                  <a:cubicBezTo>
                    <a:pt x="34216" y="23601"/>
                    <a:pt x="34376" y="23601"/>
                    <a:pt x="34513" y="23579"/>
                  </a:cubicBezTo>
                  <a:cubicBezTo>
                    <a:pt x="34878" y="23579"/>
                    <a:pt x="35243" y="23556"/>
                    <a:pt x="35585" y="23533"/>
                  </a:cubicBezTo>
                  <a:cubicBezTo>
                    <a:pt x="35814" y="23510"/>
                    <a:pt x="36019" y="23510"/>
                    <a:pt x="36247" y="23487"/>
                  </a:cubicBezTo>
                  <a:cubicBezTo>
                    <a:pt x="36590" y="23464"/>
                    <a:pt x="36932" y="23442"/>
                    <a:pt x="37274" y="23396"/>
                  </a:cubicBezTo>
                  <a:cubicBezTo>
                    <a:pt x="37389" y="23396"/>
                    <a:pt x="37503" y="23396"/>
                    <a:pt x="37617" y="23373"/>
                  </a:cubicBezTo>
                  <a:cubicBezTo>
                    <a:pt x="37708" y="23373"/>
                    <a:pt x="37799" y="23350"/>
                    <a:pt x="37868" y="23350"/>
                  </a:cubicBezTo>
                  <a:cubicBezTo>
                    <a:pt x="38416" y="23282"/>
                    <a:pt x="38941" y="23236"/>
                    <a:pt x="39466" y="23145"/>
                  </a:cubicBezTo>
                  <a:cubicBezTo>
                    <a:pt x="39557" y="23145"/>
                    <a:pt x="39648" y="23122"/>
                    <a:pt x="39740" y="23122"/>
                  </a:cubicBezTo>
                  <a:cubicBezTo>
                    <a:pt x="40356" y="23031"/>
                    <a:pt x="40949" y="22939"/>
                    <a:pt x="41543" y="22825"/>
                  </a:cubicBezTo>
                  <a:cubicBezTo>
                    <a:pt x="41611" y="22825"/>
                    <a:pt x="41657" y="22803"/>
                    <a:pt x="41725" y="22803"/>
                  </a:cubicBezTo>
                  <a:cubicBezTo>
                    <a:pt x="41885" y="22780"/>
                    <a:pt x="42045" y="22734"/>
                    <a:pt x="42228" y="22711"/>
                  </a:cubicBezTo>
                  <a:cubicBezTo>
                    <a:pt x="42479" y="22666"/>
                    <a:pt x="42753" y="22597"/>
                    <a:pt x="43026" y="22551"/>
                  </a:cubicBezTo>
                  <a:cubicBezTo>
                    <a:pt x="43255" y="22506"/>
                    <a:pt x="43483" y="22437"/>
                    <a:pt x="43711" y="22392"/>
                  </a:cubicBezTo>
                  <a:cubicBezTo>
                    <a:pt x="43985" y="22346"/>
                    <a:pt x="44236" y="22278"/>
                    <a:pt x="44487" y="22209"/>
                  </a:cubicBezTo>
                  <a:cubicBezTo>
                    <a:pt x="44738" y="22163"/>
                    <a:pt x="44967" y="22095"/>
                    <a:pt x="45195" y="22049"/>
                  </a:cubicBezTo>
                  <a:cubicBezTo>
                    <a:pt x="45446" y="21981"/>
                    <a:pt x="45697" y="21912"/>
                    <a:pt x="45948" y="21844"/>
                  </a:cubicBezTo>
                  <a:cubicBezTo>
                    <a:pt x="46176" y="21775"/>
                    <a:pt x="46405" y="21707"/>
                    <a:pt x="46633" y="21638"/>
                  </a:cubicBezTo>
                  <a:cubicBezTo>
                    <a:pt x="46884" y="21570"/>
                    <a:pt x="47135" y="21501"/>
                    <a:pt x="47386" y="21410"/>
                  </a:cubicBezTo>
                  <a:cubicBezTo>
                    <a:pt x="47477" y="21387"/>
                    <a:pt x="47569" y="21365"/>
                    <a:pt x="47660" y="21342"/>
                  </a:cubicBezTo>
                  <a:cubicBezTo>
                    <a:pt x="47751" y="21296"/>
                    <a:pt x="47843" y="21273"/>
                    <a:pt x="47934" y="21250"/>
                  </a:cubicBezTo>
                  <a:cubicBezTo>
                    <a:pt x="48390" y="21091"/>
                    <a:pt x="48847" y="20931"/>
                    <a:pt x="49303" y="20771"/>
                  </a:cubicBezTo>
                  <a:cubicBezTo>
                    <a:pt x="49418" y="20725"/>
                    <a:pt x="49532" y="20680"/>
                    <a:pt x="49669" y="20634"/>
                  </a:cubicBezTo>
                  <a:cubicBezTo>
                    <a:pt x="50216" y="20429"/>
                    <a:pt x="50764" y="20200"/>
                    <a:pt x="51289" y="19972"/>
                  </a:cubicBezTo>
                  <a:cubicBezTo>
                    <a:pt x="51403" y="19927"/>
                    <a:pt x="51540" y="19858"/>
                    <a:pt x="51654" y="19812"/>
                  </a:cubicBezTo>
                  <a:cubicBezTo>
                    <a:pt x="52065" y="19630"/>
                    <a:pt x="52499" y="19424"/>
                    <a:pt x="52910" y="19219"/>
                  </a:cubicBezTo>
                  <a:cubicBezTo>
                    <a:pt x="53047" y="19150"/>
                    <a:pt x="53184" y="19082"/>
                    <a:pt x="53321" y="19014"/>
                  </a:cubicBezTo>
                  <a:cubicBezTo>
                    <a:pt x="53846" y="18740"/>
                    <a:pt x="54348" y="18489"/>
                    <a:pt x="54827" y="18192"/>
                  </a:cubicBezTo>
                  <a:cubicBezTo>
                    <a:pt x="54987" y="18123"/>
                    <a:pt x="55124" y="18032"/>
                    <a:pt x="55261" y="17941"/>
                  </a:cubicBezTo>
                  <a:cubicBezTo>
                    <a:pt x="55375" y="17872"/>
                    <a:pt x="55489" y="17804"/>
                    <a:pt x="55603" y="17735"/>
                  </a:cubicBezTo>
                  <a:cubicBezTo>
                    <a:pt x="55809" y="17598"/>
                    <a:pt x="55991" y="17484"/>
                    <a:pt x="56174" y="17370"/>
                  </a:cubicBezTo>
                  <a:cubicBezTo>
                    <a:pt x="56356" y="17256"/>
                    <a:pt x="56516" y="17119"/>
                    <a:pt x="56699" y="17005"/>
                  </a:cubicBezTo>
                  <a:cubicBezTo>
                    <a:pt x="56881" y="16891"/>
                    <a:pt x="57064" y="16754"/>
                    <a:pt x="57224" y="16640"/>
                  </a:cubicBezTo>
                  <a:cubicBezTo>
                    <a:pt x="57384" y="16526"/>
                    <a:pt x="57566" y="16389"/>
                    <a:pt x="57703" y="16274"/>
                  </a:cubicBezTo>
                  <a:cubicBezTo>
                    <a:pt x="57886" y="16138"/>
                    <a:pt x="58046" y="16023"/>
                    <a:pt x="58205" y="15886"/>
                  </a:cubicBezTo>
                  <a:cubicBezTo>
                    <a:pt x="58365" y="15750"/>
                    <a:pt x="58502" y="15635"/>
                    <a:pt x="58662" y="15498"/>
                  </a:cubicBezTo>
                  <a:cubicBezTo>
                    <a:pt x="58822" y="15384"/>
                    <a:pt x="58959" y="15247"/>
                    <a:pt x="59118" y="15110"/>
                  </a:cubicBezTo>
                  <a:cubicBezTo>
                    <a:pt x="59164" y="15065"/>
                    <a:pt x="59232" y="14996"/>
                    <a:pt x="59301" y="14951"/>
                  </a:cubicBezTo>
                  <a:cubicBezTo>
                    <a:pt x="59347" y="14882"/>
                    <a:pt x="59415" y="14837"/>
                    <a:pt x="59461" y="14791"/>
                  </a:cubicBezTo>
                  <a:cubicBezTo>
                    <a:pt x="59712" y="14540"/>
                    <a:pt x="59940" y="14312"/>
                    <a:pt x="60168" y="14060"/>
                  </a:cubicBezTo>
                  <a:cubicBezTo>
                    <a:pt x="60260" y="13992"/>
                    <a:pt x="60351" y="13901"/>
                    <a:pt x="60419" y="13809"/>
                  </a:cubicBezTo>
                  <a:cubicBezTo>
                    <a:pt x="60716" y="13490"/>
                    <a:pt x="60990" y="13170"/>
                    <a:pt x="61264" y="12851"/>
                  </a:cubicBezTo>
                  <a:cubicBezTo>
                    <a:pt x="61264" y="12828"/>
                    <a:pt x="61264" y="12828"/>
                    <a:pt x="61287" y="12805"/>
                  </a:cubicBezTo>
                  <a:cubicBezTo>
                    <a:pt x="61332" y="12737"/>
                    <a:pt x="61401" y="12668"/>
                    <a:pt x="61446" y="12577"/>
                  </a:cubicBezTo>
                  <a:cubicBezTo>
                    <a:pt x="61606" y="12371"/>
                    <a:pt x="61766" y="12166"/>
                    <a:pt x="61903" y="11961"/>
                  </a:cubicBezTo>
                  <a:cubicBezTo>
                    <a:pt x="61994" y="11846"/>
                    <a:pt x="62063" y="11732"/>
                    <a:pt x="62131" y="11618"/>
                  </a:cubicBezTo>
                  <a:cubicBezTo>
                    <a:pt x="62245" y="11413"/>
                    <a:pt x="62359" y="11230"/>
                    <a:pt x="62474" y="11048"/>
                  </a:cubicBezTo>
                  <a:cubicBezTo>
                    <a:pt x="62519" y="11002"/>
                    <a:pt x="62542" y="10956"/>
                    <a:pt x="62565" y="10911"/>
                  </a:cubicBezTo>
                  <a:cubicBezTo>
                    <a:pt x="62611" y="10819"/>
                    <a:pt x="62656" y="10728"/>
                    <a:pt x="62702" y="10637"/>
                  </a:cubicBezTo>
                  <a:cubicBezTo>
                    <a:pt x="62793" y="10477"/>
                    <a:pt x="62862" y="10317"/>
                    <a:pt x="62953" y="10157"/>
                  </a:cubicBezTo>
                  <a:cubicBezTo>
                    <a:pt x="63021" y="10020"/>
                    <a:pt x="63067" y="9883"/>
                    <a:pt x="63136" y="9746"/>
                  </a:cubicBezTo>
                  <a:cubicBezTo>
                    <a:pt x="63204" y="9587"/>
                    <a:pt x="63273" y="9427"/>
                    <a:pt x="63341" y="9267"/>
                  </a:cubicBezTo>
                  <a:cubicBezTo>
                    <a:pt x="63364" y="9199"/>
                    <a:pt x="63387" y="9153"/>
                    <a:pt x="63409" y="9085"/>
                  </a:cubicBezTo>
                  <a:cubicBezTo>
                    <a:pt x="63455" y="8993"/>
                    <a:pt x="63478" y="8925"/>
                    <a:pt x="63501" y="8856"/>
                  </a:cubicBezTo>
                  <a:cubicBezTo>
                    <a:pt x="63546" y="8697"/>
                    <a:pt x="63592" y="8537"/>
                    <a:pt x="63638" y="8400"/>
                  </a:cubicBezTo>
                  <a:cubicBezTo>
                    <a:pt x="63683" y="8240"/>
                    <a:pt x="63729" y="8103"/>
                    <a:pt x="63775" y="7966"/>
                  </a:cubicBezTo>
                  <a:cubicBezTo>
                    <a:pt x="63820" y="7806"/>
                    <a:pt x="63843" y="7647"/>
                    <a:pt x="63889" y="7487"/>
                  </a:cubicBezTo>
                  <a:cubicBezTo>
                    <a:pt x="63889" y="7418"/>
                    <a:pt x="63912" y="7350"/>
                    <a:pt x="63934" y="7281"/>
                  </a:cubicBezTo>
                  <a:cubicBezTo>
                    <a:pt x="63957" y="7213"/>
                    <a:pt x="63957" y="7144"/>
                    <a:pt x="63980" y="7076"/>
                  </a:cubicBezTo>
                  <a:cubicBezTo>
                    <a:pt x="64003" y="6916"/>
                    <a:pt x="64026" y="6756"/>
                    <a:pt x="64049" y="6597"/>
                  </a:cubicBezTo>
                  <a:cubicBezTo>
                    <a:pt x="64071" y="6460"/>
                    <a:pt x="64071" y="6300"/>
                    <a:pt x="64094" y="6163"/>
                  </a:cubicBezTo>
                  <a:cubicBezTo>
                    <a:pt x="64117" y="6003"/>
                    <a:pt x="64117" y="5843"/>
                    <a:pt x="64140" y="5684"/>
                  </a:cubicBezTo>
                  <a:cubicBezTo>
                    <a:pt x="64140" y="5615"/>
                    <a:pt x="64140" y="5524"/>
                    <a:pt x="64140" y="5455"/>
                  </a:cubicBezTo>
                  <a:cubicBezTo>
                    <a:pt x="64140" y="5318"/>
                    <a:pt x="64163" y="5181"/>
                    <a:pt x="64140" y="5067"/>
                  </a:cubicBezTo>
                  <a:lnTo>
                    <a:pt x="64162" y="308"/>
                  </a:lnTo>
                  <a:lnTo>
                    <a:pt x="64162" y="308"/>
                  </a:lnTo>
                  <a:cubicBezTo>
                    <a:pt x="64160" y="441"/>
                    <a:pt x="64155" y="575"/>
                    <a:pt x="64140" y="708"/>
                  </a:cubicBezTo>
                  <a:cubicBezTo>
                    <a:pt x="64140" y="867"/>
                    <a:pt x="64117" y="1027"/>
                    <a:pt x="64117" y="1187"/>
                  </a:cubicBezTo>
                  <a:cubicBezTo>
                    <a:pt x="64094" y="1324"/>
                    <a:pt x="64071" y="1461"/>
                    <a:pt x="64049" y="1621"/>
                  </a:cubicBezTo>
                  <a:cubicBezTo>
                    <a:pt x="64026" y="1780"/>
                    <a:pt x="64003" y="1917"/>
                    <a:pt x="63980" y="2077"/>
                  </a:cubicBezTo>
                  <a:cubicBezTo>
                    <a:pt x="63957" y="2237"/>
                    <a:pt x="63934" y="2374"/>
                    <a:pt x="63889" y="2511"/>
                  </a:cubicBezTo>
                  <a:cubicBezTo>
                    <a:pt x="63866" y="2671"/>
                    <a:pt x="63820" y="2830"/>
                    <a:pt x="63775" y="2967"/>
                  </a:cubicBezTo>
                  <a:cubicBezTo>
                    <a:pt x="63752" y="3127"/>
                    <a:pt x="63706" y="3264"/>
                    <a:pt x="63661" y="3401"/>
                  </a:cubicBezTo>
                  <a:cubicBezTo>
                    <a:pt x="63615" y="3561"/>
                    <a:pt x="63569" y="3721"/>
                    <a:pt x="63501" y="3858"/>
                  </a:cubicBezTo>
                  <a:cubicBezTo>
                    <a:pt x="63455" y="4017"/>
                    <a:pt x="63409" y="4154"/>
                    <a:pt x="63364" y="4291"/>
                  </a:cubicBezTo>
                  <a:cubicBezTo>
                    <a:pt x="63295" y="4451"/>
                    <a:pt x="63227" y="4611"/>
                    <a:pt x="63158" y="4771"/>
                  </a:cubicBezTo>
                  <a:cubicBezTo>
                    <a:pt x="63090" y="4908"/>
                    <a:pt x="63021" y="5044"/>
                    <a:pt x="62953" y="5181"/>
                  </a:cubicBezTo>
                  <a:cubicBezTo>
                    <a:pt x="62884" y="5341"/>
                    <a:pt x="62793" y="5501"/>
                    <a:pt x="62702" y="5661"/>
                  </a:cubicBezTo>
                  <a:cubicBezTo>
                    <a:pt x="62633" y="5798"/>
                    <a:pt x="62565" y="5935"/>
                    <a:pt x="62496" y="6049"/>
                  </a:cubicBezTo>
                  <a:cubicBezTo>
                    <a:pt x="62382" y="6254"/>
                    <a:pt x="62268" y="6437"/>
                    <a:pt x="62154" y="6619"/>
                  </a:cubicBezTo>
                  <a:cubicBezTo>
                    <a:pt x="62063" y="6734"/>
                    <a:pt x="61994" y="6848"/>
                    <a:pt x="61926" y="6962"/>
                  </a:cubicBezTo>
                  <a:cubicBezTo>
                    <a:pt x="61789" y="7190"/>
                    <a:pt x="61629" y="7395"/>
                    <a:pt x="61469" y="7601"/>
                  </a:cubicBezTo>
                  <a:cubicBezTo>
                    <a:pt x="61401" y="7692"/>
                    <a:pt x="61332" y="7783"/>
                    <a:pt x="61264" y="7852"/>
                  </a:cubicBezTo>
                  <a:cubicBezTo>
                    <a:pt x="61013" y="8194"/>
                    <a:pt x="60739" y="8514"/>
                    <a:pt x="60442" y="8833"/>
                  </a:cubicBezTo>
                  <a:cubicBezTo>
                    <a:pt x="60351" y="8925"/>
                    <a:pt x="60282" y="8993"/>
                    <a:pt x="60191" y="9085"/>
                  </a:cubicBezTo>
                  <a:cubicBezTo>
                    <a:pt x="59963" y="9336"/>
                    <a:pt x="59735" y="9564"/>
                    <a:pt x="59484" y="9792"/>
                  </a:cubicBezTo>
                  <a:cubicBezTo>
                    <a:pt x="59369" y="9906"/>
                    <a:pt x="59255" y="10020"/>
                    <a:pt x="59118" y="10134"/>
                  </a:cubicBezTo>
                  <a:cubicBezTo>
                    <a:pt x="58981" y="10271"/>
                    <a:pt x="58822" y="10386"/>
                    <a:pt x="58662" y="10523"/>
                  </a:cubicBezTo>
                  <a:cubicBezTo>
                    <a:pt x="58525" y="10659"/>
                    <a:pt x="58365" y="10774"/>
                    <a:pt x="58228" y="10911"/>
                  </a:cubicBezTo>
                  <a:cubicBezTo>
                    <a:pt x="58068" y="11025"/>
                    <a:pt x="57886" y="11162"/>
                    <a:pt x="57726" y="11299"/>
                  </a:cubicBezTo>
                  <a:cubicBezTo>
                    <a:pt x="57566" y="11413"/>
                    <a:pt x="57406" y="11527"/>
                    <a:pt x="57247" y="11664"/>
                  </a:cubicBezTo>
                  <a:cubicBezTo>
                    <a:pt x="57064" y="11778"/>
                    <a:pt x="56881" y="11915"/>
                    <a:pt x="56722" y="12029"/>
                  </a:cubicBezTo>
                  <a:cubicBezTo>
                    <a:pt x="56539" y="12143"/>
                    <a:pt x="56356" y="12257"/>
                    <a:pt x="56197" y="12371"/>
                  </a:cubicBezTo>
                  <a:cubicBezTo>
                    <a:pt x="56014" y="12508"/>
                    <a:pt x="55809" y="12622"/>
                    <a:pt x="55626" y="12737"/>
                  </a:cubicBezTo>
                  <a:cubicBezTo>
                    <a:pt x="55375" y="12896"/>
                    <a:pt x="55101" y="13056"/>
                    <a:pt x="54850" y="13216"/>
                  </a:cubicBezTo>
                  <a:cubicBezTo>
                    <a:pt x="54348" y="13490"/>
                    <a:pt x="53846" y="13764"/>
                    <a:pt x="53343" y="14038"/>
                  </a:cubicBezTo>
                  <a:cubicBezTo>
                    <a:pt x="53207" y="14106"/>
                    <a:pt x="53047" y="14175"/>
                    <a:pt x="52910" y="14243"/>
                  </a:cubicBezTo>
                  <a:cubicBezTo>
                    <a:pt x="52499" y="14448"/>
                    <a:pt x="52088" y="14654"/>
                    <a:pt x="51654" y="14837"/>
                  </a:cubicBezTo>
                  <a:cubicBezTo>
                    <a:pt x="51540" y="14882"/>
                    <a:pt x="51426" y="14951"/>
                    <a:pt x="51312" y="14996"/>
                  </a:cubicBezTo>
                  <a:cubicBezTo>
                    <a:pt x="50764" y="15225"/>
                    <a:pt x="50216" y="15453"/>
                    <a:pt x="49669" y="15658"/>
                  </a:cubicBezTo>
                  <a:cubicBezTo>
                    <a:pt x="49554" y="15704"/>
                    <a:pt x="49440" y="15750"/>
                    <a:pt x="49303" y="15795"/>
                  </a:cubicBezTo>
                  <a:cubicBezTo>
                    <a:pt x="48870" y="15955"/>
                    <a:pt x="48413" y="16115"/>
                    <a:pt x="47957" y="16252"/>
                  </a:cubicBezTo>
                  <a:cubicBezTo>
                    <a:pt x="47774" y="16320"/>
                    <a:pt x="47592" y="16389"/>
                    <a:pt x="47386" y="16434"/>
                  </a:cubicBezTo>
                  <a:cubicBezTo>
                    <a:pt x="47158" y="16526"/>
                    <a:pt x="46907" y="16594"/>
                    <a:pt x="46656" y="16663"/>
                  </a:cubicBezTo>
                  <a:cubicBezTo>
                    <a:pt x="46427" y="16731"/>
                    <a:pt x="46199" y="16799"/>
                    <a:pt x="45971" y="16868"/>
                  </a:cubicBezTo>
                  <a:cubicBezTo>
                    <a:pt x="45720" y="16936"/>
                    <a:pt x="45446" y="17005"/>
                    <a:pt x="45195" y="17073"/>
                  </a:cubicBezTo>
                  <a:cubicBezTo>
                    <a:pt x="44967" y="17119"/>
                    <a:pt x="44738" y="17188"/>
                    <a:pt x="44510" y="17233"/>
                  </a:cubicBezTo>
                  <a:cubicBezTo>
                    <a:pt x="44259" y="17302"/>
                    <a:pt x="43985" y="17347"/>
                    <a:pt x="43734" y="17416"/>
                  </a:cubicBezTo>
                  <a:cubicBezTo>
                    <a:pt x="43506" y="17461"/>
                    <a:pt x="43255" y="17530"/>
                    <a:pt x="43026" y="17576"/>
                  </a:cubicBezTo>
                  <a:cubicBezTo>
                    <a:pt x="42775" y="17621"/>
                    <a:pt x="42501" y="17667"/>
                    <a:pt x="42228" y="17735"/>
                  </a:cubicBezTo>
                  <a:cubicBezTo>
                    <a:pt x="42022" y="17758"/>
                    <a:pt x="41794" y="17804"/>
                    <a:pt x="41566" y="17849"/>
                  </a:cubicBezTo>
                  <a:cubicBezTo>
                    <a:pt x="40972" y="17964"/>
                    <a:pt x="40356" y="18055"/>
                    <a:pt x="39740" y="18146"/>
                  </a:cubicBezTo>
                  <a:cubicBezTo>
                    <a:pt x="39671" y="18146"/>
                    <a:pt x="39580" y="18169"/>
                    <a:pt x="39489" y="18169"/>
                  </a:cubicBezTo>
                  <a:cubicBezTo>
                    <a:pt x="38941" y="18237"/>
                    <a:pt x="38416" y="18306"/>
                    <a:pt x="37891" y="18352"/>
                  </a:cubicBezTo>
                  <a:cubicBezTo>
                    <a:pt x="37685" y="18374"/>
                    <a:pt x="37480" y="18397"/>
                    <a:pt x="37274" y="18420"/>
                  </a:cubicBezTo>
                  <a:cubicBezTo>
                    <a:pt x="36932" y="18443"/>
                    <a:pt x="36590" y="18489"/>
                    <a:pt x="36247" y="18511"/>
                  </a:cubicBezTo>
                  <a:cubicBezTo>
                    <a:pt x="36042" y="18534"/>
                    <a:pt x="35814" y="18534"/>
                    <a:pt x="35608" y="18557"/>
                  </a:cubicBezTo>
                  <a:cubicBezTo>
                    <a:pt x="35243" y="18580"/>
                    <a:pt x="34901" y="18580"/>
                    <a:pt x="34535" y="18603"/>
                  </a:cubicBezTo>
                  <a:cubicBezTo>
                    <a:pt x="34330" y="18625"/>
                    <a:pt x="34147" y="18625"/>
                    <a:pt x="33942" y="18625"/>
                  </a:cubicBezTo>
                  <a:cubicBezTo>
                    <a:pt x="33349" y="18648"/>
                    <a:pt x="32778" y="18671"/>
                    <a:pt x="32184" y="18671"/>
                  </a:cubicBezTo>
                  <a:cubicBezTo>
                    <a:pt x="31705" y="18671"/>
                    <a:pt x="31226" y="18648"/>
                    <a:pt x="30724" y="18648"/>
                  </a:cubicBezTo>
                  <a:cubicBezTo>
                    <a:pt x="30427" y="18625"/>
                    <a:pt x="30130" y="18625"/>
                    <a:pt x="29833" y="18603"/>
                  </a:cubicBezTo>
                  <a:cubicBezTo>
                    <a:pt x="29605" y="18603"/>
                    <a:pt x="29400" y="18580"/>
                    <a:pt x="29172" y="18580"/>
                  </a:cubicBezTo>
                  <a:cubicBezTo>
                    <a:pt x="28852" y="18557"/>
                    <a:pt x="28555" y="18534"/>
                    <a:pt x="28236" y="18511"/>
                  </a:cubicBezTo>
                  <a:cubicBezTo>
                    <a:pt x="28030" y="18489"/>
                    <a:pt x="27825" y="18489"/>
                    <a:pt x="27619" y="18466"/>
                  </a:cubicBezTo>
                  <a:cubicBezTo>
                    <a:pt x="27254" y="18443"/>
                    <a:pt x="26912" y="18397"/>
                    <a:pt x="26547" y="18374"/>
                  </a:cubicBezTo>
                  <a:cubicBezTo>
                    <a:pt x="26387" y="18352"/>
                    <a:pt x="26227" y="18329"/>
                    <a:pt x="26090" y="18329"/>
                  </a:cubicBezTo>
                  <a:cubicBezTo>
                    <a:pt x="25565" y="18260"/>
                    <a:pt x="25063" y="18192"/>
                    <a:pt x="24561" y="18123"/>
                  </a:cubicBezTo>
                  <a:cubicBezTo>
                    <a:pt x="24492" y="18123"/>
                    <a:pt x="24447" y="18101"/>
                    <a:pt x="24378" y="18101"/>
                  </a:cubicBezTo>
                  <a:cubicBezTo>
                    <a:pt x="23922" y="18032"/>
                    <a:pt x="23465" y="17964"/>
                    <a:pt x="23009" y="17895"/>
                  </a:cubicBezTo>
                  <a:cubicBezTo>
                    <a:pt x="22826" y="17849"/>
                    <a:pt x="22666" y="17827"/>
                    <a:pt x="22484" y="17781"/>
                  </a:cubicBezTo>
                  <a:cubicBezTo>
                    <a:pt x="22141" y="17735"/>
                    <a:pt x="21799" y="17667"/>
                    <a:pt x="21479" y="17598"/>
                  </a:cubicBezTo>
                  <a:cubicBezTo>
                    <a:pt x="21320" y="17553"/>
                    <a:pt x="21160" y="17530"/>
                    <a:pt x="20977" y="17484"/>
                  </a:cubicBezTo>
                  <a:cubicBezTo>
                    <a:pt x="20612" y="17416"/>
                    <a:pt x="20247" y="17324"/>
                    <a:pt x="19882" y="17233"/>
                  </a:cubicBezTo>
                  <a:cubicBezTo>
                    <a:pt x="19676" y="17188"/>
                    <a:pt x="19494" y="17142"/>
                    <a:pt x="19288" y="17096"/>
                  </a:cubicBezTo>
                  <a:cubicBezTo>
                    <a:pt x="18969" y="17005"/>
                    <a:pt x="18626" y="16914"/>
                    <a:pt x="18307" y="16822"/>
                  </a:cubicBezTo>
                  <a:cubicBezTo>
                    <a:pt x="18124" y="16777"/>
                    <a:pt x="17941" y="16731"/>
                    <a:pt x="17759" y="16663"/>
                  </a:cubicBezTo>
                  <a:cubicBezTo>
                    <a:pt x="17257" y="16526"/>
                    <a:pt x="16755" y="16366"/>
                    <a:pt x="16275" y="16206"/>
                  </a:cubicBezTo>
                  <a:cubicBezTo>
                    <a:pt x="16184" y="16183"/>
                    <a:pt x="16070" y="16160"/>
                    <a:pt x="15978" y="16115"/>
                  </a:cubicBezTo>
                  <a:cubicBezTo>
                    <a:pt x="15408" y="15932"/>
                    <a:pt x="14837" y="15727"/>
                    <a:pt x="14289" y="15498"/>
                  </a:cubicBezTo>
                  <a:cubicBezTo>
                    <a:pt x="14061" y="15407"/>
                    <a:pt x="13833" y="15316"/>
                    <a:pt x="13605" y="15225"/>
                  </a:cubicBezTo>
                  <a:cubicBezTo>
                    <a:pt x="13422" y="15156"/>
                    <a:pt x="13262" y="15088"/>
                    <a:pt x="13080" y="14996"/>
                  </a:cubicBezTo>
                  <a:cubicBezTo>
                    <a:pt x="12829" y="14905"/>
                    <a:pt x="12578" y="14791"/>
                    <a:pt x="12326" y="14677"/>
                  </a:cubicBezTo>
                  <a:cubicBezTo>
                    <a:pt x="12167" y="14608"/>
                    <a:pt x="12007" y="14517"/>
                    <a:pt x="11847" y="14448"/>
                  </a:cubicBezTo>
                  <a:cubicBezTo>
                    <a:pt x="11573" y="14312"/>
                    <a:pt x="11299" y="14175"/>
                    <a:pt x="11025" y="14038"/>
                  </a:cubicBezTo>
                  <a:cubicBezTo>
                    <a:pt x="10911" y="13992"/>
                    <a:pt x="10774" y="13923"/>
                    <a:pt x="10637" y="13855"/>
                  </a:cubicBezTo>
                  <a:cubicBezTo>
                    <a:pt x="10249" y="13650"/>
                    <a:pt x="9861" y="13444"/>
                    <a:pt x="9473" y="13216"/>
                  </a:cubicBezTo>
                  <a:cubicBezTo>
                    <a:pt x="5981" y="11184"/>
                    <a:pt x="3425" y="8788"/>
                    <a:pt x="1872" y="6254"/>
                  </a:cubicBezTo>
                  <a:cubicBezTo>
                    <a:pt x="640" y="4223"/>
                    <a:pt x="24" y="2123"/>
                    <a:pt x="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68" name="Google Shape;6168;p47"/>
            <p:cNvSpPr/>
            <p:nvPr/>
          </p:nvSpPr>
          <p:spPr>
            <a:xfrm>
              <a:off x="2954538" y="4014575"/>
              <a:ext cx="1390075" cy="588925"/>
            </a:xfrm>
            <a:custGeom>
              <a:avLst/>
              <a:gdLst/>
              <a:ahLst/>
              <a:cxnLst/>
              <a:rect l="l" t="t" r="r" b="b"/>
              <a:pathLst>
                <a:path w="55603" h="23557" extrusionOk="0">
                  <a:moveTo>
                    <a:pt x="55603" y="1"/>
                  </a:moveTo>
                  <a:cubicBezTo>
                    <a:pt x="55603" y="206"/>
                    <a:pt x="55603" y="411"/>
                    <a:pt x="55580" y="617"/>
                  </a:cubicBezTo>
                  <a:cubicBezTo>
                    <a:pt x="55580" y="777"/>
                    <a:pt x="55557" y="936"/>
                    <a:pt x="55557" y="1096"/>
                  </a:cubicBezTo>
                  <a:cubicBezTo>
                    <a:pt x="55534" y="1233"/>
                    <a:pt x="55511" y="1393"/>
                    <a:pt x="55489" y="1530"/>
                  </a:cubicBezTo>
                  <a:cubicBezTo>
                    <a:pt x="55489" y="1690"/>
                    <a:pt x="55443" y="1849"/>
                    <a:pt x="55420" y="2009"/>
                  </a:cubicBezTo>
                  <a:cubicBezTo>
                    <a:pt x="55397" y="2146"/>
                    <a:pt x="55374" y="2283"/>
                    <a:pt x="55329" y="2443"/>
                  </a:cubicBezTo>
                  <a:cubicBezTo>
                    <a:pt x="55306" y="2580"/>
                    <a:pt x="55260" y="2740"/>
                    <a:pt x="55215" y="2899"/>
                  </a:cubicBezTo>
                  <a:cubicBezTo>
                    <a:pt x="55192" y="3036"/>
                    <a:pt x="55146" y="3173"/>
                    <a:pt x="55101" y="3333"/>
                  </a:cubicBezTo>
                  <a:cubicBezTo>
                    <a:pt x="55055" y="3470"/>
                    <a:pt x="55009" y="3630"/>
                    <a:pt x="54941" y="3790"/>
                  </a:cubicBezTo>
                  <a:cubicBezTo>
                    <a:pt x="54895" y="3926"/>
                    <a:pt x="54849" y="4063"/>
                    <a:pt x="54804" y="4200"/>
                  </a:cubicBezTo>
                  <a:cubicBezTo>
                    <a:pt x="54735" y="4360"/>
                    <a:pt x="54667" y="4520"/>
                    <a:pt x="54598" y="4680"/>
                  </a:cubicBezTo>
                  <a:cubicBezTo>
                    <a:pt x="54530" y="4817"/>
                    <a:pt x="54461" y="4954"/>
                    <a:pt x="54393" y="5091"/>
                  </a:cubicBezTo>
                  <a:cubicBezTo>
                    <a:pt x="54324" y="5250"/>
                    <a:pt x="54233" y="5410"/>
                    <a:pt x="54142" y="5570"/>
                  </a:cubicBezTo>
                  <a:cubicBezTo>
                    <a:pt x="54073" y="5707"/>
                    <a:pt x="54005" y="5844"/>
                    <a:pt x="53936" y="5981"/>
                  </a:cubicBezTo>
                  <a:cubicBezTo>
                    <a:pt x="53822" y="6163"/>
                    <a:pt x="53708" y="6346"/>
                    <a:pt x="53571" y="6551"/>
                  </a:cubicBezTo>
                  <a:cubicBezTo>
                    <a:pt x="53503" y="6666"/>
                    <a:pt x="53434" y="6780"/>
                    <a:pt x="53366" y="6894"/>
                  </a:cubicBezTo>
                  <a:cubicBezTo>
                    <a:pt x="53206" y="7099"/>
                    <a:pt x="53069" y="7305"/>
                    <a:pt x="52886" y="7533"/>
                  </a:cubicBezTo>
                  <a:cubicBezTo>
                    <a:pt x="52841" y="7601"/>
                    <a:pt x="52772" y="7693"/>
                    <a:pt x="52704" y="7784"/>
                  </a:cubicBezTo>
                  <a:cubicBezTo>
                    <a:pt x="52453" y="8104"/>
                    <a:pt x="52179" y="8423"/>
                    <a:pt x="51882" y="8743"/>
                  </a:cubicBezTo>
                  <a:cubicBezTo>
                    <a:pt x="51791" y="8834"/>
                    <a:pt x="51722" y="8925"/>
                    <a:pt x="51631" y="9017"/>
                  </a:cubicBezTo>
                  <a:cubicBezTo>
                    <a:pt x="51403" y="9245"/>
                    <a:pt x="51152" y="9496"/>
                    <a:pt x="50924" y="9724"/>
                  </a:cubicBezTo>
                  <a:cubicBezTo>
                    <a:pt x="50787" y="9838"/>
                    <a:pt x="50672" y="9952"/>
                    <a:pt x="50558" y="10044"/>
                  </a:cubicBezTo>
                  <a:cubicBezTo>
                    <a:pt x="50421" y="10181"/>
                    <a:pt x="50262" y="10318"/>
                    <a:pt x="50102" y="10455"/>
                  </a:cubicBezTo>
                  <a:cubicBezTo>
                    <a:pt x="49965" y="10569"/>
                    <a:pt x="49805" y="10706"/>
                    <a:pt x="49668" y="10820"/>
                  </a:cubicBezTo>
                  <a:cubicBezTo>
                    <a:pt x="49508" y="10957"/>
                    <a:pt x="49326" y="11094"/>
                    <a:pt x="49166" y="11208"/>
                  </a:cubicBezTo>
                  <a:cubicBezTo>
                    <a:pt x="49006" y="11322"/>
                    <a:pt x="48846" y="11459"/>
                    <a:pt x="48687" y="11573"/>
                  </a:cubicBezTo>
                  <a:cubicBezTo>
                    <a:pt x="48504" y="11710"/>
                    <a:pt x="48321" y="11824"/>
                    <a:pt x="48162" y="11938"/>
                  </a:cubicBezTo>
                  <a:cubicBezTo>
                    <a:pt x="47979" y="12075"/>
                    <a:pt x="47819" y="12189"/>
                    <a:pt x="47637" y="12303"/>
                  </a:cubicBezTo>
                  <a:cubicBezTo>
                    <a:pt x="47454" y="12417"/>
                    <a:pt x="47249" y="12554"/>
                    <a:pt x="47066" y="12669"/>
                  </a:cubicBezTo>
                  <a:cubicBezTo>
                    <a:pt x="46815" y="12828"/>
                    <a:pt x="46564" y="12988"/>
                    <a:pt x="46290" y="13148"/>
                  </a:cubicBezTo>
                  <a:cubicBezTo>
                    <a:pt x="45811" y="13422"/>
                    <a:pt x="45308" y="13696"/>
                    <a:pt x="44784" y="13947"/>
                  </a:cubicBezTo>
                  <a:cubicBezTo>
                    <a:pt x="44647" y="14015"/>
                    <a:pt x="44510" y="14084"/>
                    <a:pt x="44350" y="14175"/>
                  </a:cubicBezTo>
                  <a:cubicBezTo>
                    <a:pt x="43939" y="14358"/>
                    <a:pt x="43528" y="14563"/>
                    <a:pt x="43117" y="14746"/>
                  </a:cubicBezTo>
                  <a:cubicBezTo>
                    <a:pt x="42980" y="14814"/>
                    <a:pt x="42866" y="14860"/>
                    <a:pt x="42752" y="14905"/>
                  </a:cubicBezTo>
                  <a:cubicBezTo>
                    <a:pt x="42204" y="15134"/>
                    <a:pt x="41679" y="15362"/>
                    <a:pt x="41131" y="15567"/>
                  </a:cubicBezTo>
                  <a:cubicBezTo>
                    <a:pt x="40994" y="15613"/>
                    <a:pt x="40880" y="15659"/>
                    <a:pt x="40743" y="15704"/>
                  </a:cubicBezTo>
                  <a:cubicBezTo>
                    <a:pt x="40310" y="15864"/>
                    <a:pt x="39853" y="16024"/>
                    <a:pt x="39397" y="16184"/>
                  </a:cubicBezTo>
                  <a:cubicBezTo>
                    <a:pt x="39214" y="16229"/>
                    <a:pt x="39032" y="16298"/>
                    <a:pt x="38849" y="16366"/>
                  </a:cubicBezTo>
                  <a:cubicBezTo>
                    <a:pt x="38598" y="16435"/>
                    <a:pt x="38347" y="16503"/>
                    <a:pt x="38096" y="16595"/>
                  </a:cubicBezTo>
                  <a:cubicBezTo>
                    <a:pt x="37867" y="16640"/>
                    <a:pt x="37639" y="16709"/>
                    <a:pt x="37411" y="16777"/>
                  </a:cubicBezTo>
                  <a:cubicBezTo>
                    <a:pt x="37160" y="16846"/>
                    <a:pt x="36909" y="16914"/>
                    <a:pt x="36635" y="16983"/>
                  </a:cubicBezTo>
                  <a:cubicBezTo>
                    <a:pt x="36407" y="17051"/>
                    <a:pt x="36178" y="17097"/>
                    <a:pt x="35950" y="17165"/>
                  </a:cubicBezTo>
                  <a:cubicBezTo>
                    <a:pt x="35699" y="17211"/>
                    <a:pt x="35425" y="17279"/>
                    <a:pt x="35174" y="17325"/>
                  </a:cubicBezTo>
                  <a:cubicBezTo>
                    <a:pt x="34946" y="17393"/>
                    <a:pt x="34695" y="17439"/>
                    <a:pt x="34466" y="17485"/>
                  </a:cubicBezTo>
                  <a:cubicBezTo>
                    <a:pt x="34215" y="17553"/>
                    <a:pt x="33941" y="17599"/>
                    <a:pt x="33668" y="17644"/>
                  </a:cubicBezTo>
                  <a:cubicBezTo>
                    <a:pt x="33439" y="17690"/>
                    <a:pt x="33234" y="17736"/>
                    <a:pt x="33006" y="17759"/>
                  </a:cubicBezTo>
                  <a:cubicBezTo>
                    <a:pt x="32412" y="17873"/>
                    <a:pt x="31796" y="17964"/>
                    <a:pt x="31180" y="18055"/>
                  </a:cubicBezTo>
                  <a:cubicBezTo>
                    <a:pt x="31088" y="18078"/>
                    <a:pt x="30997" y="18078"/>
                    <a:pt x="30906" y="18101"/>
                  </a:cubicBezTo>
                  <a:cubicBezTo>
                    <a:pt x="30381" y="18169"/>
                    <a:pt x="29856" y="18238"/>
                    <a:pt x="29331" y="18284"/>
                  </a:cubicBezTo>
                  <a:cubicBezTo>
                    <a:pt x="29125" y="18306"/>
                    <a:pt x="28920" y="18329"/>
                    <a:pt x="28714" y="18352"/>
                  </a:cubicBezTo>
                  <a:cubicBezTo>
                    <a:pt x="28372" y="18375"/>
                    <a:pt x="28030" y="18398"/>
                    <a:pt x="27687" y="18421"/>
                  </a:cubicBezTo>
                  <a:cubicBezTo>
                    <a:pt x="27459" y="18443"/>
                    <a:pt x="27254" y="18466"/>
                    <a:pt x="27048" y="18466"/>
                  </a:cubicBezTo>
                  <a:cubicBezTo>
                    <a:pt x="26683" y="18489"/>
                    <a:pt x="26318" y="18512"/>
                    <a:pt x="25953" y="18535"/>
                  </a:cubicBezTo>
                  <a:cubicBezTo>
                    <a:pt x="25770" y="18535"/>
                    <a:pt x="25565" y="18535"/>
                    <a:pt x="25359" y="18557"/>
                  </a:cubicBezTo>
                  <a:cubicBezTo>
                    <a:pt x="24789" y="18580"/>
                    <a:pt x="24218" y="18580"/>
                    <a:pt x="23647" y="18580"/>
                  </a:cubicBezTo>
                  <a:cubicBezTo>
                    <a:pt x="23145" y="18580"/>
                    <a:pt x="22666" y="18580"/>
                    <a:pt x="22164" y="18557"/>
                  </a:cubicBezTo>
                  <a:cubicBezTo>
                    <a:pt x="21867" y="18557"/>
                    <a:pt x="21570" y="18535"/>
                    <a:pt x="21273" y="18535"/>
                  </a:cubicBezTo>
                  <a:cubicBezTo>
                    <a:pt x="21045" y="18512"/>
                    <a:pt x="20840" y="18512"/>
                    <a:pt x="20611" y="18489"/>
                  </a:cubicBezTo>
                  <a:cubicBezTo>
                    <a:pt x="20292" y="18489"/>
                    <a:pt x="19972" y="18466"/>
                    <a:pt x="19676" y="18443"/>
                  </a:cubicBezTo>
                  <a:cubicBezTo>
                    <a:pt x="19470" y="18421"/>
                    <a:pt x="19265" y="18398"/>
                    <a:pt x="19059" y="18398"/>
                  </a:cubicBezTo>
                  <a:cubicBezTo>
                    <a:pt x="18694" y="18352"/>
                    <a:pt x="18306" y="18329"/>
                    <a:pt x="17941" y="18284"/>
                  </a:cubicBezTo>
                  <a:cubicBezTo>
                    <a:pt x="17804" y="18261"/>
                    <a:pt x="17667" y="18261"/>
                    <a:pt x="17530" y="18238"/>
                  </a:cubicBezTo>
                  <a:cubicBezTo>
                    <a:pt x="17005" y="18192"/>
                    <a:pt x="16503" y="18124"/>
                    <a:pt x="16001" y="18055"/>
                  </a:cubicBezTo>
                  <a:cubicBezTo>
                    <a:pt x="15932" y="18033"/>
                    <a:pt x="15864" y="18033"/>
                    <a:pt x="15818" y="18010"/>
                  </a:cubicBezTo>
                  <a:cubicBezTo>
                    <a:pt x="15362" y="17964"/>
                    <a:pt x="14905" y="17873"/>
                    <a:pt x="14449" y="17804"/>
                  </a:cubicBezTo>
                  <a:cubicBezTo>
                    <a:pt x="14266" y="17781"/>
                    <a:pt x="14083" y="17736"/>
                    <a:pt x="13924" y="17713"/>
                  </a:cubicBezTo>
                  <a:cubicBezTo>
                    <a:pt x="13581" y="17644"/>
                    <a:pt x="13239" y="17576"/>
                    <a:pt x="12919" y="17508"/>
                  </a:cubicBezTo>
                  <a:cubicBezTo>
                    <a:pt x="12760" y="17485"/>
                    <a:pt x="12600" y="17439"/>
                    <a:pt x="12440" y="17416"/>
                  </a:cubicBezTo>
                  <a:cubicBezTo>
                    <a:pt x="12052" y="17325"/>
                    <a:pt x="11687" y="17256"/>
                    <a:pt x="11322" y="17165"/>
                  </a:cubicBezTo>
                  <a:cubicBezTo>
                    <a:pt x="11116" y="17119"/>
                    <a:pt x="10934" y="17051"/>
                    <a:pt x="10728" y="17005"/>
                  </a:cubicBezTo>
                  <a:cubicBezTo>
                    <a:pt x="10409" y="16937"/>
                    <a:pt x="10066" y="16846"/>
                    <a:pt x="9747" y="16754"/>
                  </a:cubicBezTo>
                  <a:cubicBezTo>
                    <a:pt x="9564" y="16709"/>
                    <a:pt x="9381" y="16640"/>
                    <a:pt x="9199" y="16595"/>
                  </a:cubicBezTo>
                  <a:cubicBezTo>
                    <a:pt x="8697" y="16458"/>
                    <a:pt x="8217" y="16298"/>
                    <a:pt x="7715" y="16138"/>
                  </a:cubicBezTo>
                  <a:cubicBezTo>
                    <a:pt x="7624" y="16092"/>
                    <a:pt x="7510" y="16070"/>
                    <a:pt x="7418" y="16047"/>
                  </a:cubicBezTo>
                  <a:cubicBezTo>
                    <a:pt x="6848" y="15841"/>
                    <a:pt x="6300" y="15636"/>
                    <a:pt x="5729" y="15430"/>
                  </a:cubicBezTo>
                  <a:cubicBezTo>
                    <a:pt x="5501" y="15339"/>
                    <a:pt x="5273" y="15248"/>
                    <a:pt x="5045" y="15157"/>
                  </a:cubicBezTo>
                  <a:cubicBezTo>
                    <a:pt x="4885" y="15065"/>
                    <a:pt x="4702" y="14997"/>
                    <a:pt x="4520" y="14928"/>
                  </a:cubicBezTo>
                  <a:cubicBezTo>
                    <a:pt x="4269" y="14814"/>
                    <a:pt x="4018" y="14700"/>
                    <a:pt x="3766" y="14586"/>
                  </a:cubicBezTo>
                  <a:cubicBezTo>
                    <a:pt x="3607" y="14517"/>
                    <a:pt x="3447" y="14449"/>
                    <a:pt x="3287" y="14380"/>
                  </a:cubicBezTo>
                  <a:cubicBezTo>
                    <a:pt x="3013" y="14244"/>
                    <a:pt x="2739" y="14107"/>
                    <a:pt x="2488" y="13970"/>
                  </a:cubicBezTo>
                  <a:cubicBezTo>
                    <a:pt x="2351" y="13901"/>
                    <a:pt x="2214" y="13833"/>
                    <a:pt x="2077" y="13764"/>
                  </a:cubicBezTo>
                  <a:cubicBezTo>
                    <a:pt x="1689" y="13559"/>
                    <a:pt x="1301" y="13353"/>
                    <a:pt x="936" y="13148"/>
                  </a:cubicBezTo>
                  <a:cubicBezTo>
                    <a:pt x="320" y="12783"/>
                    <a:pt x="23" y="12326"/>
                    <a:pt x="23" y="11870"/>
                  </a:cubicBezTo>
                  <a:lnTo>
                    <a:pt x="0" y="16868"/>
                  </a:lnTo>
                  <a:cubicBezTo>
                    <a:pt x="0" y="17325"/>
                    <a:pt x="320" y="17781"/>
                    <a:pt x="913" y="18124"/>
                  </a:cubicBezTo>
                  <a:cubicBezTo>
                    <a:pt x="1301" y="18329"/>
                    <a:pt x="1689" y="18557"/>
                    <a:pt x="2077" y="18763"/>
                  </a:cubicBezTo>
                  <a:cubicBezTo>
                    <a:pt x="2191" y="18831"/>
                    <a:pt x="2328" y="18877"/>
                    <a:pt x="2465" y="18946"/>
                  </a:cubicBezTo>
                  <a:cubicBezTo>
                    <a:pt x="2739" y="19082"/>
                    <a:pt x="2990" y="19219"/>
                    <a:pt x="3264" y="19356"/>
                  </a:cubicBezTo>
                  <a:cubicBezTo>
                    <a:pt x="3424" y="19425"/>
                    <a:pt x="3584" y="19493"/>
                    <a:pt x="3766" y="19585"/>
                  </a:cubicBezTo>
                  <a:cubicBezTo>
                    <a:pt x="3995" y="19699"/>
                    <a:pt x="4246" y="19790"/>
                    <a:pt x="4497" y="19904"/>
                  </a:cubicBezTo>
                  <a:cubicBezTo>
                    <a:pt x="4679" y="19995"/>
                    <a:pt x="4862" y="20064"/>
                    <a:pt x="5045" y="20132"/>
                  </a:cubicBezTo>
                  <a:cubicBezTo>
                    <a:pt x="5227" y="20201"/>
                    <a:pt x="5387" y="20269"/>
                    <a:pt x="5570" y="20361"/>
                  </a:cubicBezTo>
                  <a:cubicBezTo>
                    <a:pt x="5615" y="20361"/>
                    <a:pt x="5684" y="20384"/>
                    <a:pt x="5729" y="20406"/>
                  </a:cubicBezTo>
                  <a:cubicBezTo>
                    <a:pt x="6277" y="20612"/>
                    <a:pt x="6848" y="20817"/>
                    <a:pt x="7418" y="21023"/>
                  </a:cubicBezTo>
                  <a:cubicBezTo>
                    <a:pt x="7510" y="21045"/>
                    <a:pt x="7601" y="21091"/>
                    <a:pt x="7715" y="21114"/>
                  </a:cubicBezTo>
                  <a:cubicBezTo>
                    <a:pt x="8195" y="21274"/>
                    <a:pt x="8697" y="21433"/>
                    <a:pt x="9176" y="21570"/>
                  </a:cubicBezTo>
                  <a:cubicBezTo>
                    <a:pt x="9267" y="21593"/>
                    <a:pt x="9359" y="21639"/>
                    <a:pt x="9450" y="21662"/>
                  </a:cubicBezTo>
                  <a:cubicBezTo>
                    <a:pt x="9541" y="21685"/>
                    <a:pt x="9633" y="21707"/>
                    <a:pt x="9724" y="21730"/>
                  </a:cubicBezTo>
                  <a:cubicBezTo>
                    <a:pt x="10066" y="21822"/>
                    <a:pt x="10386" y="21913"/>
                    <a:pt x="10705" y="22004"/>
                  </a:cubicBezTo>
                  <a:cubicBezTo>
                    <a:pt x="10911" y="22050"/>
                    <a:pt x="11116" y="22095"/>
                    <a:pt x="11299" y="22141"/>
                  </a:cubicBezTo>
                  <a:cubicBezTo>
                    <a:pt x="11664" y="22232"/>
                    <a:pt x="12029" y="22301"/>
                    <a:pt x="12417" y="22392"/>
                  </a:cubicBezTo>
                  <a:cubicBezTo>
                    <a:pt x="12531" y="22415"/>
                    <a:pt x="12668" y="22461"/>
                    <a:pt x="12805" y="22483"/>
                  </a:cubicBezTo>
                  <a:cubicBezTo>
                    <a:pt x="12828" y="22483"/>
                    <a:pt x="12874" y="22483"/>
                    <a:pt x="12897" y="22506"/>
                  </a:cubicBezTo>
                  <a:cubicBezTo>
                    <a:pt x="13239" y="22575"/>
                    <a:pt x="13558" y="22620"/>
                    <a:pt x="13901" y="22689"/>
                  </a:cubicBezTo>
                  <a:cubicBezTo>
                    <a:pt x="14083" y="22712"/>
                    <a:pt x="14243" y="22757"/>
                    <a:pt x="14426" y="22780"/>
                  </a:cubicBezTo>
                  <a:cubicBezTo>
                    <a:pt x="14882" y="22871"/>
                    <a:pt x="15316" y="22940"/>
                    <a:pt x="15773" y="23008"/>
                  </a:cubicBezTo>
                  <a:cubicBezTo>
                    <a:pt x="15841" y="23008"/>
                    <a:pt x="15909" y="23008"/>
                    <a:pt x="15978" y="23031"/>
                  </a:cubicBezTo>
                  <a:cubicBezTo>
                    <a:pt x="16480" y="23100"/>
                    <a:pt x="17005" y="23168"/>
                    <a:pt x="17507" y="23214"/>
                  </a:cubicBezTo>
                  <a:cubicBezTo>
                    <a:pt x="17644" y="23237"/>
                    <a:pt x="17781" y="23259"/>
                    <a:pt x="17918" y="23259"/>
                  </a:cubicBezTo>
                  <a:cubicBezTo>
                    <a:pt x="18306" y="23305"/>
                    <a:pt x="18671" y="23351"/>
                    <a:pt x="19059" y="23374"/>
                  </a:cubicBezTo>
                  <a:lnTo>
                    <a:pt x="19082" y="23374"/>
                  </a:lnTo>
                  <a:cubicBezTo>
                    <a:pt x="19265" y="23396"/>
                    <a:pt x="19470" y="23396"/>
                    <a:pt x="19653" y="23419"/>
                  </a:cubicBezTo>
                  <a:cubicBezTo>
                    <a:pt x="19972" y="23442"/>
                    <a:pt x="20292" y="23465"/>
                    <a:pt x="20589" y="23488"/>
                  </a:cubicBezTo>
                  <a:cubicBezTo>
                    <a:pt x="20817" y="23488"/>
                    <a:pt x="21045" y="23488"/>
                    <a:pt x="21251" y="23511"/>
                  </a:cubicBezTo>
                  <a:cubicBezTo>
                    <a:pt x="21570" y="23511"/>
                    <a:pt x="21867" y="23533"/>
                    <a:pt x="22164" y="23533"/>
                  </a:cubicBezTo>
                  <a:cubicBezTo>
                    <a:pt x="22186" y="23533"/>
                    <a:pt x="22209" y="23533"/>
                    <a:pt x="22232" y="23556"/>
                  </a:cubicBezTo>
                  <a:lnTo>
                    <a:pt x="23624" y="23556"/>
                  </a:lnTo>
                  <a:cubicBezTo>
                    <a:pt x="24195" y="23556"/>
                    <a:pt x="24789" y="23556"/>
                    <a:pt x="25359" y="23533"/>
                  </a:cubicBezTo>
                  <a:lnTo>
                    <a:pt x="25519" y="23533"/>
                  </a:lnTo>
                  <a:cubicBezTo>
                    <a:pt x="25656" y="23533"/>
                    <a:pt x="25793" y="23511"/>
                    <a:pt x="25953" y="23511"/>
                  </a:cubicBezTo>
                  <a:cubicBezTo>
                    <a:pt x="26295" y="23488"/>
                    <a:pt x="26660" y="23465"/>
                    <a:pt x="27025" y="23465"/>
                  </a:cubicBezTo>
                  <a:cubicBezTo>
                    <a:pt x="27231" y="23442"/>
                    <a:pt x="27459" y="23419"/>
                    <a:pt x="27665" y="23419"/>
                  </a:cubicBezTo>
                  <a:cubicBezTo>
                    <a:pt x="28007" y="23374"/>
                    <a:pt x="28349" y="23351"/>
                    <a:pt x="28692" y="23328"/>
                  </a:cubicBezTo>
                  <a:cubicBezTo>
                    <a:pt x="28806" y="23305"/>
                    <a:pt x="28943" y="23305"/>
                    <a:pt x="29057" y="23305"/>
                  </a:cubicBezTo>
                  <a:cubicBezTo>
                    <a:pt x="29148" y="23282"/>
                    <a:pt x="29217" y="23282"/>
                    <a:pt x="29308" y="23259"/>
                  </a:cubicBezTo>
                  <a:cubicBezTo>
                    <a:pt x="29833" y="23214"/>
                    <a:pt x="30358" y="23145"/>
                    <a:pt x="30883" y="23077"/>
                  </a:cubicBezTo>
                  <a:cubicBezTo>
                    <a:pt x="30974" y="23054"/>
                    <a:pt x="31088" y="23054"/>
                    <a:pt x="31180" y="23031"/>
                  </a:cubicBezTo>
                  <a:cubicBezTo>
                    <a:pt x="31773" y="22963"/>
                    <a:pt x="32389" y="22849"/>
                    <a:pt x="32983" y="22757"/>
                  </a:cubicBezTo>
                  <a:cubicBezTo>
                    <a:pt x="33051" y="22735"/>
                    <a:pt x="33097" y="22735"/>
                    <a:pt x="33165" y="22735"/>
                  </a:cubicBezTo>
                  <a:cubicBezTo>
                    <a:pt x="33325" y="22689"/>
                    <a:pt x="33485" y="22666"/>
                    <a:pt x="33645" y="22620"/>
                  </a:cubicBezTo>
                  <a:cubicBezTo>
                    <a:pt x="33919" y="22575"/>
                    <a:pt x="34193" y="22529"/>
                    <a:pt x="34466" y="22461"/>
                  </a:cubicBezTo>
                  <a:cubicBezTo>
                    <a:pt x="34695" y="22415"/>
                    <a:pt x="34923" y="22369"/>
                    <a:pt x="35151" y="22324"/>
                  </a:cubicBezTo>
                  <a:cubicBezTo>
                    <a:pt x="35425" y="22255"/>
                    <a:pt x="35676" y="22210"/>
                    <a:pt x="35927" y="22141"/>
                  </a:cubicBezTo>
                  <a:cubicBezTo>
                    <a:pt x="36178" y="22073"/>
                    <a:pt x="36407" y="22027"/>
                    <a:pt x="36635" y="21958"/>
                  </a:cubicBezTo>
                  <a:cubicBezTo>
                    <a:pt x="36886" y="21890"/>
                    <a:pt x="37137" y="21822"/>
                    <a:pt x="37388" y="21753"/>
                  </a:cubicBezTo>
                  <a:cubicBezTo>
                    <a:pt x="37616" y="21707"/>
                    <a:pt x="37845" y="21639"/>
                    <a:pt x="38073" y="21570"/>
                  </a:cubicBezTo>
                  <a:cubicBezTo>
                    <a:pt x="38324" y="21502"/>
                    <a:pt x="38575" y="21411"/>
                    <a:pt x="38826" y="21342"/>
                  </a:cubicBezTo>
                  <a:cubicBezTo>
                    <a:pt x="38917" y="21319"/>
                    <a:pt x="39009" y="21274"/>
                    <a:pt x="39123" y="21251"/>
                  </a:cubicBezTo>
                  <a:cubicBezTo>
                    <a:pt x="39214" y="21228"/>
                    <a:pt x="39283" y="21182"/>
                    <a:pt x="39374" y="21160"/>
                  </a:cubicBezTo>
                  <a:cubicBezTo>
                    <a:pt x="39830" y="21000"/>
                    <a:pt x="40287" y="20840"/>
                    <a:pt x="40743" y="20680"/>
                  </a:cubicBezTo>
                  <a:cubicBezTo>
                    <a:pt x="40858" y="20635"/>
                    <a:pt x="40994" y="20589"/>
                    <a:pt x="41109" y="20543"/>
                  </a:cubicBezTo>
                  <a:cubicBezTo>
                    <a:pt x="41656" y="20338"/>
                    <a:pt x="42204" y="20132"/>
                    <a:pt x="42729" y="19904"/>
                  </a:cubicBezTo>
                  <a:cubicBezTo>
                    <a:pt x="42843" y="19836"/>
                    <a:pt x="42980" y="19790"/>
                    <a:pt x="43094" y="19722"/>
                  </a:cubicBezTo>
                  <a:cubicBezTo>
                    <a:pt x="43505" y="19539"/>
                    <a:pt x="43939" y="19356"/>
                    <a:pt x="44350" y="19151"/>
                  </a:cubicBezTo>
                  <a:cubicBezTo>
                    <a:pt x="44487" y="19082"/>
                    <a:pt x="44624" y="19014"/>
                    <a:pt x="44784" y="18923"/>
                  </a:cubicBezTo>
                  <a:cubicBezTo>
                    <a:pt x="45286" y="18672"/>
                    <a:pt x="45788" y="18398"/>
                    <a:pt x="46267" y="18124"/>
                  </a:cubicBezTo>
                  <a:cubicBezTo>
                    <a:pt x="46427" y="18033"/>
                    <a:pt x="46564" y="17941"/>
                    <a:pt x="46701" y="17850"/>
                  </a:cubicBezTo>
                  <a:cubicBezTo>
                    <a:pt x="46838" y="17781"/>
                    <a:pt x="46929" y="17713"/>
                    <a:pt x="47043" y="17644"/>
                  </a:cubicBezTo>
                  <a:cubicBezTo>
                    <a:pt x="47249" y="17530"/>
                    <a:pt x="47431" y="17416"/>
                    <a:pt x="47614" y="17279"/>
                  </a:cubicBezTo>
                  <a:cubicBezTo>
                    <a:pt x="47796" y="17165"/>
                    <a:pt x="47956" y="17051"/>
                    <a:pt x="48139" y="16937"/>
                  </a:cubicBezTo>
                  <a:cubicBezTo>
                    <a:pt x="48321" y="16800"/>
                    <a:pt x="48504" y="16686"/>
                    <a:pt x="48664" y="16549"/>
                  </a:cubicBezTo>
                  <a:cubicBezTo>
                    <a:pt x="48824" y="16435"/>
                    <a:pt x="48983" y="16321"/>
                    <a:pt x="49143" y="16184"/>
                  </a:cubicBezTo>
                  <a:cubicBezTo>
                    <a:pt x="49326" y="16070"/>
                    <a:pt x="49486" y="15933"/>
                    <a:pt x="49645" y="15796"/>
                  </a:cubicBezTo>
                  <a:cubicBezTo>
                    <a:pt x="49805" y="15682"/>
                    <a:pt x="49942" y="15567"/>
                    <a:pt x="50102" y="15430"/>
                  </a:cubicBezTo>
                  <a:cubicBezTo>
                    <a:pt x="50239" y="15293"/>
                    <a:pt x="50399" y="15157"/>
                    <a:pt x="50558" y="15042"/>
                  </a:cubicBezTo>
                  <a:cubicBezTo>
                    <a:pt x="50604" y="14974"/>
                    <a:pt x="50672" y="14928"/>
                    <a:pt x="50741" y="14860"/>
                  </a:cubicBezTo>
                  <a:cubicBezTo>
                    <a:pt x="50787" y="14814"/>
                    <a:pt x="50832" y="14768"/>
                    <a:pt x="50901" y="14700"/>
                  </a:cubicBezTo>
                  <a:cubicBezTo>
                    <a:pt x="51152" y="14472"/>
                    <a:pt x="51380" y="14244"/>
                    <a:pt x="51608" y="13992"/>
                  </a:cubicBezTo>
                  <a:cubicBezTo>
                    <a:pt x="51700" y="13901"/>
                    <a:pt x="51791" y="13810"/>
                    <a:pt x="51859" y="13741"/>
                  </a:cubicBezTo>
                  <a:cubicBezTo>
                    <a:pt x="52156" y="13422"/>
                    <a:pt x="52430" y="13079"/>
                    <a:pt x="52704" y="12760"/>
                  </a:cubicBezTo>
                  <a:cubicBezTo>
                    <a:pt x="52704" y="12760"/>
                    <a:pt x="52704" y="12737"/>
                    <a:pt x="52727" y="12737"/>
                  </a:cubicBezTo>
                  <a:cubicBezTo>
                    <a:pt x="52772" y="12646"/>
                    <a:pt x="52818" y="12577"/>
                    <a:pt x="52886" y="12509"/>
                  </a:cubicBezTo>
                  <a:cubicBezTo>
                    <a:pt x="53046" y="12303"/>
                    <a:pt x="53206" y="12075"/>
                    <a:pt x="53343" y="11870"/>
                  </a:cubicBezTo>
                  <a:cubicBezTo>
                    <a:pt x="53434" y="11756"/>
                    <a:pt x="53503" y="11641"/>
                    <a:pt x="53571" y="11527"/>
                  </a:cubicBezTo>
                  <a:cubicBezTo>
                    <a:pt x="53685" y="11345"/>
                    <a:pt x="53799" y="11139"/>
                    <a:pt x="53914" y="10957"/>
                  </a:cubicBezTo>
                  <a:cubicBezTo>
                    <a:pt x="53959" y="10911"/>
                    <a:pt x="53982" y="10865"/>
                    <a:pt x="54005" y="10820"/>
                  </a:cubicBezTo>
                  <a:cubicBezTo>
                    <a:pt x="54051" y="10728"/>
                    <a:pt x="54096" y="10637"/>
                    <a:pt x="54142" y="10569"/>
                  </a:cubicBezTo>
                  <a:cubicBezTo>
                    <a:pt x="54233" y="10409"/>
                    <a:pt x="54302" y="10249"/>
                    <a:pt x="54393" y="10089"/>
                  </a:cubicBezTo>
                  <a:cubicBezTo>
                    <a:pt x="54461" y="9952"/>
                    <a:pt x="54507" y="9815"/>
                    <a:pt x="54576" y="9678"/>
                  </a:cubicBezTo>
                  <a:cubicBezTo>
                    <a:pt x="54644" y="9519"/>
                    <a:pt x="54713" y="9359"/>
                    <a:pt x="54781" y="9199"/>
                  </a:cubicBezTo>
                  <a:cubicBezTo>
                    <a:pt x="54804" y="9131"/>
                    <a:pt x="54827" y="9062"/>
                    <a:pt x="54872" y="8994"/>
                  </a:cubicBezTo>
                  <a:cubicBezTo>
                    <a:pt x="54895" y="8925"/>
                    <a:pt x="54918" y="8834"/>
                    <a:pt x="54941" y="8765"/>
                  </a:cubicBezTo>
                  <a:cubicBezTo>
                    <a:pt x="54986" y="8606"/>
                    <a:pt x="55032" y="8469"/>
                    <a:pt x="55078" y="8309"/>
                  </a:cubicBezTo>
                  <a:cubicBezTo>
                    <a:pt x="55123" y="8172"/>
                    <a:pt x="55169" y="8012"/>
                    <a:pt x="55215" y="7875"/>
                  </a:cubicBezTo>
                  <a:cubicBezTo>
                    <a:pt x="55260" y="7715"/>
                    <a:pt x="55283" y="7579"/>
                    <a:pt x="55329" y="7419"/>
                  </a:cubicBezTo>
                  <a:cubicBezTo>
                    <a:pt x="55352" y="7350"/>
                    <a:pt x="55374" y="7259"/>
                    <a:pt x="55374" y="7191"/>
                  </a:cubicBezTo>
                  <a:cubicBezTo>
                    <a:pt x="55397" y="7122"/>
                    <a:pt x="55397" y="7054"/>
                    <a:pt x="55420" y="6985"/>
                  </a:cubicBezTo>
                  <a:cubicBezTo>
                    <a:pt x="55443" y="6825"/>
                    <a:pt x="55466" y="6666"/>
                    <a:pt x="55489" y="6506"/>
                  </a:cubicBezTo>
                  <a:cubicBezTo>
                    <a:pt x="55511" y="6369"/>
                    <a:pt x="55534" y="6232"/>
                    <a:pt x="55534" y="6072"/>
                  </a:cubicBezTo>
                  <a:cubicBezTo>
                    <a:pt x="55557" y="5912"/>
                    <a:pt x="55557" y="5775"/>
                    <a:pt x="55580" y="5616"/>
                  </a:cubicBezTo>
                  <a:cubicBezTo>
                    <a:pt x="55580" y="5524"/>
                    <a:pt x="55580" y="5433"/>
                    <a:pt x="55580" y="5364"/>
                  </a:cubicBezTo>
                  <a:cubicBezTo>
                    <a:pt x="55603" y="5228"/>
                    <a:pt x="55603" y="5113"/>
                    <a:pt x="55603" y="4976"/>
                  </a:cubicBezTo>
                  <a:lnTo>
                    <a:pt x="5560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69" name="Google Shape;6169;p47"/>
            <p:cNvSpPr/>
            <p:nvPr/>
          </p:nvSpPr>
          <p:spPr>
            <a:xfrm>
              <a:off x="3041263" y="3123825"/>
              <a:ext cx="808050" cy="359525"/>
            </a:xfrm>
            <a:custGeom>
              <a:avLst/>
              <a:gdLst/>
              <a:ahLst/>
              <a:cxnLst/>
              <a:rect l="l" t="t" r="r" b="b"/>
              <a:pathLst>
                <a:path w="32322" h="14381" extrusionOk="0">
                  <a:moveTo>
                    <a:pt x="24" y="0"/>
                  </a:moveTo>
                  <a:lnTo>
                    <a:pt x="24" y="0"/>
                  </a:lnTo>
                  <a:cubicBezTo>
                    <a:pt x="23" y="18"/>
                    <a:pt x="23" y="35"/>
                    <a:pt x="23" y="53"/>
                  </a:cubicBezTo>
                  <a:lnTo>
                    <a:pt x="23" y="53"/>
                  </a:lnTo>
                  <a:lnTo>
                    <a:pt x="24" y="0"/>
                  </a:lnTo>
                  <a:close/>
                  <a:moveTo>
                    <a:pt x="23" y="53"/>
                  </a:moveTo>
                  <a:lnTo>
                    <a:pt x="1" y="4976"/>
                  </a:lnTo>
                  <a:cubicBezTo>
                    <a:pt x="1" y="7396"/>
                    <a:pt x="1576" y="9792"/>
                    <a:pt x="4771" y="11641"/>
                  </a:cubicBezTo>
                  <a:cubicBezTo>
                    <a:pt x="5159" y="11869"/>
                    <a:pt x="5547" y="12075"/>
                    <a:pt x="5958" y="12257"/>
                  </a:cubicBezTo>
                  <a:cubicBezTo>
                    <a:pt x="6095" y="12326"/>
                    <a:pt x="6232" y="12372"/>
                    <a:pt x="6369" y="12440"/>
                  </a:cubicBezTo>
                  <a:cubicBezTo>
                    <a:pt x="6620" y="12554"/>
                    <a:pt x="6848" y="12668"/>
                    <a:pt x="7099" y="12760"/>
                  </a:cubicBezTo>
                  <a:cubicBezTo>
                    <a:pt x="7145" y="12782"/>
                    <a:pt x="7191" y="12782"/>
                    <a:pt x="7236" y="12805"/>
                  </a:cubicBezTo>
                  <a:cubicBezTo>
                    <a:pt x="7328" y="12851"/>
                    <a:pt x="7419" y="12874"/>
                    <a:pt x="7510" y="12919"/>
                  </a:cubicBezTo>
                  <a:cubicBezTo>
                    <a:pt x="7830" y="13034"/>
                    <a:pt x="8149" y="13148"/>
                    <a:pt x="8492" y="13239"/>
                  </a:cubicBezTo>
                  <a:cubicBezTo>
                    <a:pt x="8606" y="13285"/>
                    <a:pt x="8720" y="13307"/>
                    <a:pt x="8834" y="13353"/>
                  </a:cubicBezTo>
                  <a:cubicBezTo>
                    <a:pt x="8903" y="13376"/>
                    <a:pt x="8994" y="13399"/>
                    <a:pt x="9062" y="13422"/>
                  </a:cubicBezTo>
                  <a:cubicBezTo>
                    <a:pt x="9199" y="13467"/>
                    <a:pt x="9336" y="13490"/>
                    <a:pt x="9473" y="13513"/>
                  </a:cubicBezTo>
                  <a:cubicBezTo>
                    <a:pt x="9816" y="13604"/>
                    <a:pt x="10135" y="13695"/>
                    <a:pt x="10478" y="13764"/>
                  </a:cubicBezTo>
                  <a:cubicBezTo>
                    <a:pt x="10569" y="13787"/>
                    <a:pt x="10660" y="13810"/>
                    <a:pt x="10751" y="13832"/>
                  </a:cubicBezTo>
                  <a:cubicBezTo>
                    <a:pt x="10888" y="13855"/>
                    <a:pt x="11025" y="13878"/>
                    <a:pt x="11139" y="13901"/>
                  </a:cubicBezTo>
                  <a:cubicBezTo>
                    <a:pt x="11436" y="13969"/>
                    <a:pt x="11710" y="14015"/>
                    <a:pt x="12007" y="14061"/>
                  </a:cubicBezTo>
                  <a:cubicBezTo>
                    <a:pt x="12121" y="14061"/>
                    <a:pt x="12235" y="14106"/>
                    <a:pt x="12349" y="14106"/>
                  </a:cubicBezTo>
                  <a:cubicBezTo>
                    <a:pt x="12463" y="14129"/>
                    <a:pt x="12600" y="14129"/>
                    <a:pt x="12737" y="14152"/>
                  </a:cubicBezTo>
                  <a:cubicBezTo>
                    <a:pt x="12988" y="14198"/>
                    <a:pt x="13262" y="14220"/>
                    <a:pt x="13536" y="14243"/>
                  </a:cubicBezTo>
                  <a:cubicBezTo>
                    <a:pt x="13673" y="14266"/>
                    <a:pt x="13787" y="14289"/>
                    <a:pt x="13924" y="14289"/>
                  </a:cubicBezTo>
                  <a:cubicBezTo>
                    <a:pt x="14038" y="14289"/>
                    <a:pt x="14152" y="14289"/>
                    <a:pt x="14289" y="14312"/>
                  </a:cubicBezTo>
                  <a:cubicBezTo>
                    <a:pt x="14563" y="14335"/>
                    <a:pt x="14814" y="14335"/>
                    <a:pt x="15111" y="14357"/>
                  </a:cubicBezTo>
                  <a:cubicBezTo>
                    <a:pt x="15248" y="14357"/>
                    <a:pt x="15362" y="14380"/>
                    <a:pt x="15499" y="14380"/>
                  </a:cubicBezTo>
                  <a:lnTo>
                    <a:pt x="15841" y="14380"/>
                  </a:lnTo>
                  <a:cubicBezTo>
                    <a:pt x="16138" y="14380"/>
                    <a:pt x="16435" y="14380"/>
                    <a:pt x="16732" y="14357"/>
                  </a:cubicBezTo>
                  <a:cubicBezTo>
                    <a:pt x="16823" y="14357"/>
                    <a:pt x="16924" y="14368"/>
                    <a:pt x="17022" y="14368"/>
                  </a:cubicBezTo>
                  <a:cubicBezTo>
                    <a:pt x="17071" y="14368"/>
                    <a:pt x="17120" y="14365"/>
                    <a:pt x="17165" y="14357"/>
                  </a:cubicBezTo>
                  <a:lnTo>
                    <a:pt x="17416" y="14357"/>
                  </a:lnTo>
                  <a:cubicBezTo>
                    <a:pt x="17782" y="14335"/>
                    <a:pt x="18147" y="14312"/>
                    <a:pt x="18512" y="14266"/>
                  </a:cubicBezTo>
                  <a:cubicBezTo>
                    <a:pt x="18672" y="14266"/>
                    <a:pt x="18809" y="14266"/>
                    <a:pt x="18969" y="14243"/>
                  </a:cubicBezTo>
                  <a:cubicBezTo>
                    <a:pt x="19037" y="14243"/>
                    <a:pt x="19105" y="14220"/>
                    <a:pt x="19174" y="14220"/>
                  </a:cubicBezTo>
                  <a:cubicBezTo>
                    <a:pt x="19288" y="14220"/>
                    <a:pt x="19379" y="14198"/>
                    <a:pt x="19494" y="14175"/>
                  </a:cubicBezTo>
                  <a:cubicBezTo>
                    <a:pt x="19882" y="14129"/>
                    <a:pt x="20247" y="14084"/>
                    <a:pt x="20612" y="14015"/>
                  </a:cubicBezTo>
                  <a:cubicBezTo>
                    <a:pt x="20703" y="14015"/>
                    <a:pt x="20795" y="13992"/>
                    <a:pt x="20886" y="13969"/>
                  </a:cubicBezTo>
                  <a:lnTo>
                    <a:pt x="21023" y="13969"/>
                  </a:lnTo>
                  <a:cubicBezTo>
                    <a:pt x="21183" y="13924"/>
                    <a:pt x="21365" y="13878"/>
                    <a:pt x="21525" y="13855"/>
                  </a:cubicBezTo>
                  <a:cubicBezTo>
                    <a:pt x="21845" y="13787"/>
                    <a:pt x="22141" y="13718"/>
                    <a:pt x="22438" y="13650"/>
                  </a:cubicBezTo>
                  <a:cubicBezTo>
                    <a:pt x="22643" y="13604"/>
                    <a:pt x="22849" y="13536"/>
                    <a:pt x="23054" y="13490"/>
                  </a:cubicBezTo>
                  <a:cubicBezTo>
                    <a:pt x="23351" y="13399"/>
                    <a:pt x="23625" y="13330"/>
                    <a:pt x="23899" y="13239"/>
                  </a:cubicBezTo>
                  <a:cubicBezTo>
                    <a:pt x="23967" y="13239"/>
                    <a:pt x="24013" y="13216"/>
                    <a:pt x="24081" y="13193"/>
                  </a:cubicBezTo>
                  <a:cubicBezTo>
                    <a:pt x="24401" y="13079"/>
                    <a:pt x="24743" y="12965"/>
                    <a:pt x="25063" y="12851"/>
                  </a:cubicBezTo>
                  <a:cubicBezTo>
                    <a:pt x="25109" y="12828"/>
                    <a:pt x="25154" y="12805"/>
                    <a:pt x="25200" y="12782"/>
                  </a:cubicBezTo>
                  <a:cubicBezTo>
                    <a:pt x="25542" y="12646"/>
                    <a:pt x="25885" y="12509"/>
                    <a:pt x="26227" y="12349"/>
                  </a:cubicBezTo>
                  <a:cubicBezTo>
                    <a:pt x="26341" y="12303"/>
                    <a:pt x="26432" y="12257"/>
                    <a:pt x="26524" y="12212"/>
                  </a:cubicBezTo>
                  <a:cubicBezTo>
                    <a:pt x="26912" y="12029"/>
                    <a:pt x="27277" y="11847"/>
                    <a:pt x="27619" y="11641"/>
                  </a:cubicBezTo>
                  <a:cubicBezTo>
                    <a:pt x="27688" y="11596"/>
                    <a:pt x="27756" y="11573"/>
                    <a:pt x="27825" y="11527"/>
                  </a:cubicBezTo>
                  <a:cubicBezTo>
                    <a:pt x="27870" y="11481"/>
                    <a:pt x="27939" y="11459"/>
                    <a:pt x="27985" y="11413"/>
                  </a:cubicBezTo>
                  <a:cubicBezTo>
                    <a:pt x="28099" y="11344"/>
                    <a:pt x="28190" y="11299"/>
                    <a:pt x="28281" y="11230"/>
                  </a:cubicBezTo>
                  <a:cubicBezTo>
                    <a:pt x="28373" y="11162"/>
                    <a:pt x="28464" y="11116"/>
                    <a:pt x="28555" y="11048"/>
                  </a:cubicBezTo>
                  <a:cubicBezTo>
                    <a:pt x="28646" y="10979"/>
                    <a:pt x="28738" y="10934"/>
                    <a:pt x="28806" y="10865"/>
                  </a:cubicBezTo>
                  <a:cubicBezTo>
                    <a:pt x="28898" y="10797"/>
                    <a:pt x="28989" y="10751"/>
                    <a:pt x="29057" y="10683"/>
                  </a:cubicBezTo>
                  <a:cubicBezTo>
                    <a:pt x="29149" y="10614"/>
                    <a:pt x="29217" y="10546"/>
                    <a:pt x="29308" y="10477"/>
                  </a:cubicBezTo>
                  <a:cubicBezTo>
                    <a:pt x="29377" y="10409"/>
                    <a:pt x="29468" y="10363"/>
                    <a:pt x="29537" y="10295"/>
                  </a:cubicBezTo>
                  <a:cubicBezTo>
                    <a:pt x="29605" y="10226"/>
                    <a:pt x="29696" y="10158"/>
                    <a:pt x="29765" y="10089"/>
                  </a:cubicBezTo>
                  <a:cubicBezTo>
                    <a:pt x="29788" y="10066"/>
                    <a:pt x="29833" y="10043"/>
                    <a:pt x="29856" y="9998"/>
                  </a:cubicBezTo>
                  <a:cubicBezTo>
                    <a:pt x="29902" y="9975"/>
                    <a:pt x="29925" y="9952"/>
                    <a:pt x="29947" y="9929"/>
                  </a:cubicBezTo>
                  <a:cubicBezTo>
                    <a:pt x="30062" y="9815"/>
                    <a:pt x="30199" y="9678"/>
                    <a:pt x="30313" y="9564"/>
                  </a:cubicBezTo>
                  <a:cubicBezTo>
                    <a:pt x="30358" y="9518"/>
                    <a:pt x="30381" y="9473"/>
                    <a:pt x="30427" y="9450"/>
                  </a:cubicBezTo>
                  <a:cubicBezTo>
                    <a:pt x="30587" y="9290"/>
                    <a:pt x="30724" y="9108"/>
                    <a:pt x="30838" y="8948"/>
                  </a:cubicBezTo>
                  <a:cubicBezTo>
                    <a:pt x="30861" y="8948"/>
                    <a:pt x="30861" y="8948"/>
                    <a:pt x="30861" y="8925"/>
                  </a:cubicBezTo>
                  <a:cubicBezTo>
                    <a:pt x="30906" y="8902"/>
                    <a:pt x="30929" y="8857"/>
                    <a:pt x="30952" y="8811"/>
                  </a:cubicBezTo>
                  <a:cubicBezTo>
                    <a:pt x="31020" y="8720"/>
                    <a:pt x="31112" y="8605"/>
                    <a:pt x="31180" y="8514"/>
                  </a:cubicBezTo>
                  <a:cubicBezTo>
                    <a:pt x="31226" y="8446"/>
                    <a:pt x="31249" y="8377"/>
                    <a:pt x="31294" y="8332"/>
                  </a:cubicBezTo>
                  <a:cubicBezTo>
                    <a:pt x="31340" y="8240"/>
                    <a:pt x="31408" y="8149"/>
                    <a:pt x="31477" y="8035"/>
                  </a:cubicBezTo>
                  <a:cubicBezTo>
                    <a:pt x="31477" y="8012"/>
                    <a:pt x="31500" y="7989"/>
                    <a:pt x="31522" y="7966"/>
                  </a:cubicBezTo>
                  <a:cubicBezTo>
                    <a:pt x="31545" y="7921"/>
                    <a:pt x="31545" y="7898"/>
                    <a:pt x="31568" y="7852"/>
                  </a:cubicBezTo>
                  <a:cubicBezTo>
                    <a:pt x="31614" y="7761"/>
                    <a:pt x="31659" y="7692"/>
                    <a:pt x="31705" y="7601"/>
                  </a:cubicBezTo>
                  <a:cubicBezTo>
                    <a:pt x="31728" y="7533"/>
                    <a:pt x="31774" y="7464"/>
                    <a:pt x="31796" y="7396"/>
                  </a:cubicBezTo>
                  <a:cubicBezTo>
                    <a:pt x="31842" y="7327"/>
                    <a:pt x="31865" y="7236"/>
                    <a:pt x="31888" y="7167"/>
                  </a:cubicBezTo>
                  <a:cubicBezTo>
                    <a:pt x="31910" y="7122"/>
                    <a:pt x="31933" y="7076"/>
                    <a:pt x="31956" y="7053"/>
                  </a:cubicBezTo>
                  <a:cubicBezTo>
                    <a:pt x="31956" y="7008"/>
                    <a:pt x="31956" y="6985"/>
                    <a:pt x="31979" y="6939"/>
                  </a:cubicBezTo>
                  <a:cubicBezTo>
                    <a:pt x="32002" y="6871"/>
                    <a:pt x="32025" y="6802"/>
                    <a:pt x="32047" y="6711"/>
                  </a:cubicBezTo>
                  <a:cubicBezTo>
                    <a:pt x="32070" y="6642"/>
                    <a:pt x="32093" y="6574"/>
                    <a:pt x="32116" y="6506"/>
                  </a:cubicBezTo>
                  <a:cubicBezTo>
                    <a:pt x="32139" y="6414"/>
                    <a:pt x="32162" y="6346"/>
                    <a:pt x="32184" y="6254"/>
                  </a:cubicBezTo>
                  <a:cubicBezTo>
                    <a:pt x="32184" y="6232"/>
                    <a:pt x="32207" y="6186"/>
                    <a:pt x="32207" y="6140"/>
                  </a:cubicBezTo>
                  <a:cubicBezTo>
                    <a:pt x="32207" y="6117"/>
                    <a:pt x="32207" y="6072"/>
                    <a:pt x="32230" y="6049"/>
                  </a:cubicBezTo>
                  <a:cubicBezTo>
                    <a:pt x="32230" y="5981"/>
                    <a:pt x="32253" y="5889"/>
                    <a:pt x="32253" y="5821"/>
                  </a:cubicBezTo>
                  <a:cubicBezTo>
                    <a:pt x="32276" y="5729"/>
                    <a:pt x="32276" y="5661"/>
                    <a:pt x="32276" y="5593"/>
                  </a:cubicBezTo>
                  <a:cubicBezTo>
                    <a:pt x="32299" y="5524"/>
                    <a:pt x="32299" y="5433"/>
                    <a:pt x="32299" y="5364"/>
                  </a:cubicBezTo>
                  <a:cubicBezTo>
                    <a:pt x="32299" y="5296"/>
                    <a:pt x="32321" y="5250"/>
                    <a:pt x="32321" y="5204"/>
                  </a:cubicBezTo>
                  <a:cubicBezTo>
                    <a:pt x="32321" y="5159"/>
                    <a:pt x="32321" y="5113"/>
                    <a:pt x="32321" y="5068"/>
                  </a:cubicBezTo>
                  <a:lnTo>
                    <a:pt x="32321" y="366"/>
                  </a:lnTo>
                  <a:cubicBezTo>
                    <a:pt x="32321" y="457"/>
                    <a:pt x="32299" y="525"/>
                    <a:pt x="32299" y="617"/>
                  </a:cubicBezTo>
                  <a:cubicBezTo>
                    <a:pt x="32299" y="685"/>
                    <a:pt x="32276" y="754"/>
                    <a:pt x="32276" y="822"/>
                  </a:cubicBezTo>
                  <a:cubicBezTo>
                    <a:pt x="32253" y="913"/>
                    <a:pt x="32253" y="982"/>
                    <a:pt x="32230" y="1073"/>
                  </a:cubicBezTo>
                  <a:cubicBezTo>
                    <a:pt x="32230" y="1142"/>
                    <a:pt x="32207" y="1210"/>
                    <a:pt x="32184" y="1279"/>
                  </a:cubicBezTo>
                  <a:cubicBezTo>
                    <a:pt x="32162" y="1370"/>
                    <a:pt x="32162" y="1438"/>
                    <a:pt x="32139" y="1530"/>
                  </a:cubicBezTo>
                  <a:cubicBezTo>
                    <a:pt x="32116" y="1598"/>
                    <a:pt x="32093" y="1667"/>
                    <a:pt x="32070" y="1735"/>
                  </a:cubicBezTo>
                  <a:cubicBezTo>
                    <a:pt x="32047" y="1804"/>
                    <a:pt x="32025" y="1895"/>
                    <a:pt x="32002" y="1963"/>
                  </a:cubicBezTo>
                  <a:cubicBezTo>
                    <a:pt x="31956" y="2032"/>
                    <a:pt x="31933" y="2100"/>
                    <a:pt x="31910" y="2169"/>
                  </a:cubicBezTo>
                  <a:cubicBezTo>
                    <a:pt x="31888" y="2260"/>
                    <a:pt x="31842" y="2328"/>
                    <a:pt x="31819" y="2420"/>
                  </a:cubicBezTo>
                  <a:cubicBezTo>
                    <a:pt x="31774" y="2488"/>
                    <a:pt x="31751" y="2557"/>
                    <a:pt x="31705" y="2625"/>
                  </a:cubicBezTo>
                  <a:cubicBezTo>
                    <a:pt x="31682" y="2717"/>
                    <a:pt x="31637" y="2785"/>
                    <a:pt x="31591" y="2876"/>
                  </a:cubicBezTo>
                  <a:cubicBezTo>
                    <a:pt x="31545" y="2922"/>
                    <a:pt x="31522" y="2990"/>
                    <a:pt x="31477" y="3059"/>
                  </a:cubicBezTo>
                  <a:cubicBezTo>
                    <a:pt x="31431" y="3150"/>
                    <a:pt x="31363" y="3264"/>
                    <a:pt x="31294" y="3356"/>
                  </a:cubicBezTo>
                  <a:cubicBezTo>
                    <a:pt x="31271" y="3401"/>
                    <a:pt x="31226" y="3470"/>
                    <a:pt x="31180" y="3515"/>
                  </a:cubicBezTo>
                  <a:cubicBezTo>
                    <a:pt x="31112" y="3630"/>
                    <a:pt x="31043" y="3721"/>
                    <a:pt x="30975" y="3835"/>
                  </a:cubicBezTo>
                  <a:cubicBezTo>
                    <a:pt x="30929" y="3881"/>
                    <a:pt x="30906" y="3926"/>
                    <a:pt x="30861" y="3972"/>
                  </a:cubicBezTo>
                  <a:cubicBezTo>
                    <a:pt x="30724" y="4132"/>
                    <a:pt x="30587" y="4291"/>
                    <a:pt x="30450" y="4451"/>
                  </a:cubicBezTo>
                  <a:cubicBezTo>
                    <a:pt x="30404" y="4497"/>
                    <a:pt x="30358" y="4543"/>
                    <a:pt x="30313" y="4588"/>
                  </a:cubicBezTo>
                  <a:cubicBezTo>
                    <a:pt x="30199" y="4702"/>
                    <a:pt x="30084" y="4816"/>
                    <a:pt x="29947" y="4953"/>
                  </a:cubicBezTo>
                  <a:cubicBezTo>
                    <a:pt x="29902" y="4999"/>
                    <a:pt x="29833" y="5068"/>
                    <a:pt x="29788" y="5113"/>
                  </a:cubicBezTo>
                  <a:cubicBezTo>
                    <a:pt x="29696" y="5182"/>
                    <a:pt x="29628" y="5250"/>
                    <a:pt x="29537" y="5319"/>
                  </a:cubicBezTo>
                  <a:cubicBezTo>
                    <a:pt x="29468" y="5387"/>
                    <a:pt x="29400" y="5433"/>
                    <a:pt x="29331" y="5501"/>
                  </a:cubicBezTo>
                  <a:cubicBezTo>
                    <a:pt x="29240" y="5570"/>
                    <a:pt x="29149" y="5638"/>
                    <a:pt x="29080" y="5707"/>
                  </a:cubicBezTo>
                  <a:cubicBezTo>
                    <a:pt x="28989" y="5752"/>
                    <a:pt x="28920" y="5821"/>
                    <a:pt x="28829" y="5889"/>
                  </a:cubicBezTo>
                  <a:cubicBezTo>
                    <a:pt x="28738" y="5935"/>
                    <a:pt x="28646" y="6003"/>
                    <a:pt x="28555" y="6072"/>
                  </a:cubicBezTo>
                  <a:cubicBezTo>
                    <a:pt x="28464" y="6117"/>
                    <a:pt x="28395" y="6186"/>
                    <a:pt x="28304" y="6254"/>
                  </a:cubicBezTo>
                  <a:cubicBezTo>
                    <a:pt x="28213" y="6300"/>
                    <a:pt x="28099" y="6369"/>
                    <a:pt x="28007" y="6437"/>
                  </a:cubicBezTo>
                  <a:cubicBezTo>
                    <a:pt x="27893" y="6506"/>
                    <a:pt x="27756" y="6574"/>
                    <a:pt x="27642" y="6665"/>
                  </a:cubicBezTo>
                  <a:cubicBezTo>
                    <a:pt x="27277" y="6871"/>
                    <a:pt x="26912" y="7053"/>
                    <a:pt x="26547" y="7236"/>
                  </a:cubicBezTo>
                  <a:cubicBezTo>
                    <a:pt x="26455" y="7282"/>
                    <a:pt x="26341" y="7327"/>
                    <a:pt x="26250" y="7373"/>
                  </a:cubicBezTo>
                  <a:cubicBezTo>
                    <a:pt x="25907" y="7533"/>
                    <a:pt x="25565" y="7670"/>
                    <a:pt x="25223" y="7807"/>
                  </a:cubicBezTo>
                  <a:cubicBezTo>
                    <a:pt x="25154" y="7829"/>
                    <a:pt x="25131" y="7852"/>
                    <a:pt x="25063" y="7875"/>
                  </a:cubicBezTo>
                  <a:cubicBezTo>
                    <a:pt x="24698" y="8012"/>
                    <a:pt x="24310" y="8149"/>
                    <a:pt x="23922" y="8263"/>
                  </a:cubicBezTo>
                  <a:cubicBezTo>
                    <a:pt x="23648" y="8354"/>
                    <a:pt x="23351" y="8423"/>
                    <a:pt x="23077" y="8514"/>
                  </a:cubicBezTo>
                  <a:cubicBezTo>
                    <a:pt x="22872" y="8560"/>
                    <a:pt x="22666" y="8628"/>
                    <a:pt x="22438" y="8674"/>
                  </a:cubicBezTo>
                  <a:cubicBezTo>
                    <a:pt x="22164" y="8742"/>
                    <a:pt x="21845" y="8811"/>
                    <a:pt x="21548" y="8857"/>
                  </a:cubicBezTo>
                  <a:cubicBezTo>
                    <a:pt x="21342" y="8902"/>
                    <a:pt x="21114" y="8971"/>
                    <a:pt x="20909" y="8993"/>
                  </a:cubicBezTo>
                  <a:cubicBezTo>
                    <a:pt x="20817" y="9016"/>
                    <a:pt x="20726" y="9016"/>
                    <a:pt x="20635" y="9039"/>
                  </a:cubicBezTo>
                  <a:cubicBezTo>
                    <a:pt x="20270" y="9108"/>
                    <a:pt x="19882" y="9153"/>
                    <a:pt x="19516" y="9199"/>
                  </a:cubicBezTo>
                  <a:cubicBezTo>
                    <a:pt x="19402" y="9222"/>
                    <a:pt x="19288" y="9222"/>
                    <a:pt x="19174" y="9245"/>
                  </a:cubicBezTo>
                  <a:cubicBezTo>
                    <a:pt x="18969" y="9267"/>
                    <a:pt x="18740" y="9267"/>
                    <a:pt x="18535" y="9290"/>
                  </a:cubicBezTo>
                  <a:cubicBezTo>
                    <a:pt x="18170" y="9313"/>
                    <a:pt x="17804" y="9359"/>
                    <a:pt x="17439" y="9359"/>
                  </a:cubicBezTo>
                  <a:cubicBezTo>
                    <a:pt x="17211" y="9382"/>
                    <a:pt x="16983" y="9382"/>
                    <a:pt x="16732" y="9382"/>
                  </a:cubicBezTo>
                  <a:cubicBezTo>
                    <a:pt x="16534" y="9382"/>
                    <a:pt x="16336" y="9392"/>
                    <a:pt x="16145" y="9392"/>
                  </a:cubicBezTo>
                  <a:cubicBezTo>
                    <a:pt x="16049" y="9392"/>
                    <a:pt x="15956" y="9389"/>
                    <a:pt x="15864" y="9382"/>
                  </a:cubicBezTo>
                  <a:cubicBezTo>
                    <a:pt x="15613" y="9382"/>
                    <a:pt x="15362" y="9382"/>
                    <a:pt x="15111" y="9359"/>
                  </a:cubicBezTo>
                  <a:cubicBezTo>
                    <a:pt x="14837" y="9359"/>
                    <a:pt x="14563" y="9336"/>
                    <a:pt x="14289" y="9336"/>
                  </a:cubicBezTo>
                  <a:cubicBezTo>
                    <a:pt x="14038" y="9313"/>
                    <a:pt x="13787" y="9290"/>
                    <a:pt x="13559" y="9267"/>
                  </a:cubicBezTo>
                  <a:cubicBezTo>
                    <a:pt x="13285" y="9245"/>
                    <a:pt x="13011" y="9199"/>
                    <a:pt x="12737" y="9176"/>
                  </a:cubicBezTo>
                  <a:cubicBezTo>
                    <a:pt x="12509" y="9153"/>
                    <a:pt x="12258" y="9108"/>
                    <a:pt x="12030" y="9062"/>
                  </a:cubicBezTo>
                  <a:cubicBezTo>
                    <a:pt x="11733" y="9016"/>
                    <a:pt x="11436" y="8971"/>
                    <a:pt x="11162" y="8925"/>
                  </a:cubicBezTo>
                  <a:cubicBezTo>
                    <a:pt x="10934" y="8879"/>
                    <a:pt x="10706" y="8834"/>
                    <a:pt x="10500" y="8788"/>
                  </a:cubicBezTo>
                  <a:cubicBezTo>
                    <a:pt x="10158" y="8720"/>
                    <a:pt x="9816" y="8628"/>
                    <a:pt x="9496" y="8537"/>
                  </a:cubicBezTo>
                  <a:cubicBezTo>
                    <a:pt x="9268" y="8491"/>
                    <a:pt x="9062" y="8423"/>
                    <a:pt x="8857" y="8377"/>
                  </a:cubicBezTo>
                  <a:cubicBezTo>
                    <a:pt x="8743" y="8332"/>
                    <a:pt x="8629" y="8309"/>
                    <a:pt x="8515" y="8263"/>
                  </a:cubicBezTo>
                  <a:cubicBezTo>
                    <a:pt x="8172" y="8149"/>
                    <a:pt x="7853" y="8058"/>
                    <a:pt x="7533" y="7921"/>
                  </a:cubicBezTo>
                  <a:cubicBezTo>
                    <a:pt x="7442" y="7898"/>
                    <a:pt x="7328" y="7852"/>
                    <a:pt x="7236" y="7829"/>
                  </a:cubicBezTo>
                  <a:cubicBezTo>
                    <a:pt x="6940" y="7715"/>
                    <a:pt x="6666" y="7578"/>
                    <a:pt x="6392" y="7464"/>
                  </a:cubicBezTo>
                  <a:cubicBezTo>
                    <a:pt x="6255" y="7396"/>
                    <a:pt x="6095" y="7350"/>
                    <a:pt x="5958" y="7282"/>
                  </a:cubicBezTo>
                  <a:cubicBezTo>
                    <a:pt x="5570" y="7076"/>
                    <a:pt x="5159" y="6871"/>
                    <a:pt x="4771" y="6665"/>
                  </a:cubicBezTo>
                  <a:cubicBezTo>
                    <a:pt x="1622" y="4830"/>
                    <a:pt x="24" y="2432"/>
                    <a:pt x="23" y="53"/>
                  </a:cubicBezTo>
                  <a:close/>
                </a:path>
              </a:pathLst>
            </a:custGeom>
            <a:solidFill>
              <a:srgbClr val="C3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70" name="Google Shape;6170;p47"/>
            <p:cNvSpPr/>
            <p:nvPr/>
          </p:nvSpPr>
          <p:spPr>
            <a:xfrm>
              <a:off x="3001888" y="2891000"/>
              <a:ext cx="887375" cy="467950"/>
            </a:xfrm>
            <a:custGeom>
              <a:avLst/>
              <a:gdLst/>
              <a:ahLst/>
              <a:cxnLst/>
              <a:rect l="l" t="t" r="r" b="b"/>
              <a:pathLst>
                <a:path w="35495" h="18718" extrusionOk="0">
                  <a:moveTo>
                    <a:pt x="17693" y="1"/>
                  </a:moveTo>
                  <a:cubicBezTo>
                    <a:pt x="13559" y="1"/>
                    <a:pt x="9428" y="914"/>
                    <a:pt x="6278" y="2740"/>
                  </a:cubicBezTo>
                  <a:cubicBezTo>
                    <a:pt x="1" y="6392"/>
                    <a:pt x="24" y="12326"/>
                    <a:pt x="6346" y="15978"/>
                  </a:cubicBezTo>
                  <a:cubicBezTo>
                    <a:pt x="9519" y="17804"/>
                    <a:pt x="13662" y="18717"/>
                    <a:pt x="17799" y="18717"/>
                  </a:cubicBezTo>
                  <a:cubicBezTo>
                    <a:pt x="21936" y="18717"/>
                    <a:pt x="26067" y="17804"/>
                    <a:pt x="29217" y="15978"/>
                  </a:cubicBezTo>
                  <a:cubicBezTo>
                    <a:pt x="35494" y="12326"/>
                    <a:pt x="35471" y="6392"/>
                    <a:pt x="29126" y="2740"/>
                  </a:cubicBezTo>
                  <a:cubicBezTo>
                    <a:pt x="25965" y="914"/>
                    <a:pt x="21827" y="1"/>
                    <a:pt x="176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71" name="Google Shape;6171;p47"/>
            <p:cNvSpPr/>
            <p:nvPr/>
          </p:nvSpPr>
          <p:spPr>
            <a:xfrm>
              <a:off x="3417888" y="3050425"/>
              <a:ext cx="119275" cy="63000"/>
            </a:xfrm>
            <a:custGeom>
              <a:avLst/>
              <a:gdLst/>
              <a:ahLst/>
              <a:cxnLst/>
              <a:rect l="l" t="t" r="r" b="b"/>
              <a:pathLst>
                <a:path w="4771" h="2520" extrusionOk="0">
                  <a:moveTo>
                    <a:pt x="2386" y="585"/>
                  </a:moveTo>
                  <a:cubicBezTo>
                    <a:pt x="2682" y="585"/>
                    <a:pt x="2979" y="654"/>
                    <a:pt x="3196" y="791"/>
                  </a:cubicBezTo>
                  <a:cubicBezTo>
                    <a:pt x="3652" y="1042"/>
                    <a:pt x="3652" y="1476"/>
                    <a:pt x="3196" y="1727"/>
                  </a:cubicBezTo>
                  <a:cubicBezTo>
                    <a:pt x="2979" y="1864"/>
                    <a:pt x="2688" y="1932"/>
                    <a:pt x="2394" y="1932"/>
                  </a:cubicBezTo>
                  <a:cubicBezTo>
                    <a:pt x="2100" y="1932"/>
                    <a:pt x="1804" y="1864"/>
                    <a:pt x="1575" y="1727"/>
                  </a:cubicBezTo>
                  <a:cubicBezTo>
                    <a:pt x="1119" y="1476"/>
                    <a:pt x="1119" y="1042"/>
                    <a:pt x="1575" y="791"/>
                  </a:cubicBezTo>
                  <a:cubicBezTo>
                    <a:pt x="1792" y="654"/>
                    <a:pt x="2089" y="585"/>
                    <a:pt x="2386" y="585"/>
                  </a:cubicBezTo>
                  <a:close/>
                  <a:moveTo>
                    <a:pt x="2405" y="0"/>
                  </a:moveTo>
                  <a:cubicBezTo>
                    <a:pt x="1839" y="0"/>
                    <a:pt x="1272" y="126"/>
                    <a:pt x="845" y="380"/>
                  </a:cubicBezTo>
                  <a:cubicBezTo>
                    <a:pt x="0" y="859"/>
                    <a:pt x="0" y="1658"/>
                    <a:pt x="845" y="2160"/>
                  </a:cubicBezTo>
                  <a:cubicBezTo>
                    <a:pt x="1279" y="2400"/>
                    <a:pt x="1838" y="2520"/>
                    <a:pt x="2394" y="2520"/>
                  </a:cubicBezTo>
                  <a:cubicBezTo>
                    <a:pt x="2951" y="2520"/>
                    <a:pt x="3504" y="2400"/>
                    <a:pt x="3926" y="2160"/>
                  </a:cubicBezTo>
                  <a:cubicBezTo>
                    <a:pt x="4771" y="1658"/>
                    <a:pt x="4771" y="859"/>
                    <a:pt x="3926" y="357"/>
                  </a:cubicBezTo>
                  <a:cubicBezTo>
                    <a:pt x="3509" y="120"/>
                    <a:pt x="2958" y="0"/>
                    <a:pt x="240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72" name="Google Shape;6172;p47"/>
            <p:cNvSpPr/>
            <p:nvPr/>
          </p:nvSpPr>
          <p:spPr>
            <a:xfrm>
              <a:off x="3298063" y="3015550"/>
              <a:ext cx="307025" cy="170650"/>
            </a:xfrm>
            <a:custGeom>
              <a:avLst/>
              <a:gdLst/>
              <a:ahLst/>
              <a:cxnLst/>
              <a:rect l="l" t="t" r="r" b="b"/>
              <a:pathLst>
                <a:path w="12281" h="6826" extrusionOk="0">
                  <a:moveTo>
                    <a:pt x="6816" y="582"/>
                  </a:moveTo>
                  <a:cubicBezTo>
                    <a:pt x="7823" y="582"/>
                    <a:pt x="8833" y="805"/>
                    <a:pt x="9610" y="1250"/>
                  </a:cubicBezTo>
                  <a:cubicBezTo>
                    <a:pt x="11139" y="2140"/>
                    <a:pt x="11162" y="3578"/>
                    <a:pt x="9632" y="4468"/>
                  </a:cubicBezTo>
                  <a:cubicBezTo>
                    <a:pt x="8354" y="5222"/>
                    <a:pt x="3606" y="5883"/>
                    <a:pt x="1164" y="6157"/>
                  </a:cubicBezTo>
                  <a:cubicBezTo>
                    <a:pt x="1621" y="4742"/>
                    <a:pt x="2716" y="2003"/>
                    <a:pt x="4040" y="1250"/>
                  </a:cubicBezTo>
                  <a:cubicBezTo>
                    <a:pt x="4805" y="805"/>
                    <a:pt x="5809" y="582"/>
                    <a:pt x="6816" y="582"/>
                  </a:cubicBezTo>
                  <a:close/>
                  <a:moveTo>
                    <a:pt x="6805" y="0"/>
                  </a:moveTo>
                  <a:cubicBezTo>
                    <a:pt x="5535" y="0"/>
                    <a:pt x="4268" y="280"/>
                    <a:pt x="3310" y="839"/>
                  </a:cubicBezTo>
                  <a:cubicBezTo>
                    <a:pt x="1324" y="1980"/>
                    <a:pt x="69" y="6294"/>
                    <a:pt x="23" y="6477"/>
                  </a:cubicBezTo>
                  <a:cubicBezTo>
                    <a:pt x="0" y="6568"/>
                    <a:pt x="46" y="6659"/>
                    <a:pt x="160" y="6728"/>
                  </a:cubicBezTo>
                  <a:cubicBezTo>
                    <a:pt x="254" y="6784"/>
                    <a:pt x="394" y="6825"/>
                    <a:pt x="530" y="6825"/>
                  </a:cubicBezTo>
                  <a:cubicBezTo>
                    <a:pt x="559" y="6825"/>
                    <a:pt x="588" y="6823"/>
                    <a:pt x="616" y="6819"/>
                  </a:cubicBezTo>
                  <a:cubicBezTo>
                    <a:pt x="936" y="6774"/>
                    <a:pt x="8423" y="6020"/>
                    <a:pt x="10340" y="4902"/>
                  </a:cubicBezTo>
                  <a:cubicBezTo>
                    <a:pt x="12280" y="3784"/>
                    <a:pt x="12257" y="1957"/>
                    <a:pt x="10317" y="839"/>
                  </a:cubicBezTo>
                  <a:cubicBezTo>
                    <a:pt x="9347" y="280"/>
                    <a:pt x="8075" y="0"/>
                    <a:pt x="680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73" name="Google Shape;6173;p47"/>
            <p:cNvSpPr/>
            <p:nvPr/>
          </p:nvSpPr>
          <p:spPr>
            <a:xfrm>
              <a:off x="5742638" y="2461900"/>
              <a:ext cx="808625" cy="359500"/>
            </a:xfrm>
            <a:custGeom>
              <a:avLst/>
              <a:gdLst/>
              <a:ahLst/>
              <a:cxnLst/>
              <a:rect l="l" t="t" r="r" b="b"/>
              <a:pathLst>
                <a:path w="32345" h="14380" extrusionOk="0">
                  <a:moveTo>
                    <a:pt x="32344" y="91"/>
                  </a:moveTo>
                  <a:lnTo>
                    <a:pt x="32344" y="96"/>
                  </a:lnTo>
                  <a:lnTo>
                    <a:pt x="32344" y="96"/>
                  </a:lnTo>
                  <a:cubicBezTo>
                    <a:pt x="32344" y="95"/>
                    <a:pt x="32344" y="93"/>
                    <a:pt x="32344" y="91"/>
                  </a:cubicBezTo>
                  <a:close/>
                  <a:moveTo>
                    <a:pt x="24" y="0"/>
                  </a:moveTo>
                  <a:lnTo>
                    <a:pt x="1" y="4976"/>
                  </a:lnTo>
                  <a:cubicBezTo>
                    <a:pt x="1" y="7395"/>
                    <a:pt x="1598" y="9815"/>
                    <a:pt x="4771" y="11641"/>
                  </a:cubicBezTo>
                  <a:cubicBezTo>
                    <a:pt x="5159" y="11869"/>
                    <a:pt x="5547" y="12075"/>
                    <a:pt x="5958" y="12257"/>
                  </a:cubicBezTo>
                  <a:cubicBezTo>
                    <a:pt x="6095" y="12326"/>
                    <a:pt x="6232" y="12394"/>
                    <a:pt x="6392" y="12440"/>
                  </a:cubicBezTo>
                  <a:cubicBezTo>
                    <a:pt x="6620" y="12554"/>
                    <a:pt x="6871" y="12668"/>
                    <a:pt x="7099" y="12759"/>
                  </a:cubicBezTo>
                  <a:cubicBezTo>
                    <a:pt x="7145" y="12782"/>
                    <a:pt x="7191" y="12805"/>
                    <a:pt x="7236" y="12805"/>
                  </a:cubicBezTo>
                  <a:cubicBezTo>
                    <a:pt x="7328" y="12851"/>
                    <a:pt x="7419" y="12873"/>
                    <a:pt x="7510" y="12919"/>
                  </a:cubicBezTo>
                  <a:cubicBezTo>
                    <a:pt x="7853" y="13033"/>
                    <a:pt x="8172" y="13147"/>
                    <a:pt x="8492" y="13239"/>
                  </a:cubicBezTo>
                  <a:cubicBezTo>
                    <a:pt x="8606" y="13284"/>
                    <a:pt x="8720" y="13330"/>
                    <a:pt x="8834" y="13353"/>
                  </a:cubicBezTo>
                  <a:cubicBezTo>
                    <a:pt x="8925" y="13376"/>
                    <a:pt x="8994" y="13398"/>
                    <a:pt x="9062" y="13421"/>
                  </a:cubicBezTo>
                  <a:cubicBezTo>
                    <a:pt x="9199" y="13467"/>
                    <a:pt x="9359" y="13490"/>
                    <a:pt x="9496" y="13535"/>
                  </a:cubicBezTo>
                  <a:cubicBezTo>
                    <a:pt x="9816" y="13604"/>
                    <a:pt x="10158" y="13695"/>
                    <a:pt x="10500" y="13764"/>
                  </a:cubicBezTo>
                  <a:cubicBezTo>
                    <a:pt x="10569" y="13786"/>
                    <a:pt x="10660" y="13809"/>
                    <a:pt x="10751" y="13832"/>
                  </a:cubicBezTo>
                  <a:cubicBezTo>
                    <a:pt x="10888" y="13878"/>
                    <a:pt x="11025" y="13878"/>
                    <a:pt x="11162" y="13901"/>
                  </a:cubicBezTo>
                  <a:cubicBezTo>
                    <a:pt x="11436" y="13969"/>
                    <a:pt x="11733" y="14015"/>
                    <a:pt x="12007" y="14060"/>
                  </a:cubicBezTo>
                  <a:cubicBezTo>
                    <a:pt x="12121" y="14083"/>
                    <a:pt x="12235" y="14106"/>
                    <a:pt x="12349" y="14106"/>
                  </a:cubicBezTo>
                  <a:cubicBezTo>
                    <a:pt x="12486" y="14129"/>
                    <a:pt x="12623" y="14152"/>
                    <a:pt x="12737" y="14152"/>
                  </a:cubicBezTo>
                  <a:cubicBezTo>
                    <a:pt x="13011" y="14197"/>
                    <a:pt x="13285" y="14220"/>
                    <a:pt x="13536" y="14243"/>
                  </a:cubicBezTo>
                  <a:cubicBezTo>
                    <a:pt x="13673" y="14266"/>
                    <a:pt x="13810" y="14289"/>
                    <a:pt x="13924" y="14289"/>
                  </a:cubicBezTo>
                  <a:cubicBezTo>
                    <a:pt x="14038" y="14311"/>
                    <a:pt x="14175" y="14311"/>
                    <a:pt x="14289" y="14311"/>
                  </a:cubicBezTo>
                  <a:cubicBezTo>
                    <a:pt x="14563" y="14334"/>
                    <a:pt x="14837" y="14334"/>
                    <a:pt x="15111" y="14357"/>
                  </a:cubicBezTo>
                  <a:cubicBezTo>
                    <a:pt x="15248" y="14357"/>
                    <a:pt x="15385" y="14380"/>
                    <a:pt x="15522" y="14380"/>
                  </a:cubicBezTo>
                  <a:lnTo>
                    <a:pt x="17165" y="14380"/>
                  </a:lnTo>
                  <a:cubicBezTo>
                    <a:pt x="17257" y="14357"/>
                    <a:pt x="17348" y="14357"/>
                    <a:pt x="17439" y="14357"/>
                  </a:cubicBezTo>
                  <a:cubicBezTo>
                    <a:pt x="17804" y="14334"/>
                    <a:pt x="18170" y="14311"/>
                    <a:pt x="18535" y="14289"/>
                  </a:cubicBezTo>
                  <a:cubicBezTo>
                    <a:pt x="18672" y="14266"/>
                    <a:pt x="18832" y="14266"/>
                    <a:pt x="18969" y="14243"/>
                  </a:cubicBezTo>
                  <a:cubicBezTo>
                    <a:pt x="19037" y="14243"/>
                    <a:pt x="19105" y="14243"/>
                    <a:pt x="19174" y="14220"/>
                  </a:cubicBezTo>
                  <a:cubicBezTo>
                    <a:pt x="19288" y="14220"/>
                    <a:pt x="19402" y="14197"/>
                    <a:pt x="19516" y="14197"/>
                  </a:cubicBezTo>
                  <a:cubicBezTo>
                    <a:pt x="19882" y="14152"/>
                    <a:pt x="20247" y="14083"/>
                    <a:pt x="20635" y="14038"/>
                  </a:cubicBezTo>
                  <a:cubicBezTo>
                    <a:pt x="20726" y="14015"/>
                    <a:pt x="20817" y="13992"/>
                    <a:pt x="20909" y="13992"/>
                  </a:cubicBezTo>
                  <a:cubicBezTo>
                    <a:pt x="20931" y="13969"/>
                    <a:pt x="20977" y="13969"/>
                    <a:pt x="21023" y="13969"/>
                  </a:cubicBezTo>
                  <a:cubicBezTo>
                    <a:pt x="21205" y="13923"/>
                    <a:pt x="21388" y="13878"/>
                    <a:pt x="21548" y="13855"/>
                  </a:cubicBezTo>
                  <a:cubicBezTo>
                    <a:pt x="21845" y="13786"/>
                    <a:pt x="22141" y="13741"/>
                    <a:pt x="22438" y="13672"/>
                  </a:cubicBezTo>
                  <a:cubicBezTo>
                    <a:pt x="22666" y="13604"/>
                    <a:pt x="22872" y="13558"/>
                    <a:pt x="23077" y="13490"/>
                  </a:cubicBezTo>
                  <a:cubicBezTo>
                    <a:pt x="23351" y="13421"/>
                    <a:pt x="23648" y="13330"/>
                    <a:pt x="23922" y="13261"/>
                  </a:cubicBezTo>
                  <a:cubicBezTo>
                    <a:pt x="23967" y="13239"/>
                    <a:pt x="24036" y="13216"/>
                    <a:pt x="24081" y="13193"/>
                  </a:cubicBezTo>
                  <a:cubicBezTo>
                    <a:pt x="24424" y="13102"/>
                    <a:pt x="24743" y="12988"/>
                    <a:pt x="25063" y="12851"/>
                  </a:cubicBezTo>
                  <a:cubicBezTo>
                    <a:pt x="25109" y="12828"/>
                    <a:pt x="25154" y="12828"/>
                    <a:pt x="25200" y="12805"/>
                  </a:cubicBezTo>
                  <a:cubicBezTo>
                    <a:pt x="25565" y="12668"/>
                    <a:pt x="25907" y="12508"/>
                    <a:pt x="26250" y="12348"/>
                  </a:cubicBezTo>
                  <a:cubicBezTo>
                    <a:pt x="26341" y="12303"/>
                    <a:pt x="26432" y="12257"/>
                    <a:pt x="26547" y="12212"/>
                  </a:cubicBezTo>
                  <a:cubicBezTo>
                    <a:pt x="26912" y="12029"/>
                    <a:pt x="27277" y="11846"/>
                    <a:pt x="27619" y="11641"/>
                  </a:cubicBezTo>
                  <a:cubicBezTo>
                    <a:pt x="27688" y="11618"/>
                    <a:pt x="27756" y="11572"/>
                    <a:pt x="27825" y="11527"/>
                  </a:cubicBezTo>
                  <a:cubicBezTo>
                    <a:pt x="27893" y="11481"/>
                    <a:pt x="27939" y="11458"/>
                    <a:pt x="28007" y="11413"/>
                  </a:cubicBezTo>
                  <a:cubicBezTo>
                    <a:pt x="28099" y="11344"/>
                    <a:pt x="28190" y="11299"/>
                    <a:pt x="28304" y="11230"/>
                  </a:cubicBezTo>
                  <a:cubicBezTo>
                    <a:pt x="28395" y="11184"/>
                    <a:pt x="28464" y="11116"/>
                    <a:pt x="28555" y="11047"/>
                  </a:cubicBezTo>
                  <a:cubicBezTo>
                    <a:pt x="28646" y="11002"/>
                    <a:pt x="28738" y="10933"/>
                    <a:pt x="28829" y="10865"/>
                  </a:cubicBezTo>
                  <a:cubicBezTo>
                    <a:pt x="28920" y="10796"/>
                    <a:pt x="28989" y="10751"/>
                    <a:pt x="29080" y="10682"/>
                  </a:cubicBezTo>
                  <a:cubicBezTo>
                    <a:pt x="29149" y="10614"/>
                    <a:pt x="29240" y="10545"/>
                    <a:pt x="29331" y="10477"/>
                  </a:cubicBezTo>
                  <a:cubicBezTo>
                    <a:pt x="29400" y="10431"/>
                    <a:pt x="29468" y="10363"/>
                    <a:pt x="29537" y="10294"/>
                  </a:cubicBezTo>
                  <a:cubicBezTo>
                    <a:pt x="29628" y="10226"/>
                    <a:pt x="29696" y="10157"/>
                    <a:pt x="29788" y="10089"/>
                  </a:cubicBezTo>
                  <a:cubicBezTo>
                    <a:pt x="29811" y="10066"/>
                    <a:pt x="29833" y="10043"/>
                    <a:pt x="29879" y="10020"/>
                  </a:cubicBezTo>
                  <a:cubicBezTo>
                    <a:pt x="29902" y="9997"/>
                    <a:pt x="29925" y="9952"/>
                    <a:pt x="29947" y="9929"/>
                  </a:cubicBezTo>
                  <a:cubicBezTo>
                    <a:pt x="30084" y="9815"/>
                    <a:pt x="30199" y="9701"/>
                    <a:pt x="30313" y="9564"/>
                  </a:cubicBezTo>
                  <a:cubicBezTo>
                    <a:pt x="30358" y="9518"/>
                    <a:pt x="30404" y="9495"/>
                    <a:pt x="30450" y="9450"/>
                  </a:cubicBezTo>
                  <a:cubicBezTo>
                    <a:pt x="30587" y="9290"/>
                    <a:pt x="30724" y="9130"/>
                    <a:pt x="30861" y="8948"/>
                  </a:cubicBezTo>
                  <a:cubicBezTo>
                    <a:pt x="30861" y="8948"/>
                    <a:pt x="30861" y="8948"/>
                    <a:pt x="30883" y="8925"/>
                  </a:cubicBezTo>
                  <a:cubicBezTo>
                    <a:pt x="30906" y="8902"/>
                    <a:pt x="30929" y="8856"/>
                    <a:pt x="30952" y="8811"/>
                  </a:cubicBezTo>
                  <a:cubicBezTo>
                    <a:pt x="31043" y="8719"/>
                    <a:pt x="31112" y="8605"/>
                    <a:pt x="31180" y="8514"/>
                  </a:cubicBezTo>
                  <a:cubicBezTo>
                    <a:pt x="31226" y="8445"/>
                    <a:pt x="31271" y="8400"/>
                    <a:pt x="31294" y="8331"/>
                  </a:cubicBezTo>
                  <a:cubicBezTo>
                    <a:pt x="31363" y="8240"/>
                    <a:pt x="31431" y="8149"/>
                    <a:pt x="31477" y="8057"/>
                  </a:cubicBezTo>
                  <a:cubicBezTo>
                    <a:pt x="31500" y="8012"/>
                    <a:pt x="31500" y="7989"/>
                    <a:pt x="31522" y="7966"/>
                  </a:cubicBezTo>
                  <a:cubicBezTo>
                    <a:pt x="31545" y="7920"/>
                    <a:pt x="31568" y="7898"/>
                    <a:pt x="31591" y="7852"/>
                  </a:cubicBezTo>
                  <a:cubicBezTo>
                    <a:pt x="31637" y="7761"/>
                    <a:pt x="31682" y="7692"/>
                    <a:pt x="31705" y="7601"/>
                  </a:cubicBezTo>
                  <a:cubicBezTo>
                    <a:pt x="31751" y="7532"/>
                    <a:pt x="31774" y="7464"/>
                    <a:pt x="31796" y="7395"/>
                  </a:cubicBezTo>
                  <a:cubicBezTo>
                    <a:pt x="31842" y="7327"/>
                    <a:pt x="31888" y="7236"/>
                    <a:pt x="31910" y="7167"/>
                  </a:cubicBezTo>
                  <a:cubicBezTo>
                    <a:pt x="31933" y="7121"/>
                    <a:pt x="31933" y="7099"/>
                    <a:pt x="31956" y="7053"/>
                  </a:cubicBezTo>
                  <a:cubicBezTo>
                    <a:pt x="31979" y="7030"/>
                    <a:pt x="31979" y="6985"/>
                    <a:pt x="31979" y="6962"/>
                  </a:cubicBezTo>
                  <a:cubicBezTo>
                    <a:pt x="32025" y="6870"/>
                    <a:pt x="32047" y="6802"/>
                    <a:pt x="32070" y="6711"/>
                  </a:cubicBezTo>
                  <a:cubicBezTo>
                    <a:pt x="32093" y="6642"/>
                    <a:pt x="32116" y="6574"/>
                    <a:pt x="32139" y="6505"/>
                  </a:cubicBezTo>
                  <a:cubicBezTo>
                    <a:pt x="32139" y="6437"/>
                    <a:pt x="32162" y="6345"/>
                    <a:pt x="32184" y="6277"/>
                  </a:cubicBezTo>
                  <a:cubicBezTo>
                    <a:pt x="32207" y="6231"/>
                    <a:pt x="32207" y="6186"/>
                    <a:pt x="32207" y="6140"/>
                  </a:cubicBezTo>
                  <a:cubicBezTo>
                    <a:pt x="32230" y="6117"/>
                    <a:pt x="32230" y="6094"/>
                    <a:pt x="32230" y="6049"/>
                  </a:cubicBezTo>
                  <a:cubicBezTo>
                    <a:pt x="32253" y="5980"/>
                    <a:pt x="32253" y="5889"/>
                    <a:pt x="32276" y="5820"/>
                  </a:cubicBezTo>
                  <a:cubicBezTo>
                    <a:pt x="32276" y="5752"/>
                    <a:pt x="32299" y="5684"/>
                    <a:pt x="32299" y="5592"/>
                  </a:cubicBezTo>
                  <a:cubicBezTo>
                    <a:pt x="32299" y="5524"/>
                    <a:pt x="32299" y="5432"/>
                    <a:pt x="32321" y="5364"/>
                  </a:cubicBezTo>
                  <a:cubicBezTo>
                    <a:pt x="32321" y="5318"/>
                    <a:pt x="32321" y="5273"/>
                    <a:pt x="32321" y="5227"/>
                  </a:cubicBezTo>
                  <a:cubicBezTo>
                    <a:pt x="32321" y="5159"/>
                    <a:pt x="32321" y="5113"/>
                    <a:pt x="32321" y="5067"/>
                  </a:cubicBezTo>
                  <a:lnTo>
                    <a:pt x="32344" y="96"/>
                  </a:lnTo>
                  <a:lnTo>
                    <a:pt x="32344" y="96"/>
                  </a:lnTo>
                  <a:cubicBezTo>
                    <a:pt x="32343" y="186"/>
                    <a:pt x="32321" y="276"/>
                    <a:pt x="32321" y="388"/>
                  </a:cubicBezTo>
                  <a:cubicBezTo>
                    <a:pt x="32321" y="457"/>
                    <a:pt x="32321" y="548"/>
                    <a:pt x="32299" y="616"/>
                  </a:cubicBezTo>
                  <a:cubicBezTo>
                    <a:pt x="32299" y="685"/>
                    <a:pt x="32299" y="753"/>
                    <a:pt x="32276" y="845"/>
                  </a:cubicBezTo>
                  <a:cubicBezTo>
                    <a:pt x="32276" y="913"/>
                    <a:pt x="32253" y="1004"/>
                    <a:pt x="32253" y="1073"/>
                  </a:cubicBezTo>
                  <a:cubicBezTo>
                    <a:pt x="32230" y="1141"/>
                    <a:pt x="32207" y="1210"/>
                    <a:pt x="32207" y="1278"/>
                  </a:cubicBezTo>
                  <a:cubicBezTo>
                    <a:pt x="32184" y="1370"/>
                    <a:pt x="32162" y="1438"/>
                    <a:pt x="32139" y="1529"/>
                  </a:cubicBezTo>
                  <a:cubicBezTo>
                    <a:pt x="32116" y="1598"/>
                    <a:pt x="32093" y="1666"/>
                    <a:pt x="32070" y="1735"/>
                  </a:cubicBezTo>
                  <a:cubicBezTo>
                    <a:pt x="32047" y="1826"/>
                    <a:pt x="32025" y="1895"/>
                    <a:pt x="32002" y="1963"/>
                  </a:cubicBezTo>
                  <a:cubicBezTo>
                    <a:pt x="31979" y="2031"/>
                    <a:pt x="31956" y="2100"/>
                    <a:pt x="31933" y="2191"/>
                  </a:cubicBezTo>
                  <a:cubicBezTo>
                    <a:pt x="31888" y="2260"/>
                    <a:pt x="31865" y="2351"/>
                    <a:pt x="31819" y="2419"/>
                  </a:cubicBezTo>
                  <a:cubicBezTo>
                    <a:pt x="31796" y="2488"/>
                    <a:pt x="31751" y="2556"/>
                    <a:pt x="31728" y="2625"/>
                  </a:cubicBezTo>
                  <a:cubicBezTo>
                    <a:pt x="31682" y="2716"/>
                    <a:pt x="31637" y="2785"/>
                    <a:pt x="31591" y="2876"/>
                  </a:cubicBezTo>
                  <a:cubicBezTo>
                    <a:pt x="31568" y="2944"/>
                    <a:pt x="31522" y="3013"/>
                    <a:pt x="31500" y="3059"/>
                  </a:cubicBezTo>
                  <a:cubicBezTo>
                    <a:pt x="31431" y="3173"/>
                    <a:pt x="31385" y="3264"/>
                    <a:pt x="31317" y="3355"/>
                  </a:cubicBezTo>
                  <a:cubicBezTo>
                    <a:pt x="31271" y="3401"/>
                    <a:pt x="31249" y="3469"/>
                    <a:pt x="31203" y="3538"/>
                  </a:cubicBezTo>
                  <a:cubicBezTo>
                    <a:pt x="31134" y="3629"/>
                    <a:pt x="31043" y="3743"/>
                    <a:pt x="30975" y="3835"/>
                  </a:cubicBezTo>
                  <a:cubicBezTo>
                    <a:pt x="30929" y="3880"/>
                    <a:pt x="30906" y="3926"/>
                    <a:pt x="30861" y="3972"/>
                  </a:cubicBezTo>
                  <a:cubicBezTo>
                    <a:pt x="30746" y="4131"/>
                    <a:pt x="30609" y="4314"/>
                    <a:pt x="30450" y="4474"/>
                  </a:cubicBezTo>
                  <a:cubicBezTo>
                    <a:pt x="30404" y="4497"/>
                    <a:pt x="30381" y="4542"/>
                    <a:pt x="30336" y="4588"/>
                  </a:cubicBezTo>
                  <a:cubicBezTo>
                    <a:pt x="30221" y="4702"/>
                    <a:pt x="30084" y="4839"/>
                    <a:pt x="29970" y="4953"/>
                  </a:cubicBezTo>
                  <a:cubicBezTo>
                    <a:pt x="29902" y="4999"/>
                    <a:pt x="29856" y="5067"/>
                    <a:pt x="29788" y="5113"/>
                  </a:cubicBezTo>
                  <a:cubicBezTo>
                    <a:pt x="29719" y="5181"/>
                    <a:pt x="29628" y="5250"/>
                    <a:pt x="29559" y="5318"/>
                  </a:cubicBezTo>
                  <a:cubicBezTo>
                    <a:pt x="29491" y="5387"/>
                    <a:pt x="29423" y="5432"/>
                    <a:pt x="29331" y="5501"/>
                  </a:cubicBezTo>
                  <a:cubicBezTo>
                    <a:pt x="29263" y="5569"/>
                    <a:pt x="29171" y="5638"/>
                    <a:pt x="29080" y="5706"/>
                  </a:cubicBezTo>
                  <a:cubicBezTo>
                    <a:pt x="29012" y="5752"/>
                    <a:pt x="28920" y="5820"/>
                    <a:pt x="28852" y="5889"/>
                  </a:cubicBezTo>
                  <a:cubicBezTo>
                    <a:pt x="28761" y="5957"/>
                    <a:pt x="28669" y="6003"/>
                    <a:pt x="28578" y="6072"/>
                  </a:cubicBezTo>
                  <a:cubicBezTo>
                    <a:pt x="28487" y="6140"/>
                    <a:pt x="28395" y="6186"/>
                    <a:pt x="28304" y="6254"/>
                  </a:cubicBezTo>
                  <a:cubicBezTo>
                    <a:pt x="28213" y="6323"/>
                    <a:pt x="28121" y="6368"/>
                    <a:pt x="28007" y="6437"/>
                  </a:cubicBezTo>
                  <a:cubicBezTo>
                    <a:pt x="27893" y="6505"/>
                    <a:pt x="27779" y="6597"/>
                    <a:pt x="27642" y="6665"/>
                  </a:cubicBezTo>
                  <a:cubicBezTo>
                    <a:pt x="27300" y="6870"/>
                    <a:pt x="26935" y="7053"/>
                    <a:pt x="26547" y="7236"/>
                  </a:cubicBezTo>
                  <a:cubicBezTo>
                    <a:pt x="26455" y="7281"/>
                    <a:pt x="26364" y="7327"/>
                    <a:pt x="26250" y="7373"/>
                  </a:cubicBezTo>
                  <a:cubicBezTo>
                    <a:pt x="25930" y="7532"/>
                    <a:pt x="25565" y="7669"/>
                    <a:pt x="25223" y="7829"/>
                  </a:cubicBezTo>
                  <a:cubicBezTo>
                    <a:pt x="25177" y="7829"/>
                    <a:pt x="25131" y="7852"/>
                    <a:pt x="25086" y="7875"/>
                  </a:cubicBezTo>
                  <a:cubicBezTo>
                    <a:pt x="24698" y="8012"/>
                    <a:pt x="24310" y="8149"/>
                    <a:pt x="23922" y="8263"/>
                  </a:cubicBezTo>
                  <a:cubicBezTo>
                    <a:pt x="23648" y="8354"/>
                    <a:pt x="23374" y="8423"/>
                    <a:pt x="23100" y="8514"/>
                  </a:cubicBezTo>
                  <a:cubicBezTo>
                    <a:pt x="22872" y="8559"/>
                    <a:pt x="22666" y="8628"/>
                    <a:pt x="22461" y="8674"/>
                  </a:cubicBezTo>
                  <a:cubicBezTo>
                    <a:pt x="22164" y="8742"/>
                    <a:pt x="21867" y="8811"/>
                    <a:pt x="21571" y="8879"/>
                  </a:cubicBezTo>
                  <a:cubicBezTo>
                    <a:pt x="21342" y="8925"/>
                    <a:pt x="21137" y="8970"/>
                    <a:pt x="20909" y="8993"/>
                  </a:cubicBezTo>
                  <a:cubicBezTo>
                    <a:pt x="20817" y="9016"/>
                    <a:pt x="20726" y="9039"/>
                    <a:pt x="20635" y="9039"/>
                  </a:cubicBezTo>
                  <a:cubicBezTo>
                    <a:pt x="20270" y="9107"/>
                    <a:pt x="19904" y="9153"/>
                    <a:pt x="19516" y="9199"/>
                  </a:cubicBezTo>
                  <a:cubicBezTo>
                    <a:pt x="19402" y="9221"/>
                    <a:pt x="19311" y="9221"/>
                    <a:pt x="19197" y="9244"/>
                  </a:cubicBezTo>
                  <a:cubicBezTo>
                    <a:pt x="18969" y="9267"/>
                    <a:pt x="18763" y="9290"/>
                    <a:pt x="18535" y="9290"/>
                  </a:cubicBezTo>
                  <a:cubicBezTo>
                    <a:pt x="18170" y="9336"/>
                    <a:pt x="17827" y="9358"/>
                    <a:pt x="17462" y="9381"/>
                  </a:cubicBezTo>
                  <a:lnTo>
                    <a:pt x="16754" y="9381"/>
                  </a:lnTo>
                  <a:cubicBezTo>
                    <a:pt x="16458" y="9404"/>
                    <a:pt x="16161" y="9404"/>
                    <a:pt x="15864" y="9404"/>
                  </a:cubicBezTo>
                  <a:cubicBezTo>
                    <a:pt x="15613" y="9381"/>
                    <a:pt x="15362" y="9381"/>
                    <a:pt x="15134" y="9381"/>
                  </a:cubicBezTo>
                  <a:cubicBezTo>
                    <a:pt x="14860" y="9358"/>
                    <a:pt x="14586" y="9358"/>
                    <a:pt x="14312" y="9336"/>
                  </a:cubicBezTo>
                  <a:cubicBezTo>
                    <a:pt x="14061" y="9313"/>
                    <a:pt x="13810" y="9290"/>
                    <a:pt x="13559" y="9267"/>
                  </a:cubicBezTo>
                  <a:cubicBezTo>
                    <a:pt x="13285" y="9244"/>
                    <a:pt x="13011" y="9221"/>
                    <a:pt x="12760" y="9176"/>
                  </a:cubicBezTo>
                  <a:cubicBezTo>
                    <a:pt x="12509" y="9153"/>
                    <a:pt x="12281" y="9107"/>
                    <a:pt x="12030" y="9084"/>
                  </a:cubicBezTo>
                  <a:cubicBezTo>
                    <a:pt x="11733" y="9039"/>
                    <a:pt x="11459" y="8970"/>
                    <a:pt x="11185" y="8925"/>
                  </a:cubicBezTo>
                  <a:cubicBezTo>
                    <a:pt x="10957" y="8879"/>
                    <a:pt x="10729" y="8833"/>
                    <a:pt x="10500" y="8788"/>
                  </a:cubicBezTo>
                  <a:cubicBezTo>
                    <a:pt x="10158" y="8719"/>
                    <a:pt x="9838" y="8628"/>
                    <a:pt x="9496" y="8537"/>
                  </a:cubicBezTo>
                  <a:cubicBezTo>
                    <a:pt x="9291" y="8491"/>
                    <a:pt x="9062" y="8445"/>
                    <a:pt x="8857" y="8377"/>
                  </a:cubicBezTo>
                  <a:cubicBezTo>
                    <a:pt x="8743" y="8331"/>
                    <a:pt x="8629" y="8308"/>
                    <a:pt x="8515" y="8263"/>
                  </a:cubicBezTo>
                  <a:cubicBezTo>
                    <a:pt x="8195" y="8171"/>
                    <a:pt x="7853" y="8057"/>
                    <a:pt x="7533" y="7943"/>
                  </a:cubicBezTo>
                  <a:cubicBezTo>
                    <a:pt x="7442" y="7898"/>
                    <a:pt x="7350" y="7875"/>
                    <a:pt x="7259" y="7829"/>
                  </a:cubicBezTo>
                  <a:cubicBezTo>
                    <a:pt x="6962" y="7715"/>
                    <a:pt x="6689" y="7601"/>
                    <a:pt x="6392" y="7464"/>
                  </a:cubicBezTo>
                  <a:cubicBezTo>
                    <a:pt x="6255" y="7395"/>
                    <a:pt x="6118" y="7350"/>
                    <a:pt x="5981" y="7281"/>
                  </a:cubicBezTo>
                  <a:cubicBezTo>
                    <a:pt x="5570" y="7099"/>
                    <a:pt x="5182" y="6893"/>
                    <a:pt x="4794" y="6665"/>
                  </a:cubicBezTo>
                  <a:cubicBezTo>
                    <a:pt x="1598" y="4816"/>
                    <a:pt x="24" y="2419"/>
                    <a:pt x="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74" name="Google Shape;6174;p47"/>
            <p:cNvSpPr/>
            <p:nvPr/>
          </p:nvSpPr>
          <p:spPr>
            <a:xfrm>
              <a:off x="5703263" y="2229075"/>
              <a:ext cx="887925" cy="467950"/>
            </a:xfrm>
            <a:custGeom>
              <a:avLst/>
              <a:gdLst/>
              <a:ahLst/>
              <a:cxnLst/>
              <a:rect l="l" t="t" r="r" b="b"/>
              <a:pathLst>
                <a:path w="35517" h="18718" extrusionOk="0">
                  <a:moveTo>
                    <a:pt x="17707" y="0"/>
                  </a:moveTo>
                  <a:cubicBezTo>
                    <a:pt x="13570" y="0"/>
                    <a:pt x="9439" y="913"/>
                    <a:pt x="6301" y="2739"/>
                  </a:cubicBezTo>
                  <a:cubicBezTo>
                    <a:pt x="1" y="6391"/>
                    <a:pt x="46" y="12326"/>
                    <a:pt x="6369" y="15978"/>
                  </a:cubicBezTo>
                  <a:cubicBezTo>
                    <a:pt x="9530" y="17804"/>
                    <a:pt x="13673" y="18717"/>
                    <a:pt x="17810" y="18717"/>
                  </a:cubicBezTo>
                  <a:cubicBezTo>
                    <a:pt x="21947" y="18717"/>
                    <a:pt x="26079" y="17804"/>
                    <a:pt x="29217" y="15978"/>
                  </a:cubicBezTo>
                  <a:cubicBezTo>
                    <a:pt x="35517" y="12326"/>
                    <a:pt x="35471" y="6391"/>
                    <a:pt x="29149" y="2739"/>
                  </a:cubicBezTo>
                  <a:cubicBezTo>
                    <a:pt x="25987" y="913"/>
                    <a:pt x="21845" y="0"/>
                    <a:pt x="17707" y="0"/>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75" name="Google Shape;6175;p47"/>
            <p:cNvSpPr/>
            <p:nvPr/>
          </p:nvSpPr>
          <p:spPr>
            <a:xfrm>
              <a:off x="5892713" y="2316225"/>
              <a:ext cx="505050" cy="266225"/>
            </a:xfrm>
            <a:custGeom>
              <a:avLst/>
              <a:gdLst/>
              <a:ahLst/>
              <a:cxnLst/>
              <a:rect l="l" t="t" r="r" b="b"/>
              <a:pathLst>
                <a:path w="20202" h="10649" extrusionOk="0">
                  <a:moveTo>
                    <a:pt x="10081" y="583"/>
                  </a:moveTo>
                  <a:cubicBezTo>
                    <a:pt x="12172" y="583"/>
                    <a:pt x="14267" y="1045"/>
                    <a:pt x="15864" y="1970"/>
                  </a:cubicBezTo>
                  <a:cubicBezTo>
                    <a:pt x="19083" y="3818"/>
                    <a:pt x="19083" y="6809"/>
                    <a:pt x="15910" y="8657"/>
                  </a:cubicBezTo>
                  <a:cubicBezTo>
                    <a:pt x="14324" y="9582"/>
                    <a:pt x="12229" y="10044"/>
                    <a:pt x="10132" y="10044"/>
                  </a:cubicBezTo>
                  <a:cubicBezTo>
                    <a:pt x="8035" y="10044"/>
                    <a:pt x="5935" y="9582"/>
                    <a:pt x="4338" y="8657"/>
                  </a:cubicBezTo>
                  <a:cubicBezTo>
                    <a:pt x="1142" y="6809"/>
                    <a:pt x="1119" y="3818"/>
                    <a:pt x="4315" y="1970"/>
                  </a:cubicBezTo>
                  <a:cubicBezTo>
                    <a:pt x="5901" y="1045"/>
                    <a:pt x="7990" y="583"/>
                    <a:pt x="10081" y="583"/>
                  </a:cubicBezTo>
                  <a:close/>
                  <a:moveTo>
                    <a:pt x="10072" y="1"/>
                  </a:moveTo>
                  <a:cubicBezTo>
                    <a:pt x="7716" y="1"/>
                    <a:pt x="5365" y="520"/>
                    <a:pt x="3584" y="1559"/>
                  </a:cubicBezTo>
                  <a:cubicBezTo>
                    <a:pt x="1" y="3636"/>
                    <a:pt x="24" y="7014"/>
                    <a:pt x="3630" y="9091"/>
                  </a:cubicBezTo>
                  <a:cubicBezTo>
                    <a:pt x="5422" y="10130"/>
                    <a:pt x="7778" y="10649"/>
                    <a:pt x="10135" y="10649"/>
                  </a:cubicBezTo>
                  <a:cubicBezTo>
                    <a:pt x="12492" y="10649"/>
                    <a:pt x="14849" y="10130"/>
                    <a:pt x="16640" y="9091"/>
                  </a:cubicBezTo>
                  <a:cubicBezTo>
                    <a:pt x="20201" y="7014"/>
                    <a:pt x="20201" y="3636"/>
                    <a:pt x="16595" y="1559"/>
                  </a:cubicBezTo>
                  <a:cubicBezTo>
                    <a:pt x="14792" y="520"/>
                    <a:pt x="12429" y="1"/>
                    <a:pt x="100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76" name="Google Shape;6176;p47"/>
            <p:cNvSpPr/>
            <p:nvPr/>
          </p:nvSpPr>
          <p:spPr>
            <a:xfrm>
              <a:off x="6127238" y="2459900"/>
              <a:ext cx="55375" cy="29125"/>
            </a:xfrm>
            <a:custGeom>
              <a:avLst/>
              <a:gdLst/>
              <a:ahLst/>
              <a:cxnLst/>
              <a:rect l="l" t="t" r="r" b="b"/>
              <a:pathLst>
                <a:path w="2215" h="1165" extrusionOk="0">
                  <a:moveTo>
                    <a:pt x="1119" y="314"/>
                  </a:moveTo>
                  <a:cubicBezTo>
                    <a:pt x="1234" y="314"/>
                    <a:pt x="1348" y="343"/>
                    <a:pt x="1439" y="400"/>
                  </a:cubicBezTo>
                  <a:cubicBezTo>
                    <a:pt x="1599" y="491"/>
                    <a:pt x="1599" y="651"/>
                    <a:pt x="1439" y="765"/>
                  </a:cubicBezTo>
                  <a:cubicBezTo>
                    <a:pt x="1348" y="810"/>
                    <a:pt x="1234" y="833"/>
                    <a:pt x="1119" y="833"/>
                  </a:cubicBezTo>
                  <a:cubicBezTo>
                    <a:pt x="1005" y="833"/>
                    <a:pt x="891" y="810"/>
                    <a:pt x="800" y="765"/>
                  </a:cubicBezTo>
                  <a:cubicBezTo>
                    <a:pt x="640" y="651"/>
                    <a:pt x="640" y="491"/>
                    <a:pt x="800" y="400"/>
                  </a:cubicBezTo>
                  <a:cubicBezTo>
                    <a:pt x="891" y="343"/>
                    <a:pt x="1005" y="314"/>
                    <a:pt x="1119" y="314"/>
                  </a:cubicBezTo>
                  <a:close/>
                  <a:moveTo>
                    <a:pt x="1119" y="0"/>
                  </a:moveTo>
                  <a:cubicBezTo>
                    <a:pt x="863" y="0"/>
                    <a:pt x="606" y="57"/>
                    <a:pt x="412" y="171"/>
                  </a:cubicBezTo>
                  <a:cubicBezTo>
                    <a:pt x="1" y="400"/>
                    <a:pt x="24" y="765"/>
                    <a:pt x="412" y="993"/>
                  </a:cubicBezTo>
                  <a:cubicBezTo>
                    <a:pt x="606" y="1107"/>
                    <a:pt x="863" y="1164"/>
                    <a:pt x="1119" y="1164"/>
                  </a:cubicBezTo>
                  <a:cubicBezTo>
                    <a:pt x="1376" y="1164"/>
                    <a:pt x="1633" y="1107"/>
                    <a:pt x="1827" y="993"/>
                  </a:cubicBezTo>
                  <a:cubicBezTo>
                    <a:pt x="2215" y="765"/>
                    <a:pt x="2215" y="400"/>
                    <a:pt x="1827" y="171"/>
                  </a:cubicBezTo>
                  <a:cubicBezTo>
                    <a:pt x="1633" y="57"/>
                    <a:pt x="1376" y="0"/>
                    <a:pt x="11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77" name="Google Shape;6177;p47"/>
            <p:cNvSpPr/>
            <p:nvPr/>
          </p:nvSpPr>
          <p:spPr>
            <a:xfrm>
              <a:off x="6098138" y="2437700"/>
              <a:ext cx="103325" cy="26300"/>
            </a:xfrm>
            <a:custGeom>
              <a:avLst/>
              <a:gdLst/>
              <a:ahLst/>
              <a:cxnLst/>
              <a:rect l="l" t="t" r="r" b="b"/>
              <a:pathLst>
                <a:path w="4133" h="1052" extrusionOk="0">
                  <a:moveTo>
                    <a:pt x="3799" y="0"/>
                  </a:moveTo>
                  <a:cubicBezTo>
                    <a:pt x="3772" y="0"/>
                    <a:pt x="3746" y="3"/>
                    <a:pt x="3721" y="9"/>
                  </a:cubicBezTo>
                  <a:lnTo>
                    <a:pt x="206" y="740"/>
                  </a:lnTo>
                  <a:cubicBezTo>
                    <a:pt x="161" y="763"/>
                    <a:pt x="138" y="763"/>
                    <a:pt x="92" y="785"/>
                  </a:cubicBezTo>
                  <a:cubicBezTo>
                    <a:pt x="24" y="831"/>
                    <a:pt x="1" y="900"/>
                    <a:pt x="47" y="945"/>
                  </a:cubicBezTo>
                  <a:cubicBezTo>
                    <a:pt x="47" y="968"/>
                    <a:pt x="69" y="991"/>
                    <a:pt x="115" y="1014"/>
                  </a:cubicBezTo>
                  <a:cubicBezTo>
                    <a:pt x="155" y="1040"/>
                    <a:pt x="211" y="1051"/>
                    <a:pt x="269" y="1051"/>
                  </a:cubicBezTo>
                  <a:cubicBezTo>
                    <a:pt x="309" y="1051"/>
                    <a:pt x="351" y="1046"/>
                    <a:pt x="389" y="1036"/>
                  </a:cubicBezTo>
                  <a:lnTo>
                    <a:pt x="3881" y="306"/>
                  </a:lnTo>
                  <a:cubicBezTo>
                    <a:pt x="3927" y="306"/>
                    <a:pt x="3950" y="283"/>
                    <a:pt x="3995" y="283"/>
                  </a:cubicBezTo>
                  <a:cubicBezTo>
                    <a:pt x="4109" y="215"/>
                    <a:pt x="4132" y="123"/>
                    <a:pt x="4018" y="55"/>
                  </a:cubicBezTo>
                  <a:cubicBezTo>
                    <a:pt x="3951" y="22"/>
                    <a:pt x="3872" y="0"/>
                    <a:pt x="37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78" name="Google Shape;6178;p47"/>
            <p:cNvSpPr/>
            <p:nvPr/>
          </p:nvSpPr>
          <p:spPr>
            <a:xfrm>
              <a:off x="5956638" y="2349475"/>
              <a:ext cx="377775" cy="199175"/>
            </a:xfrm>
            <a:custGeom>
              <a:avLst/>
              <a:gdLst/>
              <a:ahLst/>
              <a:cxnLst/>
              <a:rect l="l" t="t" r="r" b="b"/>
              <a:pathLst>
                <a:path w="15111" h="7967" extrusionOk="0">
                  <a:moveTo>
                    <a:pt x="7524" y="582"/>
                  </a:moveTo>
                  <a:cubicBezTo>
                    <a:pt x="9028" y="582"/>
                    <a:pt x="10534" y="913"/>
                    <a:pt x="11687" y="1575"/>
                  </a:cubicBezTo>
                  <a:cubicBezTo>
                    <a:pt x="13969" y="2899"/>
                    <a:pt x="13992" y="5068"/>
                    <a:pt x="11710" y="6392"/>
                  </a:cubicBezTo>
                  <a:cubicBezTo>
                    <a:pt x="10568" y="7053"/>
                    <a:pt x="9068" y="7384"/>
                    <a:pt x="7567" y="7384"/>
                  </a:cubicBezTo>
                  <a:cubicBezTo>
                    <a:pt x="6066" y="7384"/>
                    <a:pt x="4565" y="7053"/>
                    <a:pt x="3424" y="6392"/>
                  </a:cubicBezTo>
                  <a:cubicBezTo>
                    <a:pt x="1119" y="5068"/>
                    <a:pt x="1119" y="2899"/>
                    <a:pt x="3378" y="1575"/>
                  </a:cubicBezTo>
                  <a:cubicBezTo>
                    <a:pt x="4520" y="913"/>
                    <a:pt x="6020" y="582"/>
                    <a:pt x="7524" y="582"/>
                  </a:cubicBezTo>
                  <a:close/>
                  <a:moveTo>
                    <a:pt x="7527" y="0"/>
                  </a:moveTo>
                  <a:cubicBezTo>
                    <a:pt x="5764" y="0"/>
                    <a:pt x="4006" y="388"/>
                    <a:pt x="2671" y="1165"/>
                  </a:cubicBezTo>
                  <a:cubicBezTo>
                    <a:pt x="0" y="2717"/>
                    <a:pt x="0" y="5250"/>
                    <a:pt x="2694" y="6802"/>
                  </a:cubicBezTo>
                  <a:cubicBezTo>
                    <a:pt x="4040" y="7578"/>
                    <a:pt x="5809" y="7966"/>
                    <a:pt x="7575" y="7966"/>
                  </a:cubicBezTo>
                  <a:cubicBezTo>
                    <a:pt x="9341" y="7966"/>
                    <a:pt x="11105" y="7578"/>
                    <a:pt x="12440" y="6802"/>
                  </a:cubicBezTo>
                  <a:cubicBezTo>
                    <a:pt x="15111" y="5250"/>
                    <a:pt x="15111" y="2717"/>
                    <a:pt x="12417" y="1165"/>
                  </a:cubicBezTo>
                  <a:cubicBezTo>
                    <a:pt x="11059" y="388"/>
                    <a:pt x="9290" y="0"/>
                    <a:pt x="75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79" name="Google Shape;6179;p47"/>
            <p:cNvSpPr/>
            <p:nvPr/>
          </p:nvSpPr>
          <p:spPr>
            <a:xfrm>
              <a:off x="6116988" y="2413100"/>
              <a:ext cx="55375" cy="29125"/>
            </a:xfrm>
            <a:custGeom>
              <a:avLst/>
              <a:gdLst/>
              <a:ahLst/>
              <a:cxnLst/>
              <a:rect l="l" t="t" r="r" b="b"/>
              <a:pathLst>
                <a:path w="2215" h="1165" extrusionOk="0">
                  <a:moveTo>
                    <a:pt x="1099" y="331"/>
                  </a:moveTo>
                  <a:cubicBezTo>
                    <a:pt x="1210" y="331"/>
                    <a:pt x="1324" y="354"/>
                    <a:pt x="1415" y="400"/>
                  </a:cubicBezTo>
                  <a:cubicBezTo>
                    <a:pt x="1598" y="514"/>
                    <a:pt x="1598" y="674"/>
                    <a:pt x="1415" y="765"/>
                  </a:cubicBezTo>
                  <a:cubicBezTo>
                    <a:pt x="1335" y="822"/>
                    <a:pt x="1221" y="851"/>
                    <a:pt x="1107" y="851"/>
                  </a:cubicBezTo>
                  <a:cubicBezTo>
                    <a:pt x="993" y="851"/>
                    <a:pt x="879" y="822"/>
                    <a:pt x="799" y="765"/>
                  </a:cubicBezTo>
                  <a:cubicBezTo>
                    <a:pt x="616" y="674"/>
                    <a:pt x="616" y="514"/>
                    <a:pt x="799" y="400"/>
                  </a:cubicBezTo>
                  <a:cubicBezTo>
                    <a:pt x="879" y="354"/>
                    <a:pt x="987" y="331"/>
                    <a:pt x="1099" y="331"/>
                  </a:cubicBezTo>
                  <a:close/>
                  <a:moveTo>
                    <a:pt x="1099" y="0"/>
                  </a:moveTo>
                  <a:cubicBezTo>
                    <a:pt x="839" y="0"/>
                    <a:pt x="582" y="58"/>
                    <a:pt x="388" y="172"/>
                  </a:cubicBezTo>
                  <a:cubicBezTo>
                    <a:pt x="0" y="400"/>
                    <a:pt x="0" y="765"/>
                    <a:pt x="388" y="993"/>
                  </a:cubicBezTo>
                  <a:cubicBezTo>
                    <a:pt x="594" y="1107"/>
                    <a:pt x="856" y="1165"/>
                    <a:pt x="1116" y="1165"/>
                  </a:cubicBezTo>
                  <a:cubicBezTo>
                    <a:pt x="1375" y="1165"/>
                    <a:pt x="1632" y="1107"/>
                    <a:pt x="1826" y="993"/>
                  </a:cubicBezTo>
                  <a:cubicBezTo>
                    <a:pt x="2214" y="765"/>
                    <a:pt x="2214" y="400"/>
                    <a:pt x="1826" y="172"/>
                  </a:cubicBezTo>
                  <a:cubicBezTo>
                    <a:pt x="1621" y="58"/>
                    <a:pt x="1358" y="0"/>
                    <a:pt x="10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80" name="Google Shape;6180;p47"/>
            <p:cNvSpPr/>
            <p:nvPr/>
          </p:nvSpPr>
          <p:spPr>
            <a:xfrm>
              <a:off x="3403038" y="3868850"/>
              <a:ext cx="474800" cy="212950"/>
            </a:xfrm>
            <a:custGeom>
              <a:avLst/>
              <a:gdLst/>
              <a:ahLst/>
              <a:cxnLst/>
              <a:rect l="l" t="t" r="r" b="b"/>
              <a:pathLst>
                <a:path w="18992" h="8518" extrusionOk="0">
                  <a:moveTo>
                    <a:pt x="6849" y="557"/>
                  </a:moveTo>
                  <a:lnTo>
                    <a:pt x="13262" y="4255"/>
                  </a:lnTo>
                  <a:lnTo>
                    <a:pt x="12532" y="4529"/>
                  </a:lnTo>
                  <a:lnTo>
                    <a:pt x="8195" y="2018"/>
                  </a:lnTo>
                  <a:cubicBezTo>
                    <a:pt x="8127" y="1972"/>
                    <a:pt x="8030" y="1949"/>
                    <a:pt x="7933" y="1949"/>
                  </a:cubicBezTo>
                  <a:cubicBezTo>
                    <a:pt x="7836" y="1949"/>
                    <a:pt x="7739" y="1972"/>
                    <a:pt x="7670" y="2018"/>
                  </a:cubicBezTo>
                  <a:cubicBezTo>
                    <a:pt x="7510" y="2109"/>
                    <a:pt x="7533" y="2246"/>
                    <a:pt x="7670" y="2337"/>
                  </a:cubicBezTo>
                  <a:lnTo>
                    <a:pt x="11870" y="4757"/>
                  </a:lnTo>
                  <a:lnTo>
                    <a:pt x="11094" y="5031"/>
                  </a:lnTo>
                  <a:lnTo>
                    <a:pt x="8309" y="3433"/>
                  </a:lnTo>
                  <a:cubicBezTo>
                    <a:pt x="8241" y="3387"/>
                    <a:pt x="8144" y="3364"/>
                    <a:pt x="8047" y="3364"/>
                  </a:cubicBezTo>
                  <a:cubicBezTo>
                    <a:pt x="7950" y="3364"/>
                    <a:pt x="7853" y="3387"/>
                    <a:pt x="7784" y="3433"/>
                  </a:cubicBezTo>
                  <a:cubicBezTo>
                    <a:pt x="7625" y="3524"/>
                    <a:pt x="7625" y="3638"/>
                    <a:pt x="7784" y="3730"/>
                  </a:cubicBezTo>
                  <a:lnTo>
                    <a:pt x="10455" y="5282"/>
                  </a:lnTo>
                  <a:lnTo>
                    <a:pt x="9610" y="5556"/>
                  </a:lnTo>
                  <a:lnTo>
                    <a:pt x="4634" y="2680"/>
                  </a:lnTo>
                  <a:lnTo>
                    <a:pt x="6849" y="557"/>
                  </a:lnTo>
                  <a:close/>
                  <a:moveTo>
                    <a:pt x="6825" y="0"/>
                  </a:moveTo>
                  <a:cubicBezTo>
                    <a:pt x="6796" y="0"/>
                    <a:pt x="6765" y="3"/>
                    <a:pt x="6734" y="9"/>
                  </a:cubicBezTo>
                  <a:cubicBezTo>
                    <a:pt x="6620" y="9"/>
                    <a:pt x="6529" y="55"/>
                    <a:pt x="6460" y="100"/>
                  </a:cubicBezTo>
                  <a:lnTo>
                    <a:pt x="3836" y="2611"/>
                  </a:lnTo>
                  <a:cubicBezTo>
                    <a:pt x="3744" y="2702"/>
                    <a:pt x="3767" y="2794"/>
                    <a:pt x="3904" y="2885"/>
                  </a:cubicBezTo>
                  <a:lnTo>
                    <a:pt x="8971" y="5807"/>
                  </a:lnTo>
                  <a:lnTo>
                    <a:pt x="7762" y="6240"/>
                  </a:lnTo>
                  <a:lnTo>
                    <a:pt x="2786" y="3364"/>
                  </a:lnTo>
                  <a:cubicBezTo>
                    <a:pt x="2512" y="3205"/>
                    <a:pt x="2158" y="3125"/>
                    <a:pt x="1807" y="3125"/>
                  </a:cubicBezTo>
                  <a:cubicBezTo>
                    <a:pt x="1456" y="3125"/>
                    <a:pt x="1108" y="3205"/>
                    <a:pt x="845" y="3364"/>
                  </a:cubicBezTo>
                  <a:cubicBezTo>
                    <a:pt x="366" y="3638"/>
                    <a:pt x="343" y="4072"/>
                    <a:pt x="709" y="4369"/>
                  </a:cubicBezTo>
                  <a:cubicBezTo>
                    <a:pt x="572" y="4392"/>
                    <a:pt x="412" y="4437"/>
                    <a:pt x="298" y="4506"/>
                  </a:cubicBezTo>
                  <a:cubicBezTo>
                    <a:pt x="1" y="4688"/>
                    <a:pt x="1" y="4985"/>
                    <a:pt x="320" y="5168"/>
                  </a:cubicBezTo>
                  <a:cubicBezTo>
                    <a:pt x="474" y="5250"/>
                    <a:pt x="688" y="5296"/>
                    <a:pt x="900" y="5296"/>
                  </a:cubicBezTo>
                  <a:cubicBezTo>
                    <a:pt x="1099" y="5296"/>
                    <a:pt x="1295" y="5256"/>
                    <a:pt x="1439" y="5168"/>
                  </a:cubicBezTo>
                  <a:cubicBezTo>
                    <a:pt x="1553" y="5099"/>
                    <a:pt x="1622" y="5008"/>
                    <a:pt x="1667" y="4939"/>
                  </a:cubicBezTo>
                  <a:lnTo>
                    <a:pt x="5296" y="7016"/>
                  </a:lnTo>
                  <a:lnTo>
                    <a:pt x="5296" y="7473"/>
                  </a:lnTo>
                  <a:cubicBezTo>
                    <a:pt x="5182" y="7496"/>
                    <a:pt x="5068" y="7541"/>
                    <a:pt x="4977" y="7587"/>
                  </a:cubicBezTo>
                  <a:cubicBezTo>
                    <a:pt x="4612" y="7793"/>
                    <a:pt x="4612" y="8135"/>
                    <a:pt x="4977" y="8363"/>
                  </a:cubicBezTo>
                  <a:cubicBezTo>
                    <a:pt x="5159" y="8466"/>
                    <a:pt x="5399" y="8517"/>
                    <a:pt x="5639" y="8517"/>
                  </a:cubicBezTo>
                  <a:cubicBezTo>
                    <a:pt x="5878" y="8517"/>
                    <a:pt x="6118" y="8466"/>
                    <a:pt x="6301" y="8363"/>
                  </a:cubicBezTo>
                  <a:cubicBezTo>
                    <a:pt x="6666" y="8135"/>
                    <a:pt x="6666" y="7793"/>
                    <a:pt x="6301" y="7587"/>
                  </a:cubicBezTo>
                  <a:cubicBezTo>
                    <a:pt x="6209" y="7541"/>
                    <a:pt x="6141" y="7519"/>
                    <a:pt x="6027" y="7473"/>
                  </a:cubicBezTo>
                  <a:lnTo>
                    <a:pt x="6027" y="6925"/>
                  </a:lnTo>
                  <a:cubicBezTo>
                    <a:pt x="6027" y="6880"/>
                    <a:pt x="6004" y="6834"/>
                    <a:pt x="5913" y="6788"/>
                  </a:cubicBezTo>
                  <a:lnTo>
                    <a:pt x="1393" y="4163"/>
                  </a:lnTo>
                  <a:cubicBezTo>
                    <a:pt x="1142" y="4026"/>
                    <a:pt x="1142" y="3798"/>
                    <a:pt x="1393" y="3661"/>
                  </a:cubicBezTo>
                  <a:cubicBezTo>
                    <a:pt x="1507" y="3593"/>
                    <a:pt x="1661" y="3558"/>
                    <a:pt x="1816" y="3558"/>
                  </a:cubicBezTo>
                  <a:cubicBezTo>
                    <a:pt x="1970" y="3558"/>
                    <a:pt x="2124" y="3593"/>
                    <a:pt x="2238" y="3661"/>
                  </a:cubicBezTo>
                  <a:lnTo>
                    <a:pt x="7442" y="6651"/>
                  </a:lnTo>
                  <a:cubicBezTo>
                    <a:pt x="7509" y="6705"/>
                    <a:pt x="7607" y="6727"/>
                    <a:pt x="7704" y="6727"/>
                  </a:cubicBezTo>
                  <a:cubicBezTo>
                    <a:pt x="7773" y="6727"/>
                    <a:pt x="7842" y="6716"/>
                    <a:pt x="7898" y="6697"/>
                  </a:cubicBezTo>
                  <a:lnTo>
                    <a:pt x="13765" y="4597"/>
                  </a:lnTo>
                  <a:lnTo>
                    <a:pt x="14061" y="4483"/>
                  </a:lnTo>
                  <a:lnTo>
                    <a:pt x="16800" y="3501"/>
                  </a:lnTo>
                  <a:lnTo>
                    <a:pt x="18307" y="4369"/>
                  </a:lnTo>
                  <a:cubicBezTo>
                    <a:pt x="18387" y="4414"/>
                    <a:pt x="18484" y="4437"/>
                    <a:pt x="18578" y="4437"/>
                  </a:cubicBezTo>
                  <a:cubicBezTo>
                    <a:pt x="18672" y="4437"/>
                    <a:pt x="18763" y="4414"/>
                    <a:pt x="18832" y="4369"/>
                  </a:cubicBezTo>
                  <a:cubicBezTo>
                    <a:pt x="18992" y="4277"/>
                    <a:pt x="18992" y="4140"/>
                    <a:pt x="18832" y="4072"/>
                  </a:cubicBezTo>
                  <a:lnTo>
                    <a:pt x="17120" y="3068"/>
                  </a:lnTo>
                  <a:cubicBezTo>
                    <a:pt x="17057" y="3030"/>
                    <a:pt x="16974" y="3013"/>
                    <a:pt x="16884" y="3013"/>
                  </a:cubicBezTo>
                  <a:cubicBezTo>
                    <a:pt x="16812" y="3013"/>
                    <a:pt x="16735" y="3024"/>
                    <a:pt x="16663" y="3045"/>
                  </a:cubicBezTo>
                  <a:lnTo>
                    <a:pt x="13902" y="4026"/>
                  </a:lnTo>
                  <a:lnTo>
                    <a:pt x="7031" y="55"/>
                  </a:lnTo>
                  <a:cubicBezTo>
                    <a:pt x="6981" y="21"/>
                    <a:pt x="6906" y="0"/>
                    <a:pt x="68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81" name="Google Shape;6181;p47"/>
            <p:cNvSpPr/>
            <p:nvPr/>
          </p:nvSpPr>
          <p:spPr>
            <a:xfrm>
              <a:off x="4313213" y="2358600"/>
              <a:ext cx="808600" cy="359525"/>
            </a:xfrm>
            <a:custGeom>
              <a:avLst/>
              <a:gdLst/>
              <a:ahLst/>
              <a:cxnLst/>
              <a:rect l="l" t="t" r="r" b="b"/>
              <a:pathLst>
                <a:path w="32344" h="14381" extrusionOk="0">
                  <a:moveTo>
                    <a:pt x="23" y="4977"/>
                  </a:moveTo>
                  <a:cubicBezTo>
                    <a:pt x="0" y="7373"/>
                    <a:pt x="1598" y="9793"/>
                    <a:pt x="4771" y="11642"/>
                  </a:cubicBezTo>
                  <a:lnTo>
                    <a:pt x="4771" y="11642"/>
                  </a:lnTo>
                  <a:cubicBezTo>
                    <a:pt x="5159" y="11847"/>
                    <a:pt x="5547" y="12052"/>
                    <a:pt x="5958" y="12258"/>
                  </a:cubicBezTo>
                  <a:lnTo>
                    <a:pt x="5958" y="12258"/>
                  </a:lnTo>
                  <a:cubicBezTo>
                    <a:pt x="6095" y="12326"/>
                    <a:pt x="6254" y="12372"/>
                    <a:pt x="6391" y="12440"/>
                  </a:cubicBezTo>
                  <a:lnTo>
                    <a:pt x="6391" y="12440"/>
                  </a:lnTo>
                  <a:cubicBezTo>
                    <a:pt x="6620" y="12555"/>
                    <a:pt x="6871" y="12646"/>
                    <a:pt x="7122" y="12760"/>
                  </a:cubicBezTo>
                  <a:lnTo>
                    <a:pt x="7122" y="12760"/>
                  </a:lnTo>
                  <a:cubicBezTo>
                    <a:pt x="7145" y="12760"/>
                    <a:pt x="7190" y="12783"/>
                    <a:pt x="7236" y="12806"/>
                  </a:cubicBezTo>
                  <a:lnTo>
                    <a:pt x="7236" y="12806"/>
                  </a:lnTo>
                  <a:cubicBezTo>
                    <a:pt x="7327" y="12828"/>
                    <a:pt x="7419" y="12874"/>
                    <a:pt x="7533" y="12897"/>
                  </a:cubicBezTo>
                  <a:lnTo>
                    <a:pt x="7533" y="12897"/>
                  </a:lnTo>
                  <a:cubicBezTo>
                    <a:pt x="7852" y="13034"/>
                    <a:pt x="8172" y="13125"/>
                    <a:pt x="8514" y="13239"/>
                  </a:cubicBezTo>
                  <a:lnTo>
                    <a:pt x="8514" y="13239"/>
                  </a:lnTo>
                  <a:cubicBezTo>
                    <a:pt x="8628" y="13285"/>
                    <a:pt x="8720" y="13308"/>
                    <a:pt x="8857" y="13353"/>
                  </a:cubicBezTo>
                  <a:lnTo>
                    <a:pt x="8857" y="13353"/>
                  </a:lnTo>
                  <a:cubicBezTo>
                    <a:pt x="8925" y="13376"/>
                    <a:pt x="8993" y="13399"/>
                    <a:pt x="9062" y="13422"/>
                  </a:cubicBezTo>
                  <a:lnTo>
                    <a:pt x="9062" y="13422"/>
                  </a:lnTo>
                  <a:cubicBezTo>
                    <a:pt x="9199" y="13445"/>
                    <a:pt x="9359" y="13490"/>
                    <a:pt x="9496" y="13513"/>
                  </a:cubicBezTo>
                  <a:lnTo>
                    <a:pt x="9496" y="13513"/>
                  </a:lnTo>
                  <a:cubicBezTo>
                    <a:pt x="9815" y="13605"/>
                    <a:pt x="10158" y="13696"/>
                    <a:pt x="10500" y="13764"/>
                  </a:cubicBezTo>
                  <a:lnTo>
                    <a:pt x="10500" y="13764"/>
                  </a:lnTo>
                  <a:cubicBezTo>
                    <a:pt x="10591" y="13787"/>
                    <a:pt x="10660" y="13810"/>
                    <a:pt x="10751" y="13833"/>
                  </a:cubicBezTo>
                  <a:lnTo>
                    <a:pt x="10751" y="13833"/>
                  </a:lnTo>
                  <a:cubicBezTo>
                    <a:pt x="10888" y="13856"/>
                    <a:pt x="11025" y="13878"/>
                    <a:pt x="11162" y="13901"/>
                  </a:cubicBezTo>
                  <a:lnTo>
                    <a:pt x="11162" y="13901"/>
                  </a:lnTo>
                  <a:cubicBezTo>
                    <a:pt x="11436" y="13947"/>
                    <a:pt x="11733" y="13993"/>
                    <a:pt x="12006" y="14038"/>
                  </a:cubicBezTo>
                  <a:lnTo>
                    <a:pt x="12006" y="14038"/>
                  </a:lnTo>
                  <a:cubicBezTo>
                    <a:pt x="12143" y="14061"/>
                    <a:pt x="12235" y="14084"/>
                    <a:pt x="12349" y="14107"/>
                  </a:cubicBezTo>
                  <a:lnTo>
                    <a:pt x="12349" y="14107"/>
                  </a:lnTo>
                  <a:cubicBezTo>
                    <a:pt x="12486" y="14129"/>
                    <a:pt x="12623" y="14129"/>
                    <a:pt x="12737" y="14152"/>
                  </a:cubicBezTo>
                  <a:lnTo>
                    <a:pt x="12737" y="14152"/>
                  </a:lnTo>
                  <a:cubicBezTo>
                    <a:pt x="13011" y="14175"/>
                    <a:pt x="13285" y="14221"/>
                    <a:pt x="13536" y="14244"/>
                  </a:cubicBezTo>
                  <a:lnTo>
                    <a:pt x="13536" y="14244"/>
                  </a:lnTo>
                  <a:cubicBezTo>
                    <a:pt x="13673" y="14244"/>
                    <a:pt x="13810" y="14266"/>
                    <a:pt x="13924" y="14289"/>
                  </a:cubicBezTo>
                  <a:lnTo>
                    <a:pt x="13924" y="14289"/>
                  </a:lnTo>
                  <a:cubicBezTo>
                    <a:pt x="14061" y="14289"/>
                    <a:pt x="14175" y="14289"/>
                    <a:pt x="14289" y="14312"/>
                  </a:cubicBezTo>
                  <a:lnTo>
                    <a:pt x="14289" y="14312"/>
                  </a:lnTo>
                  <a:cubicBezTo>
                    <a:pt x="14563" y="14312"/>
                    <a:pt x="14837" y="14335"/>
                    <a:pt x="15111" y="14358"/>
                  </a:cubicBezTo>
                  <a:lnTo>
                    <a:pt x="15111" y="14358"/>
                  </a:lnTo>
                  <a:cubicBezTo>
                    <a:pt x="15248" y="14358"/>
                    <a:pt x="15385" y="14358"/>
                    <a:pt x="15522" y="14358"/>
                  </a:cubicBezTo>
                  <a:lnTo>
                    <a:pt x="15522" y="14358"/>
                  </a:lnTo>
                  <a:cubicBezTo>
                    <a:pt x="15590" y="14381"/>
                    <a:pt x="15636" y="14381"/>
                    <a:pt x="15704" y="14358"/>
                  </a:cubicBezTo>
                  <a:lnTo>
                    <a:pt x="15704" y="14358"/>
                  </a:lnTo>
                  <a:cubicBezTo>
                    <a:pt x="15750" y="14358"/>
                    <a:pt x="15795" y="14358"/>
                    <a:pt x="15841" y="14358"/>
                  </a:cubicBezTo>
                  <a:lnTo>
                    <a:pt x="15841" y="14358"/>
                  </a:lnTo>
                  <a:cubicBezTo>
                    <a:pt x="16138" y="14381"/>
                    <a:pt x="16435" y="14358"/>
                    <a:pt x="16731" y="14358"/>
                  </a:cubicBezTo>
                  <a:lnTo>
                    <a:pt x="16731" y="14358"/>
                  </a:lnTo>
                  <a:cubicBezTo>
                    <a:pt x="16800" y="14358"/>
                    <a:pt x="16868" y="14358"/>
                    <a:pt x="16937" y="14358"/>
                  </a:cubicBezTo>
                  <a:lnTo>
                    <a:pt x="16937" y="14358"/>
                  </a:lnTo>
                  <a:cubicBezTo>
                    <a:pt x="17005" y="14358"/>
                    <a:pt x="17096" y="14358"/>
                    <a:pt x="17188" y="14358"/>
                  </a:cubicBezTo>
                  <a:lnTo>
                    <a:pt x="17188" y="14358"/>
                  </a:lnTo>
                  <a:cubicBezTo>
                    <a:pt x="17256" y="14358"/>
                    <a:pt x="17348" y="14358"/>
                    <a:pt x="17439" y="14335"/>
                  </a:cubicBezTo>
                  <a:lnTo>
                    <a:pt x="17439" y="14335"/>
                  </a:lnTo>
                  <a:cubicBezTo>
                    <a:pt x="17804" y="14335"/>
                    <a:pt x="18169" y="14312"/>
                    <a:pt x="18534" y="14266"/>
                  </a:cubicBezTo>
                  <a:lnTo>
                    <a:pt x="18534" y="14266"/>
                  </a:lnTo>
                  <a:cubicBezTo>
                    <a:pt x="18671" y="14266"/>
                    <a:pt x="18831" y="14266"/>
                    <a:pt x="18968" y="14244"/>
                  </a:cubicBezTo>
                  <a:lnTo>
                    <a:pt x="18968" y="14244"/>
                  </a:lnTo>
                  <a:cubicBezTo>
                    <a:pt x="19037" y="14244"/>
                    <a:pt x="19105" y="14221"/>
                    <a:pt x="19174" y="14221"/>
                  </a:cubicBezTo>
                  <a:lnTo>
                    <a:pt x="19174" y="14221"/>
                  </a:lnTo>
                  <a:cubicBezTo>
                    <a:pt x="19288" y="14198"/>
                    <a:pt x="19402" y="14198"/>
                    <a:pt x="19516" y="14175"/>
                  </a:cubicBezTo>
                  <a:lnTo>
                    <a:pt x="19516" y="14175"/>
                  </a:lnTo>
                  <a:cubicBezTo>
                    <a:pt x="19881" y="14129"/>
                    <a:pt x="20269" y="14084"/>
                    <a:pt x="20634" y="14015"/>
                  </a:cubicBezTo>
                  <a:lnTo>
                    <a:pt x="20634" y="14015"/>
                  </a:lnTo>
                  <a:cubicBezTo>
                    <a:pt x="20726" y="13993"/>
                    <a:pt x="20817" y="13993"/>
                    <a:pt x="20908" y="13970"/>
                  </a:cubicBezTo>
                  <a:lnTo>
                    <a:pt x="20908" y="13970"/>
                  </a:lnTo>
                  <a:cubicBezTo>
                    <a:pt x="20954" y="13970"/>
                    <a:pt x="20977" y="13970"/>
                    <a:pt x="21022" y="13947"/>
                  </a:cubicBezTo>
                  <a:lnTo>
                    <a:pt x="21022" y="13947"/>
                  </a:lnTo>
                  <a:cubicBezTo>
                    <a:pt x="21205" y="13924"/>
                    <a:pt x="21388" y="13878"/>
                    <a:pt x="21547" y="13833"/>
                  </a:cubicBezTo>
                  <a:lnTo>
                    <a:pt x="21547" y="13833"/>
                  </a:lnTo>
                  <a:cubicBezTo>
                    <a:pt x="21844" y="13787"/>
                    <a:pt x="22141" y="13719"/>
                    <a:pt x="22438" y="13650"/>
                  </a:cubicBezTo>
                  <a:lnTo>
                    <a:pt x="22438" y="13650"/>
                  </a:lnTo>
                  <a:cubicBezTo>
                    <a:pt x="22666" y="13605"/>
                    <a:pt x="22871" y="13536"/>
                    <a:pt x="23077" y="13490"/>
                  </a:cubicBezTo>
                  <a:lnTo>
                    <a:pt x="23077" y="13490"/>
                  </a:lnTo>
                  <a:cubicBezTo>
                    <a:pt x="23351" y="13399"/>
                    <a:pt x="23647" y="13331"/>
                    <a:pt x="23921" y="13239"/>
                  </a:cubicBezTo>
                  <a:lnTo>
                    <a:pt x="23921" y="13239"/>
                  </a:lnTo>
                  <a:cubicBezTo>
                    <a:pt x="23967" y="13216"/>
                    <a:pt x="24035" y="13216"/>
                    <a:pt x="24081" y="13194"/>
                  </a:cubicBezTo>
                  <a:lnTo>
                    <a:pt x="24081" y="13194"/>
                  </a:lnTo>
                  <a:cubicBezTo>
                    <a:pt x="24423" y="13080"/>
                    <a:pt x="24743" y="12965"/>
                    <a:pt x="25062" y="12851"/>
                  </a:cubicBezTo>
                  <a:lnTo>
                    <a:pt x="25062" y="12851"/>
                  </a:lnTo>
                  <a:cubicBezTo>
                    <a:pt x="25108" y="12828"/>
                    <a:pt x="25154" y="12806"/>
                    <a:pt x="25199" y="12783"/>
                  </a:cubicBezTo>
                  <a:lnTo>
                    <a:pt x="25199" y="12783"/>
                  </a:lnTo>
                  <a:cubicBezTo>
                    <a:pt x="25565" y="12646"/>
                    <a:pt x="25907" y="12509"/>
                    <a:pt x="26249" y="12349"/>
                  </a:cubicBezTo>
                  <a:lnTo>
                    <a:pt x="26249" y="12349"/>
                  </a:lnTo>
                  <a:cubicBezTo>
                    <a:pt x="26341" y="12303"/>
                    <a:pt x="26432" y="12258"/>
                    <a:pt x="26546" y="12212"/>
                  </a:cubicBezTo>
                  <a:lnTo>
                    <a:pt x="26546" y="12212"/>
                  </a:lnTo>
                  <a:cubicBezTo>
                    <a:pt x="26911" y="12030"/>
                    <a:pt x="27277" y="11847"/>
                    <a:pt x="27642" y="11642"/>
                  </a:cubicBezTo>
                  <a:lnTo>
                    <a:pt x="27642" y="11642"/>
                  </a:lnTo>
                  <a:cubicBezTo>
                    <a:pt x="27687" y="11596"/>
                    <a:pt x="27756" y="11550"/>
                    <a:pt x="27824" y="11527"/>
                  </a:cubicBezTo>
                  <a:lnTo>
                    <a:pt x="27824" y="11527"/>
                  </a:lnTo>
                  <a:cubicBezTo>
                    <a:pt x="27893" y="11482"/>
                    <a:pt x="27938" y="11436"/>
                    <a:pt x="28007" y="11413"/>
                  </a:cubicBezTo>
                  <a:lnTo>
                    <a:pt x="28007" y="11413"/>
                  </a:lnTo>
                  <a:cubicBezTo>
                    <a:pt x="28098" y="11345"/>
                    <a:pt x="28212" y="11276"/>
                    <a:pt x="28304" y="11231"/>
                  </a:cubicBezTo>
                  <a:lnTo>
                    <a:pt x="28304" y="11231"/>
                  </a:lnTo>
                  <a:cubicBezTo>
                    <a:pt x="28395" y="11162"/>
                    <a:pt x="28463" y="11117"/>
                    <a:pt x="28555" y="11048"/>
                  </a:cubicBezTo>
                  <a:lnTo>
                    <a:pt x="28555" y="11048"/>
                  </a:lnTo>
                  <a:cubicBezTo>
                    <a:pt x="28646" y="10980"/>
                    <a:pt x="28737" y="10911"/>
                    <a:pt x="28829" y="10865"/>
                  </a:cubicBezTo>
                  <a:lnTo>
                    <a:pt x="28829" y="10865"/>
                  </a:lnTo>
                  <a:cubicBezTo>
                    <a:pt x="28920" y="10797"/>
                    <a:pt x="28988" y="10729"/>
                    <a:pt x="29080" y="10683"/>
                  </a:cubicBezTo>
                  <a:lnTo>
                    <a:pt x="29080" y="10683"/>
                  </a:lnTo>
                  <a:cubicBezTo>
                    <a:pt x="29148" y="10614"/>
                    <a:pt x="29240" y="10546"/>
                    <a:pt x="29331" y="10477"/>
                  </a:cubicBezTo>
                  <a:lnTo>
                    <a:pt x="29331" y="10477"/>
                  </a:lnTo>
                  <a:cubicBezTo>
                    <a:pt x="29399" y="10409"/>
                    <a:pt x="29468" y="10363"/>
                    <a:pt x="29536" y="10295"/>
                  </a:cubicBezTo>
                  <a:lnTo>
                    <a:pt x="29536" y="10295"/>
                  </a:lnTo>
                  <a:cubicBezTo>
                    <a:pt x="29628" y="10226"/>
                    <a:pt x="29696" y="10158"/>
                    <a:pt x="29787" y="10089"/>
                  </a:cubicBezTo>
                  <a:lnTo>
                    <a:pt x="29787" y="10089"/>
                  </a:lnTo>
                  <a:cubicBezTo>
                    <a:pt x="29810" y="10067"/>
                    <a:pt x="29856" y="10021"/>
                    <a:pt x="29879" y="9998"/>
                  </a:cubicBezTo>
                  <a:lnTo>
                    <a:pt x="29879" y="9998"/>
                  </a:lnTo>
                  <a:cubicBezTo>
                    <a:pt x="29901" y="9975"/>
                    <a:pt x="29924" y="9952"/>
                    <a:pt x="29947" y="9930"/>
                  </a:cubicBezTo>
                  <a:lnTo>
                    <a:pt x="29947" y="9930"/>
                  </a:lnTo>
                  <a:cubicBezTo>
                    <a:pt x="30084" y="9793"/>
                    <a:pt x="30198" y="9679"/>
                    <a:pt x="30312" y="9564"/>
                  </a:cubicBezTo>
                  <a:lnTo>
                    <a:pt x="30312" y="9564"/>
                  </a:lnTo>
                  <a:cubicBezTo>
                    <a:pt x="30358" y="9519"/>
                    <a:pt x="30404" y="9473"/>
                    <a:pt x="30449" y="9427"/>
                  </a:cubicBezTo>
                  <a:lnTo>
                    <a:pt x="30449" y="9427"/>
                  </a:lnTo>
                  <a:cubicBezTo>
                    <a:pt x="30586" y="9268"/>
                    <a:pt x="30723" y="9108"/>
                    <a:pt x="30860" y="8948"/>
                  </a:cubicBezTo>
                  <a:lnTo>
                    <a:pt x="30860" y="8948"/>
                  </a:lnTo>
                  <a:cubicBezTo>
                    <a:pt x="30860" y="8948"/>
                    <a:pt x="30883" y="8925"/>
                    <a:pt x="30883" y="8925"/>
                  </a:cubicBezTo>
                  <a:lnTo>
                    <a:pt x="30883" y="8925"/>
                  </a:lnTo>
                  <a:cubicBezTo>
                    <a:pt x="30906" y="8880"/>
                    <a:pt x="30929" y="8857"/>
                    <a:pt x="30951" y="8811"/>
                  </a:cubicBezTo>
                  <a:lnTo>
                    <a:pt x="30951" y="8811"/>
                  </a:lnTo>
                  <a:cubicBezTo>
                    <a:pt x="31043" y="8697"/>
                    <a:pt x="31111" y="8606"/>
                    <a:pt x="31180" y="8492"/>
                  </a:cubicBezTo>
                  <a:lnTo>
                    <a:pt x="31180" y="8492"/>
                  </a:lnTo>
                  <a:cubicBezTo>
                    <a:pt x="31225" y="8446"/>
                    <a:pt x="31271" y="8378"/>
                    <a:pt x="31294" y="8332"/>
                  </a:cubicBezTo>
                  <a:lnTo>
                    <a:pt x="31294" y="8332"/>
                  </a:lnTo>
                  <a:cubicBezTo>
                    <a:pt x="31362" y="8241"/>
                    <a:pt x="31431" y="8126"/>
                    <a:pt x="31476" y="8035"/>
                  </a:cubicBezTo>
                  <a:lnTo>
                    <a:pt x="31476" y="8035"/>
                  </a:lnTo>
                  <a:cubicBezTo>
                    <a:pt x="31499" y="8012"/>
                    <a:pt x="31522" y="7989"/>
                    <a:pt x="31522" y="7967"/>
                  </a:cubicBezTo>
                  <a:lnTo>
                    <a:pt x="31522" y="7967"/>
                  </a:lnTo>
                  <a:cubicBezTo>
                    <a:pt x="31545" y="7921"/>
                    <a:pt x="31568" y="7875"/>
                    <a:pt x="31591" y="7853"/>
                  </a:cubicBezTo>
                  <a:lnTo>
                    <a:pt x="31591" y="7853"/>
                  </a:lnTo>
                  <a:cubicBezTo>
                    <a:pt x="31636" y="7761"/>
                    <a:pt x="31682" y="7693"/>
                    <a:pt x="31705" y="7601"/>
                  </a:cubicBezTo>
                  <a:lnTo>
                    <a:pt x="31705" y="7601"/>
                  </a:lnTo>
                  <a:cubicBezTo>
                    <a:pt x="31750" y="7533"/>
                    <a:pt x="31773" y="7465"/>
                    <a:pt x="31819" y="7396"/>
                  </a:cubicBezTo>
                  <a:lnTo>
                    <a:pt x="31819" y="7396"/>
                  </a:lnTo>
                  <a:cubicBezTo>
                    <a:pt x="31842" y="7305"/>
                    <a:pt x="31887" y="7236"/>
                    <a:pt x="31910" y="7145"/>
                  </a:cubicBezTo>
                  <a:lnTo>
                    <a:pt x="31910" y="7145"/>
                  </a:lnTo>
                  <a:cubicBezTo>
                    <a:pt x="31933" y="7122"/>
                    <a:pt x="31933" y="7076"/>
                    <a:pt x="31956" y="7054"/>
                  </a:cubicBezTo>
                  <a:lnTo>
                    <a:pt x="31956" y="7054"/>
                  </a:lnTo>
                  <a:cubicBezTo>
                    <a:pt x="31979" y="7008"/>
                    <a:pt x="31979" y="6985"/>
                    <a:pt x="32001" y="6940"/>
                  </a:cubicBezTo>
                  <a:lnTo>
                    <a:pt x="32001" y="6940"/>
                  </a:lnTo>
                  <a:cubicBezTo>
                    <a:pt x="32024" y="6871"/>
                    <a:pt x="32047" y="6780"/>
                    <a:pt x="32070" y="6711"/>
                  </a:cubicBezTo>
                  <a:lnTo>
                    <a:pt x="32070" y="6711"/>
                  </a:lnTo>
                  <a:cubicBezTo>
                    <a:pt x="32093" y="6643"/>
                    <a:pt x="32116" y="6574"/>
                    <a:pt x="32138" y="6506"/>
                  </a:cubicBezTo>
                  <a:lnTo>
                    <a:pt x="32138" y="6506"/>
                  </a:lnTo>
                  <a:cubicBezTo>
                    <a:pt x="32161" y="6415"/>
                    <a:pt x="32161" y="6346"/>
                    <a:pt x="32184" y="6255"/>
                  </a:cubicBezTo>
                  <a:lnTo>
                    <a:pt x="32184" y="6255"/>
                  </a:lnTo>
                  <a:cubicBezTo>
                    <a:pt x="32207" y="6209"/>
                    <a:pt x="32207" y="6186"/>
                    <a:pt x="32230" y="6141"/>
                  </a:cubicBezTo>
                  <a:lnTo>
                    <a:pt x="32230" y="6141"/>
                  </a:lnTo>
                  <a:cubicBezTo>
                    <a:pt x="32230" y="6095"/>
                    <a:pt x="32230" y="6072"/>
                    <a:pt x="32230" y="6049"/>
                  </a:cubicBezTo>
                  <a:lnTo>
                    <a:pt x="32230" y="6049"/>
                  </a:lnTo>
                  <a:cubicBezTo>
                    <a:pt x="32252" y="5958"/>
                    <a:pt x="32252" y="5890"/>
                    <a:pt x="32275" y="5798"/>
                  </a:cubicBezTo>
                  <a:lnTo>
                    <a:pt x="32275" y="5798"/>
                  </a:lnTo>
                  <a:cubicBezTo>
                    <a:pt x="32275" y="5730"/>
                    <a:pt x="32298" y="5661"/>
                    <a:pt x="32298" y="5593"/>
                  </a:cubicBezTo>
                  <a:lnTo>
                    <a:pt x="32298" y="5593"/>
                  </a:lnTo>
                  <a:cubicBezTo>
                    <a:pt x="32298" y="5502"/>
                    <a:pt x="32321" y="5433"/>
                    <a:pt x="32321" y="5342"/>
                  </a:cubicBezTo>
                  <a:lnTo>
                    <a:pt x="32321" y="5342"/>
                  </a:lnTo>
                  <a:cubicBezTo>
                    <a:pt x="32321" y="5296"/>
                    <a:pt x="32321" y="5250"/>
                    <a:pt x="32321" y="5205"/>
                  </a:cubicBezTo>
                  <a:lnTo>
                    <a:pt x="32321" y="5205"/>
                  </a:lnTo>
                  <a:cubicBezTo>
                    <a:pt x="32321" y="5159"/>
                    <a:pt x="32321" y="5114"/>
                    <a:pt x="32321" y="5068"/>
                  </a:cubicBezTo>
                  <a:lnTo>
                    <a:pt x="32321" y="5068"/>
                  </a:lnTo>
                  <a:lnTo>
                    <a:pt x="32344" y="92"/>
                  </a:lnTo>
                  <a:cubicBezTo>
                    <a:pt x="32344" y="183"/>
                    <a:pt x="32344" y="275"/>
                    <a:pt x="32321" y="366"/>
                  </a:cubicBezTo>
                  <a:lnTo>
                    <a:pt x="32321" y="366"/>
                  </a:lnTo>
                  <a:cubicBezTo>
                    <a:pt x="32321" y="457"/>
                    <a:pt x="32321" y="526"/>
                    <a:pt x="32321" y="617"/>
                  </a:cubicBezTo>
                  <a:lnTo>
                    <a:pt x="32321" y="617"/>
                  </a:lnTo>
                  <a:cubicBezTo>
                    <a:pt x="32298" y="685"/>
                    <a:pt x="32298" y="754"/>
                    <a:pt x="32275" y="822"/>
                  </a:cubicBezTo>
                  <a:lnTo>
                    <a:pt x="32275" y="822"/>
                  </a:lnTo>
                  <a:cubicBezTo>
                    <a:pt x="32275" y="914"/>
                    <a:pt x="32252" y="982"/>
                    <a:pt x="32252" y="1073"/>
                  </a:cubicBezTo>
                  <a:lnTo>
                    <a:pt x="32252" y="1073"/>
                  </a:lnTo>
                  <a:cubicBezTo>
                    <a:pt x="32230" y="1142"/>
                    <a:pt x="32207" y="1210"/>
                    <a:pt x="32207" y="1279"/>
                  </a:cubicBezTo>
                  <a:lnTo>
                    <a:pt x="32207" y="1279"/>
                  </a:lnTo>
                  <a:cubicBezTo>
                    <a:pt x="32184" y="1347"/>
                    <a:pt x="32161" y="1439"/>
                    <a:pt x="32138" y="1507"/>
                  </a:cubicBezTo>
                  <a:lnTo>
                    <a:pt x="32138" y="1507"/>
                  </a:lnTo>
                  <a:cubicBezTo>
                    <a:pt x="32116" y="1576"/>
                    <a:pt x="32116" y="1667"/>
                    <a:pt x="32093" y="1735"/>
                  </a:cubicBezTo>
                  <a:lnTo>
                    <a:pt x="32093" y="1735"/>
                  </a:lnTo>
                  <a:cubicBezTo>
                    <a:pt x="32047" y="1804"/>
                    <a:pt x="32024" y="1895"/>
                    <a:pt x="32001" y="1964"/>
                  </a:cubicBezTo>
                  <a:lnTo>
                    <a:pt x="32001" y="1964"/>
                  </a:lnTo>
                  <a:cubicBezTo>
                    <a:pt x="31979" y="2032"/>
                    <a:pt x="31956" y="2101"/>
                    <a:pt x="31933" y="2169"/>
                  </a:cubicBezTo>
                  <a:lnTo>
                    <a:pt x="31933" y="2169"/>
                  </a:lnTo>
                  <a:cubicBezTo>
                    <a:pt x="31887" y="2260"/>
                    <a:pt x="31864" y="2329"/>
                    <a:pt x="31819" y="2420"/>
                  </a:cubicBezTo>
                  <a:lnTo>
                    <a:pt x="31819" y="2420"/>
                  </a:lnTo>
                  <a:cubicBezTo>
                    <a:pt x="31796" y="2489"/>
                    <a:pt x="31750" y="2557"/>
                    <a:pt x="31727" y="2626"/>
                  </a:cubicBezTo>
                  <a:lnTo>
                    <a:pt x="31727" y="2626"/>
                  </a:lnTo>
                  <a:cubicBezTo>
                    <a:pt x="31682" y="2694"/>
                    <a:pt x="31636" y="2785"/>
                    <a:pt x="31613" y="2854"/>
                  </a:cubicBezTo>
                  <a:lnTo>
                    <a:pt x="31613" y="2854"/>
                  </a:lnTo>
                  <a:cubicBezTo>
                    <a:pt x="31568" y="2922"/>
                    <a:pt x="31522" y="2991"/>
                    <a:pt x="31499" y="3059"/>
                  </a:cubicBezTo>
                  <a:lnTo>
                    <a:pt x="31499" y="3059"/>
                  </a:lnTo>
                  <a:cubicBezTo>
                    <a:pt x="31431" y="3151"/>
                    <a:pt x="31385" y="3242"/>
                    <a:pt x="31317" y="3333"/>
                  </a:cubicBezTo>
                  <a:lnTo>
                    <a:pt x="31317" y="3333"/>
                  </a:lnTo>
                  <a:cubicBezTo>
                    <a:pt x="31271" y="3402"/>
                    <a:pt x="31248" y="3470"/>
                    <a:pt x="31202" y="3516"/>
                  </a:cubicBezTo>
                  <a:lnTo>
                    <a:pt x="31202" y="3516"/>
                  </a:lnTo>
                  <a:cubicBezTo>
                    <a:pt x="31134" y="3630"/>
                    <a:pt x="31066" y="3721"/>
                    <a:pt x="30974" y="3835"/>
                  </a:cubicBezTo>
                  <a:lnTo>
                    <a:pt x="30974" y="3835"/>
                  </a:lnTo>
                  <a:cubicBezTo>
                    <a:pt x="30951" y="3881"/>
                    <a:pt x="30906" y="3927"/>
                    <a:pt x="30883" y="3972"/>
                  </a:cubicBezTo>
                  <a:lnTo>
                    <a:pt x="30883" y="3972"/>
                  </a:lnTo>
                  <a:cubicBezTo>
                    <a:pt x="30746" y="4132"/>
                    <a:pt x="30609" y="4292"/>
                    <a:pt x="30449" y="4452"/>
                  </a:cubicBezTo>
                  <a:lnTo>
                    <a:pt x="30449" y="4452"/>
                  </a:lnTo>
                  <a:cubicBezTo>
                    <a:pt x="30426" y="4497"/>
                    <a:pt x="30381" y="4543"/>
                    <a:pt x="30335" y="4589"/>
                  </a:cubicBezTo>
                  <a:lnTo>
                    <a:pt x="30335" y="4589"/>
                  </a:lnTo>
                  <a:cubicBezTo>
                    <a:pt x="30221" y="4703"/>
                    <a:pt x="30107" y="4817"/>
                    <a:pt x="29970" y="4931"/>
                  </a:cubicBezTo>
                  <a:lnTo>
                    <a:pt x="29970" y="4931"/>
                  </a:lnTo>
                  <a:cubicBezTo>
                    <a:pt x="29901" y="4999"/>
                    <a:pt x="29856" y="5045"/>
                    <a:pt x="29787" y="5114"/>
                  </a:cubicBezTo>
                  <a:lnTo>
                    <a:pt x="29787" y="5114"/>
                  </a:lnTo>
                  <a:cubicBezTo>
                    <a:pt x="29719" y="5182"/>
                    <a:pt x="29650" y="5250"/>
                    <a:pt x="29559" y="5319"/>
                  </a:cubicBezTo>
                  <a:lnTo>
                    <a:pt x="29559" y="5319"/>
                  </a:lnTo>
                  <a:cubicBezTo>
                    <a:pt x="29491" y="5365"/>
                    <a:pt x="29422" y="5433"/>
                    <a:pt x="29331" y="5502"/>
                  </a:cubicBezTo>
                  <a:lnTo>
                    <a:pt x="29331" y="5502"/>
                  </a:lnTo>
                  <a:cubicBezTo>
                    <a:pt x="29262" y="5570"/>
                    <a:pt x="29171" y="5638"/>
                    <a:pt x="29080" y="5684"/>
                  </a:cubicBezTo>
                  <a:lnTo>
                    <a:pt x="29080" y="5684"/>
                  </a:lnTo>
                  <a:cubicBezTo>
                    <a:pt x="29011" y="5753"/>
                    <a:pt x="28920" y="5821"/>
                    <a:pt x="28851" y="5867"/>
                  </a:cubicBezTo>
                  <a:lnTo>
                    <a:pt x="28851" y="5867"/>
                  </a:lnTo>
                  <a:cubicBezTo>
                    <a:pt x="28760" y="5935"/>
                    <a:pt x="28669" y="6004"/>
                    <a:pt x="28578" y="6072"/>
                  </a:cubicBezTo>
                  <a:lnTo>
                    <a:pt x="28578" y="6072"/>
                  </a:lnTo>
                  <a:cubicBezTo>
                    <a:pt x="28486" y="6118"/>
                    <a:pt x="28395" y="6186"/>
                    <a:pt x="28304" y="6232"/>
                  </a:cubicBezTo>
                  <a:lnTo>
                    <a:pt x="28304" y="6232"/>
                  </a:lnTo>
                  <a:cubicBezTo>
                    <a:pt x="28212" y="6300"/>
                    <a:pt x="28121" y="6369"/>
                    <a:pt x="28030" y="6437"/>
                  </a:cubicBezTo>
                  <a:lnTo>
                    <a:pt x="28030" y="6437"/>
                  </a:lnTo>
                  <a:cubicBezTo>
                    <a:pt x="27893" y="6506"/>
                    <a:pt x="27779" y="6574"/>
                    <a:pt x="27642" y="6666"/>
                  </a:cubicBezTo>
                  <a:lnTo>
                    <a:pt x="27642" y="6666"/>
                  </a:lnTo>
                  <a:cubicBezTo>
                    <a:pt x="27299" y="6848"/>
                    <a:pt x="26934" y="7054"/>
                    <a:pt x="26546" y="7236"/>
                  </a:cubicBezTo>
                  <a:lnTo>
                    <a:pt x="26546" y="7236"/>
                  </a:lnTo>
                  <a:cubicBezTo>
                    <a:pt x="26455" y="7282"/>
                    <a:pt x="26364" y="7328"/>
                    <a:pt x="26249" y="7373"/>
                  </a:cubicBezTo>
                  <a:lnTo>
                    <a:pt x="26249" y="7373"/>
                  </a:lnTo>
                  <a:cubicBezTo>
                    <a:pt x="25930" y="7533"/>
                    <a:pt x="25587" y="7670"/>
                    <a:pt x="25222" y="7807"/>
                  </a:cubicBezTo>
                  <a:lnTo>
                    <a:pt x="25222" y="7807"/>
                  </a:lnTo>
                  <a:cubicBezTo>
                    <a:pt x="25177" y="7830"/>
                    <a:pt x="25131" y="7853"/>
                    <a:pt x="25085" y="7875"/>
                  </a:cubicBezTo>
                  <a:lnTo>
                    <a:pt x="25085" y="7875"/>
                  </a:lnTo>
                  <a:cubicBezTo>
                    <a:pt x="24697" y="8012"/>
                    <a:pt x="24309" y="8149"/>
                    <a:pt x="23921" y="8263"/>
                  </a:cubicBezTo>
                  <a:lnTo>
                    <a:pt x="23921" y="8263"/>
                  </a:lnTo>
                  <a:cubicBezTo>
                    <a:pt x="23647" y="8355"/>
                    <a:pt x="23373" y="8423"/>
                    <a:pt x="23100" y="8492"/>
                  </a:cubicBezTo>
                  <a:lnTo>
                    <a:pt x="23100" y="8492"/>
                  </a:lnTo>
                  <a:cubicBezTo>
                    <a:pt x="22894" y="8560"/>
                    <a:pt x="22666" y="8629"/>
                    <a:pt x="22460" y="8674"/>
                  </a:cubicBezTo>
                  <a:lnTo>
                    <a:pt x="22460" y="8674"/>
                  </a:lnTo>
                  <a:cubicBezTo>
                    <a:pt x="22164" y="8743"/>
                    <a:pt x="21867" y="8811"/>
                    <a:pt x="21570" y="8857"/>
                  </a:cubicBezTo>
                  <a:lnTo>
                    <a:pt x="21570" y="8857"/>
                  </a:lnTo>
                  <a:cubicBezTo>
                    <a:pt x="21342" y="8902"/>
                    <a:pt x="21137" y="8948"/>
                    <a:pt x="20908" y="8994"/>
                  </a:cubicBezTo>
                  <a:lnTo>
                    <a:pt x="20908" y="8994"/>
                  </a:lnTo>
                  <a:cubicBezTo>
                    <a:pt x="20817" y="9017"/>
                    <a:pt x="20726" y="9017"/>
                    <a:pt x="20634" y="9039"/>
                  </a:cubicBezTo>
                  <a:lnTo>
                    <a:pt x="20634" y="9039"/>
                  </a:lnTo>
                  <a:cubicBezTo>
                    <a:pt x="20269" y="9108"/>
                    <a:pt x="19904" y="9154"/>
                    <a:pt x="19516" y="9199"/>
                  </a:cubicBezTo>
                  <a:lnTo>
                    <a:pt x="19516" y="9199"/>
                  </a:lnTo>
                  <a:cubicBezTo>
                    <a:pt x="19425" y="9199"/>
                    <a:pt x="19311" y="9222"/>
                    <a:pt x="19196" y="9245"/>
                  </a:cubicBezTo>
                  <a:lnTo>
                    <a:pt x="19196" y="9245"/>
                  </a:lnTo>
                  <a:cubicBezTo>
                    <a:pt x="18968" y="9268"/>
                    <a:pt x="18763" y="9268"/>
                    <a:pt x="18534" y="9291"/>
                  </a:cubicBezTo>
                  <a:lnTo>
                    <a:pt x="18534" y="9291"/>
                  </a:lnTo>
                  <a:cubicBezTo>
                    <a:pt x="18169" y="9313"/>
                    <a:pt x="17827" y="9336"/>
                    <a:pt x="17462" y="9359"/>
                  </a:cubicBezTo>
                  <a:lnTo>
                    <a:pt x="17462" y="9359"/>
                  </a:lnTo>
                  <a:cubicBezTo>
                    <a:pt x="17211" y="9382"/>
                    <a:pt x="16982" y="9382"/>
                    <a:pt x="16754" y="9382"/>
                  </a:cubicBezTo>
                  <a:lnTo>
                    <a:pt x="16754" y="9382"/>
                  </a:lnTo>
                  <a:cubicBezTo>
                    <a:pt x="16457" y="9382"/>
                    <a:pt x="16161" y="9382"/>
                    <a:pt x="15864" y="9382"/>
                  </a:cubicBezTo>
                  <a:lnTo>
                    <a:pt x="15864" y="9382"/>
                  </a:lnTo>
                  <a:cubicBezTo>
                    <a:pt x="15613" y="9382"/>
                    <a:pt x="15362" y="9382"/>
                    <a:pt x="15133" y="9359"/>
                  </a:cubicBezTo>
                  <a:lnTo>
                    <a:pt x="15133" y="9359"/>
                  </a:lnTo>
                  <a:cubicBezTo>
                    <a:pt x="14860" y="9359"/>
                    <a:pt x="14586" y="9336"/>
                    <a:pt x="14312" y="9313"/>
                  </a:cubicBezTo>
                  <a:lnTo>
                    <a:pt x="14312" y="9313"/>
                  </a:lnTo>
                  <a:cubicBezTo>
                    <a:pt x="14061" y="9313"/>
                    <a:pt x="13810" y="9291"/>
                    <a:pt x="13559" y="9268"/>
                  </a:cubicBezTo>
                  <a:lnTo>
                    <a:pt x="13559" y="9268"/>
                  </a:lnTo>
                  <a:cubicBezTo>
                    <a:pt x="13285" y="9222"/>
                    <a:pt x="13011" y="9199"/>
                    <a:pt x="12760" y="9176"/>
                  </a:cubicBezTo>
                  <a:lnTo>
                    <a:pt x="12760" y="9176"/>
                  </a:lnTo>
                  <a:cubicBezTo>
                    <a:pt x="12509" y="9131"/>
                    <a:pt x="12280" y="9108"/>
                    <a:pt x="12029" y="9062"/>
                  </a:cubicBezTo>
                  <a:lnTo>
                    <a:pt x="12029" y="9062"/>
                  </a:lnTo>
                  <a:cubicBezTo>
                    <a:pt x="11733" y="9017"/>
                    <a:pt x="11459" y="8971"/>
                    <a:pt x="11185" y="8925"/>
                  </a:cubicBezTo>
                  <a:lnTo>
                    <a:pt x="11185" y="8925"/>
                  </a:lnTo>
                  <a:cubicBezTo>
                    <a:pt x="10956" y="8880"/>
                    <a:pt x="10728" y="8834"/>
                    <a:pt x="10500" y="8788"/>
                  </a:cubicBezTo>
                  <a:lnTo>
                    <a:pt x="10500" y="8788"/>
                  </a:lnTo>
                  <a:cubicBezTo>
                    <a:pt x="10158" y="8697"/>
                    <a:pt x="9838" y="8629"/>
                    <a:pt x="9496" y="8537"/>
                  </a:cubicBezTo>
                  <a:lnTo>
                    <a:pt x="9496" y="8537"/>
                  </a:lnTo>
                  <a:cubicBezTo>
                    <a:pt x="9290" y="8469"/>
                    <a:pt x="9062" y="8423"/>
                    <a:pt x="8857" y="8355"/>
                  </a:cubicBezTo>
                  <a:lnTo>
                    <a:pt x="8857" y="8355"/>
                  </a:lnTo>
                  <a:cubicBezTo>
                    <a:pt x="8742" y="8332"/>
                    <a:pt x="8628" y="8286"/>
                    <a:pt x="8514" y="8263"/>
                  </a:cubicBezTo>
                  <a:lnTo>
                    <a:pt x="8514" y="8263"/>
                  </a:lnTo>
                  <a:cubicBezTo>
                    <a:pt x="8195" y="8149"/>
                    <a:pt x="7852" y="8035"/>
                    <a:pt x="7533" y="7921"/>
                  </a:cubicBezTo>
                  <a:lnTo>
                    <a:pt x="7533" y="7921"/>
                  </a:lnTo>
                  <a:cubicBezTo>
                    <a:pt x="7441" y="7898"/>
                    <a:pt x="7350" y="7853"/>
                    <a:pt x="7259" y="7830"/>
                  </a:cubicBezTo>
                  <a:lnTo>
                    <a:pt x="7259" y="7830"/>
                  </a:lnTo>
                  <a:cubicBezTo>
                    <a:pt x="6962" y="7716"/>
                    <a:pt x="6688" y="7579"/>
                    <a:pt x="6391" y="7465"/>
                  </a:cubicBezTo>
                  <a:lnTo>
                    <a:pt x="6391" y="7465"/>
                  </a:lnTo>
                  <a:cubicBezTo>
                    <a:pt x="6254" y="7396"/>
                    <a:pt x="6117" y="7328"/>
                    <a:pt x="5981" y="7282"/>
                  </a:cubicBezTo>
                  <a:lnTo>
                    <a:pt x="5981" y="7282"/>
                  </a:lnTo>
                  <a:cubicBezTo>
                    <a:pt x="5570" y="7076"/>
                    <a:pt x="5182" y="6871"/>
                    <a:pt x="4794" y="6666"/>
                  </a:cubicBezTo>
                  <a:lnTo>
                    <a:pt x="4794" y="6666"/>
                  </a:lnTo>
                  <a:cubicBezTo>
                    <a:pt x="1621" y="4817"/>
                    <a:pt x="23" y="2397"/>
                    <a:pt x="23" y="1"/>
                  </a:cubicBezTo>
                  <a:lnTo>
                    <a:pt x="23" y="1"/>
                  </a:ln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82" name="Google Shape;6182;p47"/>
            <p:cNvSpPr/>
            <p:nvPr/>
          </p:nvSpPr>
          <p:spPr>
            <a:xfrm>
              <a:off x="4273838" y="2125775"/>
              <a:ext cx="887925" cy="467950"/>
            </a:xfrm>
            <a:custGeom>
              <a:avLst/>
              <a:gdLst/>
              <a:ahLst/>
              <a:cxnLst/>
              <a:rect l="l" t="t" r="r" b="b"/>
              <a:pathLst>
                <a:path w="35517" h="18718" extrusionOk="0">
                  <a:moveTo>
                    <a:pt x="17713" y="1"/>
                  </a:moveTo>
                  <a:cubicBezTo>
                    <a:pt x="13559" y="1"/>
                    <a:pt x="9450" y="914"/>
                    <a:pt x="6300" y="2740"/>
                  </a:cubicBezTo>
                  <a:cubicBezTo>
                    <a:pt x="0" y="6392"/>
                    <a:pt x="46" y="12304"/>
                    <a:pt x="6369" y="15979"/>
                  </a:cubicBezTo>
                  <a:cubicBezTo>
                    <a:pt x="9530" y="17805"/>
                    <a:pt x="13673" y="18718"/>
                    <a:pt x="17810" y="18718"/>
                  </a:cubicBezTo>
                  <a:cubicBezTo>
                    <a:pt x="21947" y="18718"/>
                    <a:pt x="26078" y="17805"/>
                    <a:pt x="29217" y="15979"/>
                  </a:cubicBezTo>
                  <a:cubicBezTo>
                    <a:pt x="35517" y="12304"/>
                    <a:pt x="35471" y="6392"/>
                    <a:pt x="29148" y="2740"/>
                  </a:cubicBezTo>
                  <a:cubicBezTo>
                    <a:pt x="25976" y="914"/>
                    <a:pt x="21844" y="1"/>
                    <a:pt x="17713" y="1"/>
                  </a:cubicBezTo>
                  <a:close/>
                </a:path>
              </a:pathLst>
            </a:custGeom>
            <a:solidFill>
              <a:srgbClr val="F9BA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83" name="Google Shape;6183;p47"/>
            <p:cNvSpPr/>
            <p:nvPr/>
          </p:nvSpPr>
          <p:spPr>
            <a:xfrm>
              <a:off x="4602513" y="2287225"/>
              <a:ext cx="230000" cy="121475"/>
            </a:xfrm>
            <a:custGeom>
              <a:avLst/>
              <a:gdLst/>
              <a:ahLst/>
              <a:cxnLst/>
              <a:rect l="l" t="t" r="r" b="b"/>
              <a:pathLst>
                <a:path w="9200" h="4859" extrusionOk="0">
                  <a:moveTo>
                    <a:pt x="4591" y="590"/>
                  </a:moveTo>
                  <a:cubicBezTo>
                    <a:pt x="5405" y="590"/>
                    <a:pt x="6221" y="767"/>
                    <a:pt x="6848" y="1121"/>
                  </a:cubicBezTo>
                  <a:cubicBezTo>
                    <a:pt x="8081" y="1851"/>
                    <a:pt x="8104" y="3015"/>
                    <a:pt x="6848" y="3723"/>
                  </a:cubicBezTo>
                  <a:cubicBezTo>
                    <a:pt x="6232" y="4088"/>
                    <a:pt x="5422" y="4271"/>
                    <a:pt x="4611" y="4271"/>
                  </a:cubicBezTo>
                  <a:cubicBezTo>
                    <a:pt x="3801" y="4271"/>
                    <a:pt x="2991" y="4088"/>
                    <a:pt x="2375" y="3723"/>
                  </a:cubicBezTo>
                  <a:cubicBezTo>
                    <a:pt x="1119" y="3015"/>
                    <a:pt x="1119" y="1851"/>
                    <a:pt x="2352" y="1121"/>
                  </a:cubicBezTo>
                  <a:cubicBezTo>
                    <a:pt x="2968" y="767"/>
                    <a:pt x="3778" y="590"/>
                    <a:pt x="4591" y="590"/>
                  </a:cubicBezTo>
                  <a:close/>
                  <a:moveTo>
                    <a:pt x="4598" y="0"/>
                  </a:moveTo>
                  <a:cubicBezTo>
                    <a:pt x="3523" y="0"/>
                    <a:pt x="2446" y="236"/>
                    <a:pt x="1621" y="710"/>
                  </a:cubicBezTo>
                  <a:cubicBezTo>
                    <a:pt x="1" y="1669"/>
                    <a:pt x="1" y="3198"/>
                    <a:pt x="1644" y="4157"/>
                  </a:cubicBezTo>
                  <a:cubicBezTo>
                    <a:pt x="2466" y="4625"/>
                    <a:pt x="3544" y="4859"/>
                    <a:pt x="4620" y="4859"/>
                  </a:cubicBezTo>
                  <a:cubicBezTo>
                    <a:pt x="5696" y="4859"/>
                    <a:pt x="6768" y="4625"/>
                    <a:pt x="7579" y="4157"/>
                  </a:cubicBezTo>
                  <a:cubicBezTo>
                    <a:pt x="9154" y="3244"/>
                    <a:pt x="9199" y="1760"/>
                    <a:pt x="7716" y="801"/>
                  </a:cubicBezTo>
                  <a:cubicBezTo>
                    <a:pt x="7670" y="779"/>
                    <a:pt x="7624" y="733"/>
                    <a:pt x="7579" y="710"/>
                  </a:cubicBezTo>
                  <a:cubicBezTo>
                    <a:pt x="7533" y="687"/>
                    <a:pt x="7510" y="687"/>
                    <a:pt x="7487" y="664"/>
                  </a:cubicBezTo>
                  <a:cubicBezTo>
                    <a:pt x="7373" y="596"/>
                    <a:pt x="7259" y="550"/>
                    <a:pt x="7122" y="482"/>
                  </a:cubicBezTo>
                  <a:cubicBezTo>
                    <a:pt x="6378" y="161"/>
                    <a:pt x="5489" y="0"/>
                    <a:pt x="459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84" name="Google Shape;6184;p47"/>
            <p:cNvSpPr/>
            <p:nvPr/>
          </p:nvSpPr>
          <p:spPr>
            <a:xfrm>
              <a:off x="4476988" y="2209425"/>
              <a:ext cx="481625" cy="277025"/>
            </a:xfrm>
            <a:custGeom>
              <a:avLst/>
              <a:gdLst/>
              <a:ahLst/>
              <a:cxnLst/>
              <a:rect l="l" t="t" r="r" b="b"/>
              <a:pathLst>
                <a:path w="19265" h="11081" extrusionOk="0">
                  <a:moveTo>
                    <a:pt x="10933" y="649"/>
                  </a:moveTo>
                  <a:lnTo>
                    <a:pt x="12463" y="878"/>
                  </a:lnTo>
                  <a:lnTo>
                    <a:pt x="12052" y="1836"/>
                  </a:lnTo>
                  <a:cubicBezTo>
                    <a:pt x="12006" y="1950"/>
                    <a:pt x="12052" y="2065"/>
                    <a:pt x="12189" y="2133"/>
                  </a:cubicBezTo>
                  <a:cubicBezTo>
                    <a:pt x="12235" y="2156"/>
                    <a:pt x="12280" y="2179"/>
                    <a:pt x="12326" y="2179"/>
                  </a:cubicBezTo>
                  <a:cubicBezTo>
                    <a:pt x="12531" y="2247"/>
                    <a:pt x="12760" y="2316"/>
                    <a:pt x="12942" y="2384"/>
                  </a:cubicBezTo>
                  <a:cubicBezTo>
                    <a:pt x="13023" y="2411"/>
                    <a:pt x="13115" y="2424"/>
                    <a:pt x="13206" y="2424"/>
                  </a:cubicBezTo>
                  <a:cubicBezTo>
                    <a:pt x="13346" y="2424"/>
                    <a:pt x="13484" y="2394"/>
                    <a:pt x="13581" y="2338"/>
                  </a:cubicBezTo>
                  <a:lnTo>
                    <a:pt x="14996" y="1517"/>
                  </a:lnTo>
                  <a:lnTo>
                    <a:pt x="16115" y="2156"/>
                  </a:lnTo>
                  <a:lnTo>
                    <a:pt x="14791" y="2932"/>
                  </a:lnTo>
                  <a:cubicBezTo>
                    <a:pt x="14608" y="3046"/>
                    <a:pt x="14586" y="3206"/>
                    <a:pt x="14745" y="3320"/>
                  </a:cubicBezTo>
                  <a:cubicBezTo>
                    <a:pt x="14928" y="3480"/>
                    <a:pt x="15111" y="3617"/>
                    <a:pt x="15247" y="3776"/>
                  </a:cubicBezTo>
                  <a:cubicBezTo>
                    <a:pt x="15270" y="3799"/>
                    <a:pt x="15316" y="3822"/>
                    <a:pt x="15339" y="3845"/>
                  </a:cubicBezTo>
                  <a:cubicBezTo>
                    <a:pt x="15437" y="3894"/>
                    <a:pt x="15572" y="3932"/>
                    <a:pt x="15707" y="3932"/>
                  </a:cubicBezTo>
                  <a:cubicBezTo>
                    <a:pt x="15760" y="3932"/>
                    <a:pt x="15813" y="3926"/>
                    <a:pt x="15864" y="3913"/>
                  </a:cubicBezTo>
                  <a:lnTo>
                    <a:pt x="17484" y="3617"/>
                  </a:lnTo>
                  <a:lnTo>
                    <a:pt x="17964" y="4484"/>
                  </a:lnTo>
                  <a:lnTo>
                    <a:pt x="16343" y="4781"/>
                  </a:lnTo>
                  <a:cubicBezTo>
                    <a:pt x="16115" y="4826"/>
                    <a:pt x="15955" y="4963"/>
                    <a:pt x="15978" y="5100"/>
                  </a:cubicBezTo>
                  <a:cubicBezTo>
                    <a:pt x="16024" y="5237"/>
                    <a:pt x="16024" y="5351"/>
                    <a:pt x="16024" y="5488"/>
                  </a:cubicBezTo>
                  <a:cubicBezTo>
                    <a:pt x="16046" y="5557"/>
                    <a:pt x="16092" y="5625"/>
                    <a:pt x="16183" y="5694"/>
                  </a:cubicBezTo>
                  <a:cubicBezTo>
                    <a:pt x="16252" y="5739"/>
                    <a:pt x="16343" y="5762"/>
                    <a:pt x="16457" y="5762"/>
                  </a:cubicBezTo>
                  <a:lnTo>
                    <a:pt x="18146" y="5945"/>
                  </a:lnTo>
                  <a:lnTo>
                    <a:pt x="17872" y="6835"/>
                  </a:lnTo>
                  <a:lnTo>
                    <a:pt x="16183" y="6675"/>
                  </a:lnTo>
                  <a:cubicBezTo>
                    <a:pt x="16154" y="6672"/>
                    <a:pt x="16125" y="6671"/>
                    <a:pt x="16097" y="6671"/>
                  </a:cubicBezTo>
                  <a:cubicBezTo>
                    <a:pt x="15899" y="6671"/>
                    <a:pt x="15715" y="6738"/>
                    <a:pt x="15636" y="6858"/>
                  </a:cubicBezTo>
                  <a:cubicBezTo>
                    <a:pt x="15544" y="6972"/>
                    <a:pt x="15476" y="7086"/>
                    <a:pt x="15362" y="7200"/>
                  </a:cubicBezTo>
                  <a:cubicBezTo>
                    <a:pt x="15270" y="7314"/>
                    <a:pt x="15316" y="7451"/>
                    <a:pt x="15476" y="7543"/>
                  </a:cubicBezTo>
                  <a:cubicBezTo>
                    <a:pt x="15476" y="7543"/>
                    <a:pt x="15499" y="7565"/>
                    <a:pt x="15521" y="7565"/>
                  </a:cubicBezTo>
                  <a:lnTo>
                    <a:pt x="16891" y="8159"/>
                  </a:lnTo>
                  <a:lnTo>
                    <a:pt x="15932" y="8889"/>
                  </a:lnTo>
                  <a:lnTo>
                    <a:pt x="14563" y="8296"/>
                  </a:lnTo>
                  <a:cubicBezTo>
                    <a:pt x="14466" y="8253"/>
                    <a:pt x="14353" y="8230"/>
                    <a:pt x="14243" y="8230"/>
                  </a:cubicBezTo>
                  <a:cubicBezTo>
                    <a:pt x="14119" y="8230"/>
                    <a:pt x="13997" y="8258"/>
                    <a:pt x="13901" y="8319"/>
                  </a:cubicBezTo>
                  <a:cubicBezTo>
                    <a:pt x="13764" y="8387"/>
                    <a:pt x="13581" y="8456"/>
                    <a:pt x="13399" y="8547"/>
                  </a:cubicBezTo>
                  <a:cubicBezTo>
                    <a:pt x="13216" y="8638"/>
                    <a:pt x="13148" y="8775"/>
                    <a:pt x="13262" y="8912"/>
                  </a:cubicBezTo>
                  <a:lnTo>
                    <a:pt x="13992" y="9802"/>
                  </a:lnTo>
                  <a:lnTo>
                    <a:pt x="12577" y="10190"/>
                  </a:lnTo>
                  <a:lnTo>
                    <a:pt x="11824" y="9300"/>
                  </a:lnTo>
                  <a:cubicBezTo>
                    <a:pt x="11801" y="9254"/>
                    <a:pt x="11778" y="9232"/>
                    <a:pt x="11732" y="9209"/>
                  </a:cubicBezTo>
                  <a:cubicBezTo>
                    <a:pt x="11647" y="9157"/>
                    <a:pt x="11523" y="9132"/>
                    <a:pt x="11389" y="9132"/>
                  </a:cubicBezTo>
                  <a:cubicBezTo>
                    <a:pt x="11344" y="9132"/>
                    <a:pt x="11299" y="9135"/>
                    <a:pt x="11253" y="9140"/>
                  </a:cubicBezTo>
                  <a:cubicBezTo>
                    <a:pt x="11025" y="9163"/>
                    <a:pt x="10819" y="9186"/>
                    <a:pt x="10614" y="9209"/>
                  </a:cubicBezTo>
                  <a:cubicBezTo>
                    <a:pt x="10363" y="9232"/>
                    <a:pt x="10180" y="9346"/>
                    <a:pt x="10180" y="9483"/>
                  </a:cubicBezTo>
                  <a:lnTo>
                    <a:pt x="10112" y="10487"/>
                  </a:lnTo>
                  <a:lnTo>
                    <a:pt x="8537" y="10441"/>
                  </a:lnTo>
                  <a:lnTo>
                    <a:pt x="8605" y="9460"/>
                  </a:lnTo>
                  <a:cubicBezTo>
                    <a:pt x="8605" y="9369"/>
                    <a:pt x="8560" y="9300"/>
                    <a:pt x="8446" y="9232"/>
                  </a:cubicBezTo>
                  <a:cubicBezTo>
                    <a:pt x="8377" y="9186"/>
                    <a:pt x="8286" y="9163"/>
                    <a:pt x="8194" y="9163"/>
                  </a:cubicBezTo>
                  <a:cubicBezTo>
                    <a:pt x="7989" y="9140"/>
                    <a:pt x="7784" y="9095"/>
                    <a:pt x="7578" y="9049"/>
                  </a:cubicBezTo>
                  <a:cubicBezTo>
                    <a:pt x="7529" y="9039"/>
                    <a:pt x="7480" y="9035"/>
                    <a:pt x="7430" y="9035"/>
                  </a:cubicBezTo>
                  <a:cubicBezTo>
                    <a:pt x="7249" y="9035"/>
                    <a:pt x="7074" y="9096"/>
                    <a:pt x="6985" y="9186"/>
                  </a:cubicBezTo>
                  <a:lnTo>
                    <a:pt x="6140" y="10053"/>
                  </a:lnTo>
                  <a:lnTo>
                    <a:pt x="4771" y="9597"/>
                  </a:lnTo>
                  <a:lnTo>
                    <a:pt x="5592" y="8730"/>
                  </a:lnTo>
                  <a:cubicBezTo>
                    <a:pt x="5706" y="8615"/>
                    <a:pt x="5684" y="8478"/>
                    <a:pt x="5524" y="8387"/>
                  </a:cubicBezTo>
                  <a:cubicBezTo>
                    <a:pt x="5501" y="8364"/>
                    <a:pt x="5501" y="8364"/>
                    <a:pt x="5478" y="8364"/>
                  </a:cubicBezTo>
                  <a:cubicBezTo>
                    <a:pt x="5364" y="8296"/>
                    <a:pt x="5227" y="8227"/>
                    <a:pt x="5113" y="8159"/>
                  </a:cubicBezTo>
                  <a:cubicBezTo>
                    <a:pt x="5090" y="8159"/>
                    <a:pt x="5067" y="8136"/>
                    <a:pt x="4999" y="8113"/>
                  </a:cubicBezTo>
                  <a:cubicBezTo>
                    <a:pt x="4909" y="8049"/>
                    <a:pt x="4783" y="8021"/>
                    <a:pt x="4653" y="8021"/>
                  </a:cubicBezTo>
                  <a:cubicBezTo>
                    <a:pt x="4552" y="8021"/>
                    <a:pt x="4449" y="8038"/>
                    <a:pt x="4360" y="8068"/>
                  </a:cubicBezTo>
                  <a:lnTo>
                    <a:pt x="2945" y="8593"/>
                  </a:lnTo>
                  <a:lnTo>
                    <a:pt x="2077" y="7839"/>
                  </a:lnTo>
                  <a:lnTo>
                    <a:pt x="3492" y="7292"/>
                  </a:lnTo>
                  <a:cubicBezTo>
                    <a:pt x="3698" y="7223"/>
                    <a:pt x="3789" y="7063"/>
                    <a:pt x="3698" y="6949"/>
                  </a:cubicBezTo>
                  <a:cubicBezTo>
                    <a:pt x="3607" y="6812"/>
                    <a:pt x="3538" y="6698"/>
                    <a:pt x="3492" y="6584"/>
                  </a:cubicBezTo>
                  <a:cubicBezTo>
                    <a:pt x="3470" y="6538"/>
                    <a:pt x="3401" y="6493"/>
                    <a:pt x="3355" y="6447"/>
                  </a:cubicBezTo>
                  <a:cubicBezTo>
                    <a:pt x="3262" y="6410"/>
                    <a:pt x="3154" y="6372"/>
                    <a:pt x="3030" y="6372"/>
                  </a:cubicBezTo>
                  <a:cubicBezTo>
                    <a:pt x="3003" y="6372"/>
                    <a:pt x="2974" y="6374"/>
                    <a:pt x="2945" y="6379"/>
                  </a:cubicBezTo>
                  <a:lnTo>
                    <a:pt x="1256" y="6470"/>
                  </a:lnTo>
                  <a:lnTo>
                    <a:pt x="1096" y="5557"/>
                  </a:lnTo>
                  <a:lnTo>
                    <a:pt x="2785" y="5465"/>
                  </a:lnTo>
                  <a:cubicBezTo>
                    <a:pt x="3036" y="5443"/>
                    <a:pt x="3219" y="5329"/>
                    <a:pt x="3241" y="5192"/>
                  </a:cubicBezTo>
                  <a:cubicBezTo>
                    <a:pt x="3264" y="5077"/>
                    <a:pt x="3310" y="4941"/>
                    <a:pt x="3333" y="4826"/>
                  </a:cubicBezTo>
                  <a:cubicBezTo>
                    <a:pt x="3378" y="4712"/>
                    <a:pt x="3310" y="4621"/>
                    <a:pt x="3196" y="4552"/>
                  </a:cubicBezTo>
                  <a:cubicBezTo>
                    <a:pt x="3150" y="4530"/>
                    <a:pt x="3082" y="4507"/>
                    <a:pt x="3036" y="4484"/>
                  </a:cubicBezTo>
                  <a:lnTo>
                    <a:pt x="1438" y="4119"/>
                  </a:lnTo>
                  <a:lnTo>
                    <a:pt x="2032" y="3274"/>
                  </a:lnTo>
                  <a:lnTo>
                    <a:pt x="3607" y="3639"/>
                  </a:lnTo>
                  <a:cubicBezTo>
                    <a:pt x="3677" y="3661"/>
                    <a:pt x="3752" y="3671"/>
                    <a:pt x="3826" y="3671"/>
                  </a:cubicBezTo>
                  <a:cubicBezTo>
                    <a:pt x="3989" y="3671"/>
                    <a:pt x="4144" y="3620"/>
                    <a:pt x="4223" y="3525"/>
                  </a:cubicBezTo>
                  <a:cubicBezTo>
                    <a:pt x="4337" y="3434"/>
                    <a:pt x="4474" y="3320"/>
                    <a:pt x="4611" y="3229"/>
                  </a:cubicBezTo>
                  <a:cubicBezTo>
                    <a:pt x="4771" y="3114"/>
                    <a:pt x="4748" y="2955"/>
                    <a:pt x="4588" y="2841"/>
                  </a:cubicBezTo>
                  <a:lnTo>
                    <a:pt x="3470" y="2110"/>
                  </a:lnTo>
                  <a:lnTo>
                    <a:pt x="4679" y="1517"/>
                  </a:lnTo>
                  <a:lnTo>
                    <a:pt x="5821" y="2270"/>
                  </a:lnTo>
                  <a:cubicBezTo>
                    <a:pt x="5917" y="2325"/>
                    <a:pt x="6048" y="2355"/>
                    <a:pt x="6181" y="2355"/>
                  </a:cubicBezTo>
                  <a:cubicBezTo>
                    <a:pt x="6268" y="2355"/>
                    <a:pt x="6356" y="2343"/>
                    <a:pt x="6437" y="2316"/>
                  </a:cubicBezTo>
                  <a:cubicBezTo>
                    <a:pt x="6620" y="2270"/>
                    <a:pt x="6802" y="2201"/>
                    <a:pt x="7008" y="2156"/>
                  </a:cubicBezTo>
                  <a:cubicBezTo>
                    <a:pt x="7236" y="2087"/>
                    <a:pt x="7350" y="1950"/>
                    <a:pt x="7304" y="1813"/>
                  </a:cubicBezTo>
                  <a:lnTo>
                    <a:pt x="6893" y="855"/>
                  </a:lnTo>
                  <a:lnTo>
                    <a:pt x="8446" y="649"/>
                  </a:lnTo>
                  <a:lnTo>
                    <a:pt x="8834" y="1608"/>
                  </a:lnTo>
                  <a:cubicBezTo>
                    <a:pt x="8856" y="1654"/>
                    <a:pt x="8902" y="1722"/>
                    <a:pt x="8971" y="1745"/>
                  </a:cubicBezTo>
                  <a:cubicBezTo>
                    <a:pt x="9062" y="1813"/>
                    <a:pt x="9199" y="1836"/>
                    <a:pt x="9336" y="1836"/>
                  </a:cubicBezTo>
                  <a:lnTo>
                    <a:pt x="9998" y="1836"/>
                  </a:lnTo>
                  <a:cubicBezTo>
                    <a:pt x="10249" y="1836"/>
                    <a:pt x="10454" y="1745"/>
                    <a:pt x="10523" y="1608"/>
                  </a:cubicBezTo>
                  <a:lnTo>
                    <a:pt x="10933" y="649"/>
                  </a:lnTo>
                  <a:close/>
                  <a:moveTo>
                    <a:pt x="10585" y="1"/>
                  </a:moveTo>
                  <a:cubicBezTo>
                    <a:pt x="10490" y="1"/>
                    <a:pt x="10398" y="17"/>
                    <a:pt x="10317" y="33"/>
                  </a:cubicBezTo>
                  <a:cubicBezTo>
                    <a:pt x="10180" y="79"/>
                    <a:pt x="10112" y="147"/>
                    <a:pt x="10066" y="216"/>
                  </a:cubicBezTo>
                  <a:lnTo>
                    <a:pt x="9678" y="1129"/>
                  </a:lnTo>
                  <a:lnTo>
                    <a:pt x="9313" y="216"/>
                  </a:lnTo>
                  <a:cubicBezTo>
                    <a:pt x="9290" y="170"/>
                    <a:pt x="9244" y="124"/>
                    <a:pt x="9176" y="79"/>
                  </a:cubicBezTo>
                  <a:cubicBezTo>
                    <a:pt x="9090" y="27"/>
                    <a:pt x="8966" y="2"/>
                    <a:pt x="8832" y="2"/>
                  </a:cubicBezTo>
                  <a:cubicBezTo>
                    <a:pt x="8788" y="2"/>
                    <a:pt x="8742" y="5"/>
                    <a:pt x="8697" y="10"/>
                  </a:cubicBezTo>
                  <a:lnTo>
                    <a:pt x="6163" y="353"/>
                  </a:lnTo>
                  <a:cubicBezTo>
                    <a:pt x="6049" y="353"/>
                    <a:pt x="5935" y="398"/>
                    <a:pt x="5866" y="467"/>
                  </a:cubicBezTo>
                  <a:cubicBezTo>
                    <a:pt x="5775" y="535"/>
                    <a:pt x="5752" y="627"/>
                    <a:pt x="5798" y="695"/>
                  </a:cubicBezTo>
                  <a:lnTo>
                    <a:pt x="6163" y="1608"/>
                  </a:lnTo>
                  <a:lnTo>
                    <a:pt x="5090" y="878"/>
                  </a:lnTo>
                  <a:cubicBezTo>
                    <a:pt x="4999" y="832"/>
                    <a:pt x="4885" y="809"/>
                    <a:pt x="4771" y="786"/>
                  </a:cubicBezTo>
                  <a:cubicBezTo>
                    <a:pt x="4634" y="786"/>
                    <a:pt x="4497" y="809"/>
                    <a:pt x="4405" y="855"/>
                  </a:cubicBezTo>
                  <a:lnTo>
                    <a:pt x="2420" y="1836"/>
                  </a:lnTo>
                  <a:cubicBezTo>
                    <a:pt x="2214" y="1950"/>
                    <a:pt x="2191" y="2133"/>
                    <a:pt x="2374" y="2270"/>
                  </a:cubicBezTo>
                  <a:lnTo>
                    <a:pt x="3424" y="2955"/>
                  </a:lnTo>
                  <a:lnTo>
                    <a:pt x="3424" y="2955"/>
                  </a:lnTo>
                  <a:lnTo>
                    <a:pt x="1940" y="2612"/>
                  </a:lnTo>
                  <a:cubicBezTo>
                    <a:pt x="1872" y="2601"/>
                    <a:pt x="1803" y="2595"/>
                    <a:pt x="1738" y="2595"/>
                  </a:cubicBezTo>
                  <a:cubicBezTo>
                    <a:pt x="1672" y="2595"/>
                    <a:pt x="1609" y="2601"/>
                    <a:pt x="1552" y="2612"/>
                  </a:cubicBezTo>
                  <a:cubicBezTo>
                    <a:pt x="1415" y="2658"/>
                    <a:pt x="1324" y="2704"/>
                    <a:pt x="1278" y="2772"/>
                  </a:cubicBezTo>
                  <a:lnTo>
                    <a:pt x="297" y="4187"/>
                  </a:lnTo>
                  <a:cubicBezTo>
                    <a:pt x="228" y="4301"/>
                    <a:pt x="274" y="4416"/>
                    <a:pt x="411" y="4507"/>
                  </a:cubicBezTo>
                  <a:cubicBezTo>
                    <a:pt x="479" y="4530"/>
                    <a:pt x="525" y="4552"/>
                    <a:pt x="594" y="4552"/>
                  </a:cubicBezTo>
                  <a:lnTo>
                    <a:pt x="2077" y="4918"/>
                  </a:lnTo>
                  <a:lnTo>
                    <a:pt x="479" y="4986"/>
                  </a:lnTo>
                  <a:cubicBezTo>
                    <a:pt x="206" y="5009"/>
                    <a:pt x="0" y="5146"/>
                    <a:pt x="23" y="5329"/>
                  </a:cubicBezTo>
                  <a:lnTo>
                    <a:pt x="274" y="6812"/>
                  </a:lnTo>
                  <a:cubicBezTo>
                    <a:pt x="297" y="6881"/>
                    <a:pt x="343" y="6949"/>
                    <a:pt x="457" y="7018"/>
                  </a:cubicBezTo>
                  <a:cubicBezTo>
                    <a:pt x="571" y="7063"/>
                    <a:pt x="708" y="7086"/>
                    <a:pt x="845" y="7086"/>
                  </a:cubicBezTo>
                  <a:lnTo>
                    <a:pt x="2442" y="6995"/>
                  </a:lnTo>
                  <a:lnTo>
                    <a:pt x="1096" y="7497"/>
                  </a:lnTo>
                  <a:cubicBezTo>
                    <a:pt x="845" y="7588"/>
                    <a:pt x="799" y="7771"/>
                    <a:pt x="936" y="7908"/>
                  </a:cubicBezTo>
                  <a:lnTo>
                    <a:pt x="2351" y="9163"/>
                  </a:lnTo>
                  <a:cubicBezTo>
                    <a:pt x="2374" y="9186"/>
                    <a:pt x="2397" y="9209"/>
                    <a:pt x="2420" y="9209"/>
                  </a:cubicBezTo>
                  <a:cubicBezTo>
                    <a:pt x="2526" y="9275"/>
                    <a:pt x="2656" y="9311"/>
                    <a:pt x="2786" y="9311"/>
                  </a:cubicBezTo>
                  <a:cubicBezTo>
                    <a:pt x="2879" y="9311"/>
                    <a:pt x="2973" y="9293"/>
                    <a:pt x="3059" y="9254"/>
                  </a:cubicBezTo>
                  <a:lnTo>
                    <a:pt x="4405" y="8752"/>
                  </a:lnTo>
                  <a:lnTo>
                    <a:pt x="3629" y="9551"/>
                  </a:lnTo>
                  <a:cubicBezTo>
                    <a:pt x="3561" y="9620"/>
                    <a:pt x="3538" y="9711"/>
                    <a:pt x="3584" y="9779"/>
                  </a:cubicBezTo>
                  <a:cubicBezTo>
                    <a:pt x="3607" y="9825"/>
                    <a:pt x="3652" y="9871"/>
                    <a:pt x="3698" y="9916"/>
                  </a:cubicBezTo>
                  <a:cubicBezTo>
                    <a:pt x="3744" y="9939"/>
                    <a:pt x="3766" y="9962"/>
                    <a:pt x="3812" y="9962"/>
                  </a:cubicBezTo>
                  <a:lnTo>
                    <a:pt x="6072" y="10715"/>
                  </a:lnTo>
                  <a:cubicBezTo>
                    <a:pt x="6149" y="10736"/>
                    <a:pt x="6234" y="10747"/>
                    <a:pt x="6317" y="10747"/>
                  </a:cubicBezTo>
                  <a:cubicBezTo>
                    <a:pt x="6503" y="10747"/>
                    <a:pt x="6685" y="10696"/>
                    <a:pt x="6779" y="10601"/>
                  </a:cubicBezTo>
                  <a:lnTo>
                    <a:pt x="7555" y="9802"/>
                  </a:lnTo>
                  <a:lnTo>
                    <a:pt x="7510" y="10715"/>
                  </a:lnTo>
                  <a:cubicBezTo>
                    <a:pt x="7487" y="10807"/>
                    <a:pt x="7555" y="10875"/>
                    <a:pt x="7647" y="10944"/>
                  </a:cubicBezTo>
                  <a:cubicBezTo>
                    <a:pt x="7738" y="10989"/>
                    <a:pt x="7852" y="11012"/>
                    <a:pt x="7989" y="11035"/>
                  </a:cubicBezTo>
                  <a:lnTo>
                    <a:pt x="10591" y="11081"/>
                  </a:lnTo>
                  <a:cubicBezTo>
                    <a:pt x="10728" y="11081"/>
                    <a:pt x="10865" y="11058"/>
                    <a:pt x="10956" y="11012"/>
                  </a:cubicBezTo>
                  <a:cubicBezTo>
                    <a:pt x="11048" y="10944"/>
                    <a:pt x="11116" y="10875"/>
                    <a:pt x="11116" y="10807"/>
                  </a:cubicBezTo>
                  <a:lnTo>
                    <a:pt x="11185" y="9871"/>
                  </a:lnTo>
                  <a:lnTo>
                    <a:pt x="11869" y="10715"/>
                  </a:lnTo>
                  <a:cubicBezTo>
                    <a:pt x="11892" y="10738"/>
                    <a:pt x="11915" y="10784"/>
                    <a:pt x="11961" y="10807"/>
                  </a:cubicBezTo>
                  <a:cubicBezTo>
                    <a:pt x="12064" y="10851"/>
                    <a:pt x="12196" y="10876"/>
                    <a:pt x="12325" y="10876"/>
                  </a:cubicBezTo>
                  <a:cubicBezTo>
                    <a:pt x="12396" y="10876"/>
                    <a:pt x="12467" y="10868"/>
                    <a:pt x="12531" y="10852"/>
                  </a:cubicBezTo>
                  <a:lnTo>
                    <a:pt x="14882" y="10213"/>
                  </a:lnTo>
                  <a:cubicBezTo>
                    <a:pt x="15019" y="10190"/>
                    <a:pt x="15111" y="10122"/>
                    <a:pt x="15156" y="10053"/>
                  </a:cubicBezTo>
                  <a:cubicBezTo>
                    <a:pt x="15202" y="9962"/>
                    <a:pt x="15202" y="9894"/>
                    <a:pt x="15133" y="9825"/>
                  </a:cubicBezTo>
                  <a:lnTo>
                    <a:pt x="14449" y="8981"/>
                  </a:lnTo>
                  <a:lnTo>
                    <a:pt x="15727" y="9551"/>
                  </a:lnTo>
                  <a:cubicBezTo>
                    <a:pt x="15810" y="9585"/>
                    <a:pt x="15894" y="9606"/>
                    <a:pt x="15986" y="9606"/>
                  </a:cubicBezTo>
                  <a:cubicBezTo>
                    <a:pt x="16020" y="9606"/>
                    <a:pt x="16055" y="9603"/>
                    <a:pt x="16092" y="9597"/>
                  </a:cubicBezTo>
                  <a:cubicBezTo>
                    <a:pt x="16229" y="9597"/>
                    <a:pt x="16343" y="9551"/>
                    <a:pt x="16434" y="9483"/>
                  </a:cubicBezTo>
                  <a:lnTo>
                    <a:pt x="18009" y="8296"/>
                  </a:lnTo>
                  <a:cubicBezTo>
                    <a:pt x="18146" y="8182"/>
                    <a:pt x="18146" y="7999"/>
                    <a:pt x="17964" y="7908"/>
                  </a:cubicBezTo>
                  <a:cubicBezTo>
                    <a:pt x="17941" y="7885"/>
                    <a:pt x="17918" y="7885"/>
                    <a:pt x="17895" y="7885"/>
                  </a:cubicBezTo>
                  <a:lnTo>
                    <a:pt x="16640" y="7314"/>
                  </a:lnTo>
                  <a:lnTo>
                    <a:pt x="18215" y="7474"/>
                  </a:lnTo>
                  <a:cubicBezTo>
                    <a:pt x="18251" y="7480"/>
                    <a:pt x="18288" y="7483"/>
                    <a:pt x="18324" y="7483"/>
                  </a:cubicBezTo>
                  <a:cubicBezTo>
                    <a:pt x="18422" y="7483"/>
                    <a:pt x="18513" y="7462"/>
                    <a:pt x="18580" y="7428"/>
                  </a:cubicBezTo>
                  <a:cubicBezTo>
                    <a:pt x="18694" y="7383"/>
                    <a:pt x="18785" y="7314"/>
                    <a:pt x="18785" y="7223"/>
                  </a:cubicBezTo>
                  <a:lnTo>
                    <a:pt x="19242" y="5739"/>
                  </a:lnTo>
                  <a:cubicBezTo>
                    <a:pt x="19265" y="5648"/>
                    <a:pt x="19196" y="5557"/>
                    <a:pt x="19082" y="5488"/>
                  </a:cubicBezTo>
                  <a:cubicBezTo>
                    <a:pt x="19014" y="5443"/>
                    <a:pt x="18922" y="5420"/>
                    <a:pt x="18808" y="5397"/>
                  </a:cubicBezTo>
                  <a:lnTo>
                    <a:pt x="17233" y="5237"/>
                  </a:lnTo>
                  <a:lnTo>
                    <a:pt x="18763" y="4963"/>
                  </a:lnTo>
                  <a:cubicBezTo>
                    <a:pt x="18900" y="4941"/>
                    <a:pt x="18991" y="4895"/>
                    <a:pt x="19059" y="4826"/>
                  </a:cubicBezTo>
                  <a:cubicBezTo>
                    <a:pt x="19128" y="4758"/>
                    <a:pt x="19128" y="4667"/>
                    <a:pt x="19082" y="4598"/>
                  </a:cubicBezTo>
                  <a:lnTo>
                    <a:pt x="18306" y="3160"/>
                  </a:lnTo>
                  <a:cubicBezTo>
                    <a:pt x="18283" y="3114"/>
                    <a:pt x="18238" y="3069"/>
                    <a:pt x="18169" y="3046"/>
                  </a:cubicBezTo>
                  <a:cubicBezTo>
                    <a:pt x="18087" y="2997"/>
                    <a:pt x="17957" y="2959"/>
                    <a:pt x="17823" y="2959"/>
                  </a:cubicBezTo>
                  <a:cubicBezTo>
                    <a:pt x="17771" y="2959"/>
                    <a:pt x="17718" y="2965"/>
                    <a:pt x="17667" y="2978"/>
                  </a:cubicBezTo>
                  <a:lnTo>
                    <a:pt x="15932" y="3297"/>
                  </a:lnTo>
                  <a:cubicBezTo>
                    <a:pt x="15887" y="3251"/>
                    <a:pt x="15864" y="3206"/>
                    <a:pt x="15818" y="3183"/>
                  </a:cubicBezTo>
                  <a:lnTo>
                    <a:pt x="17188" y="2384"/>
                  </a:lnTo>
                  <a:cubicBezTo>
                    <a:pt x="17279" y="2316"/>
                    <a:pt x="17347" y="2247"/>
                    <a:pt x="17347" y="2156"/>
                  </a:cubicBezTo>
                  <a:cubicBezTo>
                    <a:pt x="17347" y="2087"/>
                    <a:pt x="17279" y="2019"/>
                    <a:pt x="17188" y="1950"/>
                  </a:cubicBezTo>
                  <a:lnTo>
                    <a:pt x="15339" y="900"/>
                  </a:lnTo>
                  <a:cubicBezTo>
                    <a:pt x="15247" y="832"/>
                    <a:pt x="15111" y="809"/>
                    <a:pt x="14996" y="809"/>
                  </a:cubicBezTo>
                  <a:cubicBezTo>
                    <a:pt x="14859" y="809"/>
                    <a:pt x="14722" y="832"/>
                    <a:pt x="14631" y="900"/>
                  </a:cubicBezTo>
                  <a:lnTo>
                    <a:pt x="13148" y="1745"/>
                  </a:lnTo>
                  <a:lnTo>
                    <a:pt x="13581" y="741"/>
                  </a:lnTo>
                  <a:cubicBezTo>
                    <a:pt x="13627" y="649"/>
                    <a:pt x="13581" y="535"/>
                    <a:pt x="13444" y="467"/>
                  </a:cubicBezTo>
                  <a:cubicBezTo>
                    <a:pt x="13376" y="421"/>
                    <a:pt x="13307" y="398"/>
                    <a:pt x="13216" y="375"/>
                  </a:cubicBezTo>
                  <a:lnTo>
                    <a:pt x="10705" y="10"/>
                  </a:lnTo>
                  <a:cubicBezTo>
                    <a:pt x="10665" y="4"/>
                    <a:pt x="10625" y="1"/>
                    <a:pt x="105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85" name="Google Shape;6185;p47"/>
            <p:cNvSpPr/>
            <p:nvPr/>
          </p:nvSpPr>
          <p:spPr>
            <a:xfrm>
              <a:off x="4472988" y="3241375"/>
              <a:ext cx="808600" cy="359525"/>
            </a:xfrm>
            <a:custGeom>
              <a:avLst/>
              <a:gdLst/>
              <a:ahLst/>
              <a:cxnLst/>
              <a:rect l="l" t="t" r="r" b="b"/>
              <a:pathLst>
                <a:path w="32344" h="14381" extrusionOk="0">
                  <a:moveTo>
                    <a:pt x="32344" y="92"/>
                  </a:moveTo>
                  <a:lnTo>
                    <a:pt x="32344" y="97"/>
                  </a:lnTo>
                  <a:lnTo>
                    <a:pt x="32344" y="97"/>
                  </a:lnTo>
                  <a:cubicBezTo>
                    <a:pt x="32344" y="95"/>
                    <a:pt x="32344" y="93"/>
                    <a:pt x="32344" y="92"/>
                  </a:cubicBezTo>
                  <a:close/>
                  <a:moveTo>
                    <a:pt x="23" y="0"/>
                  </a:moveTo>
                  <a:lnTo>
                    <a:pt x="0" y="4976"/>
                  </a:lnTo>
                  <a:cubicBezTo>
                    <a:pt x="0" y="7396"/>
                    <a:pt x="1598" y="9815"/>
                    <a:pt x="4771" y="11641"/>
                  </a:cubicBezTo>
                  <a:cubicBezTo>
                    <a:pt x="5159" y="11869"/>
                    <a:pt x="5547" y="12075"/>
                    <a:pt x="5958" y="12257"/>
                  </a:cubicBezTo>
                  <a:cubicBezTo>
                    <a:pt x="6095" y="12326"/>
                    <a:pt x="6232" y="12394"/>
                    <a:pt x="6391" y="12463"/>
                  </a:cubicBezTo>
                  <a:cubicBezTo>
                    <a:pt x="6620" y="12554"/>
                    <a:pt x="6848" y="12668"/>
                    <a:pt x="7099" y="12760"/>
                  </a:cubicBezTo>
                  <a:cubicBezTo>
                    <a:pt x="7145" y="12782"/>
                    <a:pt x="7190" y="12805"/>
                    <a:pt x="7236" y="12805"/>
                  </a:cubicBezTo>
                  <a:cubicBezTo>
                    <a:pt x="7327" y="12851"/>
                    <a:pt x="7419" y="12874"/>
                    <a:pt x="7510" y="12919"/>
                  </a:cubicBezTo>
                  <a:cubicBezTo>
                    <a:pt x="7852" y="13034"/>
                    <a:pt x="8172" y="13148"/>
                    <a:pt x="8491" y="13262"/>
                  </a:cubicBezTo>
                  <a:cubicBezTo>
                    <a:pt x="8606" y="13285"/>
                    <a:pt x="8720" y="13330"/>
                    <a:pt x="8834" y="13353"/>
                  </a:cubicBezTo>
                  <a:cubicBezTo>
                    <a:pt x="8925" y="13376"/>
                    <a:pt x="8994" y="13399"/>
                    <a:pt x="9062" y="13422"/>
                  </a:cubicBezTo>
                  <a:cubicBezTo>
                    <a:pt x="9199" y="13467"/>
                    <a:pt x="9336" y="13490"/>
                    <a:pt x="9473" y="13536"/>
                  </a:cubicBezTo>
                  <a:cubicBezTo>
                    <a:pt x="9815" y="13627"/>
                    <a:pt x="10158" y="13695"/>
                    <a:pt x="10477" y="13787"/>
                  </a:cubicBezTo>
                  <a:cubicBezTo>
                    <a:pt x="10569" y="13787"/>
                    <a:pt x="10660" y="13832"/>
                    <a:pt x="10751" y="13832"/>
                  </a:cubicBezTo>
                  <a:cubicBezTo>
                    <a:pt x="10888" y="13878"/>
                    <a:pt x="11025" y="13878"/>
                    <a:pt x="11162" y="13924"/>
                  </a:cubicBezTo>
                  <a:cubicBezTo>
                    <a:pt x="11436" y="13969"/>
                    <a:pt x="11733" y="14015"/>
                    <a:pt x="12007" y="14061"/>
                  </a:cubicBezTo>
                  <a:cubicBezTo>
                    <a:pt x="12121" y="14084"/>
                    <a:pt x="12235" y="14106"/>
                    <a:pt x="12349" y="14129"/>
                  </a:cubicBezTo>
                  <a:cubicBezTo>
                    <a:pt x="12486" y="14129"/>
                    <a:pt x="12600" y="14152"/>
                    <a:pt x="12737" y="14175"/>
                  </a:cubicBezTo>
                  <a:cubicBezTo>
                    <a:pt x="13011" y="14198"/>
                    <a:pt x="13262" y="14220"/>
                    <a:pt x="13536" y="14243"/>
                  </a:cubicBezTo>
                  <a:cubicBezTo>
                    <a:pt x="13673" y="14266"/>
                    <a:pt x="13787" y="14289"/>
                    <a:pt x="13924" y="14289"/>
                  </a:cubicBezTo>
                  <a:cubicBezTo>
                    <a:pt x="14038" y="14312"/>
                    <a:pt x="14175" y="14312"/>
                    <a:pt x="14289" y="14312"/>
                  </a:cubicBezTo>
                  <a:cubicBezTo>
                    <a:pt x="14563" y="14335"/>
                    <a:pt x="14837" y="14357"/>
                    <a:pt x="15111" y="14357"/>
                  </a:cubicBezTo>
                  <a:cubicBezTo>
                    <a:pt x="15248" y="14357"/>
                    <a:pt x="15385" y="14380"/>
                    <a:pt x="15522" y="14380"/>
                  </a:cubicBezTo>
                  <a:lnTo>
                    <a:pt x="17165" y="14380"/>
                  </a:lnTo>
                  <a:cubicBezTo>
                    <a:pt x="17256" y="14380"/>
                    <a:pt x="17348" y="14357"/>
                    <a:pt x="17439" y="14357"/>
                  </a:cubicBezTo>
                  <a:cubicBezTo>
                    <a:pt x="17804" y="14335"/>
                    <a:pt x="18169" y="14312"/>
                    <a:pt x="18535" y="14289"/>
                  </a:cubicBezTo>
                  <a:cubicBezTo>
                    <a:pt x="18671" y="14266"/>
                    <a:pt x="18808" y="14266"/>
                    <a:pt x="18968" y="14266"/>
                  </a:cubicBezTo>
                  <a:cubicBezTo>
                    <a:pt x="19037" y="14243"/>
                    <a:pt x="19105" y="14243"/>
                    <a:pt x="19174" y="14220"/>
                  </a:cubicBezTo>
                  <a:cubicBezTo>
                    <a:pt x="19288" y="14220"/>
                    <a:pt x="19402" y="14198"/>
                    <a:pt x="19493" y="14198"/>
                  </a:cubicBezTo>
                  <a:cubicBezTo>
                    <a:pt x="19881" y="14152"/>
                    <a:pt x="20246" y="14084"/>
                    <a:pt x="20634" y="14038"/>
                  </a:cubicBezTo>
                  <a:cubicBezTo>
                    <a:pt x="20726" y="14015"/>
                    <a:pt x="20817" y="14015"/>
                    <a:pt x="20886" y="13992"/>
                  </a:cubicBezTo>
                  <a:cubicBezTo>
                    <a:pt x="20931" y="13992"/>
                    <a:pt x="20977" y="13969"/>
                    <a:pt x="21022" y="13969"/>
                  </a:cubicBezTo>
                  <a:cubicBezTo>
                    <a:pt x="21205" y="13947"/>
                    <a:pt x="21388" y="13901"/>
                    <a:pt x="21547" y="13855"/>
                  </a:cubicBezTo>
                  <a:cubicBezTo>
                    <a:pt x="21844" y="13787"/>
                    <a:pt x="22141" y="13741"/>
                    <a:pt x="22438" y="13673"/>
                  </a:cubicBezTo>
                  <a:cubicBezTo>
                    <a:pt x="22666" y="13604"/>
                    <a:pt x="22871" y="13559"/>
                    <a:pt x="23077" y="13490"/>
                  </a:cubicBezTo>
                  <a:cubicBezTo>
                    <a:pt x="23351" y="13422"/>
                    <a:pt x="23625" y="13353"/>
                    <a:pt x="23898" y="13262"/>
                  </a:cubicBezTo>
                  <a:cubicBezTo>
                    <a:pt x="23967" y="13239"/>
                    <a:pt x="24035" y="13216"/>
                    <a:pt x="24081" y="13216"/>
                  </a:cubicBezTo>
                  <a:cubicBezTo>
                    <a:pt x="24423" y="13102"/>
                    <a:pt x="24743" y="12988"/>
                    <a:pt x="25063" y="12851"/>
                  </a:cubicBezTo>
                  <a:cubicBezTo>
                    <a:pt x="25108" y="12851"/>
                    <a:pt x="25154" y="12828"/>
                    <a:pt x="25200" y="12805"/>
                  </a:cubicBezTo>
                  <a:cubicBezTo>
                    <a:pt x="25565" y="12668"/>
                    <a:pt x="25907" y="12509"/>
                    <a:pt x="26249" y="12372"/>
                  </a:cubicBezTo>
                  <a:cubicBezTo>
                    <a:pt x="26341" y="12326"/>
                    <a:pt x="26432" y="12280"/>
                    <a:pt x="26546" y="12212"/>
                  </a:cubicBezTo>
                  <a:cubicBezTo>
                    <a:pt x="26911" y="12052"/>
                    <a:pt x="27277" y="11847"/>
                    <a:pt x="27619" y="11641"/>
                  </a:cubicBezTo>
                  <a:cubicBezTo>
                    <a:pt x="27687" y="11618"/>
                    <a:pt x="27756" y="11573"/>
                    <a:pt x="27824" y="11527"/>
                  </a:cubicBezTo>
                  <a:cubicBezTo>
                    <a:pt x="27893" y="11504"/>
                    <a:pt x="27939" y="11459"/>
                    <a:pt x="28007" y="11413"/>
                  </a:cubicBezTo>
                  <a:cubicBezTo>
                    <a:pt x="28098" y="11367"/>
                    <a:pt x="28190" y="11299"/>
                    <a:pt x="28304" y="11230"/>
                  </a:cubicBezTo>
                  <a:cubicBezTo>
                    <a:pt x="28372" y="11185"/>
                    <a:pt x="28464" y="11116"/>
                    <a:pt x="28555" y="11071"/>
                  </a:cubicBezTo>
                  <a:cubicBezTo>
                    <a:pt x="28646" y="11002"/>
                    <a:pt x="28737" y="10934"/>
                    <a:pt x="28829" y="10865"/>
                  </a:cubicBezTo>
                  <a:cubicBezTo>
                    <a:pt x="28897" y="10819"/>
                    <a:pt x="28989" y="10751"/>
                    <a:pt x="29057" y="10683"/>
                  </a:cubicBezTo>
                  <a:cubicBezTo>
                    <a:pt x="29148" y="10614"/>
                    <a:pt x="29240" y="10568"/>
                    <a:pt x="29308" y="10500"/>
                  </a:cubicBezTo>
                  <a:cubicBezTo>
                    <a:pt x="29399" y="10431"/>
                    <a:pt x="29468" y="10363"/>
                    <a:pt x="29536" y="10295"/>
                  </a:cubicBezTo>
                  <a:cubicBezTo>
                    <a:pt x="29628" y="10226"/>
                    <a:pt x="29696" y="10180"/>
                    <a:pt x="29765" y="10112"/>
                  </a:cubicBezTo>
                  <a:cubicBezTo>
                    <a:pt x="29810" y="10066"/>
                    <a:pt x="29833" y="10043"/>
                    <a:pt x="29879" y="10021"/>
                  </a:cubicBezTo>
                  <a:cubicBezTo>
                    <a:pt x="29902" y="9998"/>
                    <a:pt x="29924" y="9975"/>
                    <a:pt x="29947" y="9929"/>
                  </a:cubicBezTo>
                  <a:cubicBezTo>
                    <a:pt x="30084" y="9815"/>
                    <a:pt x="30198" y="9701"/>
                    <a:pt x="30312" y="9564"/>
                  </a:cubicBezTo>
                  <a:cubicBezTo>
                    <a:pt x="30358" y="9541"/>
                    <a:pt x="30404" y="9496"/>
                    <a:pt x="30427" y="9450"/>
                  </a:cubicBezTo>
                  <a:cubicBezTo>
                    <a:pt x="30586" y="9290"/>
                    <a:pt x="30723" y="9130"/>
                    <a:pt x="30860" y="8971"/>
                  </a:cubicBezTo>
                  <a:cubicBezTo>
                    <a:pt x="30860" y="8948"/>
                    <a:pt x="30860" y="8948"/>
                    <a:pt x="30883" y="8948"/>
                  </a:cubicBezTo>
                  <a:cubicBezTo>
                    <a:pt x="30906" y="8902"/>
                    <a:pt x="30929" y="8857"/>
                    <a:pt x="30952" y="8834"/>
                  </a:cubicBezTo>
                  <a:cubicBezTo>
                    <a:pt x="31043" y="8720"/>
                    <a:pt x="31111" y="8628"/>
                    <a:pt x="31180" y="8514"/>
                  </a:cubicBezTo>
                  <a:cubicBezTo>
                    <a:pt x="31225" y="8446"/>
                    <a:pt x="31271" y="8400"/>
                    <a:pt x="31294" y="8332"/>
                  </a:cubicBezTo>
                  <a:cubicBezTo>
                    <a:pt x="31362" y="8240"/>
                    <a:pt x="31408" y="8149"/>
                    <a:pt x="31476" y="8058"/>
                  </a:cubicBezTo>
                  <a:cubicBezTo>
                    <a:pt x="31499" y="8035"/>
                    <a:pt x="31499" y="8012"/>
                    <a:pt x="31522" y="7966"/>
                  </a:cubicBezTo>
                  <a:cubicBezTo>
                    <a:pt x="31545" y="7944"/>
                    <a:pt x="31568" y="7898"/>
                    <a:pt x="31591" y="7852"/>
                  </a:cubicBezTo>
                  <a:cubicBezTo>
                    <a:pt x="31636" y="7784"/>
                    <a:pt x="31659" y="7692"/>
                    <a:pt x="31705" y="7624"/>
                  </a:cubicBezTo>
                  <a:cubicBezTo>
                    <a:pt x="31750" y="7555"/>
                    <a:pt x="31773" y="7487"/>
                    <a:pt x="31796" y="7419"/>
                  </a:cubicBezTo>
                  <a:cubicBezTo>
                    <a:pt x="31842" y="7327"/>
                    <a:pt x="31865" y="7259"/>
                    <a:pt x="31910" y="7167"/>
                  </a:cubicBezTo>
                  <a:cubicBezTo>
                    <a:pt x="31933" y="7122"/>
                    <a:pt x="31933" y="7099"/>
                    <a:pt x="31956" y="7053"/>
                  </a:cubicBezTo>
                  <a:cubicBezTo>
                    <a:pt x="31956" y="7031"/>
                    <a:pt x="31979" y="6985"/>
                    <a:pt x="31979" y="6962"/>
                  </a:cubicBezTo>
                  <a:cubicBezTo>
                    <a:pt x="32024" y="6871"/>
                    <a:pt x="32047" y="6802"/>
                    <a:pt x="32070" y="6734"/>
                  </a:cubicBezTo>
                  <a:cubicBezTo>
                    <a:pt x="32093" y="6642"/>
                    <a:pt x="32116" y="6574"/>
                    <a:pt x="32116" y="6506"/>
                  </a:cubicBezTo>
                  <a:cubicBezTo>
                    <a:pt x="32138" y="6437"/>
                    <a:pt x="32161" y="6346"/>
                    <a:pt x="32184" y="6277"/>
                  </a:cubicBezTo>
                  <a:cubicBezTo>
                    <a:pt x="32184" y="6232"/>
                    <a:pt x="32207" y="6186"/>
                    <a:pt x="32207" y="6140"/>
                  </a:cubicBezTo>
                  <a:cubicBezTo>
                    <a:pt x="32230" y="6117"/>
                    <a:pt x="32230" y="6095"/>
                    <a:pt x="32230" y="6072"/>
                  </a:cubicBezTo>
                  <a:cubicBezTo>
                    <a:pt x="32253" y="5981"/>
                    <a:pt x="32253" y="5889"/>
                    <a:pt x="32275" y="5821"/>
                  </a:cubicBezTo>
                  <a:cubicBezTo>
                    <a:pt x="32275" y="5752"/>
                    <a:pt x="32275" y="5684"/>
                    <a:pt x="32298" y="5615"/>
                  </a:cubicBezTo>
                  <a:cubicBezTo>
                    <a:pt x="32298" y="5524"/>
                    <a:pt x="32298" y="5456"/>
                    <a:pt x="32321" y="5364"/>
                  </a:cubicBezTo>
                  <a:cubicBezTo>
                    <a:pt x="32321" y="5319"/>
                    <a:pt x="32321" y="5273"/>
                    <a:pt x="32321" y="5227"/>
                  </a:cubicBezTo>
                  <a:cubicBezTo>
                    <a:pt x="32321" y="5182"/>
                    <a:pt x="32321" y="5136"/>
                    <a:pt x="32321" y="5068"/>
                  </a:cubicBezTo>
                  <a:lnTo>
                    <a:pt x="32344" y="97"/>
                  </a:lnTo>
                  <a:lnTo>
                    <a:pt x="32344" y="97"/>
                  </a:lnTo>
                  <a:cubicBezTo>
                    <a:pt x="32343" y="187"/>
                    <a:pt x="32321" y="299"/>
                    <a:pt x="32321" y="388"/>
                  </a:cubicBezTo>
                  <a:cubicBezTo>
                    <a:pt x="32321" y="457"/>
                    <a:pt x="32321" y="548"/>
                    <a:pt x="32298" y="617"/>
                  </a:cubicBezTo>
                  <a:cubicBezTo>
                    <a:pt x="32298" y="685"/>
                    <a:pt x="32298" y="776"/>
                    <a:pt x="32275" y="845"/>
                  </a:cubicBezTo>
                  <a:cubicBezTo>
                    <a:pt x="32275" y="913"/>
                    <a:pt x="32253" y="1005"/>
                    <a:pt x="32253" y="1073"/>
                  </a:cubicBezTo>
                  <a:cubicBezTo>
                    <a:pt x="32230" y="1142"/>
                    <a:pt x="32207" y="1233"/>
                    <a:pt x="32207" y="1301"/>
                  </a:cubicBezTo>
                  <a:cubicBezTo>
                    <a:pt x="32184" y="1370"/>
                    <a:pt x="32161" y="1461"/>
                    <a:pt x="32138" y="1530"/>
                  </a:cubicBezTo>
                  <a:cubicBezTo>
                    <a:pt x="32116" y="1598"/>
                    <a:pt x="32093" y="1667"/>
                    <a:pt x="32070" y="1735"/>
                  </a:cubicBezTo>
                  <a:cubicBezTo>
                    <a:pt x="32047" y="1826"/>
                    <a:pt x="32024" y="1895"/>
                    <a:pt x="32001" y="1986"/>
                  </a:cubicBezTo>
                  <a:cubicBezTo>
                    <a:pt x="31979" y="2055"/>
                    <a:pt x="31956" y="2123"/>
                    <a:pt x="31910" y="2192"/>
                  </a:cubicBezTo>
                  <a:cubicBezTo>
                    <a:pt x="31887" y="2260"/>
                    <a:pt x="31865" y="2351"/>
                    <a:pt x="31819" y="2420"/>
                  </a:cubicBezTo>
                  <a:cubicBezTo>
                    <a:pt x="31796" y="2488"/>
                    <a:pt x="31750" y="2557"/>
                    <a:pt x="31728" y="2625"/>
                  </a:cubicBezTo>
                  <a:cubicBezTo>
                    <a:pt x="31682" y="2717"/>
                    <a:pt x="31636" y="2785"/>
                    <a:pt x="31591" y="2876"/>
                  </a:cubicBezTo>
                  <a:cubicBezTo>
                    <a:pt x="31568" y="2945"/>
                    <a:pt x="31522" y="3013"/>
                    <a:pt x="31499" y="3082"/>
                  </a:cubicBezTo>
                  <a:cubicBezTo>
                    <a:pt x="31431" y="3173"/>
                    <a:pt x="31385" y="3264"/>
                    <a:pt x="31317" y="3356"/>
                  </a:cubicBezTo>
                  <a:cubicBezTo>
                    <a:pt x="31271" y="3424"/>
                    <a:pt x="31248" y="3470"/>
                    <a:pt x="31203" y="3538"/>
                  </a:cubicBezTo>
                  <a:cubicBezTo>
                    <a:pt x="31134" y="3630"/>
                    <a:pt x="31043" y="3744"/>
                    <a:pt x="30974" y="3835"/>
                  </a:cubicBezTo>
                  <a:cubicBezTo>
                    <a:pt x="30929" y="3881"/>
                    <a:pt x="30906" y="3926"/>
                    <a:pt x="30860" y="3972"/>
                  </a:cubicBezTo>
                  <a:cubicBezTo>
                    <a:pt x="30746" y="4155"/>
                    <a:pt x="30609" y="4314"/>
                    <a:pt x="30449" y="4474"/>
                  </a:cubicBezTo>
                  <a:cubicBezTo>
                    <a:pt x="30404" y="4520"/>
                    <a:pt x="30381" y="4543"/>
                    <a:pt x="30335" y="4588"/>
                  </a:cubicBezTo>
                  <a:cubicBezTo>
                    <a:pt x="30221" y="4725"/>
                    <a:pt x="30084" y="4839"/>
                    <a:pt x="29970" y="4953"/>
                  </a:cubicBezTo>
                  <a:cubicBezTo>
                    <a:pt x="29902" y="5022"/>
                    <a:pt x="29856" y="5068"/>
                    <a:pt x="29787" y="5113"/>
                  </a:cubicBezTo>
                  <a:cubicBezTo>
                    <a:pt x="29719" y="5182"/>
                    <a:pt x="29628" y="5250"/>
                    <a:pt x="29559" y="5319"/>
                  </a:cubicBezTo>
                  <a:cubicBezTo>
                    <a:pt x="29491" y="5387"/>
                    <a:pt x="29399" y="5456"/>
                    <a:pt x="29331" y="5501"/>
                  </a:cubicBezTo>
                  <a:cubicBezTo>
                    <a:pt x="29240" y="5570"/>
                    <a:pt x="29171" y="5638"/>
                    <a:pt x="29080" y="5707"/>
                  </a:cubicBezTo>
                  <a:cubicBezTo>
                    <a:pt x="29011" y="5775"/>
                    <a:pt x="28920" y="5821"/>
                    <a:pt x="28829" y="5889"/>
                  </a:cubicBezTo>
                  <a:cubicBezTo>
                    <a:pt x="28760" y="5958"/>
                    <a:pt x="28669" y="6026"/>
                    <a:pt x="28578" y="6072"/>
                  </a:cubicBezTo>
                  <a:cubicBezTo>
                    <a:pt x="28486" y="6140"/>
                    <a:pt x="28395" y="6186"/>
                    <a:pt x="28304" y="6254"/>
                  </a:cubicBezTo>
                  <a:cubicBezTo>
                    <a:pt x="28212" y="6323"/>
                    <a:pt x="28121" y="6369"/>
                    <a:pt x="28007" y="6437"/>
                  </a:cubicBezTo>
                  <a:cubicBezTo>
                    <a:pt x="27893" y="6506"/>
                    <a:pt x="27779" y="6597"/>
                    <a:pt x="27642" y="6665"/>
                  </a:cubicBezTo>
                  <a:cubicBezTo>
                    <a:pt x="27299" y="6871"/>
                    <a:pt x="26934" y="7053"/>
                    <a:pt x="26546" y="7236"/>
                  </a:cubicBezTo>
                  <a:cubicBezTo>
                    <a:pt x="26455" y="7282"/>
                    <a:pt x="26364" y="7327"/>
                    <a:pt x="26249" y="7373"/>
                  </a:cubicBezTo>
                  <a:cubicBezTo>
                    <a:pt x="25907" y="7533"/>
                    <a:pt x="25565" y="7692"/>
                    <a:pt x="25222" y="7829"/>
                  </a:cubicBezTo>
                  <a:cubicBezTo>
                    <a:pt x="25177" y="7829"/>
                    <a:pt x="25131" y="7852"/>
                    <a:pt x="25085" y="7875"/>
                  </a:cubicBezTo>
                  <a:cubicBezTo>
                    <a:pt x="24697" y="8012"/>
                    <a:pt x="24309" y="8149"/>
                    <a:pt x="23921" y="8286"/>
                  </a:cubicBezTo>
                  <a:cubicBezTo>
                    <a:pt x="23647" y="8354"/>
                    <a:pt x="23374" y="8446"/>
                    <a:pt x="23100" y="8514"/>
                  </a:cubicBezTo>
                  <a:cubicBezTo>
                    <a:pt x="22871" y="8583"/>
                    <a:pt x="22666" y="8628"/>
                    <a:pt x="22460" y="8674"/>
                  </a:cubicBezTo>
                  <a:cubicBezTo>
                    <a:pt x="22164" y="8765"/>
                    <a:pt x="21867" y="8811"/>
                    <a:pt x="21570" y="8879"/>
                  </a:cubicBezTo>
                  <a:cubicBezTo>
                    <a:pt x="21342" y="8925"/>
                    <a:pt x="21137" y="8971"/>
                    <a:pt x="20908" y="9016"/>
                  </a:cubicBezTo>
                  <a:cubicBezTo>
                    <a:pt x="20817" y="9016"/>
                    <a:pt x="20726" y="9039"/>
                    <a:pt x="20634" y="9062"/>
                  </a:cubicBezTo>
                  <a:cubicBezTo>
                    <a:pt x="20269" y="9108"/>
                    <a:pt x="19904" y="9176"/>
                    <a:pt x="19516" y="9199"/>
                  </a:cubicBezTo>
                  <a:cubicBezTo>
                    <a:pt x="19402" y="9222"/>
                    <a:pt x="19311" y="9245"/>
                    <a:pt x="19196" y="9245"/>
                  </a:cubicBezTo>
                  <a:cubicBezTo>
                    <a:pt x="18968" y="9267"/>
                    <a:pt x="18763" y="9290"/>
                    <a:pt x="18535" y="9313"/>
                  </a:cubicBezTo>
                  <a:cubicBezTo>
                    <a:pt x="18169" y="9336"/>
                    <a:pt x="17804" y="9359"/>
                    <a:pt x="17439" y="9382"/>
                  </a:cubicBezTo>
                  <a:cubicBezTo>
                    <a:pt x="17211" y="9382"/>
                    <a:pt x="16982" y="9382"/>
                    <a:pt x="16754" y="9404"/>
                  </a:cubicBezTo>
                  <a:lnTo>
                    <a:pt x="15864" y="9404"/>
                  </a:lnTo>
                  <a:cubicBezTo>
                    <a:pt x="15613" y="9404"/>
                    <a:pt x="15362" y="9382"/>
                    <a:pt x="15134" y="9382"/>
                  </a:cubicBezTo>
                  <a:cubicBezTo>
                    <a:pt x="14860" y="9359"/>
                    <a:pt x="14586" y="9359"/>
                    <a:pt x="14312" y="9336"/>
                  </a:cubicBezTo>
                  <a:cubicBezTo>
                    <a:pt x="14061" y="9313"/>
                    <a:pt x="13810" y="9290"/>
                    <a:pt x="13559" y="9267"/>
                  </a:cubicBezTo>
                  <a:cubicBezTo>
                    <a:pt x="13285" y="9245"/>
                    <a:pt x="13011" y="9222"/>
                    <a:pt x="12760" y="9176"/>
                  </a:cubicBezTo>
                  <a:cubicBezTo>
                    <a:pt x="12509" y="9153"/>
                    <a:pt x="12258" y="9108"/>
                    <a:pt x="12029" y="9085"/>
                  </a:cubicBezTo>
                  <a:cubicBezTo>
                    <a:pt x="11733" y="9039"/>
                    <a:pt x="11459" y="8993"/>
                    <a:pt x="11162" y="8925"/>
                  </a:cubicBezTo>
                  <a:cubicBezTo>
                    <a:pt x="10957" y="8879"/>
                    <a:pt x="10728" y="8834"/>
                    <a:pt x="10500" y="8788"/>
                  </a:cubicBezTo>
                  <a:cubicBezTo>
                    <a:pt x="10158" y="8720"/>
                    <a:pt x="9838" y="8628"/>
                    <a:pt x="9496" y="8560"/>
                  </a:cubicBezTo>
                  <a:cubicBezTo>
                    <a:pt x="9290" y="8491"/>
                    <a:pt x="9062" y="8446"/>
                    <a:pt x="8857" y="8377"/>
                  </a:cubicBezTo>
                  <a:cubicBezTo>
                    <a:pt x="8742" y="8354"/>
                    <a:pt x="8628" y="8309"/>
                    <a:pt x="8514" y="8263"/>
                  </a:cubicBezTo>
                  <a:cubicBezTo>
                    <a:pt x="8172" y="8172"/>
                    <a:pt x="7852" y="8058"/>
                    <a:pt x="7533" y="7944"/>
                  </a:cubicBezTo>
                  <a:cubicBezTo>
                    <a:pt x="7441" y="7898"/>
                    <a:pt x="7350" y="7875"/>
                    <a:pt x="7259" y="7829"/>
                  </a:cubicBezTo>
                  <a:cubicBezTo>
                    <a:pt x="6962" y="7715"/>
                    <a:pt x="6665" y="7601"/>
                    <a:pt x="6391" y="7464"/>
                  </a:cubicBezTo>
                  <a:cubicBezTo>
                    <a:pt x="6255" y="7419"/>
                    <a:pt x="6118" y="7350"/>
                    <a:pt x="5981" y="7282"/>
                  </a:cubicBezTo>
                  <a:cubicBezTo>
                    <a:pt x="5570" y="7099"/>
                    <a:pt x="5182" y="6894"/>
                    <a:pt x="4794" y="6665"/>
                  </a:cubicBezTo>
                  <a:cubicBezTo>
                    <a:pt x="1598" y="4839"/>
                    <a:pt x="23" y="2420"/>
                    <a:pt x="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86" name="Google Shape;6186;p47"/>
            <p:cNvSpPr/>
            <p:nvPr/>
          </p:nvSpPr>
          <p:spPr>
            <a:xfrm>
              <a:off x="4433613" y="3008550"/>
              <a:ext cx="887925" cy="467950"/>
            </a:xfrm>
            <a:custGeom>
              <a:avLst/>
              <a:gdLst/>
              <a:ahLst/>
              <a:cxnLst/>
              <a:rect l="l" t="t" r="r" b="b"/>
              <a:pathLst>
                <a:path w="35517" h="18718" extrusionOk="0">
                  <a:moveTo>
                    <a:pt x="17699" y="1"/>
                  </a:moveTo>
                  <a:cubicBezTo>
                    <a:pt x="13564" y="1"/>
                    <a:pt x="9439" y="914"/>
                    <a:pt x="6300" y="2740"/>
                  </a:cubicBezTo>
                  <a:cubicBezTo>
                    <a:pt x="0" y="6392"/>
                    <a:pt x="46" y="12326"/>
                    <a:pt x="6369" y="15978"/>
                  </a:cubicBezTo>
                  <a:cubicBezTo>
                    <a:pt x="9530" y="17804"/>
                    <a:pt x="13673" y="18717"/>
                    <a:pt x="17810" y="18717"/>
                  </a:cubicBezTo>
                  <a:cubicBezTo>
                    <a:pt x="21947" y="18717"/>
                    <a:pt x="26078" y="17804"/>
                    <a:pt x="29217" y="15978"/>
                  </a:cubicBezTo>
                  <a:cubicBezTo>
                    <a:pt x="35517" y="12326"/>
                    <a:pt x="35471" y="6392"/>
                    <a:pt x="29148" y="2740"/>
                  </a:cubicBezTo>
                  <a:cubicBezTo>
                    <a:pt x="25976" y="914"/>
                    <a:pt x="21833" y="1"/>
                    <a:pt x="1769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87" name="Google Shape;6187;p47"/>
            <p:cNvSpPr/>
            <p:nvPr/>
          </p:nvSpPr>
          <p:spPr>
            <a:xfrm>
              <a:off x="4624213" y="3163625"/>
              <a:ext cx="145525" cy="83050"/>
            </a:xfrm>
            <a:custGeom>
              <a:avLst/>
              <a:gdLst/>
              <a:ahLst/>
              <a:cxnLst/>
              <a:rect l="l" t="t" r="r" b="b"/>
              <a:pathLst>
                <a:path w="5821" h="3322" extrusionOk="0">
                  <a:moveTo>
                    <a:pt x="4109" y="485"/>
                  </a:moveTo>
                  <a:lnTo>
                    <a:pt x="4908" y="965"/>
                  </a:lnTo>
                  <a:lnTo>
                    <a:pt x="1712" y="2814"/>
                  </a:lnTo>
                  <a:lnTo>
                    <a:pt x="890" y="2357"/>
                  </a:lnTo>
                  <a:lnTo>
                    <a:pt x="4109" y="485"/>
                  </a:lnTo>
                  <a:close/>
                  <a:moveTo>
                    <a:pt x="4109" y="0"/>
                  </a:moveTo>
                  <a:cubicBezTo>
                    <a:pt x="4017" y="0"/>
                    <a:pt x="3926" y="18"/>
                    <a:pt x="3858" y="52"/>
                  </a:cubicBezTo>
                  <a:lnTo>
                    <a:pt x="137" y="2220"/>
                  </a:lnTo>
                  <a:cubicBezTo>
                    <a:pt x="0" y="2289"/>
                    <a:pt x="0" y="2426"/>
                    <a:pt x="137" y="2517"/>
                  </a:cubicBezTo>
                  <a:lnTo>
                    <a:pt x="1461" y="3270"/>
                  </a:lnTo>
                  <a:cubicBezTo>
                    <a:pt x="1529" y="3304"/>
                    <a:pt x="1621" y="3321"/>
                    <a:pt x="1712" y="3321"/>
                  </a:cubicBezTo>
                  <a:cubicBezTo>
                    <a:pt x="1803" y="3321"/>
                    <a:pt x="1895" y="3304"/>
                    <a:pt x="1963" y="3270"/>
                  </a:cubicBezTo>
                  <a:lnTo>
                    <a:pt x="5684" y="1102"/>
                  </a:lnTo>
                  <a:cubicBezTo>
                    <a:pt x="5821" y="1010"/>
                    <a:pt x="5821" y="896"/>
                    <a:pt x="5684" y="805"/>
                  </a:cubicBezTo>
                  <a:lnTo>
                    <a:pt x="4360" y="52"/>
                  </a:lnTo>
                  <a:cubicBezTo>
                    <a:pt x="4291" y="18"/>
                    <a:pt x="4200" y="0"/>
                    <a:pt x="41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88" name="Google Shape;6188;p47"/>
            <p:cNvSpPr/>
            <p:nvPr/>
          </p:nvSpPr>
          <p:spPr>
            <a:xfrm>
              <a:off x="4688113" y="3185450"/>
              <a:ext cx="170075" cy="97750"/>
            </a:xfrm>
            <a:custGeom>
              <a:avLst/>
              <a:gdLst/>
              <a:ahLst/>
              <a:cxnLst/>
              <a:rect l="l" t="t" r="r" b="b"/>
              <a:pathLst>
                <a:path w="6803" h="3910" extrusionOk="0">
                  <a:moveTo>
                    <a:pt x="5113" y="503"/>
                  </a:moveTo>
                  <a:lnTo>
                    <a:pt x="5912" y="959"/>
                  </a:lnTo>
                  <a:lnTo>
                    <a:pt x="1690" y="3424"/>
                  </a:lnTo>
                  <a:lnTo>
                    <a:pt x="891" y="2945"/>
                  </a:lnTo>
                  <a:lnTo>
                    <a:pt x="5113" y="503"/>
                  </a:lnTo>
                  <a:close/>
                  <a:moveTo>
                    <a:pt x="5113" y="0"/>
                  </a:moveTo>
                  <a:cubicBezTo>
                    <a:pt x="5022" y="0"/>
                    <a:pt x="4931" y="23"/>
                    <a:pt x="4862" y="69"/>
                  </a:cubicBezTo>
                  <a:lnTo>
                    <a:pt x="137" y="2808"/>
                  </a:lnTo>
                  <a:cubicBezTo>
                    <a:pt x="1" y="2899"/>
                    <a:pt x="1" y="3013"/>
                    <a:pt x="137" y="3105"/>
                  </a:cubicBezTo>
                  <a:lnTo>
                    <a:pt x="1439" y="3858"/>
                  </a:lnTo>
                  <a:cubicBezTo>
                    <a:pt x="1507" y="3892"/>
                    <a:pt x="1598" y="3909"/>
                    <a:pt x="1690" y="3909"/>
                  </a:cubicBezTo>
                  <a:cubicBezTo>
                    <a:pt x="1781" y="3909"/>
                    <a:pt x="1872" y="3892"/>
                    <a:pt x="1941" y="3858"/>
                  </a:cubicBezTo>
                  <a:lnTo>
                    <a:pt x="6666" y="1119"/>
                  </a:lnTo>
                  <a:cubicBezTo>
                    <a:pt x="6802" y="1028"/>
                    <a:pt x="6802" y="891"/>
                    <a:pt x="6666" y="822"/>
                  </a:cubicBezTo>
                  <a:lnTo>
                    <a:pt x="5364" y="69"/>
                  </a:lnTo>
                  <a:cubicBezTo>
                    <a:pt x="5296" y="23"/>
                    <a:pt x="5205" y="0"/>
                    <a:pt x="511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89" name="Google Shape;6189;p47"/>
            <p:cNvSpPr/>
            <p:nvPr/>
          </p:nvSpPr>
          <p:spPr>
            <a:xfrm>
              <a:off x="4814788" y="3219550"/>
              <a:ext cx="238550" cy="137125"/>
            </a:xfrm>
            <a:custGeom>
              <a:avLst/>
              <a:gdLst/>
              <a:ahLst/>
              <a:cxnLst/>
              <a:rect l="l" t="t" r="r" b="b"/>
              <a:pathLst>
                <a:path w="9542" h="5485" extrusionOk="0">
                  <a:moveTo>
                    <a:pt x="7830" y="485"/>
                  </a:moveTo>
                  <a:lnTo>
                    <a:pt x="8629" y="965"/>
                  </a:lnTo>
                  <a:lnTo>
                    <a:pt x="1713" y="4982"/>
                  </a:lnTo>
                  <a:lnTo>
                    <a:pt x="891" y="4525"/>
                  </a:lnTo>
                  <a:lnTo>
                    <a:pt x="7830" y="485"/>
                  </a:lnTo>
                  <a:close/>
                  <a:moveTo>
                    <a:pt x="7830" y="0"/>
                  </a:moveTo>
                  <a:cubicBezTo>
                    <a:pt x="7739" y="0"/>
                    <a:pt x="7647" y="17"/>
                    <a:pt x="7579" y="52"/>
                  </a:cubicBezTo>
                  <a:lnTo>
                    <a:pt x="138" y="4388"/>
                  </a:lnTo>
                  <a:cubicBezTo>
                    <a:pt x="1" y="4457"/>
                    <a:pt x="1" y="4594"/>
                    <a:pt x="138" y="4662"/>
                  </a:cubicBezTo>
                  <a:lnTo>
                    <a:pt x="1462" y="5416"/>
                  </a:lnTo>
                  <a:cubicBezTo>
                    <a:pt x="1530" y="5461"/>
                    <a:pt x="1621" y="5484"/>
                    <a:pt x="1713" y="5484"/>
                  </a:cubicBezTo>
                  <a:cubicBezTo>
                    <a:pt x="1804" y="5484"/>
                    <a:pt x="1895" y="5461"/>
                    <a:pt x="1964" y="5416"/>
                  </a:cubicBezTo>
                  <a:lnTo>
                    <a:pt x="9405" y="1102"/>
                  </a:lnTo>
                  <a:cubicBezTo>
                    <a:pt x="9542" y="1033"/>
                    <a:pt x="9542" y="896"/>
                    <a:pt x="9382" y="805"/>
                  </a:cubicBezTo>
                  <a:lnTo>
                    <a:pt x="8081" y="52"/>
                  </a:lnTo>
                  <a:cubicBezTo>
                    <a:pt x="8012" y="17"/>
                    <a:pt x="7921" y="0"/>
                    <a:pt x="78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90" name="Google Shape;6190;p47"/>
            <p:cNvSpPr/>
            <p:nvPr/>
          </p:nvSpPr>
          <p:spPr>
            <a:xfrm>
              <a:off x="4751463" y="3206550"/>
              <a:ext cx="196875" cy="113600"/>
            </a:xfrm>
            <a:custGeom>
              <a:avLst/>
              <a:gdLst/>
              <a:ahLst/>
              <a:cxnLst/>
              <a:rect l="l" t="t" r="r" b="b"/>
              <a:pathLst>
                <a:path w="7875" h="4544" extrusionOk="0">
                  <a:moveTo>
                    <a:pt x="6186" y="503"/>
                  </a:moveTo>
                  <a:lnTo>
                    <a:pt x="6985" y="960"/>
                  </a:lnTo>
                  <a:lnTo>
                    <a:pt x="1689" y="4041"/>
                  </a:lnTo>
                  <a:lnTo>
                    <a:pt x="890" y="3585"/>
                  </a:lnTo>
                  <a:lnTo>
                    <a:pt x="6186" y="503"/>
                  </a:lnTo>
                  <a:close/>
                  <a:moveTo>
                    <a:pt x="6186" y="1"/>
                  </a:moveTo>
                  <a:cubicBezTo>
                    <a:pt x="6094" y="1"/>
                    <a:pt x="6003" y="24"/>
                    <a:pt x="5935" y="69"/>
                  </a:cubicBezTo>
                  <a:lnTo>
                    <a:pt x="137" y="3425"/>
                  </a:lnTo>
                  <a:cubicBezTo>
                    <a:pt x="0" y="3516"/>
                    <a:pt x="0" y="3653"/>
                    <a:pt x="137" y="3721"/>
                  </a:cubicBezTo>
                  <a:lnTo>
                    <a:pt x="1438" y="4475"/>
                  </a:lnTo>
                  <a:cubicBezTo>
                    <a:pt x="1507" y="4520"/>
                    <a:pt x="1598" y="4543"/>
                    <a:pt x="1689" y="4543"/>
                  </a:cubicBezTo>
                  <a:cubicBezTo>
                    <a:pt x="1781" y="4543"/>
                    <a:pt x="1872" y="4520"/>
                    <a:pt x="1940" y="4475"/>
                  </a:cubicBezTo>
                  <a:lnTo>
                    <a:pt x="7738" y="1097"/>
                  </a:lnTo>
                  <a:cubicBezTo>
                    <a:pt x="7875" y="1028"/>
                    <a:pt x="7875" y="891"/>
                    <a:pt x="7738" y="823"/>
                  </a:cubicBezTo>
                  <a:lnTo>
                    <a:pt x="6437" y="69"/>
                  </a:lnTo>
                  <a:cubicBezTo>
                    <a:pt x="6368" y="24"/>
                    <a:pt x="6277" y="1"/>
                    <a:pt x="61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91" name="Google Shape;6191;p47"/>
            <p:cNvSpPr/>
            <p:nvPr/>
          </p:nvSpPr>
          <p:spPr>
            <a:xfrm>
              <a:off x="4783988" y="3124825"/>
              <a:ext cx="357800" cy="92025"/>
            </a:xfrm>
            <a:custGeom>
              <a:avLst/>
              <a:gdLst/>
              <a:ahLst/>
              <a:cxnLst/>
              <a:rect l="l" t="t" r="r" b="b"/>
              <a:pathLst>
                <a:path w="14312" h="3681" extrusionOk="0">
                  <a:moveTo>
                    <a:pt x="388" y="0"/>
                  </a:moveTo>
                  <a:cubicBezTo>
                    <a:pt x="297" y="0"/>
                    <a:pt x="206" y="17"/>
                    <a:pt x="137" y="52"/>
                  </a:cubicBezTo>
                  <a:cubicBezTo>
                    <a:pt x="0" y="143"/>
                    <a:pt x="0" y="280"/>
                    <a:pt x="137" y="348"/>
                  </a:cubicBezTo>
                  <a:cubicBezTo>
                    <a:pt x="3810" y="2465"/>
                    <a:pt x="7211" y="2904"/>
                    <a:pt x="10475" y="2904"/>
                  </a:cubicBezTo>
                  <a:cubicBezTo>
                    <a:pt x="11329" y="2904"/>
                    <a:pt x="12173" y="2874"/>
                    <a:pt x="13011" y="2836"/>
                  </a:cubicBezTo>
                  <a:lnTo>
                    <a:pt x="13011" y="2836"/>
                  </a:lnTo>
                  <a:lnTo>
                    <a:pt x="12189" y="3316"/>
                  </a:lnTo>
                  <a:cubicBezTo>
                    <a:pt x="12052" y="3407"/>
                    <a:pt x="12052" y="3544"/>
                    <a:pt x="12189" y="3612"/>
                  </a:cubicBezTo>
                  <a:cubicBezTo>
                    <a:pt x="12257" y="3658"/>
                    <a:pt x="12349" y="3681"/>
                    <a:pt x="12440" y="3681"/>
                  </a:cubicBezTo>
                  <a:cubicBezTo>
                    <a:pt x="12531" y="3681"/>
                    <a:pt x="12623" y="3658"/>
                    <a:pt x="12691" y="3612"/>
                  </a:cubicBezTo>
                  <a:lnTo>
                    <a:pt x="14198" y="2745"/>
                  </a:lnTo>
                  <a:cubicBezTo>
                    <a:pt x="14289" y="2699"/>
                    <a:pt x="14312" y="2631"/>
                    <a:pt x="14312" y="2562"/>
                  </a:cubicBezTo>
                  <a:cubicBezTo>
                    <a:pt x="14312" y="2562"/>
                    <a:pt x="14312" y="2562"/>
                    <a:pt x="14312" y="2540"/>
                  </a:cubicBezTo>
                  <a:lnTo>
                    <a:pt x="14289" y="2540"/>
                  </a:lnTo>
                  <a:cubicBezTo>
                    <a:pt x="14289" y="2540"/>
                    <a:pt x="14289" y="2517"/>
                    <a:pt x="14289" y="2517"/>
                  </a:cubicBezTo>
                  <a:cubicBezTo>
                    <a:pt x="14266" y="2494"/>
                    <a:pt x="14266" y="2494"/>
                    <a:pt x="14266" y="2494"/>
                  </a:cubicBezTo>
                  <a:cubicBezTo>
                    <a:pt x="14266" y="2494"/>
                    <a:pt x="14243" y="2471"/>
                    <a:pt x="14243" y="2471"/>
                  </a:cubicBezTo>
                  <a:lnTo>
                    <a:pt x="14220" y="2471"/>
                  </a:lnTo>
                  <a:lnTo>
                    <a:pt x="14220" y="2448"/>
                  </a:lnTo>
                  <a:lnTo>
                    <a:pt x="14198" y="2448"/>
                  </a:lnTo>
                  <a:lnTo>
                    <a:pt x="12668" y="1558"/>
                  </a:lnTo>
                  <a:cubicBezTo>
                    <a:pt x="12600" y="1524"/>
                    <a:pt x="12508" y="1507"/>
                    <a:pt x="12417" y="1507"/>
                  </a:cubicBezTo>
                  <a:cubicBezTo>
                    <a:pt x="12326" y="1507"/>
                    <a:pt x="12235" y="1524"/>
                    <a:pt x="12166" y="1558"/>
                  </a:cubicBezTo>
                  <a:cubicBezTo>
                    <a:pt x="12029" y="1649"/>
                    <a:pt x="12029" y="1764"/>
                    <a:pt x="12166" y="1855"/>
                  </a:cubicBezTo>
                  <a:lnTo>
                    <a:pt x="13170" y="2425"/>
                  </a:lnTo>
                  <a:cubicBezTo>
                    <a:pt x="12264" y="2466"/>
                    <a:pt x="11367" y="2499"/>
                    <a:pt x="10470" y="2499"/>
                  </a:cubicBezTo>
                  <a:cubicBezTo>
                    <a:pt x="7302" y="2499"/>
                    <a:pt x="4144" y="2080"/>
                    <a:pt x="639" y="52"/>
                  </a:cubicBezTo>
                  <a:cubicBezTo>
                    <a:pt x="571" y="17"/>
                    <a:pt x="480" y="0"/>
                    <a:pt x="3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92" name="Google Shape;6192;p47"/>
            <p:cNvSpPr/>
            <p:nvPr/>
          </p:nvSpPr>
          <p:spPr>
            <a:xfrm>
              <a:off x="3876663" y="4226275"/>
              <a:ext cx="445700" cy="198050"/>
            </a:xfrm>
            <a:custGeom>
              <a:avLst/>
              <a:gdLst/>
              <a:ahLst/>
              <a:cxnLst/>
              <a:rect l="l" t="t" r="r" b="b"/>
              <a:pathLst>
                <a:path w="17828" h="7922" extrusionOk="0">
                  <a:moveTo>
                    <a:pt x="1" y="2740"/>
                  </a:moveTo>
                  <a:cubicBezTo>
                    <a:pt x="1" y="4064"/>
                    <a:pt x="868" y="5387"/>
                    <a:pt x="2626" y="6415"/>
                  </a:cubicBezTo>
                  <a:lnTo>
                    <a:pt x="2626" y="6415"/>
                  </a:lnTo>
                  <a:cubicBezTo>
                    <a:pt x="2831" y="6529"/>
                    <a:pt x="3060" y="6643"/>
                    <a:pt x="3288" y="6757"/>
                  </a:cubicBezTo>
                  <a:lnTo>
                    <a:pt x="3288" y="6757"/>
                  </a:lnTo>
                  <a:cubicBezTo>
                    <a:pt x="3356" y="6780"/>
                    <a:pt x="3448" y="6803"/>
                    <a:pt x="3516" y="6848"/>
                  </a:cubicBezTo>
                  <a:lnTo>
                    <a:pt x="3516" y="6848"/>
                  </a:lnTo>
                  <a:cubicBezTo>
                    <a:pt x="3653" y="6917"/>
                    <a:pt x="3790" y="6962"/>
                    <a:pt x="3927" y="7031"/>
                  </a:cubicBezTo>
                  <a:lnTo>
                    <a:pt x="3927" y="7031"/>
                  </a:lnTo>
                  <a:cubicBezTo>
                    <a:pt x="3950" y="7031"/>
                    <a:pt x="3973" y="7031"/>
                    <a:pt x="3995" y="7054"/>
                  </a:cubicBezTo>
                  <a:lnTo>
                    <a:pt x="3995" y="7054"/>
                  </a:lnTo>
                  <a:cubicBezTo>
                    <a:pt x="4041" y="7077"/>
                    <a:pt x="4087" y="7077"/>
                    <a:pt x="4132" y="7099"/>
                  </a:cubicBezTo>
                  <a:lnTo>
                    <a:pt x="4132" y="7099"/>
                  </a:lnTo>
                  <a:cubicBezTo>
                    <a:pt x="4315" y="7168"/>
                    <a:pt x="4498" y="7236"/>
                    <a:pt x="4680" y="7282"/>
                  </a:cubicBezTo>
                  <a:lnTo>
                    <a:pt x="4680" y="7282"/>
                  </a:lnTo>
                  <a:cubicBezTo>
                    <a:pt x="4749" y="7305"/>
                    <a:pt x="4817" y="7328"/>
                    <a:pt x="4863" y="7350"/>
                  </a:cubicBezTo>
                  <a:lnTo>
                    <a:pt x="4863" y="7350"/>
                  </a:lnTo>
                  <a:cubicBezTo>
                    <a:pt x="4908" y="7350"/>
                    <a:pt x="4954" y="7373"/>
                    <a:pt x="5000" y="7396"/>
                  </a:cubicBezTo>
                  <a:lnTo>
                    <a:pt x="5000" y="7396"/>
                  </a:lnTo>
                  <a:cubicBezTo>
                    <a:pt x="5068" y="7419"/>
                    <a:pt x="5159" y="7419"/>
                    <a:pt x="5228" y="7442"/>
                  </a:cubicBezTo>
                  <a:lnTo>
                    <a:pt x="5228" y="7442"/>
                  </a:lnTo>
                  <a:cubicBezTo>
                    <a:pt x="5411" y="7487"/>
                    <a:pt x="5593" y="7533"/>
                    <a:pt x="5776" y="7579"/>
                  </a:cubicBezTo>
                  <a:lnTo>
                    <a:pt x="5776" y="7579"/>
                  </a:lnTo>
                  <a:cubicBezTo>
                    <a:pt x="5821" y="7579"/>
                    <a:pt x="5867" y="7602"/>
                    <a:pt x="5936" y="7624"/>
                  </a:cubicBezTo>
                  <a:lnTo>
                    <a:pt x="5936" y="7624"/>
                  </a:lnTo>
                  <a:cubicBezTo>
                    <a:pt x="6004" y="7624"/>
                    <a:pt x="6072" y="7647"/>
                    <a:pt x="6141" y="7647"/>
                  </a:cubicBezTo>
                  <a:lnTo>
                    <a:pt x="6141" y="7647"/>
                  </a:lnTo>
                  <a:cubicBezTo>
                    <a:pt x="6301" y="7693"/>
                    <a:pt x="6461" y="7716"/>
                    <a:pt x="6620" y="7738"/>
                  </a:cubicBezTo>
                  <a:lnTo>
                    <a:pt x="6620" y="7738"/>
                  </a:lnTo>
                  <a:cubicBezTo>
                    <a:pt x="6689" y="7738"/>
                    <a:pt x="6734" y="7761"/>
                    <a:pt x="6803" y="7761"/>
                  </a:cubicBezTo>
                  <a:lnTo>
                    <a:pt x="6803" y="7761"/>
                  </a:lnTo>
                  <a:cubicBezTo>
                    <a:pt x="6871" y="7784"/>
                    <a:pt x="6940" y="7784"/>
                    <a:pt x="7008" y="7784"/>
                  </a:cubicBezTo>
                  <a:lnTo>
                    <a:pt x="7008" y="7784"/>
                  </a:lnTo>
                  <a:cubicBezTo>
                    <a:pt x="7168" y="7807"/>
                    <a:pt x="7305" y="7830"/>
                    <a:pt x="7465" y="7830"/>
                  </a:cubicBezTo>
                  <a:lnTo>
                    <a:pt x="7465" y="7830"/>
                  </a:lnTo>
                  <a:cubicBezTo>
                    <a:pt x="7533" y="7853"/>
                    <a:pt x="7602" y="7853"/>
                    <a:pt x="7670" y="7875"/>
                  </a:cubicBezTo>
                  <a:lnTo>
                    <a:pt x="7670" y="7875"/>
                  </a:lnTo>
                  <a:cubicBezTo>
                    <a:pt x="7739" y="7875"/>
                    <a:pt x="7807" y="7875"/>
                    <a:pt x="7876" y="7875"/>
                  </a:cubicBezTo>
                  <a:lnTo>
                    <a:pt x="7876" y="7875"/>
                  </a:lnTo>
                  <a:cubicBezTo>
                    <a:pt x="8013" y="7875"/>
                    <a:pt x="8172" y="7898"/>
                    <a:pt x="8332" y="7898"/>
                  </a:cubicBezTo>
                  <a:lnTo>
                    <a:pt x="8332" y="7898"/>
                  </a:lnTo>
                  <a:cubicBezTo>
                    <a:pt x="8401" y="7898"/>
                    <a:pt x="8469" y="7921"/>
                    <a:pt x="8560" y="7921"/>
                  </a:cubicBezTo>
                  <a:lnTo>
                    <a:pt x="8560" y="7921"/>
                  </a:lnTo>
                  <a:cubicBezTo>
                    <a:pt x="8583" y="7921"/>
                    <a:pt x="8629" y="7921"/>
                    <a:pt x="8652" y="7921"/>
                  </a:cubicBezTo>
                  <a:lnTo>
                    <a:pt x="8652" y="7921"/>
                  </a:lnTo>
                  <a:cubicBezTo>
                    <a:pt x="8675" y="7921"/>
                    <a:pt x="8697" y="7921"/>
                    <a:pt x="8743" y="7921"/>
                  </a:cubicBezTo>
                  <a:lnTo>
                    <a:pt x="8743" y="7921"/>
                  </a:lnTo>
                  <a:cubicBezTo>
                    <a:pt x="8903" y="7921"/>
                    <a:pt x="9063" y="7921"/>
                    <a:pt x="9222" y="7898"/>
                  </a:cubicBezTo>
                  <a:lnTo>
                    <a:pt x="9222" y="7898"/>
                  </a:lnTo>
                  <a:cubicBezTo>
                    <a:pt x="9245" y="7898"/>
                    <a:pt x="9291" y="7898"/>
                    <a:pt x="9314" y="7898"/>
                  </a:cubicBezTo>
                  <a:lnTo>
                    <a:pt x="9314" y="7898"/>
                  </a:lnTo>
                  <a:cubicBezTo>
                    <a:pt x="9359" y="7898"/>
                    <a:pt x="9405" y="7898"/>
                    <a:pt x="9473" y="7898"/>
                  </a:cubicBezTo>
                  <a:lnTo>
                    <a:pt x="9473" y="7898"/>
                  </a:lnTo>
                  <a:cubicBezTo>
                    <a:pt x="9519" y="7898"/>
                    <a:pt x="9565" y="7898"/>
                    <a:pt x="9610" y="7898"/>
                  </a:cubicBezTo>
                  <a:lnTo>
                    <a:pt x="9610" y="7898"/>
                  </a:lnTo>
                  <a:cubicBezTo>
                    <a:pt x="9816" y="7898"/>
                    <a:pt x="9998" y="7875"/>
                    <a:pt x="10204" y="7853"/>
                  </a:cubicBezTo>
                  <a:lnTo>
                    <a:pt x="10204" y="7853"/>
                  </a:lnTo>
                  <a:cubicBezTo>
                    <a:pt x="10295" y="7853"/>
                    <a:pt x="10364" y="7853"/>
                    <a:pt x="10455" y="7853"/>
                  </a:cubicBezTo>
                  <a:lnTo>
                    <a:pt x="10455" y="7853"/>
                  </a:lnTo>
                  <a:cubicBezTo>
                    <a:pt x="10478" y="7830"/>
                    <a:pt x="10523" y="7830"/>
                    <a:pt x="10569" y="7830"/>
                  </a:cubicBezTo>
                  <a:lnTo>
                    <a:pt x="10569" y="7830"/>
                  </a:lnTo>
                  <a:cubicBezTo>
                    <a:pt x="10638" y="7830"/>
                    <a:pt x="10683" y="7807"/>
                    <a:pt x="10752" y="7807"/>
                  </a:cubicBezTo>
                  <a:lnTo>
                    <a:pt x="10752" y="7807"/>
                  </a:lnTo>
                  <a:cubicBezTo>
                    <a:pt x="10957" y="7784"/>
                    <a:pt x="11163" y="7761"/>
                    <a:pt x="11368" y="7716"/>
                  </a:cubicBezTo>
                  <a:lnTo>
                    <a:pt x="11368" y="7716"/>
                  </a:lnTo>
                  <a:cubicBezTo>
                    <a:pt x="11414" y="7716"/>
                    <a:pt x="11459" y="7693"/>
                    <a:pt x="11505" y="7693"/>
                  </a:cubicBezTo>
                  <a:lnTo>
                    <a:pt x="11505" y="7693"/>
                  </a:lnTo>
                  <a:cubicBezTo>
                    <a:pt x="11528" y="7693"/>
                    <a:pt x="11551" y="7693"/>
                    <a:pt x="11596" y="7693"/>
                  </a:cubicBezTo>
                  <a:lnTo>
                    <a:pt x="11596" y="7693"/>
                  </a:lnTo>
                  <a:cubicBezTo>
                    <a:pt x="11688" y="7670"/>
                    <a:pt x="11779" y="7647"/>
                    <a:pt x="11870" y="7624"/>
                  </a:cubicBezTo>
                  <a:lnTo>
                    <a:pt x="11870" y="7624"/>
                  </a:lnTo>
                  <a:cubicBezTo>
                    <a:pt x="12030" y="7579"/>
                    <a:pt x="12212" y="7556"/>
                    <a:pt x="12372" y="7510"/>
                  </a:cubicBezTo>
                  <a:lnTo>
                    <a:pt x="12372" y="7510"/>
                  </a:lnTo>
                  <a:cubicBezTo>
                    <a:pt x="12486" y="7487"/>
                    <a:pt x="12601" y="7465"/>
                    <a:pt x="12715" y="7419"/>
                  </a:cubicBezTo>
                  <a:lnTo>
                    <a:pt x="12715" y="7419"/>
                  </a:lnTo>
                  <a:cubicBezTo>
                    <a:pt x="12874" y="7373"/>
                    <a:pt x="13011" y="7350"/>
                    <a:pt x="13171" y="7282"/>
                  </a:cubicBezTo>
                  <a:lnTo>
                    <a:pt x="13171" y="7282"/>
                  </a:lnTo>
                  <a:cubicBezTo>
                    <a:pt x="13194" y="7282"/>
                    <a:pt x="13240" y="7282"/>
                    <a:pt x="13262" y="7259"/>
                  </a:cubicBezTo>
                  <a:lnTo>
                    <a:pt x="13262" y="7259"/>
                  </a:lnTo>
                  <a:cubicBezTo>
                    <a:pt x="13445" y="7214"/>
                    <a:pt x="13628" y="7145"/>
                    <a:pt x="13810" y="7077"/>
                  </a:cubicBezTo>
                  <a:lnTo>
                    <a:pt x="13810" y="7077"/>
                  </a:lnTo>
                  <a:cubicBezTo>
                    <a:pt x="13833" y="7054"/>
                    <a:pt x="13856" y="7054"/>
                    <a:pt x="13879" y="7031"/>
                  </a:cubicBezTo>
                  <a:lnTo>
                    <a:pt x="13879" y="7031"/>
                  </a:lnTo>
                  <a:cubicBezTo>
                    <a:pt x="14084" y="6962"/>
                    <a:pt x="14267" y="6894"/>
                    <a:pt x="14449" y="6803"/>
                  </a:cubicBezTo>
                  <a:lnTo>
                    <a:pt x="14449" y="6803"/>
                  </a:lnTo>
                  <a:cubicBezTo>
                    <a:pt x="14518" y="6780"/>
                    <a:pt x="14563" y="6757"/>
                    <a:pt x="14632" y="6711"/>
                  </a:cubicBezTo>
                  <a:lnTo>
                    <a:pt x="14632" y="6711"/>
                  </a:lnTo>
                  <a:cubicBezTo>
                    <a:pt x="14837" y="6620"/>
                    <a:pt x="15020" y="6529"/>
                    <a:pt x="15225" y="6415"/>
                  </a:cubicBezTo>
                  <a:lnTo>
                    <a:pt x="15225" y="6415"/>
                  </a:lnTo>
                  <a:cubicBezTo>
                    <a:pt x="15248" y="6392"/>
                    <a:pt x="15294" y="6369"/>
                    <a:pt x="15340" y="6346"/>
                  </a:cubicBezTo>
                  <a:lnTo>
                    <a:pt x="15340" y="6346"/>
                  </a:lnTo>
                  <a:cubicBezTo>
                    <a:pt x="15362" y="6323"/>
                    <a:pt x="15385" y="6300"/>
                    <a:pt x="15431" y="6278"/>
                  </a:cubicBezTo>
                  <a:lnTo>
                    <a:pt x="15431" y="6278"/>
                  </a:lnTo>
                  <a:cubicBezTo>
                    <a:pt x="15477" y="6255"/>
                    <a:pt x="15545" y="6209"/>
                    <a:pt x="15591" y="6186"/>
                  </a:cubicBezTo>
                  <a:lnTo>
                    <a:pt x="15591" y="6186"/>
                  </a:lnTo>
                  <a:cubicBezTo>
                    <a:pt x="15636" y="6141"/>
                    <a:pt x="15682" y="6118"/>
                    <a:pt x="15728" y="6072"/>
                  </a:cubicBezTo>
                  <a:lnTo>
                    <a:pt x="15728" y="6072"/>
                  </a:lnTo>
                  <a:cubicBezTo>
                    <a:pt x="15773" y="6049"/>
                    <a:pt x="15842" y="6004"/>
                    <a:pt x="15887" y="5981"/>
                  </a:cubicBezTo>
                  <a:lnTo>
                    <a:pt x="15887" y="5981"/>
                  </a:lnTo>
                  <a:cubicBezTo>
                    <a:pt x="15933" y="5935"/>
                    <a:pt x="15979" y="5912"/>
                    <a:pt x="16024" y="5867"/>
                  </a:cubicBezTo>
                  <a:lnTo>
                    <a:pt x="16024" y="5867"/>
                  </a:lnTo>
                  <a:cubicBezTo>
                    <a:pt x="16070" y="5844"/>
                    <a:pt x="16116" y="5798"/>
                    <a:pt x="16161" y="5776"/>
                  </a:cubicBezTo>
                  <a:lnTo>
                    <a:pt x="16161" y="5776"/>
                  </a:lnTo>
                  <a:cubicBezTo>
                    <a:pt x="16184" y="5730"/>
                    <a:pt x="16230" y="5707"/>
                    <a:pt x="16275" y="5661"/>
                  </a:cubicBezTo>
                  <a:lnTo>
                    <a:pt x="16275" y="5661"/>
                  </a:lnTo>
                  <a:cubicBezTo>
                    <a:pt x="16321" y="5639"/>
                    <a:pt x="16367" y="5593"/>
                    <a:pt x="16412" y="5547"/>
                  </a:cubicBezTo>
                  <a:lnTo>
                    <a:pt x="16412" y="5547"/>
                  </a:lnTo>
                  <a:cubicBezTo>
                    <a:pt x="16412" y="5547"/>
                    <a:pt x="16435" y="5524"/>
                    <a:pt x="16458" y="5502"/>
                  </a:cubicBezTo>
                  <a:lnTo>
                    <a:pt x="16458" y="5502"/>
                  </a:lnTo>
                  <a:cubicBezTo>
                    <a:pt x="16481" y="5502"/>
                    <a:pt x="16481" y="5479"/>
                    <a:pt x="16504" y="5456"/>
                  </a:cubicBezTo>
                  <a:lnTo>
                    <a:pt x="16504" y="5456"/>
                  </a:lnTo>
                  <a:cubicBezTo>
                    <a:pt x="16572" y="5387"/>
                    <a:pt x="16641" y="5319"/>
                    <a:pt x="16709" y="5273"/>
                  </a:cubicBezTo>
                  <a:lnTo>
                    <a:pt x="16709" y="5273"/>
                  </a:lnTo>
                  <a:cubicBezTo>
                    <a:pt x="16732" y="5251"/>
                    <a:pt x="16755" y="5228"/>
                    <a:pt x="16778" y="5205"/>
                  </a:cubicBezTo>
                  <a:lnTo>
                    <a:pt x="16778" y="5205"/>
                  </a:lnTo>
                  <a:cubicBezTo>
                    <a:pt x="16846" y="5114"/>
                    <a:pt x="16937" y="5022"/>
                    <a:pt x="17006" y="4931"/>
                  </a:cubicBezTo>
                  <a:lnTo>
                    <a:pt x="17006" y="4931"/>
                  </a:lnTo>
                  <a:cubicBezTo>
                    <a:pt x="17006" y="4931"/>
                    <a:pt x="17006" y="4908"/>
                    <a:pt x="17006" y="4908"/>
                  </a:cubicBezTo>
                  <a:lnTo>
                    <a:pt x="17006" y="4908"/>
                  </a:lnTo>
                  <a:cubicBezTo>
                    <a:pt x="17029" y="4885"/>
                    <a:pt x="17051" y="4863"/>
                    <a:pt x="17051" y="4840"/>
                  </a:cubicBezTo>
                  <a:lnTo>
                    <a:pt x="17051" y="4840"/>
                  </a:lnTo>
                  <a:cubicBezTo>
                    <a:pt x="17097" y="4794"/>
                    <a:pt x="17143" y="4726"/>
                    <a:pt x="17188" y="4680"/>
                  </a:cubicBezTo>
                  <a:lnTo>
                    <a:pt x="17188" y="4680"/>
                  </a:lnTo>
                  <a:cubicBezTo>
                    <a:pt x="17211" y="4657"/>
                    <a:pt x="17234" y="4611"/>
                    <a:pt x="17234" y="4589"/>
                  </a:cubicBezTo>
                  <a:lnTo>
                    <a:pt x="17234" y="4589"/>
                  </a:lnTo>
                  <a:cubicBezTo>
                    <a:pt x="17280" y="4520"/>
                    <a:pt x="17303" y="4474"/>
                    <a:pt x="17348" y="4429"/>
                  </a:cubicBezTo>
                  <a:lnTo>
                    <a:pt x="17348" y="4429"/>
                  </a:lnTo>
                  <a:cubicBezTo>
                    <a:pt x="17348" y="4406"/>
                    <a:pt x="17371" y="4406"/>
                    <a:pt x="17371" y="4383"/>
                  </a:cubicBezTo>
                  <a:lnTo>
                    <a:pt x="17371" y="4383"/>
                  </a:lnTo>
                  <a:cubicBezTo>
                    <a:pt x="17371" y="4360"/>
                    <a:pt x="17394" y="4338"/>
                    <a:pt x="17394" y="4315"/>
                  </a:cubicBezTo>
                  <a:lnTo>
                    <a:pt x="17394" y="4315"/>
                  </a:lnTo>
                  <a:cubicBezTo>
                    <a:pt x="17417" y="4269"/>
                    <a:pt x="17439" y="4223"/>
                    <a:pt x="17462" y="4178"/>
                  </a:cubicBezTo>
                  <a:lnTo>
                    <a:pt x="17462" y="4178"/>
                  </a:lnTo>
                  <a:cubicBezTo>
                    <a:pt x="17485" y="4155"/>
                    <a:pt x="17508" y="4109"/>
                    <a:pt x="17531" y="4064"/>
                  </a:cubicBezTo>
                  <a:lnTo>
                    <a:pt x="17531" y="4064"/>
                  </a:lnTo>
                  <a:cubicBezTo>
                    <a:pt x="17554" y="4018"/>
                    <a:pt x="17554" y="3972"/>
                    <a:pt x="17576" y="3927"/>
                  </a:cubicBezTo>
                  <a:lnTo>
                    <a:pt x="17576" y="3927"/>
                  </a:lnTo>
                  <a:cubicBezTo>
                    <a:pt x="17576" y="3927"/>
                    <a:pt x="17599" y="3904"/>
                    <a:pt x="17599" y="3881"/>
                  </a:cubicBezTo>
                  <a:lnTo>
                    <a:pt x="17599" y="3881"/>
                  </a:lnTo>
                  <a:cubicBezTo>
                    <a:pt x="17622" y="3858"/>
                    <a:pt x="17622" y="3835"/>
                    <a:pt x="17622" y="3813"/>
                  </a:cubicBezTo>
                  <a:lnTo>
                    <a:pt x="17622" y="3813"/>
                  </a:lnTo>
                  <a:cubicBezTo>
                    <a:pt x="17645" y="3767"/>
                    <a:pt x="17645" y="3744"/>
                    <a:pt x="17668" y="3698"/>
                  </a:cubicBezTo>
                  <a:lnTo>
                    <a:pt x="17668" y="3698"/>
                  </a:lnTo>
                  <a:cubicBezTo>
                    <a:pt x="17668" y="3653"/>
                    <a:pt x="17691" y="3607"/>
                    <a:pt x="17691" y="3584"/>
                  </a:cubicBezTo>
                  <a:lnTo>
                    <a:pt x="17691" y="3584"/>
                  </a:lnTo>
                  <a:cubicBezTo>
                    <a:pt x="17713" y="3539"/>
                    <a:pt x="17713" y="3493"/>
                    <a:pt x="17736" y="3447"/>
                  </a:cubicBezTo>
                  <a:lnTo>
                    <a:pt x="17736" y="3447"/>
                  </a:lnTo>
                  <a:cubicBezTo>
                    <a:pt x="17736" y="3425"/>
                    <a:pt x="17736" y="3402"/>
                    <a:pt x="17759" y="3379"/>
                  </a:cubicBezTo>
                  <a:lnTo>
                    <a:pt x="17759" y="3379"/>
                  </a:lnTo>
                  <a:cubicBezTo>
                    <a:pt x="17759" y="3356"/>
                    <a:pt x="17759" y="3333"/>
                    <a:pt x="17759" y="3333"/>
                  </a:cubicBezTo>
                  <a:lnTo>
                    <a:pt x="17759" y="3333"/>
                  </a:lnTo>
                  <a:cubicBezTo>
                    <a:pt x="17759" y="3288"/>
                    <a:pt x="17782" y="3242"/>
                    <a:pt x="17782" y="3196"/>
                  </a:cubicBezTo>
                  <a:lnTo>
                    <a:pt x="17782" y="3196"/>
                  </a:lnTo>
                  <a:cubicBezTo>
                    <a:pt x="17782" y="3151"/>
                    <a:pt x="17782" y="3105"/>
                    <a:pt x="17782" y="3082"/>
                  </a:cubicBezTo>
                  <a:lnTo>
                    <a:pt x="17782" y="3082"/>
                  </a:lnTo>
                  <a:cubicBezTo>
                    <a:pt x="17805" y="3036"/>
                    <a:pt x="17805" y="2991"/>
                    <a:pt x="17805" y="2945"/>
                  </a:cubicBezTo>
                  <a:lnTo>
                    <a:pt x="17805" y="2945"/>
                  </a:lnTo>
                  <a:cubicBezTo>
                    <a:pt x="17805" y="2922"/>
                    <a:pt x="17805" y="2900"/>
                    <a:pt x="17805" y="2854"/>
                  </a:cubicBezTo>
                  <a:lnTo>
                    <a:pt x="17805" y="2854"/>
                  </a:lnTo>
                  <a:cubicBezTo>
                    <a:pt x="17805" y="2831"/>
                    <a:pt x="17805" y="2808"/>
                    <a:pt x="17805" y="2785"/>
                  </a:cubicBezTo>
                  <a:lnTo>
                    <a:pt x="17805" y="2785"/>
                  </a:lnTo>
                  <a:lnTo>
                    <a:pt x="17828" y="46"/>
                  </a:lnTo>
                  <a:cubicBezTo>
                    <a:pt x="17805" y="92"/>
                    <a:pt x="17805" y="138"/>
                    <a:pt x="17805" y="206"/>
                  </a:cubicBezTo>
                  <a:lnTo>
                    <a:pt x="17805" y="206"/>
                  </a:lnTo>
                  <a:cubicBezTo>
                    <a:pt x="17805" y="252"/>
                    <a:pt x="17805" y="297"/>
                    <a:pt x="17805" y="343"/>
                  </a:cubicBezTo>
                  <a:lnTo>
                    <a:pt x="17805" y="343"/>
                  </a:lnTo>
                  <a:cubicBezTo>
                    <a:pt x="17805" y="366"/>
                    <a:pt x="17782" y="412"/>
                    <a:pt x="17782" y="457"/>
                  </a:cubicBezTo>
                  <a:lnTo>
                    <a:pt x="17782" y="457"/>
                  </a:lnTo>
                  <a:cubicBezTo>
                    <a:pt x="17782" y="503"/>
                    <a:pt x="17782" y="549"/>
                    <a:pt x="17759" y="571"/>
                  </a:cubicBezTo>
                  <a:lnTo>
                    <a:pt x="17759" y="571"/>
                  </a:lnTo>
                  <a:cubicBezTo>
                    <a:pt x="17759" y="617"/>
                    <a:pt x="17759" y="663"/>
                    <a:pt x="17736" y="708"/>
                  </a:cubicBezTo>
                  <a:lnTo>
                    <a:pt x="17736" y="708"/>
                  </a:lnTo>
                  <a:cubicBezTo>
                    <a:pt x="17736" y="754"/>
                    <a:pt x="17713" y="777"/>
                    <a:pt x="17713" y="822"/>
                  </a:cubicBezTo>
                  <a:lnTo>
                    <a:pt x="17713" y="822"/>
                  </a:lnTo>
                  <a:cubicBezTo>
                    <a:pt x="17691" y="868"/>
                    <a:pt x="17691" y="914"/>
                    <a:pt x="17668" y="959"/>
                  </a:cubicBezTo>
                  <a:lnTo>
                    <a:pt x="17668" y="959"/>
                  </a:lnTo>
                  <a:cubicBezTo>
                    <a:pt x="17668" y="982"/>
                    <a:pt x="17645" y="1028"/>
                    <a:pt x="17622" y="1074"/>
                  </a:cubicBezTo>
                  <a:lnTo>
                    <a:pt x="17622" y="1074"/>
                  </a:lnTo>
                  <a:cubicBezTo>
                    <a:pt x="17622" y="1119"/>
                    <a:pt x="17599" y="1165"/>
                    <a:pt x="17576" y="1188"/>
                  </a:cubicBezTo>
                  <a:lnTo>
                    <a:pt x="17576" y="1188"/>
                  </a:lnTo>
                  <a:cubicBezTo>
                    <a:pt x="17576" y="1233"/>
                    <a:pt x="17554" y="1279"/>
                    <a:pt x="17531" y="1325"/>
                  </a:cubicBezTo>
                  <a:lnTo>
                    <a:pt x="17531" y="1325"/>
                  </a:lnTo>
                  <a:cubicBezTo>
                    <a:pt x="17508" y="1370"/>
                    <a:pt x="17485" y="1393"/>
                    <a:pt x="17485" y="1439"/>
                  </a:cubicBezTo>
                  <a:lnTo>
                    <a:pt x="17485" y="1439"/>
                  </a:lnTo>
                  <a:cubicBezTo>
                    <a:pt x="17462" y="1484"/>
                    <a:pt x="17439" y="1530"/>
                    <a:pt x="17417" y="1576"/>
                  </a:cubicBezTo>
                  <a:lnTo>
                    <a:pt x="17417" y="1576"/>
                  </a:lnTo>
                  <a:cubicBezTo>
                    <a:pt x="17394" y="1598"/>
                    <a:pt x="17371" y="1644"/>
                    <a:pt x="17348" y="1690"/>
                  </a:cubicBezTo>
                  <a:lnTo>
                    <a:pt x="17348" y="1690"/>
                  </a:lnTo>
                  <a:cubicBezTo>
                    <a:pt x="17325" y="1735"/>
                    <a:pt x="17280" y="1781"/>
                    <a:pt x="17257" y="1827"/>
                  </a:cubicBezTo>
                  <a:lnTo>
                    <a:pt x="17257" y="1827"/>
                  </a:lnTo>
                  <a:cubicBezTo>
                    <a:pt x="17234" y="1872"/>
                    <a:pt x="17211" y="1895"/>
                    <a:pt x="17188" y="1941"/>
                  </a:cubicBezTo>
                  <a:lnTo>
                    <a:pt x="17188" y="1941"/>
                  </a:lnTo>
                  <a:cubicBezTo>
                    <a:pt x="17143" y="1987"/>
                    <a:pt x="17097" y="2055"/>
                    <a:pt x="17074" y="2101"/>
                  </a:cubicBezTo>
                  <a:lnTo>
                    <a:pt x="17074" y="2101"/>
                  </a:lnTo>
                  <a:cubicBezTo>
                    <a:pt x="17051" y="2123"/>
                    <a:pt x="17029" y="2146"/>
                    <a:pt x="17006" y="2192"/>
                  </a:cubicBezTo>
                  <a:lnTo>
                    <a:pt x="17006" y="2192"/>
                  </a:lnTo>
                  <a:cubicBezTo>
                    <a:pt x="16937" y="2260"/>
                    <a:pt x="16869" y="2352"/>
                    <a:pt x="16778" y="2443"/>
                  </a:cubicBezTo>
                  <a:lnTo>
                    <a:pt x="16778" y="2443"/>
                  </a:lnTo>
                  <a:cubicBezTo>
                    <a:pt x="16755" y="2466"/>
                    <a:pt x="16732" y="2489"/>
                    <a:pt x="16709" y="2512"/>
                  </a:cubicBezTo>
                  <a:lnTo>
                    <a:pt x="16709" y="2512"/>
                  </a:lnTo>
                  <a:cubicBezTo>
                    <a:pt x="16641" y="2580"/>
                    <a:pt x="16572" y="2648"/>
                    <a:pt x="16504" y="2717"/>
                  </a:cubicBezTo>
                  <a:lnTo>
                    <a:pt x="16504" y="2717"/>
                  </a:lnTo>
                  <a:cubicBezTo>
                    <a:pt x="16481" y="2740"/>
                    <a:pt x="16435" y="2785"/>
                    <a:pt x="16412" y="2808"/>
                  </a:cubicBezTo>
                  <a:lnTo>
                    <a:pt x="16412" y="2808"/>
                  </a:lnTo>
                  <a:cubicBezTo>
                    <a:pt x="16367" y="2854"/>
                    <a:pt x="16321" y="2877"/>
                    <a:pt x="16275" y="2922"/>
                  </a:cubicBezTo>
                  <a:lnTo>
                    <a:pt x="16275" y="2922"/>
                  </a:lnTo>
                  <a:cubicBezTo>
                    <a:pt x="16253" y="2945"/>
                    <a:pt x="16207" y="2991"/>
                    <a:pt x="16161" y="3014"/>
                  </a:cubicBezTo>
                  <a:lnTo>
                    <a:pt x="16161" y="3014"/>
                  </a:lnTo>
                  <a:cubicBezTo>
                    <a:pt x="16116" y="3059"/>
                    <a:pt x="16070" y="3105"/>
                    <a:pt x="16024" y="3128"/>
                  </a:cubicBezTo>
                  <a:lnTo>
                    <a:pt x="16024" y="3128"/>
                  </a:lnTo>
                  <a:cubicBezTo>
                    <a:pt x="15979" y="3173"/>
                    <a:pt x="15933" y="3196"/>
                    <a:pt x="15887" y="3242"/>
                  </a:cubicBezTo>
                  <a:lnTo>
                    <a:pt x="15887" y="3242"/>
                  </a:lnTo>
                  <a:cubicBezTo>
                    <a:pt x="15842" y="3265"/>
                    <a:pt x="15796" y="3310"/>
                    <a:pt x="15750" y="3333"/>
                  </a:cubicBezTo>
                  <a:lnTo>
                    <a:pt x="15750" y="3333"/>
                  </a:lnTo>
                  <a:cubicBezTo>
                    <a:pt x="15682" y="3379"/>
                    <a:pt x="15636" y="3402"/>
                    <a:pt x="15591" y="3425"/>
                  </a:cubicBezTo>
                  <a:lnTo>
                    <a:pt x="15591" y="3425"/>
                  </a:lnTo>
                  <a:cubicBezTo>
                    <a:pt x="15545" y="3470"/>
                    <a:pt x="15499" y="3493"/>
                    <a:pt x="15431" y="3539"/>
                  </a:cubicBezTo>
                  <a:lnTo>
                    <a:pt x="15431" y="3539"/>
                  </a:lnTo>
                  <a:cubicBezTo>
                    <a:pt x="15362" y="3584"/>
                    <a:pt x="15294" y="3630"/>
                    <a:pt x="15225" y="3653"/>
                  </a:cubicBezTo>
                  <a:lnTo>
                    <a:pt x="15225" y="3653"/>
                  </a:lnTo>
                  <a:cubicBezTo>
                    <a:pt x="15043" y="3767"/>
                    <a:pt x="14837" y="3881"/>
                    <a:pt x="14632" y="3972"/>
                  </a:cubicBezTo>
                  <a:lnTo>
                    <a:pt x="14632" y="3972"/>
                  </a:lnTo>
                  <a:cubicBezTo>
                    <a:pt x="14563" y="3995"/>
                    <a:pt x="14518" y="4018"/>
                    <a:pt x="14472" y="4064"/>
                  </a:cubicBezTo>
                  <a:lnTo>
                    <a:pt x="14472" y="4064"/>
                  </a:lnTo>
                  <a:cubicBezTo>
                    <a:pt x="14290" y="4132"/>
                    <a:pt x="14084" y="4223"/>
                    <a:pt x="13902" y="4292"/>
                  </a:cubicBezTo>
                  <a:lnTo>
                    <a:pt x="13902" y="4292"/>
                  </a:lnTo>
                  <a:cubicBezTo>
                    <a:pt x="13879" y="4315"/>
                    <a:pt x="13856" y="4315"/>
                    <a:pt x="13810" y="4338"/>
                  </a:cubicBezTo>
                  <a:lnTo>
                    <a:pt x="13810" y="4338"/>
                  </a:lnTo>
                  <a:cubicBezTo>
                    <a:pt x="13605" y="4406"/>
                    <a:pt x="13399" y="4474"/>
                    <a:pt x="13171" y="4543"/>
                  </a:cubicBezTo>
                  <a:lnTo>
                    <a:pt x="13171" y="4543"/>
                  </a:lnTo>
                  <a:cubicBezTo>
                    <a:pt x="13034" y="4589"/>
                    <a:pt x="12874" y="4634"/>
                    <a:pt x="12715" y="4680"/>
                  </a:cubicBezTo>
                  <a:lnTo>
                    <a:pt x="12715" y="4680"/>
                  </a:lnTo>
                  <a:cubicBezTo>
                    <a:pt x="12601" y="4703"/>
                    <a:pt x="12486" y="4748"/>
                    <a:pt x="12372" y="4771"/>
                  </a:cubicBezTo>
                  <a:lnTo>
                    <a:pt x="12372" y="4771"/>
                  </a:lnTo>
                  <a:cubicBezTo>
                    <a:pt x="12212" y="4817"/>
                    <a:pt x="12053" y="4840"/>
                    <a:pt x="11870" y="4885"/>
                  </a:cubicBezTo>
                  <a:lnTo>
                    <a:pt x="11870" y="4885"/>
                  </a:lnTo>
                  <a:cubicBezTo>
                    <a:pt x="11756" y="4908"/>
                    <a:pt x="11642" y="4931"/>
                    <a:pt x="11528" y="4954"/>
                  </a:cubicBezTo>
                  <a:lnTo>
                    <a:pt x="11528" y="4954"/>
                  </a:lnTo>
                  <a:cubicBezTo>
                    <a:pt x="11482" y="4954"/>
                    <a:pt x="11414" y="4977"/>
                    <a:pt x="11368" y="4977"/>
                  </a:cubicBezTo>
                  <a:lnTo>
                    <a:pt x="11368" y="4977"/>
                  </a:lnTo>
                  <a:cubicBezTo>
                    <a:pt x="11163" y="4999"/>
                    <a:pt x="10957" y="5045"/>
                    <a:pt x="10752" y="5068"/>
                  </a:cubicBezTo>
                  <a:lnTo>
                    <a:pt x="10752" y="5068"/>
                  </a:lnTo>
                  <a:cubicBezTo>
                    <a:pt x="10683" y="5068"/>
                    <a:pt x="10638" y="5068"/>
                    <a:pt x="10569" y="5091"/>
                  </a:cubicBezTo>
                  <a:lnTo>
                    <a:pt x="10569" y="5091"/>
                  </a:lnTo>
                  <a:cubicBezTo>
                    <a:pt x="10455" y="5091"/>
                    <a:pt x="10341" y="5114"/>
                    <a:pt x="10204" y="5114"/>
                  </a:cubicBezTo>
                  <a:lnTo>
                    <a:pt x="10204" y="5114"/>
                  </a:lnTo>
                  <a:cubicBezTo>
                    <a:pt x="10021" y="5136"/>
                    <a:pt x="9816" y="5136"/>
                    <a:pt x="9610" y="5159"/>
                  </a:cubicBezTo>
                  <a:lnTo>
                    <a:pt x="9610" y="5159"/>
                  </a:lnTo>
                  <a:cubicBezTo>
                    <a:pt x="9496" y="5159"/>
                    <a:pt x="9359" y="5159"/>
                    <a:pt x="9222" y="5159"/>
                  </a:cubicBezTo>
                  <a:lnTo>
                    <a:pt x="9222" y="5159"/>
                  </a:lnTo>
                  <a:cubicBezTo>
                    <a:pt x="9063" y="5159"/>
                    <a:pt x="8903" y="5159"/>
                    <a:pt x="8743" y="5159"/>
                  </a:cubicBezTo>
                  <a:lnTo>
                    <a:pt x="8743" y="5159"/>
                  </a:lnTo>
                  <a:cubicBezTo>
                    <a:pt x="8606" y="5159"/>
                    <a:pt x="8469" y="5159"/>
                    <a:pt x="8332" y="5159"/>
                  </a:cubicBezTo>
                  <a:lnTo>
                    <a:pt x="8332" y="5159"/>
                  </a:lnTo>
                  <a:cubicBezTo>
                    <a:pt x="8172" y="5159"/>
                    <a:pt x="8035" y="5136"/>
                    <a:pt x="7876" y="5136"/>
                  </a:cubicBezTo>
                  <a:lnTo>
                    <a:pt x="7876" y="5136"/>
                  </a:lnTo>
                  <a:cubicBezTo>
                    <a:pt x="7739" y="5114"/>
                    <a:pt x="7602" y="5114"/>
                    <a:pt x="7465" y="5091"/>
                  </a:cubicBezTo>
                  <a:lnTo>
                    <a:pt x="7465" y="5091"/>
                  </a:lnTo>
                  <a:cubicBezTo>
                    <a:pt x="7328" y="5091"/>
                    <a:pt x="7168" y="5068"/>
                    <a:pt x="7031" y="5045"/>
                  </a:cubicBezTo>
                  <a:lnTo>
                    <a:pt x="7031" y="5045"/>
                  </a:lnTo>
                  <a:cubicBezTo>
                    <a:pt x="6894" y="5022"/>
                    <a:pt x="6757" y="5022"/>
                    <a:pt x="6620" y="4999"/>
                  </a:cubicBezTo>
                  <a:lnTo>
                    <a:pt x="6620" y="4999"/>
                  </a:lnTo>
                  <a:cubicBezTo>
                    <a:pt x="6461" y="4977"/>
                    <a:pt x="6301" y="4931"/>
                    <a:pt x="6164" y="4908"/>
                  </a:cubicBezTo>
                  <a:lnTo>
                    <a:pt x="6164" y="4908"/>
                  </a:lnTo>
                  <a:cubicBezTo>
                    <a:pt x="6027" y="4885"/>
                    <a:pt x="5913" y="4863"/>
                    <a:pt x="5776" y="4840"/>
                  </a:cubicBezTo>
                  <a:lnTo>
                    <a:pt x="5776" y="4840"/>
                  </a:lnTo>
                  <a:cubicBezTo>
                    <a:pt x="5593" y="4794"/>
                    <a:pt x="5411" y="4748"/>
                    <a:pt x="5228" y="4703"/>
                  </a:cubicBezTo>
                  <a:lnTo>
                    <a:pt x="5228" y="4703"/>
                  </a:lnTo>
                  <a:cubicBezTo>
                    <a:pt x="5114" y="4657"/>
                    <a:pt x="5000" y="4634"/>
                    <a:pt x="4886" y="4611"/>
                  </a:cubicBezTo>
                  <a:lnTo>
                    <a:pt x="4886" y="4611"/>
                  </a:lnTo>
                  <a:cubicBezTo>
                    <a:pt x="4817" y="4589"/>
                    <a:pt x="4749" y="4566"/>
                    <a:pt x="4703" y="4543"/>
                  </a:cubicBezTo>
                  <a:lnTo>
                    <a:pt x="4703" y="4543"/>
                  </a:lnTo>
                  <a:cubicBezTo>
                    <a:pt x="4520" y="4497"/>
                    <a:pt x="4338" y="4429"/>
                    <a:pt x="4155" y="4360"/>
                  </a:cubicBezTo>
                  <a:lnTo>
                    <a:pt x="4155" y="4360"/>
                  </a:lnTo>
                  <a:cubicBezTo>
                    <a:pt x="4109" y="4338"/>
                    <a:pt x="4041" y="4315"/>
                    <a:pt x="3995" y="4315"/>
                  </a:cubicBezTo>
                  <a:lnTo>
                    <a:pt x="3995" y="4315"/>
                  </a:lnTo>
                  <a:cubicBezTo>
                    <a:pt x="3836" y="4246"/>
                    <a:pt x="3676" y="4178"/>
                    <a:pt x="3516" y="4109"/>
                  </a:cubicBezTo>
                  <a:lnTo>
                    <a:pt x="3516" y="4109"/>
                  </a:lnTo>
                  <a:cubicBezTo>
                    <a:pt x="3448" y="4064"/>
                    <a:pt x="3379" y="4041"/>
                    <a:pt x="3288" y="3995"/>
                  </a:cubicBezTo>
                  <a:lnTo>
                    <a:pt x="3288" y="3995"/>
                  </a:lnTo>
                  <a:cubicBezTo>
                    <a:pt x="3060" y="3904"/>
                    <a:pt x="2854" y="3790"/>
                    <a:pt x="2649" y="3653"/>
                  </a:cubicBezTo>
                  <a:lnTo>
                    <a:pt x="2649" y="3653"/>
                  </a:lnTo>
                  <a:cubicBezTo>
                    <a:pt x="891" y="2648"/>
                    <a:pt x="1" y="1325"/>
                    <a:pt x="24" y="1"/>
                  </a:cubicBezTo>
                  <a:lnTo>
                    <a:pt x="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93" name="Google Shape;6193;p47"/>
            <p:cNvSpPr/>
            <p:nvPr/>
          </p:nvSpPr>
          <p:spPr>
            <a:xfrm>
              <a:off x="3854988" y="4097900"/>
              <a:ext cx="489050" cy="257800"/>
            </a:xfrm>
            <a:custGeom>
              <a:avLst/>
              <a:gdLst/>
              <a:ahLst/>
              <a:cxnLst/>
              <a:rect l="l" t="t" r="r" b="b"/>
              <a:pathLst>
                <a:path w="19562" h="10312" extrusionOk="0">
                  <a:moveTo>
                    <a:pt x="9747" y="0"/>
                  </a:moveTo>
                  <a:cubicBezTo>
                    <a:pt x="7464" y="0"/>
                    <a:pt x="5205" y="502"/>
                    <a:pt x="3470" y="1507"/>
                  </a:cubicBezTo>
                  <a:cubicBezTo>
                    <a:pt x="1" y="3515"/>
                    <a:pt x="23" y="6779"/>
                    <a:pt x="3516" y="8788"/>
                  </a:cubicBezTo>
                  <a:cubicBezTo>
                    <a:pt x="5250" y="9803"/>
                    <a:pt x="7527" y="10311"/>
                    <a:pt x="9804" y="10311"/>
                  </a:cubicBezTo>
                  <a:cubicBezTo>
                    <a:pt x="12081" y="10311"/>
                    <a:pt x="14358" y="9803"/>
                    <a:pt x="16092" y="8788"/>
                  </a:cubicBezTo>
                  <a:cubicBezTo>
                    <a:pt x="19562" y="6779"/>
                    <a:pt x="19539" y="3515"/>
                    <a:pt x="16047" y="1507"/>
                  </a:cubicBezTo>
                  <a:cubicBezTo>
                    <a:pt x="14312" y="502"/>
                    <a:pt x="12030" y="0"/>
                    <a:pt x="9747" y="0"/>
                  </a:cubicBezTo>
                  <a:close/>
                </a:path>
              </a:pathLst>
            </a:custGeom>
            <a:solidFill>
              <a:srgbClr val="464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94" name="Google Shape;6194;p47"/>
            <p:cNvSpPr/>
            <p:nvPr/>
          </p:nvSpPr>
          <p:spPr>
            <a:xfrm>
              <a:off x="3988513" y="4164650"/>
              <a:ext cx="230000" cy="133550"/>
            </a:xfrm>
            <a:custGeom>
              <a:avLst/>
              <a:gdLst/>
              <a:ahLst/>
              <a:cxnLst/>
              <a:rect l="l" t="t" r="r" b="b"/>
              <a:pathLst>
                <a:path w="9200" h="5342" extrusionOk="0">
                  <a:moveTo>
                    <a:pt x="7008" y="1233"/>
                  </a:moveTo>
                  <a:lnTo>
                    <a:pt x="5912" y="2785"/>
                  </a:lnTo>
                  <a:lnTo>
                    <a:pt x="4338" y="1895"/>
                  </a:lnTo>
                  <a:lnTo>
                    <a:pt x="7008" y="1233"/>
                  </a:lnTo>
                  <a:close/>
                  <a:moveTo>
                    <a:pt x="7670" y="1"/>
                  </a:moveTo>
                  <a:lnTo>
                    <a:pt x="1" y="1735"/>
                  </a:lnTo>
                  <a:lnTo>
                    <a:pt x="1530" y="2603"/>
                  </a:lnTo>
                  <a:lnTo>
                    <a:pt x="2854" y="2260"/>
                  </a:lnTo>
                  <a:lnTo>
                    <a:pt x="5296" y="3653"/>
                  </a:lnTo>
                  <a:lnTo>
                    <a:pt x="4771" y="4429"/>
                  </a:lnTo>
                  <a:lnTo>
                    <a:pt x="6346" y="5342"/>
                  </a:lnTo>
                  <a:lnTo>
                    <a:pt x="9199" y="868"/>
                  </a:lnTo>
                  <a:lnTo>
                    <a:pt x="767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95" name="Google Shape;6195;p47"/>
            <p:cNvSpPr/>
            <p:nvPr/>
          </p:nvSpPr>
          <p:spPr>
            <a:xfrm>
              <a:off x="5202813" y="3483900"/>
              <a:ext cx="445125" cy="198600"/>
            </a:xfrm>
            <a:custGeom>
              <a:avLst/>
              <a:gdLst/>
              <a:ahLst/>
              <a:cxnLst/>
              <a:rect l="l" t="t" r="r" b="b"/>
              <a:pathLst>
                <a:path w="17805" h="7944" extrusionOk="0">
                  <a:moveTo>
                    <a:pt x="1" y="2762"/>
                  </a:moveTo>
                  <a:cubicBezTo>
                    <a:pt x="1" y="4086"/>
                    <a:pt x="868" y="5410"/>
                    <a:pt x="2626" y="6437"/>
                  </a:cubicBezTo>
                  <a:lnTo>
                    <a:pt x="2626" y="6437"/>
                  </a:lnTo>
                  <a:cubicBezTo>
                    <a:pt x="2831" y="6551"/>
                    <a:pt x="3060" y="6665"/>
                    <a:pt x="3265" y="6756"/>
                  </a:cubicBezTo>
                  <a:lnTo>
                    <a:pt x="3265" y="6756"/>
                  </a:lnTo>
                  <a:cubicBezTo>
                    <a:pt x="3356" y="6802"/>
                    <a:pt x="3425" y="6825"/>
                    <a:pt x="3516" y="6870"/>
                  </a:cubicBezTo>
                  <a:lnTo>
                    <a:pt x="3516" y="6870"/>
                  </a:lnTo>
                  <a:cubicBezTo>
                    <a:pt x="3630" y="6916"/>
                    <a:pt x="3767" y="6985"/>
                    <a:pt x="3904" y="7053"/>
                  </a:cubicBezTo>
                  <a:lnTo>
                    <a:pt x="3904" y="7053"/>
                  </a:lnTo>
                  <a:cubicBezTo>
                    <a:pt x="3927" y="7053"/>
                    <a:pt x="3950" y="7053"/>
                    <a:pt x="3973" y="7076"/>
                  </a:cubicBezTo>
                  <a:lnTo>
                    <a:pt x="3973" y="7076"/>
                  </a:lnTo>
                  <a:cubicBezTo>
                    <a:pt x="4041" y="7099"/>
                    <a:pt x="4087" y="7099"/>
                    <a:pt x="4132" y="7122"/>
                  </a:cubicBezTo>
                  <a:lnTo>
                    <a:pt x="4132" y="7122"/>
                  </a:lnTo>
                  <a:cubicBezTo>
                    <a:pt x="4315" y="7190"/>
                    <a:pt x="4498" y="7258"/>
                    <a:pt x="4680" y="7304"/>
                  </a:cubicBezTo>
                  <a:lnTo>
                    <a:pt x="4680" y="7304"/>
                  </a:lnTo>
                  <a:cubicBezTo>
                    <a:pt x="4749" y="7327"/>
                    <a:pt x="4794" y="7350"/>
                    <a:pt x="4863" y="7373"/>
                  </a:cubicBezTo>
                  <a:lnTo>
                    <a:pt x="4863" y="7373"/>
                  </a:lnTo>
                  <a:cubicBezTo>
                    <a:pt x="4908" y="7373"/>
                    <a:pt x="4954" y="7395"/>
                    <a:pt x="4977" y="7418"/>
                  </a:cubicBezTo>
                  <a:lnTo>
                    <a:pt x="4977" y="7418"/>
                  </a:lnTo>
                  <a:cubicBezTo>
                    <a:pt x="5068" y="7418"/>
                    <a:pt x="5137" y="7441"/>
                    <a:pt x="5205" y="7464"/>
                  </a:cubicBezTo>
                  <a:lnTo>
                    <a:pt x="5205" y="7464"/>
                  </a:lnTo>
                  <a:cubicBezTo>
                    <a:pt x="5388" y="7510"/>
                    <a:pt x="5593" y="7555"/>
                    <a:pt x="5776" y="7601"/>
                  </a:cubicBezTo>
                  <a:lnTo>
                    <a:pt x="5776" y="7601"/>
                  </a:lnTo>
                  <a:cubicBezTo>
                    <a:pt x="5821" y="7601"/>
                    <a:pt x="5867" y="7624"/>
                    <a:pt x="5913" y="7624"/>
                  </a:cubicBezTo>
                  <a:lnTo>
                    <a:pt x="5913" y="7624"/>
                  </a:lnTo>
                  <a:cubicBezTo>
                    <a:pt x="5981" y="7647"/>
                    <a:pt x="6072" y="7669"/>
                    <a:pt x="6141" y="7669"/>
                  </a:cubicBezTo>
                  <a:lnTo>
                    <a:pt x="6141" y="7669"/>
                  </a:lnTo>
                  <a:cubicBezTo>
                    <a:pt x="6301" y="7692"/>
                    <a:pt x="6461" y="7738"/>
                    <a:pt x="6620" y="7761"/>
                  </a:cubicBezTo>
                  <a:lnTo>
                    <a:pt x="6620" y="7761"/>
                  </a:lnTo>
                  <a:cubicBezTo>
                    <a:pt x="6666" y="7761"/>
                    <a:pt x="6734" y="7783"/>
                    <a:pt x="6803" y="7783"/>
                  </a:cubicBezTo>
                  <a:lnTo>
                    <a:pt x="6803" y="7783"/>
                  </a:lnTo>
                  <a:cubicBezTo>
                    <a:pt x="6871" y="7806"/>
                    <a:pt x="6940" y="7806"/>
                    <a:pt x="7008" y="7806"/>
                  </a:cubicBezTo>
                  <a:lnTo>
                    <a:pt x="7008" y="7806"/>
                  </a:lnTo>
                  <a:cubicBezTo>
                    <a:pt x="7145" y="7829"/>
                    <a:pt x="7305" y="7852"/>
                    <a:pt x="7442" y="7852"/>
                  </a:cubicBezTo>
                  <a:lnTo>
                    <a:pt x="7442" y="7852"/>
                  </a:lnTo>
                  <a:cubicBezTo>
                    <a:pt x="7533" y="7875"/>
                    <a:pt x="7602" y="7875"/>
                    <a:pt x="7670" y="7875"/>
                  </a:cubicBezTo>
                  <a:lnTo>
                    <a:pt x="7670" y="7875"/>
                  </a:lnTo>
                  <a:cubicBezTo>
                    <a:pt x="7739" y="7898"/>
                    <a:pt x="7807" y="7898"/>
                    <a:pt x="7853" y="7898"/>
                  </a:cubicBezTo>
                  <a:lnTo>
                    <a:pt x="7853" y="7898"/>
                  </a:lnTo>
                  <a:cubicBezTo>
                    <a:pt x="8013" y="7898"/>
                    <a:pt x="8172" y="7920"/>
                    <a:pt x="8309" y="7920"/>
                  </a:cubicBezTo>
                  <a:lnTo>
                    <a:pt x="8309" y="7920"/>
                  </a:lnTo>
                  <a:cubicBezTo>
                    <a:pt x="8401" y="7920"/>
                    <a:pt x="8469" y="7920"/>
                    <a:pt x="8538" y="7943"/>
                  </a:cubicBezTo>
                  <a:lnTo>
                    <a:pt x="8538" y="7943"/>
                  </a:lnTo>
                  <a:cubicBezTo>
                    <a:pt x="8583" y="7943"/>
                    <a:pt x="8606" y="7943"/>
                    <a:pt x="8629" y="7943"/>
                  </a:cubicBezTo>
                  <a:lnTo>
                    <a:pt x="8629" y="7943"/>
                  </a:lnTo>
                  <a:cubicBezTo>
                    <a:pt x="8675" y="7920"/>
                    <a:pt x="8697" y="7920"/>
                    <a:pt x="8720" y="7920"/>
                  </a:cubicBezTo>
                  <a:lnTo>
                    <a:pt x="8720" y="7920"/>
                  </a:lnTo>
                  <a:cubicBezTo>
                    <a:pt x="8880" y="7943"/>
                    <a:pt x="9040" y="7943"/>
                    <a:pt x="9222" y="7920"/>
                  </a:cubicBezTo>
                  <a:lnTo>
                    <a:pt x="9222" y="7920"/>
                  </a:lnTo>
                  <a:cubicBezTo>
                    <a:pt x="9245" y="7920"/>
                    <a:pt x="9268" y="7920"/>
                    <a:pt x="9314" y="7920"/>
                  </a:cubicBezTo>
                  <a:lnTo>
                    <a:pt x="9314" y="7920"/>
                  </a:lnTo>
                  <a:cubicBezTo>
                    <a:pt x="9359" y="7920"/>
                    <a:pt x="9405" y="7920"/>
                    <a:pt x="9451" y="7920"/>
                  </a:cubicBezTo>
                  <a:lnTo>
                    <a:pt x="9451" y="7920"/>
                  </a:lnTo>
                  <a:cubicBezTo>
                    <a:pt x="9496" y="7920"/>
                    <a:pt x="9542" y="7920"/>
                    <a:pt x="9588" y="7920"/>
                  </a:cubicBezTo>
                  <a:lnTo>
                    <a:pt x="9588" y="7920"/>
                  </a:lnTo>
                  <a:cubicBezTo>
                    <a:pt x="9793" y="7920"/>
                    <a:pt x="9998" y="7898"/>
                    <a:pt x="10204" y="7875"/>
                  </a:cubicBezTo>
                  <a:lnTo>
                    <a:pt x="10204" y="7875"/>
                  </a:lnTo>
                  <a:cubicBezTo>
                    <a:pt x="10272" y="7875"/>
                    <a:pt x="10364" y="7875"/>
                    <a:pt x="10432" y="7852"/>
                  </a:cubicBezTo>
                  <a:lnTo>
                    <a:pt x="10432" y="7852"/>
                  </a:lnTo>
                  <a:cubicBezTo>
                    <a:pt x="10478" y="7852"/>
                    <a:pt x="10523" y="7852"/>
                    <a:pt x="10546" y="7852"/>
                  </a:cubicBezTo>
                  <a:lnTo>
                    <a:pt x="10546" y="7852"/>
                  </a:lnTo>
                  <a:cubicBezTo>
                    <a:pt x="10615" y="7852"/>
                    <a:pt x="10683" y="7829"/>
                    <a:pt x="10729" y="7829"/>
                  </a:cubicBezTo>
                  <a:lnTo>
                    <a:pt x="10729" y="7829"/>
                  </a:lnTo>
                  <a:cubicBezTo>
                    <a:pt x="10934" y="7806"/>
                    <a:pt x="11140" y="7783"/>
                    <a:pt x="11345" y="7738"/>
                  </a:cubicBezTo>
                  <a:lnTo>
                    <a:pt x="11345" y="7738"/>
                  </a:lnTo>
                  <a:cubicBezTo>
                    <a:pt x="11414" y="7738"/>
                    <a:pt x="11459" y="7715"/>
                    <a:pt x="11505" y="7715"/>
                  </a:cubicBezTo>
                  <a:lnTo>
                    <a:pt x="11505" y="7715"/>
                  </a:lnTo>
                  <a:cubicBezTo>
                    <a:pt x="11528" y="7715"/>
                    <a:pt x="11551" y="7715"/>
                    <a:pt x="11573" y="7715"/>
                  </a:cubicBezTo>
                  <a:lnTo>
                    <a:pt x="11573" y="7715"/>
                  </a:lnTo>
                  <a:cubicBezTo>
                    <a:pt x="11665" y="7692"/>
                    <a:pt x="11756" y="7669"/>
                    <a:pt x="11870" y="7647"/>
                  </a:cubicBezTo>
                  <a:lnTo>
                    <a:pt x="11870" y="7647"/>
                  </a:lnTo>
                  <a:cubicBezTo>
                    <a:pt x="12030" y="7601"/>
                    <a:pt x="12190" y="7578"/>
                    <a:pt x="12349" y="7532"/>
                  </a:cubicBezTo>
                  <a:lnTo>
                    <a:pt x="12349" y="7532"/>
                  </a:lnTo>
                  <a:cubicBezTo>
                    <a:pt x="12464" y="7510"/>
                    <a:pt x="12578" y="7464"/>
                    <a:pt x="12715" y="7441"/>
                  </a:cubicBezTo>
                  <a:lnTo>
                    <a:pt x="12715" y="7441"/>
                  </a:lnTo>
                  <a:cubicBezTo>
                    <a:pt x="12852" y="7395"/>
                    <a:pt x="13011" y="7350"/>
                    <a:pt x="13171" y="7304"/>
                  </a:cubicBezTo>
                  <a:lnTo>
                    <a:pt x="13171" y="7304"/>
                  </a:lnTo>
                  <a:cubicBezTo>
                    <a:pt x="13194" y="7304"/>
                    <a:pt x="13240" y="7304"/>
                    <a:pt x="13262" y="7281"/>
                  </a:cubicBezTo>
                  <a:lnTo>
                    <a:pt x="13262" y="7281"/>
                  </a:lnTo>
                  <a:cubicBezTo>
                    <a:pt x="13445" y="7236"/>
                    <a:pt x="13628" y="7167"/>
                    <a:pt x="13810" y="7099"/>
                  </a:cubicBezTo>
                  <a:lnTo>
                    <a:pt x="13810" y="7099"/>
                  </a:lnTo>
                  <a:cubicBezTo>
                    <a:pt x="13833" y="7076"/>
                    <a:pt x="13856" y="7076"/>
                    <a:pt x="13879" y="7053"/>
                  </a:cubicBezTo>
                  <a:lnTo>
                    <a:pt x="13879" y="7053"/>
                  </a:lnTo>
                  <a:cubicBezTo>
                    <a:pt x="14061" y="6985"/>
                    <a:pt x="14267" y="6916"/>
                    <a:pt x="14449" y="6825"/>
                  </a:cubicBezTo>
                  <a:lnTo>
                    <a:pt x="14449" y="6825"/>
                  </a:lnTo>
                  <a:cubicBezTo>
                    <a:pt x="14495" y="6802"/>
                    <a:pt x="14564" y="6779"/>
                    <a:pt x="14609" y="6734"/>
                  </a:cubicBezTo>
                  <a:lnTo>
                    <a:pt x="14609" y="6734"/>
                  </a:lnTo>
                  <a:cubicBezTo>
                    <a:pt x="14815" y="6642"/>
                    <a:pt x="15020" y="6528"/>
                    <a:pt x="15203" y="6437"/>
                  </a:cubicBezTo>
                  <a:lnTo>
                    <a:pt x="15203" y="6437"/>
                  </a:lnTo>
                  <a:cubicBezTo>
                    <a:pt x="15248" y="6414"/>
                    <a:pt x="15294" y="6391"/>
                    <a:pt x="15317" y="6368"/>
                  </a:cubicBezTo>
                  <a:lnTo>
                    <a:pt x="15317" y="6368"/>
                  </a:lnTo>
                  <a:cubicBezTo>
                    <a:pt x="15362" y="6345"/>
                    <a:pt x="15385" y="6323"/>
                    <a:pt x="15408" y="6300"/>
                  </a:cubicBezTo>
                  <a:lnTo>
                    <a:pt x="15408" y="6300"/>
                  </a:lnTo>
                  <a:cubicBezTo>
                    <a:pt x="15477" y="6277"/>
                    <a:pt x="15522" y="6231"/>
                    <a:pt x="15591" y="6209"/>
                  </a:cubicBezTo>
                  <a:lnTo>
                    <a:pt x="15591" y="6209"/>
                  </a:lnTo>
                  <a:cubicBezTo>
                    <a:pt x="15636" y="6163"/>
                    <a:pt x="15682" y="6140"/>
                    <a:pt x="15728" y="6094"/>
                  </a:cubicBezTo>
                  <a:lnTo>
                    <a:pt x="15728" y="6094"/>
                  </a:lnTo>
                  <a:cubicBezTo>
                    <a:pt x="15773" y="6072"/>
                    <a:pt x="15819" y="6026"/>
                    <a:pt x="15865" y="6003"/>
                  </a:cubicBezTo>
                  <a:lnTo>
                    <a:pt x="15865" y="6003"/>
                  </a:lnTo>
                  <a:cubicBezTo>
                    <a:pt x="15910" y="5957"/>
                    <a:pt x="15956" y="5935"/>
                    <a:pt x="16001" y="5889"/>
                  </a:cubicBezTo>
                  <a:lnTo>
                    <a:pt x="16001" y="5889"/>
                  </a:lnTo>
                  <a:cubicBezTo>
                    <a:pt x="16047" y="5866"/>
                    <a:pt x="16093" y="5821"/>
                    <a:pt x="16138" y="5798"/>
                  </a:cubicBezTo>
                  <a:lnTo>
                    <a:pt x="16138" y="5798"/>
                  </a:lnTo>
                  <a:cubicBezTo>
                    <a:pt x="16184" y="5752"/>
                    <a:pt x="16230" y="5729"/>
                    <a:pt x="16275" y="5684"/>
                  </a:cubicBezTo>
                  <a:lnTo>
                    <a:pt x="16275" y="5684"/>
                  </a:lnTo>
                  <a:cubicBezTo>
                    <a:pt x="16321" y="5638"/>
                    <a:pt x="16344" y="5615"/>
                    <a:pt x="16390" y="5569"/>
                  </a:cubicBezTo>
                  <a:lnTo>
                    <a:pt x="16390" y="5569"/>
                  </a:lnTo>
                  <a:cubicBezTo>
                    <a:pt x="16412" y="5569"/>
                    <a:pt x="16435" y="5547"/>
                    <a:pt x="16458" y="5524"/>
                  </a:cubicBezTo>
                  <a:lnTo>
                    <a:pt x="16458" y="5524"/>
                  </a:lnTo>
                  <a:cubicBezTo>
                    <a:pt x="16458" y="5524"/>
                    <a:pt x="16481" y="5501"/>
                    <a:pt x="16504" y="5478"/>
                  </a:cubicBezTo>
                  <a:lnTo>
                    <a:pt x="16504" y="5478"/>
                  </a:lnTo>
                  <a:cubicBezTo>
                    <a:pt x="16572" y="5410"/>
                    <a:pt x="16641" y="5341"/>
                    <a:pt x="16686" y="5273"/>
                  </a:cubicBezTo>
                  <a:lnTo>
                    <a:pt x="16686" y="5273"/>
                  </a:lnTo>
                  <a:cubicBezTo>
                    <a:pt x="16709" y="5250"/>
                    <a:pt x="16732" y="5227"/>
                    <a:pt x="16755" y="5204"/>
                  </a:cubicBezTo>
                  <a:lnTo>
                    <a:pt x="16755" y="5204"/>
                  </a:lnTo>
                  <a:cubicBezTo>
                    <a:pt x="16846" y="5136"/>
                    <a:pt x="16915" y="5044"/>
                    <a:pt x="16983" y="4953"/>
                  </a:cubicBezTo>
                  <a:lnTo>
                    <a:pt x="16983" y="4953"/>
                  </a:lnTo>
                  <a:cubicBezTo>
                    <a:pt x="16983" y="4930"/>
                    <a:pt x="17006" y="4930"/>
                    <a:pt x="17006" y="4930"/>
                  </a:cubicBezTo>
                  <a:lnTo>
                    <a:pt x="17006" y="4930"/>
                  </a:lnTo>
                  <a:cubicBezTo>
                    <a:pt x="17006" y="4907"/>
                    <a:pt x="17029" y="4885"/>
                    <a:pt x="17051" y="4862"/>
                  </a:cubicBezTo>
                  <a:lnTo>
                    <a:pt x="17051" y="4862"/>
                  </a:lnTo>
                  <a:cubicBezTo>
                    <a:pt x="17097" y="4816"/>
                    <a:pt x="17143" y="4748"/>
                    <a:pt x="17166" y="4702"/>
                  </a:cubicBezTo>
                  <a:lnTo>
                    <a:pt x="17166" y="4702"/>
                  </a:lnTo>
                  <a:cubicBezTo>
                    <a:pt x="17188" y="4656"/>
                    <a:pt x="17211" y="4634"/>
                    <a:pt x="17234" y="4611"/>
                  </a:cubicBezTo>
                  <a:lnTo>
                    <a:pt x="17234" y="4611"/>
                  </a:lnTo>
                  <a:cubicBezTo>
                    <a:pt x="17280" y="4542"/>
                    <a:pt x="17303" y="4497"/>
                    <a:pt x="17325" y="4451"/>
                  </a:cubicBezTo>
                  <a:lnTo>
                    <a:pt x="17325" y="4451"/>
                  </a:lnTo>
                  <a:cubicBezTo>
                    <a:pt x="17348" y="4428"/>
                    <a:pt x="17348" y="4405"/>
                    <a:pt x="17348" y="4405"/>
                  </a:cubicBezTo>
                  <a:lnTo>
                    <a:pt x="17348" y="4405"/>
                  </a:lnTo>
                  <a:cubicBezTo>
                    <a:pt x="17371" y="4383"/>
                    <a:pt x="17371" y="4360"/>
                    <a:pt x="17394" y="4337"/>
                  </a:cubicBezTo>
                  <a:lnTo>
                    <a:pt x="17394" y="4337"/>
                  </a:lnTo>
                  <a:cubicBezTo>
                    <a:pt x="17417" y="4291"/>
                    <a:pt x="17439" y="4246"/>
                    <a:pt x="17462" y="4200"/>
                  </a:cubicBezTo>
                  <a:lnTo>
                    <a:pt x="17462" y="4200"/>
                  </a:lnTo>
                  <a:cubicBezTo>
                    <a:pt x="17485" y="4177"/>
                    <a:pt x="17508" y="4131"/>
                    <a:pt x="17508" y="4086"/>
                  </a:cubicBezTo>
                  <a:lnTo>
                    <a:pt x="17508" y="4086"/>
                  </a:lnTo>
                  <a:cubicBezTo>
                    <a:pt x="17531" y="4040"/>
                    <a:pt x="17554" y="3994"/>
                    <a:pt x="17576" y="3949"/>
                  </a:cubicBezTo>
                  <a:lnTo>
                    <a:pt x="17576" y="3949"/>
                  </a:lnTo>
                  <a:cubicBezTo>
                    <a:pt x="17576" y="3926"/>
                    <a:pt x="17599" y="3926"/>
                    <a:pt x="17599" y="3903"/>
                  </a:cubicBezTo>
                  <a:lnTo>
                    <a:pt x="17599" y="3903"/>
                  </a:lnTo>
                  <a:cubicBezTo>
                    <a:pt x="17599" y="3880"/>
                    <a:pt x="17599" y="3858"/>
                    <a:pt x="17622" y="3835"/>
                  </a:cubicBezTo>
                  <a:lnTo>
                    <a:pt x="17622" y="3835"/>
                  </a:lnTo>
                  <a:cubicBezTo>
                    <a:pt x="17622" y="3789"/>
                    <a:pt x="17645" y="3766"/>
                    <a:pt x="17645" y="3721"/>
                  </a:cubicBezTo>
                  <a:lnTo>
                    <a:pt x="17645" y="3721"/>
                  </a:lnTo>
                  <a:cubicBezTo>
                    <a:pt x="17668" y="3675"/>
                    <a:pt x="17691" y="3629"/>
                    <a:pt x="17691" y="3606"/>
                  </a:cubicBezTo>
                  <a:lnTo>
                    <a:pt x="17691" y="3606"/>
                  </a:lnTo>
                  <a:cubicBezTo>
                    <a:pt x="17713" y="3561"/>
                    <a:pt x="17713" y="3515"/>
                    <a:pt x="17713" y="3470"/>
                  </a:cubicBezTo>
                  <a:lnTo>
                    <a:pt x="17713" y="3470"/>
                  </a:lnTo>
                  <a:cubicBezTo>
                    <a:pt x="17736" y="3447"/>
                    <a:pt x="17736" y="3424"/>
                    <a:pt x="17736" y="3401"/>
                  </a:cubicBezTo>
                  <a:lnTo>
                    <a:pt x="17736" y="3401"/>
                  </a:lnTo>
                  <a:cubicBezTo>
                    <a:pt x="17736" y="3378"/>
                    <a:pt x="17736" y="3355"/>
                    <a:pt x="17736" y="3355"/>
                  </a:cubicBezTo>
                  <a:lnTo>
                    <a:pt x="17736" y="3355"/>
                  </a:lnTo>
                  <a:cubicBezTo>
                    <a:pt x="17759" y="3310"/>
                    <a:pt x="17759" y="3264"/>
                    <a:pt x="17759" y="3218"/>
                  </a:cubicBezTo>
                  <a:lnTo>
                    <a:pt x="17759" y="3218"/>
                  </a:lnTo>
                  <a:cubicBezTo>
                    <a:pt x="17782" y="3173"/>
                    <a:pt x="17782" y="3127"/>
                    <a:pt x="17782" y="3104"/>
                  </a:cubicBezTo>
                  <a:lnTo>
                    <a:pt x="17782" y="3104"/>
                  </a:lnTo>
                  <a:cubicBezTo>
                    <a:pt x="17782" y="3059"/>
                    <a:pt x="17782" y="3013"/>
                    <a:pt x="17782" y="2967"/>
                  </a:cubicBezTo>
                  <a:lnTo>
                    <a:pt x="17782" y="2967"/>
                  </a:lnTo>
                  <a:cubicBezTo>
                    <a:pt x="17805" y="2945"/>
                    <a:pt x="17805" y="2922"/>
                    <a:pt x="17805" y="2876"/>
                  </a:cubicBezTo>
                  <a:lnTo>
                    <a:pt x="17805" y="2876"/>
                  </a:lnTo>
                  <a:cubicBezTo>
                    <a:pt x="17805" y="2853"/>
                    <a:pt x="17805" y="2830"/>
                    <a:pt x="17805" y="2808"/>
                  </a:cubicBezTo>
                  <a:lnTo>
                    <a:pt x="17805" y="2808"/>
                  </a:lnTo>
                  <a:lnTo>
                    <a:pt x="17805" y="69"/>
                  </a:lnTo>
                  <a:cubicBezTo>
                    <a:pt x="17805" y="114"/>
                    <a:pt x="17805" y="160"/>
                    <a:pt x="17805" y="228"/>
                  </a:cubicBezTo>
                  <a:lnTo>
                    <a:pt x="17805" y="228"/>
                  </a:lnTo>
                  <a:cubicBezTo>
                    <a:pt x="17805" y="274"/>
                    <a:pt x="17805" y="297"/>
                    <a:pt x="17782" y="342"/>
                  </a:cubicBezTo>
                  <a:lnTo>
                    <a:pt x="17782" y="342"/>
                  </a:lnTo>
                  <a:cubicBezTo>
                    <a:pt x="17782" y="388"/>
                    <a:pt x="17782" y="434"/>
                    <a:pt x="17782" y="479"/>
                  </a:cubicBezTo>
                  <a:lnTo>
                    <a:pt x="17782" y="479"/>
                  </a:lnTo>
                  <a:cubicBezTo>
                    <a:pt x="17759" y="525"/>
                    <a:pt x="17759" y="548"/>
                    <a:pt x="17759" y="594"/>
                  </a:cubicBezTo>
                  <a:lnTo>
                    <a:pt x="17759" y="594"/>
                  </a:lnTo>
                  <a:cubicBezTo>
                    <a:pt x="17736" y="639"/>
                    <a:pt x="17736" y="685"/>
                    <a:pt x="17736" y="730"/>
                  </a:cubicBezTo>
                  <a:lnTo>
                    <a:pt x="17736" y="730"/>
                  </a:lnTo>
                  <a:cubicBezTo>
                    <a:pt x="17713" y="753"/>
                    <a:pt x="17713" y="799"/>
                    <a:pt x="17691" y="845"/>
                  </a:cubicBezTo>
                  <a:lnTo>
                    <a:pt x="17691" y="845"/>
                  </a:lnTo>
                  <a:cubicBezTo>
                    <a:pt x="17691" y="890"/>
                    <a:pt x="17668" y="936"/>
                    <a:pt x="17668" y="959"/>
                  </a:cubicBezTo>
                  <a:lnTo>
                    <a:pt x="17668" y="959"/>
                  </a:lnTo>
                  <a:cubicBezTo>
                    <a:pt x="17645" y="1004"/>
                    <a:pt x="17645" y="1050"/>
                    <a:pt x="17622" y="1096"/>
                  </a:cubicBezTo>
                  <a:lnTo>
                    <a:pt x="17622" y="1096"/>
                  </a:lnTo>
                  <a:cubicBezTo>
                    <a:pt x="17599" y="1141"/>
                    <a:pt x="17599" y="1164"/>
                    <a:pt x="17576" y="1210"/>
                  </a:cubicBezTo>
                  <a:lnTo>
                    <a:pt x="17576" y="1210"/>
                  </a:lnTo>
                  <a:cubicBezTo>
                    <a:pt x="17554" y="1255"/>
                    <a:pt x="17531" y="1301"/>
                    <a:pt x="17531" y="1347"/>
                  </a:cubicBezTo>
                  <a:lnTo>
                    <a:pt x="17531" y="1347"/>
                  </a:lnTo>
                  <a:cubicBezTo>
                    <a:pt x="17508" y="1392"/>
                    <a:pt x="17485" y="1415"/>
                    <a:pt x="17462" y="1461"/>
                  </a:cubicBezTo>
                  <a:lnTo>
                    <a:pt x="17462" y="1461"/>
                  </a:lnTo>
                  <a:cubicBezTo>
                    <a:pt x="17439" y="1507"/>
                    <a:pt x="17417" y="1552"/>
                    <a:pt x="17394" y="1598"/>
                  </a:cubicBezTo>
                  <a:lnTo>
                    <a:pt x="17394" y="1598"/>
                  </a:lnTo>
                  <a:cubicBezTo>
                    <a:pt x="17371" y="1621"/>
                    <a:pt x="17371" y="1666"/>
                    <a:pt x="17348" y="1712"/>
                  </a:cubicBezTo>
                  <a:lnTo>
                    <a:pt x="17348" y="1712"/>
                  </a:lnTo>
                  <a:cubicBezTo>
                    <a:pt x="17303" y="1758"/>
                    <a:pt x="17280" y="1803"/>
                    <a:pt x="17234" y="1849"/>
                  </a:cubicBezTo>
                  <a:lnTo>
                    <a:pt x="17234" y="1849"/>
                  </a:lnTo>
                  <a:cubicBezTo>
                    <a:pt x="17211" y="1895"/>
                    <a:pt x="17211" y="1917"/>
                    <a:pt x="17188" y="1963"/>
                  </a:cubicBezTo>
                  <a:lnTo>
                    <a:pt x="17188" y="1963"/>
                  </a:lnTo>
                  <a:cubicBezTo>
                    <a:pt x="17143" y="2009"/>
                    <a:pt x="17097" y="2077"/>
                    <a:pt x="17051" y="2123"/>
                  </a:cubicBezTo>
                  <a:lnTo>
                    <a:pt x="17051" y="2123"/>
                  </a:lnTo>
                  <a:cubicBezTo>
                    <a:pt x="17029" y="2146"/>
                    <a:pt x="17029" y="2168"/>
                    <a:pt x="17006" y="2191"/>
                  </a:cubicBezTo>
                  <a:lnTo>
                    <a:pt x="17006" y="2191"/>
                  </a:lnTo>
                  <a:cubicBezTo>
                    <a:pt x="16937" y="2283"/>
                    <a:pt x="16846" y="2374"/>
                    <a:pt x="16778" y="2465"/>
                  </a:cubicBezTo>
                  <a:lnTo>
                    <a:pt x="16778" y="2465"/>
                  </a:lnTo>
                  <a:cubicBezTo>
                    <a:pt x="16755" y="2488"/>
                    <a:pt x="16732" y="2511"/>
                    <a:pt x="16709" y="2534"/>
                  </a:cubicBezTo>
                  <a:lnTo>
                    <a:pt x="16709" y="2534"/>
                  </a:lnTo>
                  <a:cubicBezTo>
                    <a:pt x="16641" y="2602"/>
                    <a:pt x="16572" y="2671"/>
                    <a:pt x="16504" y="2739"/>
                  </a:cubicBezTo>
                  <a:lnTo>
                    <a:pt x="16504" y="2739"/>
                  </a:lnTo>
                  <a:cubicBezTo>
                    <a:pt x="16458" y="2762"/>
                    <a:pt x="16435" y="2808"/>
                    <a:pt x="16412" y="2830"/>
                  </a:cubicBezTo>
                  <a:lnTo>
                    <a:pt x="16412" y="2830"/>
                  </a:lnTo>
                  <a:cubicBezTo>
                    <a:pt x="16367" y="2876"/>
                    <a:pt x="16321" y="2899"/>
                    <a:pt x="16275" y="2945"/>
                  </a:cubicBezTo>
                  <a:lnTo>
                    <a:pt x="16275" y="2945"/>
                  </a:lnTo>
                  <a:cubicBezTo>
                    <a:pt x="16230" y="2967"/>
                    <a:pt x="16184" y="3013"/>
                    <a:pt x="16161" y="3036"/>
                  </a:cubicBezTo>
                  <a:lnTo>
                    <a:pt x="16161" y="3036"/>
                  </a:lnTo>
                  <a:cubicBezTo>
                    <a:pt x="16116" y="3081"/>
                    <a:pt x="16070" y="3127"/>
                    <a:pt x="16001" y="3150"/>
                  </a:cubicBezTo>
                  <a:lnTo>
                    <a:pt x="16001" y="3150"/>
                  </a:lnTo>
                  <a:cubicBezTo>
                    <a:pt x="15979" y="3196"/>
                    <a:pt x="15933" y="3218"/>
                    <a:pt x="15887" y="3241"/>
                  </a:cubicBezTo>
                  <a:lnTo>
                    <a:pt x="15887" y="3241"/>
                  </a:lnTo>
                  <a:cubicBezTo>
                    <a:pt x="15842" y="3287"/>
                    <a:pt x="15773" y="3333"/>
                    <a:pt x="15728" y="3355"/>
                  </a:cubicBezTo>
                  <a:lnTo>
                    <a:pt x="15728" y="3355"/>
                  </a:lnTo>
                  <a:cubicBezTo>
                    <a:pt x="15682" y="3401"/>
                    <a:pt x="15636" y="3424"/>
                    <a:pt x="15591" y="3447"/>
                  </a:cubicBezTo>
                  <a:lnTo>
                    <a:pt x="15591" y="3447"/>
                  </a:lnTo>
                  <a:cubicBezTo>
                    <a:pt x="15545" y="3492"/>
                    <a:pt x="15477" y="3515"/>
                    <a:pt x="15431" y="3561"/>
                  </a:cubicBezTo>
                  <a:lnTo>
                    <a:pt x="15431" y="3561"/>
                  </a:lnTo>
                  <a:cubicBezTo>
                    <a:pt x="15362" y="3606"/>
                    <a:pt x="15294" y="3652"/>
                    <a:pt x="15225" y="3675"/>
                  </a:cubicBezTo>
                  <a:lnTo>
                    <a:pt x="15225" y="3675"/>
                  </a:lnTo>
                  <a:cubicBezTo>
                    <a:pt x="15020" y="3789"/>
                    <a:pt x="14815" y="3903"/>
                    <a:pt x="14609" y="3994"/>
                  </a:cubicBezTo>
                  <a:lnTo>
                    <a:pt x="14609" y="3994"/>
                  </a:lnTo>
                  <a:cubicBezTo>
                    <a:pt x="14564" y="4017"/>
                    <a:pt x="14518" y="4040"/>
                    <a:pt x="14449" y="4086"/>
                  </a:cubicBezTo>
                  <a:lnTo>
                    <a:pt x="14449" y="4086"/>
                  </a:lnTo>
                  <a:cubicBezTo>
                    <a:pt x="14267" y="4154"/>
                    <a:pt x="14084" y="4246"/>
                    <a:pt x="13879" y="4314"/>
                  </a:cubicBezTo>
                  <a:lnTo>
                    <a:pt x="13879" y="4314"/>
                  </a:lnTo>
                  <a:cubicBezTo>
                    <a:pt x="13856" y="4337"/>
                    <a:pt x="13833" y="4337"/>
                    <a:pt x="13810" y="4360"/>
                  </a:cubicBezTo>
                  <a:lnTo>
                    <a:pt x="13810" y="4360"/>
                  </a:lnTo>
                  <a:cubicBezTo>
                    <a:pt x="13605" y="4428"/>
                    <a:pt x="13377" y="4497"/>
                    <a:pt x="13171" y="4565"/>
                  </a:cubicBezTo>
                  <a:lnTo>
                    <a:pt x="13171" y="4565"/>
                  </a:lnTo>
                  <a:cubicBezTo>
                    <a:pt x="13011" y="4611"/>
                    <a:pt x="12874" y="4656"/>
                    <a:pt x="12715" y="4702"/>
                  </a:cubicBezTo>
                  <a:lnTo>
                    <a:pt x="12715" y="4702"/>
                  </a:lnTo>
                  <a:cubicBezTo>
                    <a:pt x="12601" y="4725"/>
                    <a:pt x="12486" y="4771"/>
                    <a:pt x="12372" y="4793"/>
                  </a:cubicBezTo>
                  <a:lnTo>
                    <a:pt x="12372" y="4793"/>
                  </a:lnTo>
                  <a:cubicBezTo>
                    <a:pt x="12190" y="4839"/>
                    <a:pt x="12030" y="4862"/>
                    <a:pt x="11870" y="4907"/>
                  </a:cubicBezTo>
                  <a:lnTo>
                    <a:pt x="11870" y="4907"/>
                  </a:lnTo>
                  <a:cubicBezTo>
                    <a:pt x="11756" y="4930"/>
                    <a:pt x="11642" y="4953"/>
                    <a:pt x="11505" y="4976"/>
                  </a:cubicBezTo>
                  <a:lnTo>
                    <a:pt x="11505" y="4976"/>
                  </a:lnTo>
                  <a:cubicBezTo>
                    <a:pt x="11459" y="4976"/>
                    <a:pt x="11414" y="4976"/>
                    <a:pt x="11368" y="4999"/>
                  </a:cubicBezTo>
                  <a:lnTo>
                    <a:pt x="11368" y="4999"/>
                  </a:lnTo>
                  <a:cubicBezTo>
                    <a:pt x="11163" y="5022"/>
                    <a:pt x="10957" y="5067"/>
                    <a:pt x="10752" y="5090"/>
                  </a:cubicBezTo>
                  <a:lnTo>
                    <a:pt x="10752" y="5090"/>
                  </a:lnTo>
                  <a:cubicBezTo>
                    <a:pt x="10683" y="5090"/>
                    <a:pt x="10615" y="5090"/>
                    <a:pt x="10569" y="5113"/>
                  </a:cubicBezTo>
                  <a:lnTo>
                    <a:pt x="10569" y="5113"/>
                  </a:lnTo>
                  <a:cubicBezTo>
                    <a:pt x="10455" y="5113"/>
                    <a:pt x="10318" y="5113"/>
                    <a:pt x="10204" y="5136"/>
                  </a:cubicBezTo>
                  <a:lnTo>
                    <a:pt x="10204" y="5136"/>
                  </a:lnTo>
                  <a:cubicBezTo>
                    <a:pt x="9998" y="5159"/>
                    <a:pt x="9816" y="5159"/>
                    <a:pt x="9610" y="5181"/>
                  </a:cubicBezTo>
                  <a:lnTo>
                    <a:pt x="9610" y="5181"/>
                  </a:lnTo>
                  <a:cubicBezTo>
                    <a:pt x="9473" y="5181"/>
                    <a:pt x="9337" y="5181"/>
                    <a:pt x="9222" y="5181"/>
                  </a:cubicBezTo>
                  <a:lnTo>
                    <a:pt x="9222" y="5181"/>
                  </a:lnTo>
                  <a:cubicBezTo>
                    <a:pt x="9063" y="5181"/>
                    <a:pt x="8903" y="5181"/>
                    <a:pt x="8720" y="5181"/>
                  </a:cubicBezTo>
                  <a:lnTo>
                    <a:pt x="8720" y="5181"/>
                  </a:lnTo>
                  <a:cubicBezTo>
                    <a:pt x="8583" y="5181"/>
                    <a:pt x="8469" y="5181"/>
                    <a:pt x="8332" y="5181"/>
                  </a:cubicBezTo>
                  <a:lnTo>
                    <a:pt x="8332" y="5181"/>
                  </a:lnTo>
                  <a:cubicBezTo>
                    <a:pt x="8172" y="5181"/>
                    <a:pt x="8013" y="5159"/>
                    <a:pt x="7876" y="5159"/>
                  </a:cubicBezTo>
                  <a:lnTo>
                    <a:pt x="7876" y="5159"/>
                  </a:lnTo>
                  <a:cubicBezTo>
                    <a:pt x="7739" y="5136"/>
                    <a:pt x="7602" y="5136"/>
                    <a:pt x="7465" y="5113"/>
                  </a:cubicBezTo>
                  <a:lnTo>
                    <a:pt x="7465" y="5113"/>
                  </a:lnTo>
                  <a:cubicBezTo>
                    <a:pt x="7305" y="5113"/>
                    <a:pt x="7168" y="5090"/>
                    <a:pt x="7008" y="5067"/>
                  </a:cubicBezTo>
                  <a:lnTo>
                    <a:pt x="7008" y="5067"/>
                  </a:lnTo>
                  <a:cubicBezTo>
                    <a:pt x="6871" y="5044"/>
                    <a:pt x="6757" y="5022"/>
                    <a:pt x="6620" y="5022"/>
                  </a:cubicBezTo>
                  <a:lnTo>
                    <a:pt x="6620" y="5022"/>
                  </a:lnTo>
                  <a:cubicBezTo>
                    <a:pt x="6461" y="4976"/>
                    <a:pt x="6301" y="4953"/>
                    <a:pt x="6141" y="4930"/>
                  </a:cubicBezTo>
                  <a:lnTo>
                    <a:pt x="6141" y="4930"/>
                  </a:lnTo>
                  <a:cubicBezTo>
                    <a:pt x="6027" y="4907"/>
                    <a:pt x="5890" y="4885"/>
                    <a:pt x="5776" y="4862"/>
                  </a:cubicBezTo>
                  <a:lnTo>
                    <a:pt x="5776" y="4862"/>
                  </a:lnTo>
                  <a:cubicBezTo>
                    <a:pt x="5593" y="4816"/>
                    <a:pt x="5411" y="4771"/>
                    <a:pt x="5228" y="4725"/>
                  </a:cubicBezTo>
                  <a:lnTo>
                    <a:pt x="5228" y="4725"/>
                  </a:lnTo>
                  <a:cubicBezTo>
                    <a:pt x="5114" y="4679"/>
                    <a:pt x="4977" y="4656"/>
                    <a:pt x="4863" y="4634"/>
                  </a:cubicBezTo>
                  <a:lnTo>
                    <a:pt x="4863" y="4634"/>
                  </a:lnTo>
                  <a:cubicBezTo>
                    <a:pt x="4817" y="4611"/>
                    <a:pt x="4749" y="4588"/>
                    <a:pt x="4680" y="4565"/>
                  </a:cubicBezTo>
                  <a:lnTo>
                    <a:pt x="4680" y="4565"/>
                  </a:lnTo>
                  <a:cubicBezTo>
                    <a:pt x="4498" y="4519"/>
                    <a:pt x="4315" y="4451"/>
                    <a:pt x="4132" y="4383"/>
                  </a:cubicBezTo>
                  <a:lnTo>
                    <a:pt x="4132" y="4383"/>
                  </a:lnTo>
                  <a:cubicBezTo>
                    <a:pt x="4087" y="4360"/>
                    <a:pt x="4041" y="4337"/>
                    <a:pt x="3995" y="4314"/>
                  </a:cubicBezTo>
                  <a:lnTo>
                    <a:pt x="3995" y="4314"/>
                  </a:lnTo>
                  <a:cubicBezTo>
                    <a:pt x="3836" y="4268"/>
                    <a:pt x="3676" y="4200"/>
                    <a:pt x="3516" y="4131"/>
                  </a:cubicBezTo>
                  <a:lnTo>
                    <a:pt x="3516" y="4131"/>
                  </a:lnTo>
                  <a:cubicBezTo>
                    <a:pt x="3448" y="4086"/>
                    <a:pt x="3356" y="4063"/>
                    <a:pt x="3288" y="4017"/>
                  </a:cubicBezTo>
                  <a:lnTo>
                    <a:pt x="3288" y="4017"/>
                  </a:lnTo>
                  <a:cubicBezTo>
                    <a:pt x="3060" y="3926"/>
                    <a:pt x="2831" y="3812"/>
                    <a:pt x="2626" y="3675"/>
                  </a:cubicBezTo>
                  <a:lnTo>
                    <a:pt x="2626" y="3675"/>
                  </a:lnTo>
                  <a:cubicBezTo>
                    <a:pt x="868" y="2671"/>
                    <a:pt x="1" y="1347"/>
                    <a:pt x="1" y="0"/>
                  </a:cubicBezTo>
                  <a:lnTo>
                    <a:pt x="1" y="0"/>
                  </a:lnTo>
                  <a:close/>
                </a:path>
              </a:pathLst>
            </a:custGeom>
            <a:solidFill>
              <a:srgbClr val="C3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96" name="Google Shape;6196;p47"/>
            <p:cNvSpPr/>
            <p:nvPr/>
          </p:nvSpPr>
          <p:spPr>
            <a:xfrm>
              <a:off x="5181138" y="3356075"/>
              <a:ext cx="489050" cy="270500"/>
            </a:xfrm>
            <a:custGeom>
              <a:avLst/>
              <a:gdLst/>
              <a:ahLst/>
              <a:cxnLst/>
              <a:rect l="l" t="t" r="r" b="b"/>
              <a:pathLst>
                <a:path w="19562" h="10820" extrusionOk="0">
                  <a:moveTo>
                    <a:pt x="3447" y="1507"/>
                  </a:moveTo>
                  <a:cubicBezTo>
                    <a:pt x="1" y="3515"/>
                    <a:pt x="1" y="6779"/>
                    <a:pt x="3493" y="8788"/>
                  </a:cubicBezTo>
                  <a:lnTo>
                    <a:pt x="3493" y="8788"/>
                  </a:lnTo>
                  <a:cubicBezTo>
                    <a:pt x="6985" y="10819"/>
                    <a:pt x="12623" y="10819"/>
                    <a:pt x="16092" y="8788"/>
                  </a:cubicBezTo>
                  <a:lnTo>
                    <a:pt x="16092" y="8788"/>
                  </a:lnTo>
                  <a:cubicBezTo>
                    <a:pt x="19562" y="6779"/>
                    <a:pt x="19539" y="3515"/>
                    <a:pt x="16047" y="1507"/>
                  </a:cubicBezTo>
                  <a:lnTo>
                    <a:pt x="16047" y="1507"/>
                  </a:lnTo>
                  <a:cubicBezTo>
                    <a:pt x="14312" y="502"/>
                    <a:pt x="12030" y="0"/>
                    <a:pt x="9747" y="0"/>
                  </a:cubicBezTo>
                  <a:lnTo>
                    <a:pt x="9747" y="0"/>
                  </a:lnTo>
                  <a:cubicBezTo>
                    <a:pt x="7464" y="0"/>
                    <a:pt x="5182" y="502"/>
                    <a:pt x="3447" y="1507"/>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97" name="Google Shape;6197;p47"/>
            <p:cNvSpPr/>
            <p:nvPr/>
          </p:nvSpPr>
          <p:spPr>
            <a:xfrm>
              <a:off x="5330638" y="3414400"/>
              <a:ext cx="207175" cy="118025"/>
            </a:xfrm>
            <a:custGeom>
              <a:avLst/>
              <a:gdLst/>
              <a:ahLst/>
              <a:cxnLst/>
              <a:rect l="l" t="t" r="r" b="b"/>
              <a:pathLst>
                <a:path w="8287" h="4721" extrusionOk="0">
                  <a:moveTo>
                    <a:pt x="3850" y="0"/>
                  </a:moveTo>
                  <a:cubicBezTo>
                    <a:pt x="3545" y="0"/>
                    <a:pt x="3243" y="23"/>
                    <a:pt x="2945" y="64"/>
                  </a:cubicBezTo>
                  <a:cubicBezTo>
                    <a:pt x="2261" y="155"/>
                    <a:pt x="1667" y="338"/>
                    <a:pt x="1165" y="657"/>
                  </a:cubicBezTo>
                  <a:cubicBezTo>
                    <a:pt x="640" y="954"/>
                    <a:pt x="320" y="1296"/>
                    <a:pt x="161" y="1684"/>
                  </a:cubicBezTo>
                  <a:cubicBezTo>
                    <a:pt x="1" y="2095"/>
                    <a:pt x="46" y="2483"/>
                    <a:pt x="252" y="2894"/>
                  </a:cubicBezTo>
                  <a:cubicBezTo>
                    <a:pt x="480" y="3282"/>
                    <a:pt x="868" y="3647"/>
                    <a:pt x="1416" y="3967"/>
                  </a:cubicBezTo>
                  <a:cubicBezTo>
                    <a:pt x="1827" y="4195"/>
                    <a:pt x="2352" y="4378"/>
                    <a:pt x="2945" y="4515"/>
                  </a:cubicBezTo>
                  <a:cubicBezTo>
                    <a:pt x="3539" y="4652"/>
                    <a:pt x="4155" y="4720"/>
                    <a:pt x="4748" y="4720"/>
                  </a:cubicBezTo>
                  <a:lnTo>
                    <a:pt x="4748" y="3716"/>
                  </a:lnTo>
                  <a:cubicBezTo>
                    <a:pt x="4360" y="3716"/>
                    <a:pt x="3972" y="3670"/>
                    <a:pt x="3630" y="3602"/>
                  </a:cubicBezTo>
                  <a:cubicBezTo>
                    <a:pt x="3265" y="3510"/>
                    <a:pt x="2968" y="3419"/>
                    <a:pt x="2717" y="3282"/>
                  </a:cubicBezTo>
                  <a:cubicBezTo>
                    <a:pt x="2443" y="3122"/>
                    <a:pt x="2238" y="2940"/>
                    <a:pt x="2124" y="2712"/>
                  </a:cubicBezTo>
                  <a:cubicBezTo>
                    <a:pt x="2032" y="2506"/>
                    <a:pt x="2032" y="2301"/>
                    <a:pt x="2124" y="2072"/>
                  </a:cubicBezTo>
                  <a:cubicBezTo>
                    <a:pt x="2238" y="1867"/>
                    <a:pt x="2420" y="1684"/>
                    <a:pt x="2694" y="1502"/>
                  </a:cubicBezTo>
                  <a:cubicBezTo>
                    <a:pt x="2991" y="1342"/>
                    <a:pt x="3310" y="1228"/>
                    <a:pt x="3676" y="1159"/>
                  </a:cubicBezTo>
                  <a:cubicBezTo>
                    <a:pt x="3858" y="1125"/>
                    <a:pt x="4041" y="1108"/>
                    <a:pt x="4224" y="1108"/>
                  </a:cubicBezTo>
                  <a:cubicBezTo>
                    <a:pt x="4406" y="1108"/>
                    <a:pt x="4589" y="1125"/>
                    <a:pt x="4771" y="1159"/>
                  </a:cubicBezTo>
                  <a:cubicBezTo>
                    <a:pt x="5137" y="1205"/>
                    <a:pt x="5479" y="1319"/>
                    <a:pt x="5753" y="1479"/>
                  </a:cubicBezTo>
                  <a:cubicBezTo>
                    <a:pt x="6004" y="1616"/>
                    <a:pt x="6186" y="1799"/>
                    <a:pt x="6323" y="2027"/>
                  </a:cubicBezTo>
                  <a:cubicBezTo>
                    <a:pt x="6438" y="2232"/>
                    <a:pt x="6506" y="2461"/>
                    <a:pt x="6460" y="2689"/>
                  </a:cubicBezTo>
                  <a:lnTo>
                    <a:pt x="8286" y="2620"/>
                  </a:lnTo>
                  <a:cubicBezTo>
                    <a:pt x="8264" y="2278"/>
                    <a:pt x="8149" y="1958"/>
                    <a:pt x="7898" y="1639"/>
                  </a:cubicBezTo>
                  <a:cubicBezTo>
                    <a:pt x="7647" y="1296"/>
                    <a:pt x="7305" y="1023"/>
                    <a:pt x="6894" y="771"/>
                  </a:cubicBezTo>
                  <a:cubicBezTo>
                    <a:pt x="6323" y="452"/>
                    <a:pt x="5684" y="224"/>
                    <a:pt x="4977" y="110"/>
                  </a:cubicBezTo>
                  <a:cubicBezTo>
                    <a:pt x="4600" y="34"/>
                    <a:pt x="4223" y="0"/>
                    <a:pt x="38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98" name="Google Shape;6198;p47"/>
            <p:cNvSpPr/>
            <p:nvPr/>
          </p:nvSpPr>
          <p:spPr>
            <a:xfrm>
              <a:off x="4090663" y="1994550"/>
              <a:ext cx="445125" cy="198025"/>
            </a:xfrm>
            <a:custGeom>
              <a:avLst/>
              <a:gdLst/>
              <a:ahLst/>
              <a:cxnLst/>
              <a:rect l="l" t="t" r="r" b="b"/>
              <a:pathLst>
                <a:path w="17805" h="7921" extrusionOk="0">
                  <a:moveTo>
                    <a:pt x="0" y="2739"/>
                  </a:moveTo>
                  <a:cubicBezTo>
                    <a:pt x="0" y="4063"/>
                    <a:pt x="868" y="5410"/>
                    <a:pt x="2625" y="6414"/>
                  </a:cubicBezTo>
                  <a:lnTo>
                    <a:pt x="2625" y="6414"/>
                  </a:lnTo>
                  <a:cubicBezTo>
                    <a:pt x="2831" y="6528"/>
                    <a:pt x="3059" y="6642"/>
                    <a:pt x="3287" y="6756"/>
                  </a:cubicBezTo>
                  <a:lnTo>
                    <a:pt x="3287" y="6756"/>
                  </a:lnTo>
                  <a:cubicBezTo>
                    <a:pt x="3356" y="6779"/>
                    <a:pt x="3424" y="6825"/>
                    <a:pt x="3516" y="6848"/>
                  </a:cubicBezTo>
                  <a:lnTo>
                    <a:pt x="3516" y="6848"/>
                  </a:lnTo>
                  <a:cubicBezTo>
                    <a:pt x="3652" y="6916"/>
                    <a:pt x="3767" y="6962"/>
                    <a:pt x="3904" y="7030"/>
                  </a:cubicBezTo>
                  <a:lnTo>
                    <a:pt x="3904" y="7030"/>
                  </a:lnTo>
                  <a:cubicBezTo>
                    <a:pt x="3926" y="7030"/>
                    <a:pt x="3949" y="7053"/>
                    <a:pt x="3972" y="7053"/>
                  </a:cubicBezTo>
                  <a:lnTo>
                    <a:pt x="3972" y="7053"/>
                  </a:lnTo>
                  <a:cubicBezTo>
                    <a:pt x="4041" y="7076"/>
                    <a:pt x="4086" y="7099"/>
                    <a:pt x="4132" y="7099"/>
                  </a:cubicBezTo>
                  <a:lnTo>
                    <a:pt x="4132" y="7099"/>
                  </a:lnTo>
                  <a:cubicBezTo>
                    <a:pt x="4314" y="7167"/>
                    <a:pt x="4497" y="7236"/>
                    <a:pt x="4680" y="7304"/>
                  </a:cubicBezTo>
                  <a:lnTo>
                    <a:pt x="4680" y="7304"/>
                  </a:lnTo>
                  <a:cubicBezTo>
                    <a:pt x="4748" y="7304"/>
                    <a:pt x="4794" y="7327"/>
                    <a:pt x="4862" y="7350"/>
                  </a:cubicBezTo>
                  <a:lnTo>
                    <a:pt x="4862" y="7350"/>
                  </a:lnTo>
                  <a:cubicBezTo>
                    <a:pt x="4908" y="7373"/>
                    <a:pt x="4954" y="7373"/>
                    <a:pt x="4999" y="7396"/>
                  </a:cubicBezTo>
                  <a:lnTo>
                    <a:pt x="4999" y="7396"/>
                  </a:lnTo>
                  <a:cubicBezTo>
                    <a:pt x="5068" y="7418"/>
                    <a:pt x="5136" y="7418"/>
                    <a:pt x="5227" y="7441"/>
                  </a:cubicBezTo>
                  <a:lnTo>
                    <a:pt x="5227" y="7441"/>
                  </a:lnTo>
                  <a:cubicBezTo>
                    <a:pt x="5410" y="7487"/>
                    <a:pt x="5593" y="7532"/>
                    <a:pt x="5775" y="7578"/>
                  </a:cubicBezTo>
                  <a:lnTo>
                    <a:pt x="5775" y="7578"/>
                  </a:lnTo>
                  <a:cubicBezTo>
                    <a:pt x="5821" y="7601"/>
                    <a:pt x="5867" y="7601"/>
                    <a:pt x="5912" y="7624"/>
                  </a:cubicBezTo>
                  <a:lnTo>
                    <a:pt x="5912" y="7624"/>
                  </a:lnTo>
                  <a:cubicBezTo>
                    <a:pt x="5981" y="7624"/>
                    <a:pt x="6072" y="7647"/>
                    <a:pt x="6140" y="7669"/>
                  </a:cubicBezTo>
                  <a:lnTo>
                    <a:pt x="6140" y="7669"/>
                  </a:lnTo>
                  <a:cubicBezTo>
                    <a:pt x="6300" y="7692"/>
                    <a:pt x="6460" y="7715"/>
                    <a:pt x="6620" y="7738"/>
                  </a:cubicBezTo>
                  <a:lnTo>
                    <a:pt x="6620" y="7738"/>
                  </a:lnTo>
                  <a:cubicBezTo>
                    <a:pt x="6665" y="7761"/>
                    <a:pt x="6734" y="7761"/>
                    <a:pt x="6802" y="7784"/>
                  </a:cubicBezTo>
                  <a:lnTo>
                    <a:pt x="6802" y="7784"/>
                  </a:lnTo>
                  <a:cubicBezTo>
                    <a:pt x="6871" y="7784"/>
                    <a:pt x="6939" y="7784"/>
                    <a:pt x="7008" y="7806"/>
                  </a:cubicBezTo>
                  <a:lnTo>
                    <a:pt x="7008" y="7806"/>
                  </a:lnTo>
                  <a:cubicBezTo>
                    <a:pt x="7168" y="7806"/>
                    <a:pt x="7305" y="7829"/>
                    <a:pt x="7464" y="7852"/>
                  </a:cubicBezTo>
                  <a:lnTo>
                    <a:pt x="7464" y="7852"/>
                  </a:lnTo>
                  <a:cubicBezTo>
                    <a:pt x="7533" y="7852"/>
                    <a:pt x="7601" y="7875"/>
                    <a:pt x="7670" y="7875"/>
                  </a:cubicBezTo>
                  <a:lnTo>
                    <a:pt x="7670" y="7875"/>
                  </a:lnTo>
                  <a:cubicBezTo>
                    <a:pt x="7738" y="7875"/>
                    <a:pt x="7807" y="7875"/>
                    <a:pt x="7875" y="7875"/>
                  </a:cubicBezTo>
                  <a:lnTo>
                    <a:pt x="7875" y="7875"/>
                  </a:lnTo>
                  <a:cubicBezTo>
                    <a:pt x="8012" y="7898"/>
                    <a:pt x="8172" y="7898"/>
                    <a:pt x="8309" y="7898"/>
                  </a:cubicBezTo>
                  <a:lnTo>
                    <a:pt x="8309" y="7898"/>
                  </a:lnTo>
                  <a:cubicBezTo>
                    <a:pt x="8400" y="7898"/>
                    <a:pt x="8469" y="7920"/>
                    <a:pt x="8537" y="7920"/>
                  </a:cubicBezTo>
                  <a:lnTo>
                    <a:pt x="8537" y="7920"/>
                  </a:lnTo>
                  <a:cubicBezTo>
                    <a:pt x="8583" y="7920"/>
                    <a:pt x="8606" y="7920"/>
                    <a:pt x="8651" y="7920"/>
                  </a:cubicBezTo>
                  <a:lnTo>
                    <a:pt x="8651" y="7920"/>
                  </a:lnTo>
                  <a:cubicBezTo>
                    <a:pt x="8674" y="7920"/>
                    <a:pt x="8697" y="7920"/>
                    <a:pt x="8720" y="7920"/>
                  </a:cubicBezTo>
                  <a:lnTo>
                    <a:pt x="8720" y="7920"/>
                  </a:lnTo>
                  <a:cubicBezTo>
                    <a:pt x="8879" y="7920"/>
                    <a:pt x="9039" y="7920"/>
                    <a:pt x="9222" y="7920"/>
                  </a:cubicBezTo>
                  <a:lnTo>
                    <a:pt x="9222" y="7920"/>
                  </a:lnTo>
                  <a:cubicBezTo>
                    <a:pt x="9245" y="7920"/>
                    <a:pt x="9290" y="7920"/>
                    <a:pt x="9313" y="7920"/>
                  </a:cubicBezTo>
                  <a:lnTo>
                    <a:pt x="9313" y="7920"/>
                  </a:lnTo>
                  <a:cubicBezTo>
                    <a:pt x="9359" y="7920"/>
                    <a:pt x="9404" y="7920"/>
                    <a:pt x="9450" y="7920"/>
                  </a:cubicBezTo>
                  <a:lnTo>
                    <a:pt x="9450" y="7920"/>
                  </a:lnTo>
                  <a:cubicBezTo>
                    <a:pt x="9496" y="7920"/>
                    <a:pt x="9541" y="7898"/>
                    <a:pt x="9587" y="7898"/>
                  </a:cubicBezTo>
                  <a:lnTo>
                    <a:pt x="9587" y="7898"/>
                  </a:lnTo>
                  <a:cubicBezTo>
                    <a:pt x="9792" y="7898"/>
                    <a:pt x="9998" y="7875"/>
                    <a:pt x="10203" y="7852"/>
                  </a:cubicBezTo>
                  <a:lnTo>
                    <a:pt x="10203" y="7852"/>
                  </a:lnTo>
                  <a:cubicBezTo>
                    <a:pt x="10272" y="7852"/>
                    <a:pt x="10363" y="7852"/>
                    <a:pt x="10432" y="7852"/>
                  </a:cubicBezTo>
                  <a:lnTo>
                    <a:pt x="10432" y="7852"/>
                  </a:lnTo>
                  <a:cubicBezTo>
                    <a:pt x="10477" y="7852"/>
                    <a:pt x="10523" y="7829"/>
                    <a:pt x="10569" y="7829"/>
                  </a:cubicBezTo>
                  <a:lnTo>
                    <a:pt x="10569" y="7829"/>
                  </a:lnTo>
                  <a:cubicBezTo>
                    <a:pt x="10614" y="7829"/>
                    <a:pt x="10683" y="7829"/>
                    <a:pt x="10728" y="7806"/>
                  </a:cubicBezTo>
                  <a:lnTo>
                    <a:pt x="10728" y="7806"/>
                  </a:lnTo>
                  <a:cubicBezTo>
                    <a:pt x="10957" y="7784"/>
                    <a:pt x="11162" y="7761"/>
                    <a:pt x="11345" y="7715"/>
                  </a:cubicBezTo>
                  <a:lnTo>
                    <a:pt x="11345" y="7715"/>
                  </a:lnTo>
                  <a:cubicBezTo>
                    <a:pt x="11413" y="7715"/>
                    <a:pt x="11459" y="7715"/>
                    <a:pt x="11504" y="7692"/>
                  </a:cubicBezTo>
                  <a:lnTo>
                    <a:pt x="11504" y="7692"/>
                  </a:lnTo>
                  <a:cubicBezTo>
                    <a:pt x="11527" y="7692"/>
                    <a:pt x="11550" y="7692"/>
                    <a:pt x="11573" y="7692"/>
                  </a:cubicBezTo>
                  <a:lnTo>
                    <a:pt x="11573" y="7692"/>
                  </a:lnTo>
                  <a:cubicBezTo>
                    <a:pt x="11664" y="7669"/>
                    <a:pt x="11778" y="7647"/>
                    <a:pt x="11870" y="7624"/>
                  </a:cubicBezTo>
                  <a:lnTo>
                    <a:pt x="11870" y="7624"/>
                  </a:lnTo>
                  <a:cubicBezTo>
                    <a:pt x="12029" y="7601"/>
                    <a:pt x="12189" y="7555"/>
                    <a:pt x="12349" y="7532"/>
                  </a:cubicBezTo>
                  <a:lnTo>
                    <a:pt x="12349" y="7532"/>
                  </a:lnTo>
                  <a:cubicBezTo>
                    <a:pt x="12486" y="7487"/>
                    <a:pt x="12600" y="7464"/>
                    <a:pt x="12714" y="7418"/>
                  </a:cubicBezTo>
                  <a:lnTo>
                    <a:pt x="12714" y="7418"/>
                  </a:lnTo>
                  <a:cubicBezTo>
                    <a:pt x="12851" y="7396"/>
                    <a:pt x="13011" y="7350"/>
                    <a:pt x="13171" y="7304"/>
                  </a:cubicBezTo>
                  <a:lnTo>
                    <a:pt x="13171" y="7304"/>
                  </a:lnTo>
                  <a:cubicBezTo>
                    <a:pt x="13193" y="7281"/>
                    <a:pt x="13239" y="7281"/>
                    <a:pt x="13262" y="7259"/>
                  </a:cubicBezTo>
                  <a:lnTo>
                    <a:pt x="13262" y="7259"/>
                  </a:lnTo>
                  <a:cubicBezTo>
                    <a:pt x="13445" y="7213"/>
                    <a:pt x="13627" y="7144"/>
                    <a:pt x="13810" y="7076"/>
                  </a:cubicBezTo>
                  <a:lnTo>
                    <a:pt x="13810" y="7076"/>
                  </a:lnTo>
                  <a:cubicBezTo>
                    <a:pt x="13833" y="7076"/>
                    <a:pt x="13855" y="7053"/>
                    <a:pt x="13878" y="7053"/>
                  </a:cubicBezTo>
                  <a:lnTo>
                    <a:pt x="13878" y="7053"/>
                  </a:lnTo>
                  <a:cubicBezTo>
                    <a:pt x="14084" y="6962"/>
                    <a:pt x="14266" y="6893"/>
                    <a:pt x="14449" y="6802"/>
                  </a:cubicBezTo>
                  <a:lnTo>
                    <a:pt x="14449" y="6802"/>
                  </a:lnTo>
                  <a:cubicBezTo>
                    <a:pt x="14495" y="6779"/>
                    <a:pt x="14563" y="6756"/>
                    <a:pt x="14609" y="6734"/>
                  </a:cubicBezTo>
                  <a:lnTo>
                    <a:pt x="14609" y="6734"/>
                  </a:lnTo>
                  <a:cubicBezTo>
                    <a:pt x="14814" y="6619"/>
                    <a:pt x="15019" y="6528"/>
                    <a:pt x="15202" y="6414"/>
                  </a:cubicBezTo>
                  <a:lnTo>
                    <a:pt x="15202" y="6414"/>
                  </a:lnTo>
                  <a:cubicBezTo>
                    <a:pt x="15248" y="6391"/>
                    <a:pt x="15293" y="6368"/>
                    <a:pt x="15316" y="6346"/>
                  </a:cubicBezTo>
                  <a:lnTo>
                    <a:pt x="15316" y="6346"/>
                  </a:lnTo>
                  <a:cubicBezTo>
                    <a:pt x="15362" y="6323"/>
                    <a:pt x="15385" y="6300"/>
                    <a:pt x="15430" y="6277"/>
                  </a:cubicBezTo>
                  <a:lnTo>
                    <a:pt x="15430" y="6277"/>
                  </a:lnTo>
                  <a:cubicBezTo>
                    <a:pt x="15476" y="6254"/>
                    <a:pt x="15522" y="6209"/>
                    <a:pt x="15590" y="6186"/>
                  </a:cubicBezTo>
                  <a:lnTo>
                    <a:pt x="15590" y="6186"/>
                  </a:lnTo>
                  <a:cubicBezTo>
                    <a:pt x="15636" y="6140"/>
                    <a:pt x="15681" y="6117"/>
                    <a:pt x="15727" y="6094"/>
                  </a:cubicBezTo>
                  <a:lnTo>
                    <a:pt x="15727" y="6094"/>
                  </a:lnTo>
                  <a:cubicBezTo>
                    <a:pt x="15773" y="6049"/>
                    <a:pt x="15818" y="6026"/>
                    <a:pt x="15864" y="5980"/>
                  </a:cubicBezTo>
                  <a:lnTo>
                    <a:pt x="15864" y="5980"/>
                  </a:lnTo>
                  <a:cubicBezTo>
                    <a:pt x="15910" y="5958"/>
                    <a:pt x="15955" y="5912"/>
                    <a:pt x="16001" y="5889"/>
                  </a:cubicBezTo>
                  <a:lnTo>
                    <a:pt x="16001" y="5889"/>
                  </a:lnTo>
                  <a:cubicBezTo>
                    <a:pt x="16047" y="5843"/>
                    <a:pt x="16092" y="5798"/>
                    <a:pt x="16138" y="5775"/>
                  </a:cubicBezTo>
                  <a:lnTo>
                    <a:pt x="16138" y="5775"/>
                  </a:lnTo>
                  <a:cubicBezTo>
                    <a:pt x="16184" y="5729"/>
                    <a:pt x="16229" y="5706"/>
                    <a:pt x="16275" y="5661"/>
                  </a:cubicBezTo>
                  <a:lnTo>
                    <a:pt x="16275" y="5661"/>
                  </a:lnTo>
                  <a:cubicBezTo>
                    <a:pt x="16321" y="5638"/>
                    <a:pt x="16366" y="5592"/>
                    <a:pt x="16389" y="5547"/>
                  </a:cubicBezTo>
                  <a:lnTo>
                    <a:pt x="16389" y="5547"/>
                  </a:lnTo>
                  <a:cubicBezTo>
                    <a:pt x="16412" y="5547"/>
                    <a:pt x="16435" y="5524"/>
                    <a:pt x="16457" y="5501"/>
                  </a:cubicBezTo>
                  <a:lnTo>
                    <a:pt x="16457" y="5501"/>
                  </a:lnTo>
                  <a:cubicBezTo>
                    <a:pt x="16457" y="5501"/>
                    <a:pt x="16480" y="5478"/>
                    <a:pt x="16503" y="5478"/>
                  </a:cubicBezTo>
                  <a:lnTo>
                    <a:pt x="16503" y="5478"/>
                  </a:lnTo>
                  <a:cubicBezTo>
                    <a:pt x="16572" y="5410"/>
                    <a:pt x="16640" y="5341"/>
                    <a:pt x="16686" y="5273"/>
                  </a:cubicBezTo>
                  <a:lnTo>
                    <a:pt x="16686" y="5273"/>
                  </a:lnTo>
                  <a:cubicBezTo>
                    <a:pt x="16709" y="5250"/>
                    <a:pt x="16731" y="5227"/>
                    <a:pt x="16754" y="5204"/>
                  </a:cubicBezTo>
                  <a:lnTo>
                    <a:pt x="16754" y="5204"/>
                  </a:lnTo>
                  <a:cubicBezTo>
                    <a:pt x="16846" y="5113"/>
                    <a:pt x="16914" y="5022"/>
                    <a:pt x="16982" y="4930"/>
                  </a:cubicBezTo>
                  <a:lnTo>
                    <a:pt x="16982" y="4930"/>
                  </a:lnTo>
                  <a:cubicBezTo>
                    <a:pt x="17005" y="4930"/>
                    <a:pt x="17005" y="4930"/>
                    <a:pt x="17005" y="4908"/>
                  </a:cubicBezTo>
                  <a:lnTo>
                    <a:pt x="17005" y="4908"/>
                  </a:lnTo>
                  <a:cubicBezTo>
                    <a:pt x="17028" y="4908"/>
                    <a:pt x="17028" y="4885"/>
                    <a:pt x="17051" y="4862"/>
                  </a:cubicBezTo>
                  <a:lnTo>
                    <a:pt x="17051" y="4862"/>
                  </a:lnTo>
                  <a:cubicBezTo>
                    <a:pt x="17097" y="4793"/>
                    <a:pt x="17142" y="4748"/>
                    <a:pt x="17165" y="4679"/>
                  </a:cubicBezTo>
                  <a:lnTo>
                    <a:pt x="17165" y="4679"/>
                  </a:lnTo>
                  <a:cubicBezTo>
                    <a:pt x="17188" y="4656"/>
                    <a:pt x="17211" y="4611"/>
                    <a:pt x="17234" y="4588"/>
                  </a:cubicBezTo>
                  <a:lnTo>
                    <a:pt x="17234" y="4588"/>
                  </a:lnTo>
                  <a:cubicBezTo>
                    <a:pt x="17279" y="4542"/>
                    <a:pt x="17302" y="4474"/>
                    <a:pt x="17325" y="4428"/>
                  </a:cubicBezTo>
                  <a:lnTo>
                    <a:pt x="17325" y="4428"/>
                  </a:lnTo>
                  <a:cubicBezTo>
                    <a:pt x="17348" y="4405"/>
                    <a:pt x="17348" y="4405"/>
                    <a:pt x="17370" y="4383"/>
                  </a:cubicBezTo>
                  <a:lnTo>
                    <a:pt x="17370" y="4383"/>
                  </a:lnTo>
                  <a:cubicBezTo>
                    <a:pt x="17370" y="4360"/>
                    <a:pt x="17393" y="4337"/>
                    <a:pt x="17393" y="4314"/>
                  </a:cubicBezTo>
                  <a:lnTo>
                    <a:pt x="17393" y="4314"/>
                  </a:lnTo>
                  <a:cubicBezTo>
                    <a:pt x="17416" y="4268"/>
                    <a:pt x="17439" y="4223"/>
                    <a:pt x="17462" y="4177"/>
                  </a:cubicBezTo>
                  <a:lnTo>
                    <a:pt x="17462" y="4177"/>
                  </a:lnTo>
                  <a:cubicBezTo>
                    <a:pt x="17485" y="4154"/>
                    <a:pt x="17507" y="4109"/>
                    <a:pt x="17507" y="4086"/>
                  </a:cubicBezTo>
                  <a:lnTo>
                    <a:pt x="17507" y="4086"/>
                  </a:lnTo>
                  <a:cubicBezTo>
                    <a:pt x="17530" y="4040"/>
                    <a:pt x="17553" y="3995"/>
                    <a:pt x="17576" y="3949"/>
                  </a:cubicBezTo>
                  <a:lnTo>
                    <a:pt x="17576" y="3949"/>
                  </a:lnTo>
                  <a:cubicBezTo>
                    <a:pt x="17576" y="3926"/>
                    <a:pt x="17599" y="3903"/>
                    <a:pt x="17599" y="3880"/>
                  </a:cubicBezTo>
                  <a:lnTo>
                    <a:pt x="17599" y="3880"/>
                  </a:lnTo>
                  <a:cubicBezTo>
                    <a:pt x="17599" y="3858"/>
                    <a:pt x="17599" y="3835"/>
                    <a:pt x="17622" y="3835"/>
                  </a:cubicBezTo>
                  <a:lnTo>
                    <a:pt x="17622" y="3835"/>
                  </a:lnTo>
                  <a:cubicBezTo>
                    <a:pt x="17622" y="3789"/>
                    <a:pt x="17644" y="3743"/>
                    <a:pt x="17667" y="3698"/>
                  </a:cubicBezTo>
                  <a:lnTo>
                    <a:pt x="17667" y="3698"/>
                  </a:lnTo>
                  <a:cubicBezTo>
                    <a:pt x="17667" y="3652"/>
                    <a:pt x="17690" y="3629"/>
                    <a:pt x="17690" y="3584"/>
                  </a:cubicBezTo>
                  <a:lnTo>
                    <a:pt x="17690" y="3584"/>
                  </a:lnTo>
                  <a:cubicBezTo>
                    <a:pt x="17713" y="3538"/>
                    <a:pt x="17713" y="3492"/>
                    <a:pt x="17713" y="3447"/>
                  </a:cubicBezTo>
                  <a:lnTo>
                    <a:pt x="17713" y="3447"/>
                  </a:lnTo>
                  <a:cubicBezTo>
                    <a:pt x="17736" y="3424"/>
                    <a:pt x="17736" y="3401"/>
                    <a:pt x="17736" y="3378"/>
                  </a:cubicBezTo>
                  <a:lnTo>
                    <a:pt x="17736" y="3378"/>
                  </a:lnTo>
                  <a:cubicBezTo>
                    <a:pt x="17736" y="3355"/>
                    <a:pt x="17736" y="3355"/>
                    <a:pt x="17759" y="3333"/>
                  </a:cubicBezTo>
                  <a:lnTo>
                    <a:pt x="17759" y="3333"/>
                  </a:lnTo>
                  <a:cubicBezTo>
                    <a:pt x="17759" y="3287"/>
                    <a:pt x="17759" y="3241"/>
                    <a:pt x="17759" y="3196"/>
                  </a:cubicBezTo>
                  <a:lnTo>
                    <a:pt x="17759" y="3196"/>
                  </a:lnTo>
                  <a:cubicBezTo>
                    <a:pt x="17781" y="3150"/>
                    <a:pt x="17781" y="3127"/>
                    <a:pt x="17781" y="3082"/>
                  </a:cubicBezTo>
                  <a:lnTo>
                    <a:pt x="17781" y="3082"/>
                  </a:lnTo>
                  <a:cubicBezTo>
                    <a:pt x="17781" y="3036"/>
                    <a:pt x="17781" y="2990"/>
                    <a:pt x="17804" y="2945"/>
                  </a:cubicBezTo>
                  <a:lnTo>
                    <a:pt x="17804" y="2945"/>
                  </a:lnTo>
                  <a:cubicBezTo>
                    <a:pt x="17804" y="2922"/>
                    <a:pt x="17804" y="2899"/>
                    <a:pt x="17804" y="2876"/>
                  </a:cubicBezTo>
                  <a:lnTo>
                    <a:pt x="17804" y="2876"/>
                  </a:lnTo>
                  <a:cubicBezTo>
                    <a:pt x="17804" y="2853"/>
                    <a:pt x="17804" y="2808"/>
                    <a:pt x="17804" y="2785"/>
                  </a:cubicBezTo>
                  <a:lnTo>
                    <a:pt x="17804" y="2785"/>
                  </a:lnTo>
                  <a:lnTo>
                    <a:pt x="17804" y="46"/>
                  </a:lnTo>
                  <a:cubicBezTo>
                    <a:pt x="17804" y="91"/>
                    <a:pt x="17804" y="160"/>
                    <a:pt x="17804" y="206"/>
                  </a:cubicBezTo>
                  <a:lnTo>
                    <a:pt x="17804" y="206"/>
                  </a:lnTo>
                  <a:cubicBezTo>
                    <a:pt x="17804" y="251"/>
                    <a:pt x="17804" y="297"/>
                    <a:pt x="17781" y="343"/>
                  </a:cubicBezTo>
                  <a:lnTo>
                    <a:pt x="17781" y="343"/>
                  </a:lnTo>
                  <a:cubicBezTo>
                    <a:pt x="17781" y="365"/>
                    <a:pt x="17781" y="411"/>
                    <a:pt x="17781" y="457"/>
                  </a:cubicBezTo>
                  <a:lnTo>
                    <a:pt x="17781" y="457"/>
                  </a:lnTo>
                  <a:cubicBezTo>
                    <a:pt x="17781" y="502"/>
                    <a:pt x="17759" y="548"/>
                    <a:pt x="17759" y="594"/>
                  </a:cubicBezTo>
                  <a:lnTo>
                    <a:pt x="17759" y="594"/>
                  </a:lnTo>
                  <a:cubicBezTo>
                    <a:pt x="17759" y="616"/>
                    <a:pt x="17736" y="662"/>
                    <a:pt x="17736" y="708"/>
                  </a:cubicBezTo>
                  <a:lnTo>
                    <a:pt x="17736" y="708"/>
                  </a:lnTo>
                  <a:cubicBezTo>
                    <a:pt x="17713" y="753"/>
                    <a:pt x="17713" y="799"/>
                    <a:pt x="17690" y="845"/>
                  </a:cubicBezTo>
                  <a:lnTo>
                    <a:pt x="17690" y="845"/>
                  </a:lnTo>
                  <a:cubicBezTo>
                    <a:pt x="17690" y="867"/>
                    <a:pt x="17667" y="913"/>
                    <a:pt x="17667" y="959"/>
                  </a:cubicBezTo>
                  <a:lnTo>
                    <a:pt x="17667" y="959"/>
                  </a:lnTo>
                  <a:cubicBezTo>
                    <a:pt x="17644" y="1004"/>
                    <a:pt x="17644" y="1050"/>
                    <a:pt x="17622" y="1073"/>
                  </a:cubicBezTo>
                  <a:lnTo>
                    <a:pt x="17622" y="1073"/>
                  </a:lnTo>
                  <a:cubicBezTo>
                    <a:pt x="17599" y="1119"/>
                    <a:pt x="17599" y="1164"/>
                    <a:pt x="17576" y="1187"/>
                  </a:cubicBezTo>
                  <a:lnTo>
                    <a:pt x="17576" y="1187"/>
                  </a:lnTo>
                  <a:cubicBezTo>
                    <a:pt x="17553" y="1233"/>
                    <a:pt x="17553" y="1278"/>
                    <a:pt x="17530" y="1324"/>
                  </a:cubicBezTo>
                  <a:lnTo>
                    <a:pt x="17530" y="1324"/>
                  </a:lnTo>
                  <a:cubicBezTo>
                    <a:pt x="17507" y="1370"/>
                    <a:pt x="17485" y="1415"/>
                    <a:pt x="17462" y="1438"/>
                  </a:cubicBezTo>
                  <a:lnTo>
                    <a:pt x="17462" y="1438"/>
                  </a:lnTo>
                  <a:cubicBezTo>
                    <a:pt x="17439" y="1484"/>
                    <a:pt x="17416" y="1529"/>
                    <a:pt x="17393" y="1575"/>
                  </a:cubicBezTo>
                  <a:lnTo>
                    <a:pt x="17393" y="1575"/>
                  </a:lnTo>
                  <a:cubicBezTo>
                    <a:pt x="17393" y="1621"/>
                    <a:pt x="17370" y="1644"/>
                    <a:pt x="17348" y="1689"/>
                  </a:cubicBezTo>
                  <a:lnTo>
                    <a:pt x="17348" y="1689"/>
                  </a:lnTo>
                  <a:cubicBezTo>
                    <a:pt x="17302" y="1735"/>
                    <a:pt x="17279" y="1781"/>
                    <a:pt x="17234" y="1849"/>
                  </a:cubicBezTo>
                  <a:lnTo>
                    <a:pt x="17234" y="1849"/>
                  </a:lnTo>
                  <a:cubicBezTo>
                    <a:pt x="17234" y="1872"/>
                    <a:pt x="17211" y="1917"/>
                    <a:pt x="17188" y="1940"/>
                  </a:cubicBezTo>
                  <a:lnTo>
                    <a:pt x="17188" y="1940"/>
                  </a:lnTo>
                  <a:cubicBezTo>
                    <a:pt x="17142" y="1986"/>
                    <a:pt x="17097" y="2054"/>
                    <a:pt x="17051" y="2100"/>
                  </a:cubicBezTo>
                  <a:lnTo>
                    <a:pt x="17051" y="2100"/>
                  </a:lnTo>
                  <a:cubicBezTo>
                    <a:pt x="17028" y="2146"/>
                    <a:pt x="17028" y="2169"/>
                    <a:pt x="17005" y="2191"/>
                  </a:cubicBezTo>
                  <a:lnTo>
                    <a:pt x="17005" y="2191"/>
                  </a:lnTo>
                  <a:cubicBezTo>
                    <a:pt x="16937" y="2283"/>
                    <a:pt x="16846" y="2374"/>
                    <a:pt x="16777" y="2465"/>
                  </a:cubicBezTo>
                  <a:lnTo>
                    <a:pt x="16777" y="2465"/>
                  </a:lnTo>
                  <a:cubicBezTo>
                    <a:pt x="16754" y="2488"/>
                    <a:pt x="16731" y="2511"/>
                    <a:pt x="16709" y="2534"/>
                  </a:cubicBezTo>
                  <a:lnTo>
                    <a:pt x="16709" y="2534"/>
                  </a:lnTo>
                  <a:cubicBezTo>
                    <a:pt x="16640" y="2579"/>
                    <a:pt x="16572" y="2648"/>
                    <a:pt x="16503" y="2716"/>
                  </a:cubicBezTo>
                  <a:lnTo>
                    <a:pt x="16503" y="2716"/>
                  </a:lnTo>
                  <a:cubicBezTo>
                    <a:pt x="16480" y="2762"/>
                    <a:pt x="16435" y="2785"/>
                    <a:pt x="16412" y="2808"/>
                  </a:cubicBezTo>
                  <a:lnTo>
                    <a:pt x="16412" y="2808"/>
                  </a:lnTo>
                  <a:cubicBezTo>
                    <a:pt x="16366" y="2853"/>
                    <a:pt x="16321" y="2899"/>
                    <a:pt x="16275" y="2922"/>
                  </a:cubicBezTo>
                  <a:lnTo>
                    <a:pt x="16275" y="2922"/>
                  </a:lnTo>
                  <a:cubicBezTo>
                    <a:pt x="16229" y="2967"/>
                    <a:pt x="16184" y="2990"/>
                    <a:pt x="16161" y="3036"/>
                  </a:cubicBezTo>
                  <a:lnTo>
                    <a:pt x="16161" y="3036"/>
                  </a:lnTo>
                  <a:cubicBezTo>
                    <a:pt x="16115" y="3059"/>
                    <a:pt x="16069" y="3104"/>
                    <a:pt x="16024" y="3127"/>
                  </a:cubicBezTo>
                  <a:lnTo>
                    <a:pt x="16024" y="3127"/>
                  </a:lnTo>
                  <a:cubicBezTo>
                    <a:pt x="15978" y="3173"/>
                    <a:pt x="15932" y="3196"/>
                    <a:pt x="15887" y="3241"/>
                  </a:cubicBezTo>
                  <a:lnTo>
                    <a:pt x="15887" y="3241"/>
                  </a:lnTo>
                  <a:cubicBezTo>
                    <a:pt x="15841" y="3264"/>
                    <a:pt x="15773" y="3310"/>
                    <a:pt x="15727" y="3333"/>
                  </a:cubicBezTo>
                  <a:lnTo>
                    <a:pt x="15727" y="3333"/>
                  </a:lnTo>
                  <a:cubicBezTo>
                    <a:pt x="15681" y="3378"/>
                    <a:pt x="15636" y="3401"/>
                    <a:pt x="15590" y="3447"/>
                  </a:cubicBezTo>
                  <a:lnTo>
                    <a:pt x="15590" y="3447"/>
                  </a:lnTo>
                  <a:cubicBezTo>
                    <a:pt x="15544" y="3470"/>
                    <a:pt x="15476" y="3515"/>
                    <a:pt x="15430" y="3538"/>
                  </a:cubicBezTo>
                  <a:lnTo>
                    <a:pt x="15430" y="3538"/>
                  </a:lnTo>
                  <a:cubicBezTo>
                    <a:pt x="15362" y="3584"/>
                    <a:pt x="15293" y="3629"/>
                    <a:pt x="15225" y="3675"/>
                  </a:cubicBezTo>
                  <a:lnTo>
                    <a:pt x="15225" y="3675"/>
                  </a:lnTo>
                  <a:cubicBezTo>
                    <a:pt x="15019" y="3789"/>
                    <a:pt x="14837" y="3880"/>
                    <a:pt x="14631" y="3972"/>
                  </a:cubicBezTo>
                  <a:lnTo>
                    <a:pt x="14631" y="3972"/>
                  </a:lnTo>
                  <a:cubicBezTo>
                    <a:pt x="14563" y="4017"/>
                    <a:pt x="14517" y="4040"/>
                    <a:pt x="14449" y="4063"/>
                  </a:cubicBezTo>
                  <a:lnTo>
                    <a:pt x="14449" y="4063"/>
                  </a:lnTo>
                  <a:cubicBezTo>
                    <a:pt x="14266" y="4154"/>
                    <a:pt x="14084" y="4223"/>
                    <a:pt x="13878" y="4291"/>
                  </a:cubicBezTo>
                  <a:lnTo>
                    <a:pt x="13878" y="4291"/>
                  </a:lnTo>
                  <a:cubicBezTo>
                    <a:pt x="13855" y="4314"/>
                    <a:pt x="13833" y="4314"/>
                    <a:pt x="13810" y="4337"/>
                  </a:cubicBezTo>
                  <a:lnTo>
                    <a:pt x="13810" y="4337"/>
                  </a:lnTo>
                  <a:cubicBezTo>
                    <a:pt x="13604" y="4405"/>
                    <a:pt x="13399" y="4474"/>
                    <a:pt x="13171" y="4542"/>
                  </a:cubicBezTo>
                  <a:lnTo>
                    <a:pt x="13171" y="4542"/>
                  </a:lnTo>
                  <a:cubicBezTo>
                    <a:pt x="13011" y="4611"/>
                    <a:pt x="12874" y="4634"/>
                    <a:pt x="12714" y="4679"/>
                  </a:cubicBezTo>
                  <a:lnTo>
                    <a:pt x="12714" y="4679"/>
                  </a:lnTo>
                  <a:cubicBezTo>
                    <a:pt x="12600" y="4725"/>
                    <a:pt x="12486" y="4748"/>
                    <a:pt x="12372" y="4771"/>
                  </a:cubicBezTo>
                  <a:lnTo>
                    <a:pt x="12372" y="4771"/>
                  </a:lnTo>
                  <a:cubicBezTo>
                    <a:pt x="12212" y="4816"/>
                    <a:pt x="12029" y="4839"/>
                    <a:pt x="11870" y="4885"/>
                  </a:cubicBezTo>
                  <a:lnTo>
                    <a:pt x="11870" y="4885"/>
                  </a:lnTo>
                  <a:cubicBezTo>
                    <a:pt x="11755" y="4908"/>
                    <a:pt x="11641" y="4930"/>
                    <a:pt x="11504" y="4953"/>
                  </a:cubicBezTo>
                  <a:lnTo>
                    <a:pt x="11504" y="4953"/>
                  </a:lnTo>
                  <a:cubicBezTo>
                    <a:pt x="11459" y="4976"/>
                    <a:pt x="11413" y="4976"/>
                    <a:pt x="11367" y="4976"/>
                  </a:cubicBezTo>
                  <a:lnTo>
                    <a:pt x="11367" y="4976"/>
                  </a:lnTo>
                  <a:cubicBezTo>
                    <a:pt x="11162" y="5022"/>
                    <a:pt x="10957" y="5045"/>
                    <a:pt x="10751" y="5067"/>
                  </a:cubicBezTo>
                  <a:lnTo>
                    <a:pt x="10751" y="5067"/>
                  </a:lnTo>
                  <a:cubicBezTo>
                    <a:pt x="10683" y="5067"/>
                    <a:pt x="10637" y="5090"/>
                    <a:pt x="10569" y="5090"/>
                  </a:cubicBezTo>
                  <a:lnTo>
                    <a:pt x="10569" y="5090"/>
                  </a:lnTo>
                  <a:cubicBezTo>
                    <a:pt x="10454" y="5090"/>
                    <a:pt x="10317" y="5113"/>
                    <a:pt x="10203" y="5113"/>
                  </a:cubicBezTo>
                  <a:lnTo>
                    <a:pt x="10203" y="5113"/>
                  </a:lnTo>
                  <a:cubicBezTo>
                    <a:pt x="9998" y="5136"/>
                    <a:pt x="9815" y="5159"/>
                    <a:pt x="9610" y="5159"/>
                  </a:cubicBezTo>
                  <a:lnTo>
                    <a:pt x="9610" y="5159"/>
                  </a:lnTo>
                  <a:cubicBezTo>
                    <a:pt x="9473" y="5159"/>
                    <a:pt x="9359" y="5159"/>
                    <a:pt x="9222" y="5159"/>
                  </a:cubicBezTo>
                  <a:lnTo>
                    <a:pt x="9222" y="5159"/>
                  </a:lnTo>
                  <a:cubicBezTo>
                    <a:pt x="9062" y="5181"/>
                    <a:pt x="8902" y="5181"/>
                    <a:pt x="8743" y="5181"/>
                  </a:cubicBezTo>
                  <a:lnTo>
                    <a:pt x="8743" y="5181"/>
                  </a:lnTo>
                  <a:cubicBezTo>
                    <a:pt x="8606" y="5159"/>
                    <a:pt x="8469" y="5159"/>
                    <a:pt x="8332" y="5159"/>
                  </a:cubicBezTo>
                  <a:lnTo>
                    <a:pt x="8332" y="5159"/>
                  </a:lnTo>
                  <a:cubicBezTo>
                    <a:pt x="8172" y="5159"/>
                    <a:pt x="8012" y="5136"/>
                    <a:pt x="7875" y="5136"/>
                  </a:cubicBezTo>
                  <a:lnTo>
                    <a:pt x="7875" y="5136"/>
                  </a:lnTo>
                  <a:cubicBezTo>
                    <a:pt x="7738" y="5136"/>
                    <a:pt x="7601" y="5113"/>
                    <a:pt x="7464" y="5113"/>
                  </a:cubicBezTo>
                  <a:lnTo>
                    <a:pt x="7464" y="5113"/>
                  </a:lnTo>
                  <a:cubicBezTo>
                    <a:pt x="7305" y="5090"/>
                    <a:pt x="7168" y="5067"/>
                    <a:pt x="7008" y="5045"/>
                  </a:cubicBezTo>
                  <a:lnTo>
                    <a:pt x="7008" y="5045"/>
                  </a:lnTo>
                  <a:cubicBezTo>
                    <a:pt x="6894" y="5045"/>
                    <a:pt x="6757" y="5022"/>
                    <a:pt x="6620" y="4999"/>
                  </a:cubicBezTo>
                  <a:lnTo>
                    <a:pt x="6620" y="4999"/>
                  </a:lnTo>
                  <a:cubicBezTo>
                    <a:pt x="6460" y="4976"/>
                    <a:pt x="6300" y="4953"/>
                    <a:pt x="6140" y="4908"/>
                  </a:cubicBezTo>
                  <a:lnTo>
                    <a:pt x="6140" y="4908"/>
                  </a:lnTo>
                  <a:cubicBezTo>
                    <a:pt x="6026" y="4885"/>
                    <a:pt x="5889" y="4862"/>
                    <a:pt x="5775" y="4839"/>
                  </a:cubicBezTo>
                  <a:lnTo>
                    <a:pt x="5775" y="4839"/>
                  </a:lnTo>
                  <a:cubicBezTo>
                    <a:pt x="5593" y="4793"/>
                    <a:pt x="5410" y="4748"/>
                    <a:pt x="5227" y="4702"/>
                  </a:cubicBezTo>
                  <a:lnTo>
                    <a:pt x="5227" y="4702"/>
                  </a:lnTo>
                  <a:cubicBezTo>
                    <a:pt x="5113" y="4679"/>
                    <a:pt x="4999" y="4634"/>
                    <a:pt x="4862" y="4611"/>
                  </a:cubicBezTo>
                  <a:lnTo>
                    <a:pt x="4862" y="4611"/>
                  </a:lnTo>
                  <a:cubicBezTo>
                    <a:pt x="4817" y="4588"/>
                    <a:pt x="4748" y="4565"/>
                    <a:pt x="4680" y="4542"/>
                  </a:cubicBezTo>
                  <a:lnTo>
                    <a:pt x="4680" y="4542"/>
                  </a:lnTo>
                  <a:cubicBezTo>
                    <a:pt x="4497" y="4497"/>
                    <a:pt x="4314" y="4428"/>
                    <a:pt x="4132" y="4360"/>
                  </a:cubicBezTo>
                  <a:lnTo>
                    <a:pt x="4132" y="4360"/>
                  </a:lnTo>
                  <a:cubicBezTo>
                    <a:pt x="4086" y="4337"/>
                    <a:pt x="4041" y="4337"/>
                    <a:pt x="3995" y="4314"/>
                  </a:cubicBezTo>
                  <a:lnTo>
                    <a:pt x="3995" y="4314"/>
                  </a:lnTo>
                  <a:cubicBezTo>
                    <a:pt x="3835" y="4246"/>
                    <a:pt x="3675" y="4177"/>
                    <a:pt x="3516" y="4109"/>
                  </a:cubicBezTo>
                  <a:lnTo>
                    <a:pt x="3516" y="4109"/>
                  </a:lnTo>
                  <a:cubicBezTo>
                    <a:pt x="3447" y="4063"/>
                    <a:pt x="3356" y="4040"/>
                    <a:pt x="3287" y="4017"/>
                  </a:cubicBezTo>
                  <a:lnTo>
                    <a:pt x="3287" y="4017"/>
                  </a:lnTo>
                  <a:cubicBezTo>
                    <a:pt x="3059" y="3903"/>
                    <a:pt x="2831" y="3789"/>
                    <a:pt x="2625" y="3675"/>
                  </a:cubicBezTo>
                  <a:lnTo>
                    <a:pt x="2625" y="3675"/>
                  </a:lnTo>
                  <a:cubicBezTo>
                    <a:pt x="868" y="2648"/>
                    <a:pt x="0" y="1324"/>
                    <a:pt x="0" y="0"/>
                  </a:cubicBezTo>
                  <a:lnTo>
                    <a:pt x="0" y="0"/>
                  </a:lnTo>
                  <a:close/>
                </a:path>
              </a:pathLst>
            </a:custGeom>
            <a:solidFill>
              <a:srgbClr val="F9AE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199" name="Google Shape;6199;p47"/>
            <p:cNvSpPr/>
            <p:nvPr/>
          </p:nvSpPr>
          <p:spPr>
            <a:xfrm>
              <a:off x="4068988" y="1866150"/>
              <a:ext cx="489050" cy="270500"/>
            </a:xfrm>
            <a:custGeom>
              <a:avLst/>
              <a:gdLst/>
              <a:ahLst/>
              <a:cxnLst/>
              <a:rect l="l" t="t" r="r" b="b"/>
              <a:pathLst>
                <a:path w="19562" h="10820" extrusionOk="0">
                  <a:moveTo>
                    <a:pt x="3470" y="1507"/>
                  </a:moveTo>
                  <a:cubicBezTo>
                    <a:pt x="0" y="3516"/>
                    <a:pt x="23" y="6780"/>
                    <a:pt x="3492" y="8811"/>
                  </a:cubicBezTo>
                  <a:lnTo>
                    <a:pt x="3492" y="8811"/>
                  </a:lnTo>
                  <a:cubicBezTo>
                    <a:pt x="6985" y="10820"/>
                    <a:pt x="12622" y="10820"/>
                    <a:pt x="16092" y="8811"/>
                  </a:cubicBezTo>
                  <a:lnTo>
                    <a:pt x="16092" y="8811"/>
                  </a:lnTo>
                  <a:cubicBezTo>
                    <a:pt x="19561" y="6780"/>
                    <a:pt x="19539" y="3516"/>
                    <a:pt x="16046" y="1507"/>
                  </a:cubicBezTo>
                  <a:lnTo>
                    <a:pt x="16046" y="1507"/>
                  </a:lnTo>
                  <a:cubicBezTo>
                    <a:pt x="14312" y="503"/>
                    <a:pt x="12029" y="0"/>
                    <a:pt x="9746" y="0"/>
                  </a:cubicBezTo>
                  <a:lnTo>
                    <a:pt x="9746" y="0"/>
                  </a:lnTo>
                  <a:cubicBezTo>
                    <a:pt x="7464" y="0"/>
                    <a:pt x="5181" y="503"/>
                    <a:pt x="3470" y="150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200" name="Google Shape;6200;p47"/>
            <p:cNvSpPr/>
            <p:nvPr/>
          </p:nvSpPr>
          <p:spPr>
            <a:xfrm>
              <a:off x="4192238" y="1912375"/>
              <a:ext cx="229975" cy="133200"/>
            </a:xfrm>
            <a:custGeom>
              <a:avLst/>
              <a:gdLst/>
              <a:ahLst/>
              <a:cxnLst/>
              <a:rect l="l" t="t" r="r" b="b"/>
              <a:pathLst>
                <a:path w="9199" h="5328" extrusionOk="0">
                  <a:moveTo>
                    <a:pt x="5593" y="1507"/>
                  </a:moveTo>
                  <a:lnTo>
                    <a:pt x="6528" y="2055"/>
                  </a:lnTo>
                  <a:cubicBezTo>
                    <a:pt x="6825" y="2214"/>
                    <a:pt x="7031" y="2397"/>
                    <a:pt x="7122" y="2602"/>
                  </a:cubicBezTo>
                  <a:cubicBezTo>
                    <a:pt x="7236" y="2808"/>
                    <a:pt x="7236" y="3036"/>
                    <a:pt x="7145" y="3241"/>
                  </a:cubicBezTo>
                  <a:cubicBezTo>
                    <a:pt x="7053" y="3447"/>
                    <a:pt x="6848" y="3652"/>
                    <a:pt x="6551" y="3812"/>
                  </a:cubicBezTo>
                  <a:cubicBezTo>
                    <a:pt x="6254" y="3995"/>
                    <a:pt x="5935" y="4109"/>
                    <a:pt x="5593" y="4177"/>
                  </a:cubicBezTo>
                  <a:cubicBezTo>
                    <a:pt x="5391" y="4215"/>
                    <a:pt x="5197" y="4232"/>
                    <a:pt x="5006" y="4232"/>
                  </a:cubicBezTo>
                  <a:cubicBezTo>
                    <a:pt x="4850" y="4232"/>
                    <a:pt x="4696" y="4221"/>
                    <a:pt x="4543" y="4200"/>
                  </a:cubicBezTo>
                  <a:cubicBezTo>
                    <a:pt x="4200" y="4154"/>
                    <a:pt x="3881" y="4040"/>
                    <a:pt x="3584" y="3881"/>
                  </a:cubicBezTo>
                  <a:lnTo>
                    <a:pt x="2580" y="3310"/>
                  </a:lnTo>
                  <a:lnTo>
                    <a:pt x="5593" y="1507"/>
                  </a:lnTo>
                  <a:close/>
                  <a:moveTo>
                    <a:pt x="5227" y="0"/>
                  </a:moveTo>
                  <a:lnTo>
                    <a:pt x="0" y="3127"/>
                  </a:lnTo>
                  <a:lnTo>
                    <a:pt x="2397" y="4474"/>
                  </a:lnTo>
                  <a:cubicBezTo>
                    <a:pt x="2990" y="4816"/>
                    <a:pt x="3630" y="5068"/>
                    <a:pt x="4314" y="5204"/>
                  </a:cubicBezTo>
                  <a:cubicBezTo>
                    <a:pt x="4725" y="5287"/>
                    <a:pt x="5136" y="5328"/>
                    <a:pt x="5537" y="5328"/>
                  </a:cubicBezTo>
                  <a:cubicBezTo>
                    <a:pt x="5804" y="5328"/>
                    <a:pt x="6067" y="5309"/>
                    <a:pt x="6323" y="5273"/>
                  </a:cubicBezTo>
                  <a:cubicBezTo>
                    <a:pt x="6985" y="5182"/>
                    <a:pt x="7578" y="4976"/>
                    <a:pt x="8080" y="4679"/>
                  </a:cubicBezTo>
                  <a:cubicBezTo>
                    <a:pt x="8605" y="4360"/>
                    <a:pt x="8925" y="4018"/>
                    <a:pt x="9062" y="3652"/>
                  </a:cubicBezTo>
                  <a:cubicBezTo>
                    <a:pt x="9199" y="3264"/>
                    <a:pt x="9153" y="2876"/>
                    <a:pt x="8925" y="2488"/>
                  </a:cubicBezTo>
                  <a:cubicBezTo>
                    <a:pt x="8697" y="2100"/>
                    <a:pt x="8263" y="1735"/>
                    <a:pt x="7670" y="1393"/>
                  </a:cubicBezTo>
                  <a:lnTo>
                    <a:pt x="52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201" name="Google Shape;6201;p47"/>
            <p:cNvSpPr/>
            <p:nvPr/>
          </p:nvSpPr>
          <p:spPr>
            <a:xfrm>
              <a:off x="6381763" y="2751775"/>
              <a:ext cx="445675" cy="198025"/>
            </a:xfrm>
            <a:custGeom>
              <a:avLst/>
              <a:gdLst/>
              <a:ahLst/>
              <a:cxnLst/>
              <a:rect l="l" t="t" r="r" b="b"/>
              <a:pathLst>
                <a:path w="17827" h="7921" extrusionOk="0">
                  <a:moveTo>
                    <a:pt x="0" y="2739"/>
                  </a:moveTo>
                  <a:cubicBezTo>
                    <a:pt x="0" y="4063"/>
                    <a:pt x="890" y="5387"/>
                    <a:pt x="2625" y="6414"/>
                  </a:cubicBezTo>
                  <a:lnTo>
                    <a:pt x="2625" y="6414"/>
                  </a:lnTo>
                  <a:cubicBezTo>
                    <a:pt x="2853" y="6528"/>
                    <a:pt x="3059" y="6642"/>
                    <a:pt x="3287" y="6757"/>
                  </a:cubicBezTo>
                  <a:lnTo>
                    <a:pt x="3287" y="6757"/>
                  </a:lnTo>
                  <a:cubicBezTo>
                    <a:pt x="3355" y="6779"/>
                    <a:pt x="3447" y="6825"/>
                    <a:pt x="3515" y="6848"/>
                  </a:cubicBezTo>
                  <a:lnTo>
                    <a:pt x="3515" y="6848"/>
                  </a:lnTo>
                  <a:cubicBezTo>
                    <a:pt x="3652" y="6916"/>
                    <a:pt x="3789" y="6962"/>
                    <a:pt x="3926" y="7030"/>
                  </a:cubicBezTo>
                  <a:lnTo>
                    <a:pt x="3926" y="7030"/>
                  </a:lnTo>
                  <a:cubicBezTo>
                    <a:pt x="3949" y="7030"/>
                    <a:pt x="3972" y="7030"/>
                    <a:pt x="3994" y="7053"/>
                  </a:cubicBezTo>
                  <a:lnTo>
                    <a:pt x="3994" y="7053"/>
                  </a:lnTo>
                  <a:cubicBezTo>
                    <a:pt x="4040" y="7076"/>
                    <a:pt x="4086" y="7099"/>
                    <a:pt x="4154" y="7099"/>
                  </a:cubicBezTo>
                  <a:lnTo>
                    <a:pt x="4154" y="7099"/>
                  </a:lnTo>
                  <a:cubicBezTo>
                    <a:pt x="4314" y="7167"/>
                    <a:pt x="4497" y="7236"/>
                    <a:pt x="4679" y="7282"/>
                  </a:cubicBezTo>
                  <a:lnTo>
                    <a:pt x="4679" y="7282"/>
                  </a:lnTo>
                  <a:cubicBezTo>
                    <a:pt x="4748" y="7304"/>
                    <a:pt x="4816" y="7327"/>
                    <a:pt x="4885" y="7350"/>
                  </a:cubicBezTo>
                  <a:lnTo>
                    <a:pt x="4885" y="7350"/>
                  </a:lnTo>
                  <a:cubicBezTo>
                    <a:pt x="4907" y="7373"/>
                    <a:pt x="4953" y="7373"/>
                    <a:pt x="4999" y="7396"/>
                  </a:cubicBezTo>
                  <a:lnTo>
                    <a:pt x="4999" y="7396"/>
                  </a:lnTo>
                  <a:cubicBezTo>
                    <a:pt x="5067" y="7418"/>
                    <a:pt x="5159" y="7418"/>
                    <a:pt x="5227" y="7441"/>
                  </a:cubicBezTo>
                  <a:lnTo>
                    <a:pt x="5227" y="7441"/>
                  </a:lnTo>
                  <a:cubicBezTo>
                    <a:pt x="5410" y="7487"/>
                    <a:pt x="5592" y="7533"/>
                    <a:pt x="5775" y="7578"/>
                  </a:cubicBezTo>
                  <a:lnTo>
                    <a:pt x="5775" y="7578"/>
                  </a:lnTo>
                  <a:cubicBezTo>
                    <a:pt x="5820" y="7601"/>
                    <a:pt x="5889" y="7601"/>
                    <a:pt x="5935" y="7624"/>
                  </a:cubicBezTo>
                  <a:lnTo>
                    <a:pt x="5935" y="7624"/>
                  </a:lnTo>
                  <a:cubicBezTo>
                    <a:pt x="6003" y="7624"/>
                    <a:pt x="6072" y="7647"/>
                    <a:pt x="6140" y="7647"/>
                  </a:cubicBezTo>
                  <a:lnTo>
                    <a:pt x="6140" y="7647"/>
                  </a:lnTo>
                  <a:cubicBezTo>
                    <a:pt x="6300" y="7692"/>
                    <a:pt x="6460" y="7715"/>
                    <a:pt x="6619" y="7738"/>
                  </a:cubicBezTo>
                  <a:lnTo>
                    <a:pt x="6619" y="7738"/>
                  </a:lnTo>
                  <a:cubicBezTo>
                    <a:pt x="6688" y="7738"/>
                    <a:pt x="6756" y="7761"/>
                    <a:pt x="6802" y="7761"/>
                  </a:cubicBezTo>
                  <a:lnTo>
                    <a:pt x="6802" y="7761"/>
                  </a:lnTo>
                  <a:cubicBezTo>
                    <a:pt x="6870" y="7784"/>
                    <a:pt x="6962" y="7784"/>
                    <a:pt x="7030" y="7784"/>
                  </a:cubicBezTo>
                  <a:lnTo>
                    <a:pt x="7030" y="7784"/>
                  </a:lnTo>
                  <a:cubicBezTo>
                    <a:pt x="7167" y="7806"/>
                    <a:pt x="7327" y="7829"/>
                    <a:pt x="7464" y="7852"/>
                  </a:cubicBezTo>
                  <a:lnTo>
                    <a:pt x="7464" y="7852"/>
                  </a:lnTo>
                  <a:cubicBezTo>
                    <a:pt x="7532" y="7852"/>
                    <a:pt x="7601" y="7852"/>
                    <a:pt x="7669" y="7875"/>
                  </a:cubicBezTo>
                  <a:lnTo>
                    <a:pt x="7669" y="7875"/>
                  </a:lnTo>
                  <a:cubicBezTo>
                    <a:pt x="7738" y="7875"/>
                    <a:pt x="7806" y="7875"/>
                    <a:pt x="7875" y="7875"/>
                  </a:cubicBezTo>
                  <a:lnTo>
                    <a:pt x="7875" y="7875"/>
                  </a:lnTo>
                  <a:cubicBezTo>
                    <a:pt x="8035" y="7898"/>
                    <a:pt x="8171" y="7898"/>
                    <a:pt x="8331" y="7898"/>
                  </a:cubicBezTo>
                  <a:lnTo>
                    <a:pt x="8331" y="7898"/>
                  </a:lnTo>
                  <a:cubicBezTo>
                    <a:pt x="8400" y="7898"/>
                    <a:pt x="8468" y="7921"/>
                    <a:pt x="8560" y="7921"/>
                  </a:cubicBezTo>
                  <a:lnTo>
                    <a:pt x="8560" y="7921"/>
                  </a:lnTo>
                  <a:cubicBezTo>
                    <a:pt x="8582" y="7921"/>
                    <a:pt x="8628" y="7921"/>
                    <a:pt x="8651" y="7921"/>
                  </a:cubicBezTo>
                  <a:lnTo>
                    <a:pt x="8651" y="7921"/>
                  </a:lnTo>
                  <a:cubicBezTo>
                    <a:pt x="8674" y="7921"/>
                    <a:pt x="8719" y="7921"/>
                    <a:pt x="8742" y="7921"/>
                  </a:cubicBezTo>
                  <a:lnTo>
                    <a:pt x="8742" y="7921"/>
                  </a:lnTo>
                  <a:cubicBezTo>
                    <a:pt x="8902" y="7921"/>
                    <a:pt x="9062" y="7921"/>
                    <a:pt x="9221" y="7921"/>
                  </a:cubicBezTo>
                  <a:lnTo>
                    <a:pt x="9221" y="7921"/>
                  </a:lnTo>
                  <a:cubicBezTo>
                    <a:pt x="9267" y="7921"/>
                    <a:pt x="9290" y="7921"/>
                    <a:pt x="9336" y="7921"/>
                  </a:cubicBezTo>
                  <a:lnTo>
                    <a:pt x="9336" y="7921"/>
                  </a:lnTo>
                  <a:cubicBezTo>
                    <a:pt x="9381" y="7921"/>
                    <a:pt x="9427" y="7921"/>
                    <a:pt x="9473" y="7921"/>
                  </a:cubicBezTo>
                  <a:lnTo>
                    <a:pt x="9473" y="7921"/>
                  </a:lnTo>
                  <a:cubicBezTo>
                    <a:pt x="9518" y="7898"/>
                    <a:pt x="9564" y="7898"/>
                    <a:pt x="9609" y="7898"/>
                  </a:cubicBezTo>
                  <a:lnTo>
                    <a:pt x="9609" y="7898"/>
                  </a:lnTo>
                  <a:cubicBezTo>
                    <a:pt x="9815" y="7898"/>
                    <a:pt x="10020" y="7875"/>
                    <a:pt x="10203" y="7852"/>
                  </a:cubicBezTo>
                  <a:lnTo>
                    <a:pt x="10203" y="7852"/>
                  </a:lnTo>
                  <a:cubicBezTo>
                    <a:pt x="10294" y="7852"/>
                    <a:pt x="10363" y="7852"/>
                    <a:pt x="10454" y="7852"/>
                  </a:cubicBezTo>
                  <a:lnTo>
                    <a:pt x="10454" y="7852"/>
                  </a:lnTo>
                  <a:cubicBezTo>
                    <a:pt x="10500" y="7829"/>
                    <a:pt x="10523" y="7829"/>
                    <a:pt x="10568" y="7829"/>
                  </a:cubicBezTo>
                  <a:lnTo>
                    <a:pt x="10568" y="7829"/>
                  </a:lnTo>
                  <a:cubicBezTo>
                    <a:pt x="10637" y="7829"/>
                    <a:pt x="10682" y="7806"/>
                    <a:pt x="10751" y="7806"/>
                  </a:cubicBezTo>
                  <a:lnTo>
                    <a:pt x="10751" y="7806"/>
                  </a:lnTo>
                  <a:cubicBezTo>
                    <a:pt x="10956" y="7784"/>
                    <a:pt x="11162" y="7761"/>
                    <a:pt x="11367" y="7715"/>
                  </a:cubicBezTo>
                  <a:lnTo>
                    <a:pt x="11367" y="7715"/>
                  </a:lnTo>
                  <a:cubicBezTo>
                    <a:pt x="11413" y="7715"/>
                    <a:pt x="11458" y="7715"/>
                    <a:pt x="11527" y="7692"/>
                  </a:cubicBezTo>
                  <a:lnTo>
                    <a:pt x="11527" y="7692"/>
                  </a:lnTo>
                  <a:cubicBezTo>
                    <a:pt x="11550" y="7692"/>
                    <a:pt x="11572" y="7692"/>
                    <a:pt x="11595" y="7692"/>
                  </a:cubicBezTo>
                  <a:lnTo>
                    <a:pt x="11595" y="7692"/>
                  </a:lnTo>
                  <a:cubicBezTo>
                    <a:pt x="11687" y="7670"/>
                    <a:pt x="11778" y="7647"/>
                    <a:pt x="11869" y="7624"/>
                  </a:cubicBezTo>
                  <a:lnTo>
                    <a:pt x="11869" y="7624"/>
                  </a:lnTo>
                  <a:cubicBezTo>
                    <a:pt x="12052" y="7601"/>
                    <a:pt x="12212" y="7555"/>
                    <a:pt x="12371" y="7510"/>
                  </a:cubicBezTo>
                  <a:lnTo>
                    <a:pt x="12371" y="7510"/>
                  </a:lnTo>
                  <a:cubicBezTo>
                    <a:pt x="12485" y="7487"/>
                    <a:pt x="12600" y="7464"/>
                    <a:pt x="12714" y="7418"/>
                  </a:cubicBezTo>
                  <a:lnTo>
                    <a:pt x="12714" y="7418"/>
                  </a:lnTo>
                  <a:cubicBezTo>
                    <a:pt x="12874" y="7373"/>
                    <a:pt x="13033" y="7350"/>
                    <a:pt x="13170" y="7304"/>
                  </a:cubicBezTo>
                  <a:lnTo>
                    <a:pt x="13170" y="7304"/>
                  </a:lnTo>
                  <a:cubicBezTo>
                    <a:pt x="13216" y="7282"/>
                    <a:pt x="13239" y="7282"/>
                    <a:pt x="13284" y="7259"/>
                  </a:cubicBezTo>
                  <a:lnTo>
                    <a:pt x="13284" y="7259"/>
                  </a:lnTo>
                  <a:cubicBezTo>
                    <a:pt x="13467" y="7213"/>
                    <a:pt x="13627" y="7145"/>
                    <a:pt x="13809" y="7076"/>
                  </a:cubicBezTo>
                  <a:lnTo>
                    <a:pt x="13809" y="7076"/>
                  </a:lnTo>
                  <a:cubicBezTo>
                    <a:pt x="13832" y="7076"/>
                    <a:pt x="13855" y="7053"/>
                    <a:pt x="13901" y="7053"/>
                  </a:cubicBezTo>
                  <a:lnTo>
                    <a:pt x="13901" y="7053"/>
                  </a:lnTo>
                  <a:cubicBezTo>
                    <a:pt x="14083" y="6962"/>
                    <a:pt x="14266" y="6893"/>
                    <a:pt x="14471" y="6802"/>
                  </a:cubicBezTo>
                  <a:lnTo>
                    <a:pt x="14471" y="6802"/>
                  </a:lnTo>
                  <a:cubicBezTo>
                    <a:pt x="14517" y="6779"/>
                    <a:pt x="14563" y="6757"/>
                    <a:pt x="14631" y="6734"/>
                  </a:cubicBezTo>
                  <a:lnTo>
                    <a:pt x="14631" y="6734"/>
                  </a:lnTo>
                  <a:cubicBezTo>
                    <a:pt x="14836" y="6620"/>
                    <a:pt x="15042" y="6528"/>
                    <a:pt x="15225" y="6414"/>
                  </a:cubicBezTo>
                  <a:lnTo>
                    <a:pt x="15225" y="6414"/>
                  </a:lnTo>
                  <a:cubicBezTo>
                    <a:pt x="15270" y="6391"/>
                    <a:pt x="15293" y="6368"/>
                    <a:pt x="15339" y="6346"/>
                  </a:cubicBezTo>
                  <a:lnTo>
                    <a:pt x="15339" y="6346"/>
                  </a:lnTo>
                  <a:cubicBezTo>
                    <a:pt x="15361" y="6323"/>
                    <a:pt x="15407" y="6300"/>
                    <a:pt x="15430" y="6277"/>
                  </a:cubicBezTo>
                  <a:lnTo>
                    <a:pt x="15430" y="6277"/>
                  </a:lnTo>
                  <a:cubicBezTo>
                    <a:pt x="15476" y="6254"/>
                    <a:pt x="15544" y="6209"/>
                    <a:pt x="15590" y="6186"/>
                  </a:cubicBezTo>
                  <a:lnTo>
                    <a:pt x="15590" y="6186"/>
                  </a:lnTo>
                  <a:cubicBezTo>
                    <a:pt x="15635" y="6140"/>
                    <a:pt x="15681" y="6117"/>
                    <a:pt x="15727" y="6095"/>
                  </a:cubicBezTo>
                  <a:lnTo>
                    <a:pt x="15727" y="6095"/>
                  </a:lnTo>
                  <a:cubicBezTo>
                    <a:pt x="15795" y="6049"/>
                    <a:pt x="15841" y="6003"/>
                    <a:pt x="15886" y="5980"/>
                  </a:cubicBezTo>
                  <a:lnTo>
                    <a:pt x="15886" y="5980"/>
                  </a:lnTo>
                  <a:cubicBezTo>
                    <a:pt x="15932" y="5935"/>
                    <a:pt x="15978" y="5912"/>
                    <a:pt x="16023" y="5889"/>
                  </a:cubicBezTo>
                  <a:lnTo>
                    <a:pt x="16023" y="5889"/>
                  </a:lnTo>
                  <a:cubicBezTo>
                    <a:pt x="16069" y="5844"/>
                    <a:pt x="16115" y="5798"/>
                    <a:pt x="16160" y="5775"/>
                  </a:cubicBezTo>
                  <a:lnTo>
                    <a:pt x="16160" y="5775"/>
                  </a:lnTo>
                  <a:cubicBezTo>
                    <a:pt x="16206" y="5729"/>
                    <a:pt x="16229" y="5707"/>
                    <a:pt x="16274" y="5661"/>
                  </a:cubicBezTo>
                  <a:lnTo>
                    <a:pt x="16274" y="5661"/>
                  </a:lnTo>
                  <a:cubicBezTo>
                    <a:pt x="16320" y="5638"/>
                    <a:pt x="16366" y="5592"/>
                    <a:pt x="16411" y="5547"/>
                  </a:cubicBezTo>
                  <a:lnTo>
                    <a:pt x="16411" y="5547"/>
                  </a:lnTo>
                  <a:cubicBezTo>
                    <a:pt x="16434" y="5547"/>
                    <a:pt x="16434" y="5524"/>
                    <a:pt x="16457" y="5501"/>
                  </a:cubicBezTo>
                  <a:lnTo>
                    <a:pt x="16457" y="5501"/>
                  </a:lnTo>
                  <a:cubicBezTo>
                    <a:pt x="16480" y="5501"/>
                    <a:pt x="16480" y="5478"/>
                    <a:pt x="16503" y="5455"/>
                  </a:cubicBezTo>
                  <a:lnTo>
                    <a:pt x="16503" y="5455"/>
                  </a:lnTo>
                  <a:cubicBezTo>
                    <a:pt x="16571" y="5410"/>
                    <a:pt x="16640" y="5341"/>
                    <a:pt x="16708" y="5273"/>
                  </a:cubicBezTo>
                  <a:lnTo>
                    <a:pt x="16708" y="5273"/>
                  </a:lnTo>
                  <a:cubicBezTo>
                    <a:pt x="16731" y="5250"/>
                    <a:pt x="16754" y="5227"/>
                    <a:pt x="16777" y="5204"/>
                  </a:cubicBezTo>
                  <a:lnTo>
                    <a:pt x="16777" y="5204"/>
                  </a:lnTo>
                  <a:cubicBezTo>
                    <a:pt x="16845" y="5113"/>
                    <a:pt x="16936" y="5022"/>
                    <a:pt x="17005" y="4931"/>
                  </a:cubicBezTo>
                  <a:lnTo>
                    <a:pt x="17005" y="4931"/>
                  </a:lnTo>
                  <a:cubicBezTo>
                    <a:pt x="17005" y="4931"/>
                    <a:pt x="17005" y="4931"/>
                    <a:pt x="17005" y="4908"/>
                  </a:cubicBezTo>
                  <a:lnTo>
                    <a:pt x="17005" y="4908"/>
                  </a:lnTo>
                  <a:cubicBezTo>
                    <a:pt x="17028" y="4885"/>
                    <a:pt x="17051" y="4862"/>
                    <a:pt x="17051" y="4862"/>
                  </a:cubicBezTo>
                  <a:lnTo>
                    <a:pt x="17051" y="4862"/>
                  </a:lnTo>
                  <a:cubicBezTo>
                    <a:pt x="17096" y="4794"/>
                    <a:pt x="17142" y="4748"/>
                    <a:pt x="17187" y="4679"/>
                  </a:cubicBezTo>
                  <a:lnTo>
                    <a:pt x="17187" y="4679"/>
                  </a:lnTo>
                  <a:cubicBezTo>
                    <a:pt x="17210" y="4657"/>
                    <a:pt x="17233" y="4611"/>
                    <a:pt x="17256" y="4588"/>
                  </a:cubicBezTo>
                  <a:lnTo>
                    <a:pt x="17256" y="4588"/>
                  </a:lnTo>
                  <a:cubicBezTo>
                    <a:pt x="17279" y="4542"/>
                    <a:pt x="17324" y="4474"/>
                    <a:pt x="17347" y="4428"/>
                  </a:cubicBezTo>
                  <a:lnTo>
                    <a:pt x="17347" y="4428"/>
                  </a:lnTo>
                  <a:cubicBezTo>
                    <a:pt x="17347" y="4406"/>
                    <a:pt x="17370" y="4406"/>
                    <a:pt x="17370" y="4383"/>
                  </a:cubicBezTo>
                  <a:lnTo>
                    <a:pt x="17370" y="4383"/>
                  </a:lnTo>
                  <a:cubicBezTo>
                    <a:pt x="17393" y="4360"/>
                    <a:pt x="17393" y="4337"/>
                    <a:pt x="17416" y="4314"/>
                  </a:cubicBezTo>
                  <a:lnTo>
                    <a:pt x="17416" y="4314"/>
                  </a:lnTo>
                  <a:cubicBezTo>
                    <a:pt x="17439" y="4269"/>
                    <a:pt x="17461" y="4223"/>
                    <a:pt x="17484" y="4177"/>
                  </a:cubicBezTo>
                  <a:lnTo>
                    <a:pt x="17484" y="4177"/>
                  </a:lnTo>
                  <a:cubicBezTo>
                    <a:pt x="17484" y="4154"/>
                    <a:pt x="17507" y="4109"/>
                    <a:pt x="17530" y="4063"/>
                  </a:cubicBezTo>
                  <a:lnTo>
                    <a:pt x="17530" y="4063"/>
                  </a:lnTo>
                  <a:cubicBezTo>
                    <a:pt x="17553" y="4017"/>
                    <a:pt x="17576" y="3995"/>
                    <a:pt x="17576" y="3949"/>
                  </a:cubicBezTo>
                  <a:lnTo>
                    <a:pt x="17576" y="3949"/>
                  </a:lnTo>
                  <a:cubicBezTo>
                    <a:pt x="17598" y="3926"/>
                    <a:pt x="17598" y="3903"/>
                    <a:pt x="17598" y="3881"/>
                  </a:cubicBezTo>
                  <a:lnTo>
                    <a:pt x="17598" y="3881"/>
                  </a:lnTo>
                  <a:cubicBezTo>
                    <a:pt x="17621" y="3858"/>
                    <a:pt x="17621" y="3835"/>
                    <a:pt x="17621" y="3835"/>
                  </a:cubicBezTo>
                  <a:lnTo>
                    <a:pt x="17621" y="3835"/>
                  </a:lnTo>
                  <a:cubicBezTo>
                    <a:pt x="17644" y="3789"/>
                    <a:pt x="17667" y="3744"/>
                    <a:pt x="17667" y="3698"/>
                  </a:cubicBezTo>
                  <a:lnTo>
                    <a:pt x="17667" y="3698"/>
                  </a:lnTo>
                  <a:cubicBezTo>
                    <a:pt x="17690" y="3652"/>
                    <a:pt x="17690" y="3607"/>
                    <a:pt x="17712" y="3584"/>
                  </a:cubicBezTo>
                  <a:lnTo>
                    <a:pt x="17712" y="3584"/>
                  </a:lnTo>
                  <a:cubicBezTo>
                    <a:pt x="17712" y="3538"/>
                    <a:pt x="17735" y="3493"/>
                    <a:pt x="17735" y="3447"/>
                  </a:cubicBezTo>
                  <a:lnTo>
                    <a:pt x="17735" y="3447"/>
                  </a:lnTo>
                  <a:cubicBezTo>
                    <a:pt x="17735" y="3424"/>
                    <a:pt x="17758" y="3401"/>
                    <a:pt x="17758" y="3378"/>
                  </a:cubicBezTo>
                  <a:lnTo>
                    <a:pt x="17758" y="3378"/>
                  </a:lnTo>
                  <a:cubicBezTo>
                    <a:pt x="17758" y="3356"/>
                    <a:pt x="17758" y="3356"/>
                    <a:pt x="17758" y="3333"/>
                  </a:cubicBezTo>
                  <a:lnTo>
                    <a:pt x="17758" y="3333"/>
                  </a:lnTo>
                  <a:cubicBezTo>
                    <a:pt x="17758" y="3287"/>
                    <a:pt x="17781" y="3241"/>
                    <a:pt x="17781" y="3196"/>
                  </a:cubicBezTo>
                  <a:lnTo>
                    <a:pt x="17781" y="3196"/>
                  </a:lnTo>
                  <a:cubicBezTo>
                    <a:pt x="17781" y="3150"/>
                    <a:pt x="17781" y="3127"/>
                    <a:pt x="17804" y="3082"/>
                  </a:cubicBezTo>
                  <a:lnTo>
                    <a:pt x="17804" y="3082"/>
                  </a:lnTo>
                  <a:cubicBezTo>
                    <a:pt x="17804" y="3036"/>
                    <a:pt x="17804" y="2990"/>
                    <a:pt x="17804" y="2945"/>
                  </a:cubicBezTo>
                  <a:lnTo>
                    <a:pt x="17804" y="2945"/>
                  </a:lnTo>
                  <a:cubicBezTo>
                    <a:pt x="17804" y="2922"/>
                    <a:pt x="17804" y="2899"/>
                    <a:pt x="17804" y="2876"/>
                  </a:cubicBezTo>
                  <a:lnTo>
                    <a:pt x="17804" y="2876"/>
                  </a:lnTo>
                  <a:cubicBezTo>
                    <a:pt x="17804" y="2831"/>
                    <a:pt x="17804" y="2808"/>
                    <a:pt x="17804" y="2785"/>
                  </a:cubicBezTo>
                  <a:lnTo>
                    <a:pt x="17804" y="2785"/>
                  </a:lnTo>
                  <a:lnTo>
                    <a:pt x="17827" y="46"/>
                  </a:lnTo>
                  <a:cubicBezTo>
                    <a:pt x="17827" y="92"/>
                    <a:pt x="17804" y="137"/>
                    <a:pt x="17804" y="206"/>
                  </a:cubicBezTo>
                  <a:lnTo>
                    <a:pt x="17804" y="206"/>
                  </a:lnTo>
                  <a:cubicBezTo>
                    <a:pt x="17804" y="251"/>
                    <a:pt x="17804" y="297"/>
                    <a:pt x="17804" y="343"/>
                  </a:cubicBezTo>
                  <a:lnTo>
                    <a:pt x="17804" y="343"/>
                  </a:lnTo>
                  <a:cubicBezTo>
                    <a:pt x="17804" y="365"/>
                    <a:pt x="17804" y="411"/>
                    <a:pt x="17781" y="457"/>
                  </a:cubicBezTo>
                  <a:lnTo>
                    <a:pt x="17781" y="457"/>
                  </a:lnTo>
                  <a:cubicBezTo>
                    <a:pt x="17781" y="502"/>
                    <a:pt x="17781" y="548"/>
                    <a:pt x="17758" y="594"/>
                  </a:cubicBezTo>
                  <a:lnTo>
                    <a:pt x="17758" y="594"/>
                  </a:lnTo>
                  <a:cubicBezTo>
                    <a:pt x="17758" y="617"/>
                    <a:pt x="17758" y="662"/>
                    <a:pt x="17735" y="708"/>
                  </a:cubicBezTo>
                  <a:lnTo>
                    <a:pt x="17735" y="708"/>
                  </a:lnTo>
                  <a:cubicBezTo>
                    <a:pt x="17735" y="753"/>
                    <a:pt x="17712" y="799"/>
                    <a:pt x="17712" y="822"/>
                  </a:cubicBezTo>
                  <a:lnTo>
                    <a:pt x="17712" y="822"/>
                  </a:lnTo>
                  <a:cubicBezTo>
                    <a:pt x="17690" y="868"/>
                    <a:pt x="17690" y="913"/>
                    <a:pt x="17667" y="959"/>
                  </a:cubicBezTo>
                  <a:lnTo>
                    <a:pt x="17667" y="959"/>
                  </a:lnTo>
                  <a:cubicBezTo>
                    <a:pt x="17667" y="1005"/>
                    <a:pt x="17644" y="1027"/>
                    <a:pt x="17644" y="1073"/>
                  </a:cubicBezTo>
                  <a:lnTo>
                    <a:pt x="17644" y="1073"/>
                  </a:lnTo>
                  <a:cubicBezTo>
                    <a:pt x="17621" y="1119"/>
                    <a:pt x="17598" y="1164"/>
                    <a:pt x="17598" y="1187"/>
                  </a:cubicBezTo>
                  <a:lnTo>
                    <a:pt x="17598" y="1187"/>
                  </a:lnTo>
                  <a:cubicBezTo>
                    <a:pt x="17576" y="1233"/>
                    <a:pt x="17553" y="1278"/>
                    <a:pt x="17530" y="1324"/>
                  </a:cubicBezTo>
                  <a:lnTo>
                    <a:pt x="17530" y="1324"/>
                  </a:lnTo>
                  <a:cubicBezTo>
                    <a:pt x="17507" y="1370"/>
                    <a:pt x="17507" y="1415"/>
                    <a:pt x="17484" y="1438"/>
                  </a:cubicBezTo>
                  <a:lnTo>
                    <a:pt x="17484" y="1438"/>
                  </a:lnTo>
                  <a:cubicBezTo>
                    <a:pt x="17461" y="1484"/>
                    <a:pt x="17439" y="1530"/>
                    <a:pt x="17416" y="1575"/>
                  </a:cubicBezTo>
                  <a:lnTo>
                    <a:pt x="17416" y="1575"/>
                  </a:lnTo>
                  <a:cubicBezTo>
                    <a:pt x="17393" y="1621"/>
                    <a:pt x="17370" y="1644"/>
                    <a:pt x="17347" y="1689"/>
                  </a:cubicBezTo>
                  <a:lnTo>
                    <a:pt x="17347" y="1689"/>
                  </a:lnTo>
                  <a:cubicBezTo>
                    <a:pt x="17324" y="1735"/>
                    <a:pt x="17279" y="1781"/>
                    <a:pt x="17256" y="1849"/>
                  </a:cubicBezTo>
                  <a:lnTo>
                    <a:pt x="17256" y="1849"/>
                  </a:lnTo>
                  <a:cubicBezTo>
                    <a:pt x="17233" y="1872"/>
                    <a:pt x="17210" y="1895"/>
                    <a:pt x="17187" y="1940"/>
                  </a:cubicBezTo>
                  <a:lnTo>
                    <a:pt x="17187" y="1940"/>
                  </a:lnTo>
                  <a:cubicBezTo>
                    <a:pt x="17165" y="1986"/>
                    <a:pt x="17119" y="2055"/>
                    <a:pt x="17073" y="2100"/>
                  </a:cubicBezTo>
                  <a:lnTo>
                    <a:pt x="17073" y="2100"/>
                  </a:lnTo>
                  <a:cubicBezTo>
                    <a:pt x="17051" y="2123"/>
                    <a:pt x="17028" y="2169"/>
                    <a:pt x="17005" y="2191"/>
                  </a:cubicBezTo>
                  <a:lnTo>
                    <a:pt x="17005" y="2191"/>
                  </a:lnTo>
                  <a:cubicBezTo>
                    <a:pt x="16936" y="2283"/>
                    <a:pt x="16868" y="2374"/>
                    <a:pt x="16777" y="2443"/>
                  </a:cubicBezTo>
                  <a:lnTo>
                    <a:pt x="16777" y="2443"/>
                  </a:lnTo>
                  <a:cubicBezTo>
                    <a:pt x="16754" y="2465"/>
                    <a:pt x="16731" y="2488"/>
                    <a:pt x="16708" y="2511"/>
                  </a:cubicBezTo>
                  <a:lnTo>
                    <a:pt x="16708" y="2511"/>
                  </a:lnTo>
                  <a:cubicBezTo>
                    <a:pt x="16640" y="2580"/>
                    <a:pt x="16594" y="2648"/>
                    <a:pt x="16503" y="2716"/>
                  </a:cubicBezTo>
                  <a:lnTo>
                    <a:pt x="16503" y="2716"/>
                  </a:lnTo>
                  <a:cubicBezTo>
                    <a:pt x="16480" y="2762"/>
                    <a:pt x="16457" y="2785"/>
                    <a:pt x="16411" y="2808"/>
                  </a:cubicBezTo>
                  <a:lnTo>
                    <a:pt x="16411" y="2808"/>
                  </a:lnTo>
                  <a:cubicBezTo>
                    <a:pt x="16366" y="2853"/>
                    <a:pt x="16320" y="2876"/>
                    <a:pt x="16297" y="2922"/>
                  </a:cubicBezTo>
                  <a:lnTo>
                    <a:pt x="16297" y="2922"/>
                  </a:lnTo>
                  <a:cubicBezTo>
                    <a:pt x="16252" y="2968"/>
                    <a:pt x="16206" y="2990"/>
                    <a:pt x="16160" y="3036"/>
                  </a:cubicBezTo>
                  <a:lnTo>
                    <a:pt x="16160" y="3036"/>
                  </a:lnTo>
                  <a:cubicBezTo>
                    <a:pt x="16115" y="3059"/>
                    <a:pt x="16069" y="3104"/>
                    <a:pt x="16023" y="3127"/>
                  </a:cubicBezTo>
                  <a:lnTo>
                    <a:pt x="16023" y="3127"/>
                  </a:lnTo>
                  <a:cubicBezTo>
                    <a:pt x="15978" y="3173"/>
                    <a:pt x="15932" y="3196"/>
                    <a:pt x="15886" y="3241"/>
                  </a:cubicBezTo>
                  <a:lnTo>
                    <a:pt x="15886" y="3241"/>
                  </a:lnTo>
                  <a:cubicBezTo>
                    <a:pt x="15841" y="3264"/>
                    <a:pt x="15795" y="3310"/>
                    <a:pt x="15749" y="3333"/>
                  </a:cubicBezTo>
                  <a:lnTo>
                    <a:pt x="15749" y="3333"/>
                  </a:lnTo>
                  <a:cubicBezTo>
                    <a:pt x="15704" y="3378"/>
                    <a:pt x="15658" y="3401"/>
                    <a:pt x="15590" y="3447"/>
                  </a:cubicBezTo>
                  <a:lnTo>
                    <a:pt x="15590" y="3447"/>
                  </a:lnTo>
                  <a:cubicBezTo>
                    <a:pt x="15544" y="3470"/>
                    <a:pt x="15498" y="3515"/>
                    <a:pt x="15430" y="3538"/>
                  </a:cubicBezTo>
                  <a:lnTo>
                    <a:pt x="15430" y="3538"/>
                  </a:lnTo>
                  <a:cubicBezTo>
                    <a:pt x="15361" y="3584"/>
                    <a:pt x="15293" y="3629"/>
                    <a:pt x="15225" y="3675"/>
                  </a:cubicBezTo>
                  <a:lnTo>
                    <a:pt x="15225" y="3675"/>
                  </a:lnTo>
                  <a:cubicBezTo>
                    <a:pt x="15042" y="3766"/>
                    <a:pt x="14836" y="3881"/>
                    <a:pt x="14631" y="3972"/>
                  </a:cubicBezTo>
                  <a:lnTo>
                    <a:pt x="14631" y="3972"/>
                  </a:lnTo>
                  <a:cubicBezTo>
                    <a:pt x="14585" y="4017"/>
                    <a:pt x="14517" y="4040"/>
                    <a:pt x="14471" y="4063"/>
                  </a:cubicBezTo>
                  <a:lnTo>
                    <a:pt x="14471" y="4063"/>
                  </a:lnTo>
                  <a:cubicBezTo>
                    <a:pt x="14289" y="4132"/>
                    <a:pt x="14083" y="4223"/>
                    <a:pt x="13901" y="4291"/>
                  </a:cubicBezTo>
                  <a:lnTo>
                    <a:pt x="13901" y="4291"/>
                  </a:lnTo>
                  <a:cubicBezTo>
                    <a:pt x="13878" y="4314"/>
                    <a:pt x="13855" y="4314"/>
                    <a:pt x="13832" y="4337"/>
                  </a:cubicBezTo>
                  <a:lnTo>
                    <a:pt x="13832" y="4337"/>
                  </a:lnTo>
                  <a:cubicBezTo>
                    <a:pt x="13604" y="4406"/>
                    <a:pt x="13398" y="4474"/>
                    <a:pt x="13193" y="4542"/>
                  </a:cubicBezTo>
                  <a:lnTo>
                    <a:pt x="13193" y="4542"/>
                  </a:lnTo>
                  <a:cubicBezTo>
                    <a:pt x="13033" y="4588"/>
                    <a:pt x="12874" y="4634"/>
                    <a:pt x="12737" y="4679"/>
                  </a:cubicBezTo>
                  <a:lnTo>
                    <a:pt x="12737" y="4679"/>
                  </a:lnTo>
                  <a:cubicBezTo>
                    <a:pt x="12600" y="4702"/>
                    <a:pt x="12485" y="4748"/>
                    <a:pt x="12371" y="4771"/>
                  </a:cubicBezTo>
                  <a:lnTo>
                    <a:pt x="12371" y="4771"/>
                  </a:lnTo>
                  <a:cubicBezTo>
                    <a:pt x="12212" y="4816"/>
                    <a:pt x="12052" y="4839"/>
                    <a:pt x="11892" y="4885"/>
                  </a:cubicBezTo>
                  <a:lnTo>
                    <a:pt x="11892" y="4885"/>
                  </a:lnTo>
                  <a:cubicBezTo>
                    <a:pt x="11755" y="4908"/>
                    <a:pt x="11641" y="4931"/>
                    <a:pt x="11527" y="4953"/>
                  </a:cubicBezTo>
                  <a:lnTo>
                    <a:pt x="11527" y="4953"/>
                  </a:lnTo>
                  <a:cubicBezTo>
                    <a:pt x="11481" y="4953"/>
                    <a:pt x="11413" y="4976"/>
                    <a:pt x="11367" y="4976"/>
                  </a:cubicBezTo>
                  <a:lnTo>
                    <a:pt x="11367" y="4976"/>
                  </a:lnTo>
                  <a:cubicBezTo>
                    <a:pt x="11162" y="5022"/>
                    <a:pt x="10956" y="5045"/>
                    <a:pt x="10751" y="5067"/>
                  </a:cubicBezTo>
                  <a:lnTo>
                    <a:pt x="10751" y="5067"/>
                  </a:lnTo>
                  <a:cubicBezTo>
                    <a:pt x="10705" y="5067"/>
                    <a:pt x="10637" y="5090"/>
                    <a:pt x="10568" y="5090"/>
                  </a:cubicBezTo>
                  <a:lnTo>
                    <a:pt x="10568" y="5090"/>
                  </a:lnTo>
                  <a:cubicBezTo>
                    <a:pt x="10454" y="5090"/>
                    <a:pt x="10340" y="5113"/>
                    <a:pt x="10226" y="5113"/>
                  </a:cubicBezTo>
                  <a:lnTo>
                    <a:pt x="10226" y="5113"/>
                  </a:lnTo>
                  <a:cubicBezTo>
                    <a:pt x="10020" y="5136"/>
                    <a:pt x="9815" y="5159"/>
                    <a:pt x="9609" y="5159"/>
                  </a:cubicBezTo>
                  <a:lnTo>
                    <a:pt x="9609" y="5159"/>
                  </a:lnTo>
                  <a:cubicBezTo>
                    <a:pt x="9495" y="5159"/>
                    <a:pt x="9358" y="5159"/>
                    <a:pt x="9221" y="5159"/>
                  </a:cubicBezTo>
                  <a:lnTo>
                    <a:pt x="9221" y="5159"/>
                  </a:lnTo>
                  <a:cubicBezTo>
                    <a:pt x="9062" y="5159"/>
                    <a:pt x="8902" y="5182"/>
                    <a:pt x="8742" y="5159"/>
                  </a:cubicBezTo>
                  <a:lnTo>
                    <a:pt x="8742" y="5159"/>
                  </a:lnTo>
                  <a:cubicBezTo>
                    <a:pt x="8605" y="5159"/>
                    <a:pt x="8468" y="5159"/>
                    <a:pt x="8331" y="5159"/>
                  </a:cubicBezTo>
                  <a:lnTo>
                    <a:pt x="8331" y="5159"/>
                  </a:lnTo>
                  <a:cubicBezTo>
                    <a:pt x="8194" y="5159"/>
                    <a:pt x="8035" y="5136"/>
                    <a:pt x="7875" y="5136"/>
                  </a:cubicBezTo>
                  <a:lnTo>
                    <a:pt x="7875" y="5136"/>
                  </a:lnTo>
                  <a:cubicBezTo>
                    <a:pt x="7738" y="5113"/>
                    <a:pt x="7601" y="5113"/>
                    <a:pt x="7464" y="5090"/>
                  </a:cubicBezTo>
                  <a:lnTo>
                    <a:pt x="7464" y="5090"/>
                  </a:lnTo>
                  <a:cubicBezTo>
                    <a:pt x="7327" y="5090"/>
                    <a:pt x="7167" y="5067"/>
                    <a:pt x="7030" y="5045"/>
                  </a:cubicBezTo>
                  <a:lnTo>
                    <a:pt x="7030" y="5045"/>
                  </a:lnTo>
                  <a:cubicBezTo>
                    <a:pt x="6893" y="5022"/>
                    <a:pt x="6756" y="5022"/>
                    <a:pt x="6619" y="4999"/>
                  </a:cubicBezTo>
                  <a:lnTo>
                    <a:pt x="6619" y="4999"/>
                  </a:lnTo>
                  <a:cubicBezTo>
                    <a:pt x="6482" y="4976"/>
                    <a:pt x="6323" y="4931"/>
                    <a:pt x="6163" y="4908"/>
                  </a:cubicBezTo>
                  <a:lnTo>
                    <a:pt x="6163" y="4908"/>
                  </a:lnTo>
                  <a:cubicBezTo>
                    <a:pt x="6026" y="4885"/>
                    <a:pt x="5912" y="4862"/>
                    <a:pt x="5798" y="4839"/>
                  </a:cubicBezTo>
                  <a:lnTo>
                    <a:pt x="5798" y="4839"/>
                  </a:lnTo>
                  <a:cubicBezTo>
                    <a:pt x="5592" y="4794"/>
                    <a:pt x="5410" y="4748"/>
                    <a:pt x="5227" y="4702"/>
                  </a:cubicBezTo>
                  <a:lnTo>
                    <a:pt x="5227" y="4702"/>
                  </a:lnTo>
                  <a:cubicBezTo>
                    <a:pt x="5113" y="4679"/>
                    <a:pt x="4999" y="4634"/>
                    <a:pt x="4885" y="4611"/>
                  </a:cubicBezTo>
                  <a:lnTo>
                    <a:pt x="4885" y="4611"/>
                  </a:lnTo>
                  <a:cubicBezTo>
                    <a:pt x="4816" y="4588"/>
                    <a:pt x="4748" y="4565"/>
                    <a:pt x="4702" y="4542"/>
                  </a:cubicBezTo>
                  <a:lnTo>
                    <a:pt x="4702" y="4542"/>
                  </a:lnTo>
                  <a:cubicBezTo>
                    <a:pt x="4519" y="4497"/>
                    <a:pt x="4337" y="4428"/>
                    <a:pt x="4154" y="4360"/>
                  </a:cubicBezTo>
                  <a:lnTo>
                    <a:pt x="4154" y="4360"/>
                  </a:lnTo>
                  <a:cubicBezTo>
                    <a:pt x="4109" y="4337"/>
                    <a:pt x="4040" y="4337"/>
                    <a:pt x="3994" y="4314"/>
                  </a:cubicBezTo>
                  <a:lnTo>
                    <a:pt x="3994" y="4314"/>
                  </a:lnTo>
                  <a:cubicBezTo>
                    <a:pt x="3835" y="4246"/>
                    <a:pt x="3675" y="4177"/>
                    <a:pt x="3515" y="4109"/>
                  </a:cubicBezTo>
                  <a:lnTo>
                    <a:pt x="3515" y="4109"/>
                  </a:lnTo>
                  <a:cubicBezTo>
                    <a:pt x="3447" y="4063"/>
                    <a:pt x="3378" y="4040"/>
                    <a:pt x="3287" y="3995"/>
                  </a:cubicBezTo>
                  <a:lnTo>
                    <a:pt x="3287" y="3995"/>
                  </a:lnTo>
                  <a:cubicBezTo>
                    <a:pt x="3081" y="3903"/>
                    <a:pt x="2853" y="3789"/>
                    <a:pt x="2648" y="3675"/>
                  </a:cubicBezTo>
                  <a:lnTo>
                    <a:pt x="2648" y="3675"/>
                  </a:lnTo>
                  <a:cubicBezTo>
                    <a:pt x="890" y="2648"/>
                    <a:pt x="23" y="1324"/>
                    <a:pt x="23" y="0"/>
                  </a:cubicBezTo>
                  <a:lnTo>
                    <a:pt x="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202" name="Google Shape;6202;p47"/>
            <p:cNvSpPr/>
            <p:nvPr/>
          </p:nvSpPr>
          <p:spPr>
            <a:xfrm>
              <a:off x="6360063" y="2623375"/>
              <a:ext cx="489050" cy="270500"/>
            </a:xfrm>
            <a:custGeom>
              <a:avLst/>
              <a:gdLst/>
              <a:ahLst/>
              <a:cxnLst/>
              <a:rect l="l" t="t" r="r" b="b"/>
              <a:pathLst>
                <a:path w="19562" h="10820" extrusionOk="0">
                  <a:moveTo>
                    <a:pt x="3470" y="1507"/>
                  </a:moveTo>
                  <a:cubicBezTo>
                    <a:pt x="1" y="3516"/>
                    <a:pt x="24" y="6780"/>
                    <a:pt x="3516" y="8811"/>
                  </a:cubicBezTo>
                  <a:lnTo>
                    <a:pt x="3516" y="8811"/>
                  </a:lnTo>
                  <a:cubicBezTo>
                    <a:pt x="7008" y="10820"/>
                    <a:pt x="12646" y="10820"/>
                    <a:pt x="16093" y="8811"/>
                  </a:cubicBezTo>
                  <a:lnTo>
                    <a:pt x="16093" y="8811"/>
                  </a:lnTo>
                  <a:cubicBezTo>
                    <a:pt x="19562" y="6780"/>
                    <a:pt x="19539" y="3516"/>
                    <a:pt x="16070" y="1507"/>
                  </a:cubicBezTo>
                  <a:lnTo>
                    <a:pt x="16070" y="1507"/>
                  </a:lnTo>
                  <a:cubicBezTo>
                    <a:pt x="14312" y="503"/>
                    <a:pt x="12030" y="1"/>
                    <a:pt x="9747" y="1"/>
                  </a:cubicBezTo>
                  <a:lnTo>
                    <a:pt x="9747" y="1"/>
                  </a:lnTo>
                  <a:cubicBezTo>
                    <a:pt x="7487" y="1"/>
                    <a:pt x="5205" y="503"/>
                    <a:pt x="3470" y="150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6203" name="Google Shape;6203;p47"/>
            <p:cNvSpPr/>
            <p:nvPr/>
          </p:nvSpPr>
          <p:spPr>
            <a:xfrm>
              <a:off x="6497013" y="2681575"/>
              <a:ext cx="242550" cy="142700"/>
            </a:xfrm>
            <a:custGeom>
              <a:avLst/>
              <a:gdLst/>
              <a:ahLst/>
              <a:cxnLst/>
              <a:rect l="l" t="t" r="r" b="b"/>
              <a:pathLst>
                <a:path w="9702" h="5708" extrusionOk="0">
                  <a:moveTo>
                    <a:pt x="5228" y="1"/>
                  </a:moveTo>
                  <a:lnTo>
                    <a:pt x="1" y="3128"/>
                  </a:lnTo>
                  <a:lnTo>
                    <a:pt x="4566" y="5707"/>
                  </a:lnTo>
                  <a:lnTo>
                    <a:pt x="5639" y="5068"/>
                  </a:lnTo>
                  <a:lnTo>
                    <a:pt x="2557" y="3310"/>
                  </a:lnTo>
                  <a:lnTo>
                    <a:pt x="3561" y="2717"/>
                  </a:lnTo>
                  <a:lnTo>
                    <a:pt x="6255" y="4269"/>
                  </a:lnTo>
                  <a:lnTo>
                    <a:pt x="7350" y="3607"/>
                  </a:lnTo>
                  <a:lnTo>
                    <a:pt x="4634" y="2078"/>
                  </a:lnTo>
                  <a:lnTo>
                    <a:pt x="5616" y="1507"/>
                  </a:lnTo>
                  <a:lnTo>
                    <a:pt x="8629" y="3196"/>
                  </a:lnTo>
                  <a:lnTo>
                    <a:pt x="9702" y="2557"/>
                  </a:lnTo>
                  <a:lnTo>
                    <a:pt x="52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grpSp>
      <p:cxnSp>
        <p:nvCxnSpPr>
          <p:cNvPr id="6204" name="Google Shape;6204;p47"/>
          <p:cNvCxnSpPr>
            <a:cxnSpLocks/>
            <a:endCxn id="6205" idx="3"/>
          </p:cNvCxnSpPr>
          <p:nvPr/>
        </p:nvCxnSpPr>
        <p:spPr>
          <a:xfrm rot="10800000" flipV="1">
            <a:off x="2441140" y="3948499"/>
            <a:ext cx="1249200" cy="397200"/>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6206" name="Google Shape;6206;p47"/>
          <p:cNvCxnSpPr>
            <a:cxnSpLocks/>
            <a:endCxn id="6207" idx="3"/>
          </p:cNvCxnSpPr>
          <p:nvPr/>
        </p:nvCxnSpPr>
        <p:spPr>
          <a:xfrm rot="10800000">
            <a:off x="2267319" y="2817093"/>
            <a:ext cx="857266" cy="381846"/>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6208" name="Google Shape;6208;p47"/>
          <p:cNvCxnSpPr>
            <a:cxnSpLocks/>
            <a:endCxn id="6209" idx="1"/>
          </p:cNvCxnSpPr>
          <p:nvPr/>
        </p:nvCxnSpPr>
        <p:spPr>
          <a:xfrm flipV="1">
            <a:off x="4643852" y="1884581"/>
            <a:ext cx="1258199" cy="709200"/>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6210" name="Google Shape;6210;p47"/>
          <p:cNvCxnSpPr>
            <a:cxnSpLocks/>
            <a:endCxn id="6211" idx="1"/>
          </p:cNvCxnSpPr>
          <p:nvPr/>
        </p:nvCxnSpPr>
        <p:spPr>
          <a:xfrm>
            <a:off x="4892973" y="3474815"/>
            <a:ext cx="1093799" cy="984600"/>
          </a:xfrm>
          <a:prstGeom prst="bentConnector3">
            <a:avLst>
              <a:gd name="adj1" fmla="val 50000"/>
            </a:avLst>
          </a:prstGeom>
          <a:noFill/>
          <a:ln w="9525" cap="flat" cmpd="sng">
            <a:solidFill>
              <a:schemeClr val="dk2"/>
            </a:solidFill>
            <a:prstDash val="solid"/>
            <a:round/>
            <a:headEnd type="none" w="med" len="med"/>
            <a:tailEnd type="oval" w="med" len="med"/>
          </a:ln>
        </p:spPr>
      </p:cxnSp>
      <p:sp>
        <p:nvSpPr>
          <p:cNvPr id="6214" name="Google Shape;6214;p47"/>
          <p:cNvSpPr txBox="1"/>
          <p:nvPr/>
        </p:nvSpPr>
        <p:spPr>
          <a:xfrm>
            <a:off x="-142163" y="3753589"/>
            <a:ext cx="1921911" cy="291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dirty="0">
                <a:solidFill>
                  <a:schemeClr val="dk1"/>
                </a:solidFill>
                <a:latin typeface="Overpass ExtraBold"/>
                <a:ea typeface="Overpass ExtraBold"/>
                <a:cs typeface="Overpass ExtraBold"/>
                <a:sym typeface="Overpass ExtraBold"/>
              </a:rPr>
              <a:t>Social Media</a:t>
            </a:r>
            <a:endParaRPr sz="1800" dirty="0">
              <a:solidFill>
                <a:schemeClr val="dk1"/>
              </a:solidFill>
              <a:latin typeface="Overpass ExtraBold"/>
              <a:ea typeface="Overpass ExtraBold"/>
              <a:cs typeface="Overpass ExtraBold"/>
              <a:sym typeface="Overpass ExtraBold"/>
            </a:endParaRPr>
          </a:p>
        </p:txBody>
      </p:sp>
      <p:sp>
        <p:nvSpPr>
          <p:cNvPr id="6205" name="Google Shape;6205;p47"/>
          <p:cNvSpPr txBox="1"/>
          <p:nvPr/>
        </p:nvSpPr>
        <p:spPr>
          <a:xfrm>
            <a:off x="415997" y="4093399"/>
            <a:ext cx="2025143" cy="504600"/>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dirty="0">
                <a:solidFill>
                  <a:schemeClr val="dk2"/>
                </a:solidFill>
                <a:latin typeface="Source Sans Pro"/>
                <a:ea typeface="Source Sans Pro"/>
                <a:cs typeface="Source Sans Pro"/>
                <a:sym typeface="Source Sans Pro"/>
              </a:rPr>
              <a:t>We will advertise our business through Facebook, Instagram</a:t>
            </a:r>
          </a:p>
        </p:txBody>
      </p:sp>
      <p:sp>
        <p:nvSpPr>
          <p:cNvPr id="6215" name="Google Shape;6215;p47"/>
          <p:cNvSpPr txBox="1"/>
          <p:nvPr/>
        </p:nvSpPr>
        <p:spPr>
          <a:xfrm>
            <a:off x="42622" y="2193630"/>
            <a:ext cx="1421100" cy="291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dirty="0">
                <a:solidFill>
                  <a:schemeClr val="dk1"/>
                </a:solidFill>
                <a:latin typeface="Overpass ExtraBold"/>
                <a:ea typeface="Overpass ExtraBold"/>
                <a:cs typeface="Overpass ExtraBold"/>
                <a:sym typeface="Overpass ExtraBold"/>
              </a:rPr>
              <a:t>YouTube</a:t>
            </a:r>
            <a:endParaRPr sz="1800" dirty="0">
              <a:solidFill>
                <a:schemeClr val="dk1"/>
              </a:solidFill>
              <a:latin typeface="Overpass ExtraBold"/>
              <a:ea typeface="Overpass ExtraBold"/>
              <a:cs typeface="Overpass ExtraBold"/>
              <a:sym typeface="Overpass ExtraBold"/>
            </a:endParaRPr>
          </a:p>
        </p:txBody>
      </p:sp>
      <p:sp>
        <p:nvSpPr>
          <p:cNvPr id="6207" name="Google Shape;6207;p47"/>
          <p:cNvSpPr txBox="1"/>
          <p:nvPr/>
        </p:nvSpPr>
        <p:spPr>
          <a:xfrm>
            <a:off x="475284" y="2510439"/>
            <a:ext cx="1792035" cy="613308"/>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dirty="0">
                <a:solidFill>
                  <a:schemeClr val="dk2"/>
                </a:solidFill>
                <a:latin typeface="Source Sans Pro"/>
                <a:ea typeface="Source Sans Pro"/>
                <a:cs typeface="Source Sans Pro"/>
                <a:sym typeface="Source Sans Pro"/>
              </a:rPr>
              <a:t>We will advertise our business through YouTube</a:t>
            </a:r>
          </a:p>
        </p:txBody>
      </p:sp>
      <p:sp>
        <p:nvSpPr>
          <p:cNvPr id="6216" name="Google Shape;6216;p47"/>
          <p:cNvSpPr txBox="1"/>
          <p:nvPr/>
        </p:nvSpPr>
        <p:spPr>
          <a:xfrm>
            <a:off x="5989662" y="3909347"/>
            <a:ext cx="1497000" cy="291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dirty="0">
                <a:solidFill>
                  <a:schemeClr val="dk1"/>
                </a:solidFill>
                <a:latin typeface="Overpass ExtraBold"/>
                <a:ea typeface="Overpass ExtraBold"/>
                <a:cs typeface="Overpass ExtraBold"/>
                <a:sym typeface="Overpass ExtraBold"/>
              </a:rPr>
              <a:t>Website</a:t>
            </a:r>
            <a:endParaRPr sz="1800" dirty="0">
              <a:solidFill>
                <a:schemeClr val="dk1"/>
              </a:solidFill>
              <a:latin typeface="Overpass ExtraBold"/>
              <a:ea typeface="Overpass ExtraBold"/>
              <a:cs typeface="Overpass ExtraBold"/>
              <a:sym typeface="Overpass ExtraBold"/>
            </a:endParaRPr>
          </a:p>
        </p:txBody>
      </p:sp>
      <p:sp>
        <p:nvSpPr>
          <p:cNvPr id="6211" name="Google Shape;6211;p47"/>
          <p:cNvSpPr txBox="1"/>
          <p:nvPr/>
        </p:nvSpPr>
        <p:spPr>
          <a:xfrm>
            <a:off x="5986772" y="4207115"/>
            <a:ext cx="2923519" cy="504600"/>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sz="1300" dirty="0">
                <a:solidFill>
                  <a:schemeClr val="dk2"/>
                </a:solidFill>
                <a:latin typeface="Source Sans Pro"/>
                <a:ea typeface="Source Sans Pro"/>
                <a:cs typeface="Source Sans Pro"/>
                <a:sym typeface="Source Sans Pro"/>
              </a:rPr>
              <a:t>We will advertise our business through our website (https://sagawere.blogspot.</a:t>
            </a:r>
            <a:r>
              <a:rPr lang="en-US" sz="1300">
                <a:solidFill>
                  <a:schemeClr val="dk2"/>
                </a:solidFill>
                <a:latin typeface="Source Sans Pro"/>
                <a:ea typeface="Source Sans Pro"/>
                <a:cs typeface="Source Sans Pro"/>
                <a:sym typeface="Source Sans Pro"/>
              </a:rPr>
              <a:t>com/)</a:t>
            </a:r>
            <a:endParaRPr lang="en-US" sz="1300" dirty="0">
              <a:solidFill>
                <a:schemeClr val="dk2"/>
              </a:solidFill>
              <a:latin typeface="Source Sans Pro"/>
              <a:ea typeface="Source Sans Pro"/>
              <a:cs typeface="Source Sans Pro"/>
              <a:sym typeface="Source Sans Pro"/>
            </a:endParaRPr>
          </a:p>
        </p:txBody>
      </p:sp>
      <p:sp>
        <p:nvSpPr>
          <p:cNvPr id="6218" name="Google Shape;6218;p47"/>
          <p:cNvSpPr txBox="1"/>
          <p:nvPr/>
        </p:nvSpPr>
        <p:spPr>
          <a:xfrm>
            <a:off x="5902051" y="1228549"/>
            <a:ext cx="1682583" cy="291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dirty="0">
                <a:solidFill>
                  <a:schemeClr val="dk1"/>
                </a:solidFill>
                <a:latin typeface="Overpass ExtraBold"/>
                <a:ea typeface="Overpass ExtraBold"/>
                <a:cs typeface="Overpass ExtraBold"/>
                <a:sym typeface="Overpass ExtraBold"/>
              </a:rPr>
              <a:t>Google Adsen</a:t>
            </a:r>
            <a:endParaRPr sz="1800" dirty="0">
              <a:solidFill>
                <a:schemeClr val="dk1"/>
              </a:solidFill>
              <a:latin typeface="Overpass ExtraBold"/>
              <a:ea typeface="Overpass ExtraBold"/>
              <a:cs typeface="Overpass ExtraBold"/>
              <a:sym typeface="Overpass ExtraBold"/>
            </a:endParaRPr>
          </a:p>
        </p:txBody>
      </p:sp>
      <p:sp>
        <p:nvSpPr>
          <p:cNvPr id="6209" name="Google Shape;6209;p47"/>
          <p:cNvSpPr txBox="1"/>
          <p:nvPr/>
        </p:nvSpPr>
        <p:spPr>
          <a:xfrm>
            <a:off x="5902051" y="1632281"/>
            <a:ext cx="2135343" cy="504600"/>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dirty="0">
                <a:solidFill>
                  <a:schemeClr val="dk2"/>
                </a:solidFill>
                <a:latin typeface="Source Sans Pro"/>
                <a:ea typeface="Source Sans Pro"/>
                <a:cs typeface="Source Sans Pro"/>
                <a:sym typeface="Source Sans Pro"/>
              </a:rPr>
              <a:t>We will advertise our business through Paid Advertisement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D8C45-5227-44D7-BCC1-9D0D904A715C}"/>
              </a:ext>
            </a:extLst>
          </p:cNvPr>
          <p:cNvSpPr>
            <a:spLocks noGrp="1"/>
          </p:cNvSpPr>
          <p:nvPr>
            <p:ph type="title"/>
          </p:nvPr>
        </p:nvSpPr>
        <p:spPr>
          <a:xfrm>
            <a:off x="474673" y="2020548"/>
            <a:ext cx="3682391" cy="1007100"/>
          </a:xfrm>
        </p:spPr>
        <p:txBody>
          <a:bodyPr/>
          <a:lstStyle/>
          <a:p>
            <a:r>
              <a:rPr lang="en-GB" sz="6600" b="1" dirty="0"/>
              <a:t>THANKS</a:t>
            </a:r>
          </a:p>
        </p:txBody>
      </p:sp>
      <p:grpSp>
        <p:nvGrpSpPr>
          <p:cNvPr id="4" name="Google Shape;6259;p49">
            <a:extLst>
              <a:ext uri="{FF2B5EF4-FFF2-40B4-BE49-F238E27FC236}">
                <a16:creationId xmlns:a16="http://schemas.microsoft.com/office/drawing/2014/main" id="{022DCA4E-5FE2-44F0-A78B-E50F8DF4EB73}"/>
              </a:ext>
            </a:extLst>
          </p:cNvPr>
          <p:cNvGrpSpPr/>
          <p:nvPr/>
        </p:nvGrpSpPr>
        <p:grpSpPr>
          <a:xfrm>
            <a:off x="4405250" y="761683"/>
            <a:ext cx="4121950" cy="3949730"/>
            <a:chOff x="4405250" y="761683"/>
            <a:chExt cx="4121950" cy="3949730"/>
          </a:xfrm>
        </p:grpSpPr>
        <p:grpSp>
          <p:nvGrpSpPr>
            <p:cNvPr id="5" name="Google Shape;6260;p49">
              <a:extLst>
                <a:ext uri="{FF2B5EF4-FFF2-40B4-BE49-F238E27FC236}">
                  <a16:creationId xmlns:a16="http://schemas.microsoft.com/office/drawing/2014/main" id="{940E0F41-9334-4148-95B8-426C7352B63D}"/>
                </a:ext>
              </a:extLst>
            </p:cNvPr>
            <p:cNvGrpSpPr/>
            <p:nvPr/>
          </p:nvGrpSpPr>
          <p:grpSpPr>
            <a:xfrm>
              <a:off x="4405250" y="2433788"/>
              <a:ext cx="4121950" cy="2277625"/>
              <a:chOff x="2845475" y="2662025"/>
              <a:chExt cx="4121950" cy="2277625"/>
            </a:xfrm>
          </p:grpSpPr>
          <p:sp>
            <p:nvSpPr>
              <p:cNvPr id="128" name="Google Shape;6261;p49">
                <a:extLst>
                  <a:ext uri="{FF2B5EF4-FFF2-40B4-BE49-F238E27FC236}">
                    <a16:creationId xmlns:a16="http://schemas.microsoft.com/office/drawing/2014/main" id="{34BCB42E-6055-449D-9373-A84BD9B252DD}"/>
                  </a:ext>
                </a:extLst>
              </p:cNvPr>
              <p:cNvSpPr/>
              <p:nvPr/>
            </p:nvSpPr>
            <p:spPr>
              <a:xfrm>
                <a:off x="3759475" y="2662025"/>
                <a:ext cx="2345975" cy="1232700"/>
              </a:xfrm>
              <a:custGeom>
                <a:avLst/>
                <a:gdLst/>
                <a:ahLst/>
                <a:cxnLst/>
                <a:rect l="l" t="t" r="r" b="b"/>
                <a:pathLst>
                  <a:path w="93839" h="49308" extrusionOk="0">
                    <a:moveTo>
                      <a:pt x="46660" y="1"/>
                    </a:moveTo>
                    <a:cubicBezTo>
                      <a:pt x="35774" y="1"/>
                      <a:pt x="24910" y="2388"/>
                      <a:pt x="16628" y="7170"/>
                    </a:cubicBezTo>
                    <a:cubicBezTo>
                      <a:pt x="1" y="16769"/>
                      <a:pt x="74" y="32368"/>
                      <a:pt x="16799" y="42040"/>
                    </a:cubicBezTo>
                    <a:cubicBezTo>
                      <a:pt x="25206" y="46883"/>
                      <a:pt x="36204" y="49307"/>
                      <a:pt x="47176" y="49307"/>
                    </a:cubicBezTo>
                    <a:cubicBezTo>
                      <a:pt x="58065" y="49307"/>
                      <a:pt x="68929" y="46920"/>
                      <a:pt x="77211" y="42138"/>
                    </a:cubicBezTo>
                    <a:cubicBezTo>
                      <a:pt x="93839" y="32539"/>
                      <a:pt x="93741" y="16940"/>
                      <a:pt x="77015" y="7268"/>
                    </a:cubicBezTo>
                    <a:cubicBezTo>
                      <a:pt x="68621" y="2425"/>
                      <a:pt x="57629" y="1"/>
                      <a:pt x="46660" y="1"/>
                    </a:cubicBezTo>
                    <a:close/>
                  </a:path>
                </a:pathLst>
              </a:custGeom>
              <a:solidFill>
                <a:srgbClr val="D6D7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6262;p49">
                <a:extLst>
                  <a:ext uri="{FF2B5EF4-FFF2-40B4-BE49-F238E27FC236}">
                    <a16:creationId xmlns:a16="http://schemas.microsoft.com/office/drawing/2014/main" id="{79E6D35B-1B0D-40A6-B17B-E966084D2EAC}"/>
                  </a:ext>
                </a:extLst>
              </p:cNvPr>
              <p:cNvSpPr/>
              <p:nvPr/>
            </p:nvSpPr>
            <p:spPr>
              <a:xfrm>
                <a:off x="2845475" y="3032400"/>
                <a:ext cx="2345975" cy="1232700"/>
              </a:xfrm>
              <a:custGeom>
                <a:avLst/>
                <a:gdLst/>
                <a:ahLst/>
                <a:cxnLst/>
                <a:rect l="l" t="t" r="r" b="b"/>
                <a:pathLst>
                  <a:path w="93839" h="49308" extrusionOk="0">
                    <a:moveTo>
                      <a:pt x="46672" y="1"/>
                    </a:moveTo>
                    <a:cubicBezTo>
                      <a:pt x="35780" y="1"/>
                      <a:pt x="24909" y="2388"/>
                      <a:pt x="16628" y="7170"/>
                    </a:cubicBezTo>
                    <a:cubicBezTo>
                      <a:pt x="0" y="16769"/>
                      <a:pt x="98" y="32368"/>
                      <a:pt x="16823" y="42040"/>
                    </a:cubicBezTo>
                    <a:cubicBezTo>
                      <a:pt x="25218" y="46883"/>
                      <a:pt x="36210" y="49307"/>
                      <a:pt x="47179" y="49307"/>
                    </a:cubicBezTo>
                    <a:cubicBezTo>
                      <a:pt x="58065" y="49307"/>
                      <a:pt x="68929" y="46920"/>
                      <a:pt x="77211" y="42138"/>
                    </a:cubicBezTo>
                    <a:cubicBezTo>
                      <a:pt x="93838" y="32539"/>
                      <a:pt x="93765" y="16940"/>
                      <a:pt x="77039" y="7268"/>
                    </a:cubicBezTo>
                    <a:cubicBezTo>
                      <a:pt x="68645" y="2425"/>
                      <a:pt x="57647" y="1"/>
                      <a:pt x="46672" y="1"/>
                    </a:cubicBezTo>
                    <a:close/>
                  </a:path>
                </a:pathLst>
              </a:custGeom>
              <a:solidFill>
                <a:srgbClr val="D6D7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6263;p49">
                <a:extLst>
                  <a:ext uri="{FF2B5EF4-FFF2-40B4-BE49-F238E27FC236}">
                    <a16:creationId xmlns:a16="http://schemas.microsoft.com/office/drawing/2014/main" id="{E971BEC6-1F10-4E65-8194-5AD72BD2DA30}"/>
                  </a:ext>
                </a:extLst>
              </p:cNvPr>
              <p:cNvSpPr/>
              <p:nvPr/>
            </p:nvSpPr>
            <p:spPr>
              <a:xfrm>
                <a:off x="4620850" y="3345850"/>
                <a:ext cx="2346575" cy="1232700"/>
              </a:xfrm>
              <a:custGeom>
                <a:avLst/>
                <a:gdLst/>
                <a:ahLst/>
                <a:cxnLst/>
                <a:rect l="l" t="t" r="r" b="b"/>
                <a:pathLst>
                  <a:path w="93863" h="49308" extrusionOk="0">
                    <a:moveTo>
                      <a:pt x="46672" y="1"/>
                    </a:moveTo>
                    <a:cubicBezTo>
                      <a:pt x="35780" y="1"/>
                      <a:pt x="24910" y="2388"/>
                      <a:pt x="16628" y="7170"/>
                    </a:cubicBezTo>
                    <a:cubicBezTo>
                      <a:pt x="0" y="16769"/>
                      <a:pt x="98" y="32392"/>
                      <a:pt x="16824" y="42040"/>
                    </a:cubicBezTo>
                    <a:cubicBezTo>
                      <a:pt x="25218" y="46883"/>
                      <a:pt x="36216" y="49307"/>
                      <a:pt x="47191" y="49307"/>
                    </a:cubicBezTo>
                    <a:cubicBezTo>
                      <a:pt x="58083" y="49307"/>
                      <a:pt x="68953" y="46919"/>
                      <a:pt x="77235" y="42138"/>
                    </a:cubicBezTo>
                    <a:cubicBezTo>
                      <a:pt x="93863" y="32539"/>
                      <a:pt x="93765" y="16940"/>
                      <a:pt x="77039" y="7267"/>
                    </a:cubicBezTo>
                    <a:cubicBezTo>
                      <a:pt x="68645" y="2425"/>
                      <a:pt x="57647" y="1"/>
                      <a:pt x="46672" y="1"/>
                    </a:cubicBezTo>
                    <a:close/>
                  </a:path>
                </a:pathLst>
              </a:custGeom>
              <a:solidFill>
                <a:srgbClr val="D6D7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6264;p49">
                <a:extLst>
                  <a:ext uri="{FF2B5EF4-FFF2-40B4-BE49-F238E27FC236}">
                    <a16:creationId xmlns:a16="http://schemas.microsoft.com/office/drawing/2014/main" id="{866A9091-4D8E-4C67-8B57-637FDC374931}"/>
                  </a:ext>
                </a:extLst>
              </p:cNvPr>
              <p:cNvSpPr/>
              <p:nvPr/>
            </p:nvSpPr>
            <p:spPr>
              <a:xfrm>
                <a:off x="3269725" y="3920700"/>
                <a:ext cx="924450" cy="485800"/>
              </a:xfrm>
              <a:custGeom>
                <a:avLst/>
                <a:gdLst/>
                <a:ahLst/>
                <a:cxnLst/>
                <a:rect l="l" t="t" r="r" b="b"/>
                <a:pathLst>
                  <a:path w="36978" h="19432" extrusionOk="0">
                    <a:moveTo>
                      <a:pt x="18395" y="1"/>
                    </a:moveTo>
                    <a:cubicBezTo>
                      <a:pt x="14102" y="1"/>
                      <a:pt x="9822" y="944"/>
                      <a:pt x="6563" y="2835"/>
                    </a:cubicBezTo>
                    <a:cubicBezTo>
                      <a:pt x="0" y="6606"/>
                      <a:pt x="49" y="12753"/>
                      <a:pt x="6637" y="16573"/>
                    </a:cubicBezTo>
                    <a:cubicBezTo>
                      <a:pt x="9941" y="18477"/>
                      <a:pt x="14268" y="19432"/>
                      <a:pt x="18589" y="19432"/>
                    </a:cubicBezTo>
                    <a:cubicBezTo>
                      <a:pt x="22882" y="19432"/>
                      <a:pt x="27168" y="18489"/>
                      <a:pt x="30439" y="16597"/>
                    </a:cubicBezTo>
                    <a:cubicBezTo>
                      <a:pt x="36977" y="12826"/>
                      <a:pt x="36953" y="6680"/>
                      <a:pt x="30365" y="2860"/>
                    </a:cubicBezTo>
                    <a:cubicBezTo>
                      <a:pt x="27049" y="956"/>
                      <a:pt x="22716" y="1"/>
                      <a:pt x="18395" y="1"/>
                    </a:cubicBezTo>
                    <a:close/>
                  </a:path>
                </a:pathLst>
              </a:custGeom>
              <a:solidFill>
                <a:srgbClr val="D6D7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6265;p49">
                <a:extLst>
                  <a:ext uri="{FF2B5EF4-FFF2-40B4-BE49-F238E27FC236}">
                    <a16:creationId xmlns:a16="http://schemas.microsoft.com/office/drawing/2014/main" id="{5897FD37-D52E-4F0C-8B49-5650E700B082}"/>
                  </a:ext>
                </a:extLst>
              </p:cNvPr>
              <p:cNvSpPr/>
              <p:nvPr/>
            </p:nvSpPr>
            <p:spPr>
              <a:xfrm>
                <a:off x="3645000" y="4432125"/>
                <a:ext cx="347750" cy="182925"/>
              </a:xfrm>
              <a:custGeom>
                <a:avLst/>
                <a:gdLst/>
                <a:ahLst/>
                <a:cxnLst/>
                <a:rect l="l" t="t" r="r" b="b"/>
                <a:pathLst>
                  <a:path w="13910" h="7317" extrusionOk="0">
                    <a:moveTo>
                      <a:pt x="6913" y="0"/>
                    </a:moveTo>
                    <a:cubicBezTo>
                      <a:pt x="5301" y="0"/>
                      <a:pt x="3693" y="355"/>
                      <a:pt x="2474" y="1063"/>
                    </a:cubicBezTo>
                    <a:cubicBezTo>
                      <a:pt x="1" y="2483"/>
                      <a:pt x="25" y="4809"/>
                      <a:pt x="2498" y="6229"/>
                    </a:cubicBezTo>
                    <a:cubicBezTo>
                      <a:pt x="3740" y="6955"/>
                      <a:pt x="5371" y="7316"/>
                      <a:pt x="6997" y="7316"/>
                    </a:cubicBezTo>
                    <a:cubicBezTo>
                      <a:pt x="8610" y="7316"/>
                      <a:pt x="10217" y="6961"/>
                      <a:pt x="11436" y="6254"/>
                    </a:cubicBezTo>
                    <a:cubicBezTo>
                      <a:pt x="13910" y="4834"/>
                      <a:pt x="13885" y="2507"/>
                      <a:pt x="11412" y="1087"/>
                    </a:cubicBezTo>
                    <a:cubicBezTo>
                      <a:pt x="10170" y="362"/>
                      <a:pt x="8539" y="0"/>
                      <a:pt x="6913" y="0"/>
                    </a:cubicBezTo>
                    <a:close/>
                  </a:path>
                </a:pathLst>
              </a:custGeom>
              <a:solidFill>
                <a:srgbClr val="D6D7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6266;p49">
                <a:extLst>
                  <a:ext uri="{FF2B5EF4-FFF2-40B4-BE49-F238E27FC236}">
                    <a16:creationId xmlns:a16="http://schemas.microsoft.com/office/drawing/2014/main" id="{FD1E3320-F272-45F3-A730-E857DECFD2C0}"/>
                  </a:ext>
                </a:extLst>
              </p:cNvPr>
              <p:cNvSpPr/>
              <p:nvPr/>
            </p:nvSpPr>
            <p:spPr>
              <a:xfrm>
                <a:off x="3224425" y="4410550"/>
                <a:ext cx="173875" cy="91475"/>
              </a:xfrm>
              <a:custGeom>
                <a:avLst/>
                <a:gdLst/>
                <a:ahLst/>
                <a:cxnLst/>
                <a:rect l="l" t="t" r="r" b="b"/>
                <a:pathLst>
                  <a:path w="6955" h="3659" extrusionOk="0">
                    <a:moveTo>
                      <a:pt x="3445" y="0"/>
                    </a:moveTo>
                    <a:cubicBezTo>
                      <a:pt x="2644" y="0"/>
                      <a:pt x="1844" y="178"/>
                      <a:pt x="1225" y="530"/>
                    </a:cubicBezTo>
                    <a:cubicBezTo>
                      <a:pt x="0" y="1240"/>
                      <a:pt x="0" y="2415"/>
                      <a:pt x="1249" y="3125"/>
                    </a:cubicBezTo>
                    <a:cubicBezTo>
                      <a:pt x="1874" y="3480"/>
                      <a:pt x="2682" y="3658"/>
                      <a:pt x="3490" y="3658"/>
                    </a:cubicBezTo>
                    <a:cubicBezTo>
                      <a:pt x="4298" y="3658"/>
                      <a:pt x="5106" y="3480"/>
                      <a:pt x="5730" y="3125"/>
                    </a:cubicBezTo>
                    <a:cubicBezTo>
                      <a:pt x="6955" y="2415"/>
                      <a:pt x="6955" y="1264"/>
                      <a:pt x="5706" y="554"/>
                    </a:cubicBezTo>
                    <a:cubicBezTo>
                      <a:pt x="5076" y="184"/>
                      <a:pt x="4260" y="0"/>
                      <a:pt x="3445" y="0"/>
                    </a:cubicBezTo>
                    <a:close/>
                  </a:path>
                </a:pathLst>
              </a:custGeom>
              <a:solidFill>
                <a:srgbClr val="D6D7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6267;p49">
                <a:extLst>
                  <a:ext uri="{FF2B5EF4-FFF2-40B4-BE49-F238E27FC236}">
                    <a16:creationId xmlns:a16="http://schemas.microsoft.com/office/drawing/2014/main" id="{00513F24-D170-4E0A-8EAA-8A1958E8863D}"/>
                  </a:ext>
                </a:extLst>
              </p:cNvPr>
              <p:cNvSpPr/>
              <p:nvPr/>
            </p:nvSpPr>
            <p:spPr>
              <a:xfrm>
                <a:off x="3888650" y="3706500"/>
                <a:ext cx="2345975" cy="1233150"/>
              </a:xfrm>
              <a:custGeom>
                <a:avLst/>
                <a:gdLst/>
                <a:ahLst/>
                <a:cxnLst/>
                <a:rect l="l" t="t" r="r" b="b"/>
                <a:pathLst>
                  <a:path w="93839" h="49326" extrusionOk="0">
                    <a:moveTo>
                      <a:pt x="46639" y="1"/>
                    </a:moveTo>
                    <a:cubicBezTo>
                      <a:pt x="35760" y="1"/>
                      <a:pt x="24905" y="2389"/>
                      <a:pt x="16628" y="7167"/>
                    </a:cubicBezTo>
                    <a:cubicBezTo>
                      <a:pt x="1" y="16766"/>
                      <a:pt x="74" y="32389"/>
                      <a:pt x="16799" y="42038"/>
                    </a:cubicBezTo>
                    <a:cubicBezTo>
                      <a:pt x="25212" y="46895"/>
                      <a:pt x="36218" y="49326"/>
                      <a:pt x="47197" y="49326"/>
                    </a:cubicBezTo>
                    <a:cubicBezTo>
                      <a:pt x="58079" y="49326"/>
                      <a:pt x="68935" y="46938"/>
                      <a:pt x="77211" y="42160"/>
                    </a:cubicBezTo>
                    <a:cubicBezTo>
                      <a:pt x="93839" y="32561"/>
                      <a:pt x="93741" y="16938"/>
                      <a:pt x="77015" y="7289"/>
                    </a:cubicBezTo>
                    <a:cubicBezTo>
                      <a:pt x="68616" y="2431"/>
                      <a:pt x="57615" y="1"/>
                      <a:pt x="46639" y="1"/>
                    </a:cubicBezTo>
                    <a:close/>
                  </a:path>
                </a:pathLst>
              </a:custGeom>
              <a:solidFill>
                <a:srgbClr val="D6D7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6268;p49">
              <a:extLst>
                <a:ext uri="{FF2B5EF4-FFF2-40B4-BE49-F238E27FC236}">
                  <a16:creationId xmlns:a16="http://schemas.microsoft.com/office/drawing/2014/main" id="{1327875C-80FB-4B5B-9D3C-0A5AF4D6F01B}"/>
                </a:ext>
              </a:extLst>
            </p:cNvPr>
            <p:cNvGrpSpPr/>
            <p:nvPr/>
          </p:nvGrpSpPr>
          <p:grpSpPr>
            <a:xfrm>
              <a:off x="4908420" y="761683"/>
              <a:ext cx="3515579" cy="3620659"/>
              <a:chOff x="3451275" y="1373450"/>
              <a:chExt cx="2350300" cy="2420550"/>
            </a:xfrm>
          </p:grpSpPr>
          <p:sp>
            <p:nvSpPr>
              <p:cNvPr id="7" name="Google Shape;6269;p49">
                <a:extLst>
                  <a:ext uri="{FF2B5EF4-FFF2-40B4-BE49-F238E27FC236}">
                    <a16:creationId xmlns:a16="http://schemas.microsoft.com/office/drawing/2014/main" id="{1D5EC579-A661-4E56-8B2F-AE99060645D8}"/>
                  </a:ext>
                </a:extLst>
              </p:cNvPr>
              <p:cNvSpPr/>
              <p:nvPr/>
            </p:nvSpPr>
            <p:spPr>
              <a:xfrm>
                <a:off x="5054675" y="2657300"/>
                <a:ext cx="436100" cy="251900"/>
              </a:xfrm>
              <a:custGeom>
                <a:avLst/>
                <a:gdLst/>
                <a:ahLst/>
                <a:cxnLst/>
                <a:rect l="l" t="t" r="r" b="b"/>
                <a:pathLst>
                  <a:path w="17444" h="10076" extrusionOk="0">
                    <a:moveTo>
                      <a:pt x="14361" y="8296"/>
                    </a:moveTo>
                    <a:cubicBezTo>
                      <a:pt x="11253" y="10076"/>
                      <a:pt x="6241" y="10076"/>
                      <a:pt x="3133" y="8271"/>
                    </a:cubicBezTo>
                    <a:cubicBezTo>
                      <a:pt x="25" y="6467"/>
                      <a:pt x="0" y="3559"/>
                      <a:pt x="3083" y="1780"/>
                    </a:cubicBezTo>
                    <a:cubicBezTo>
                      <a:pt x="6191" y="0"/>
                      <a:pt x="11203" y="0"/>
                      <a:pt x="14311" y="1805"/>
                    </a:cubicBezTo>
                    <a:cubicBezTo>
                      <a:pt x="17444" y="3609"/>
                      <a:pt x="17444" y="6492"/>
                      <a:pt x="14361" y="829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270;p49">
                <a:extLst>
                  <a:ext uri="{FF2B5EF4-FFF2-40B4-BE49-F238E27FC236}">
                    <a16:creationId xmlns:a16="http://schemas.microsoft.com/office/drawing/2014/main" id="{0D152DB8-62F3-458A-81B1-E30AB74D8B4F}"/>
                  </a:ext>
                </a:extLst>
              </p:cNvPr>
              <p:cNvSpPr/>
              <p:nvPr/>
            </p:nvSpPr>
            <p:spPr>
              <a:xfrm>
                <a:off x="3921825" y="3511850"/>
                <a:ext cx="436125" cy="229525"/>
              </a:xfrm>
              <a:custGeom>
                <a:avLst/>
                <a:gdLst/>
                <a:ahLst/>
                <a:cxnLst/>
                <a:rect l="l" t="t" r="r" b="b"/>
                <a:pathLst>
                  <a:path w="17445" h="9181" extrusionOk="0">
                    <a:moveTo>
                      <a:pt x="8667" y="1"/>
                    </a:moveTo>
                    <a:cubicBezTo>
                      <a:pt x="6641" y="1"/>
                      <a:pt x="4619" y="446"/>
                      <a:pt x="3083" y="1332"/>
                    </a:cubicBezTo>
                    <a:cubicBezTo>
                      <a:pt x="1" y="3112"/>
                      <a:pt x="1" y="6019"/>
                      <a:pt x="3109" y="7824"/>
                    </a:cubicBezTo>
                    <a:cubicBezTo>
                      <a:pt x="4680" y="8729"/>
                      <a:pt x="6726" y="9180"/>
                      <a:pt x="8763" y="9180"/>
                    </a:cubicBezTo>
                    <a:cubicBezTo>
                      <a:pt x="10786" y="9180"/>
                      <a:pt x="12801" y="8735"/>
                      <a:pt x="14337" y="7849"/>
                    </a:cubicBezTo>
                    <a:cubicBezTo>
                      <a:pt x="17444" y="6069"/>
                      <a:pt x="17419" y="3162"/>
                      <a:pt x="14312" y="1357"/>
                    </a:cubicBezTo>
                    <a:cubicBezTo>
                      <a:pt x="12752" y="452"/>
                      <a:pt x="10707" y="1"/>
                      <a:pt x="86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271;p49">
                <a:extLst>
                  <a:ext uri="{FF2B5EF4-FFF2-40B4-BE49-F238E27FC236}">
                    <a16:creationId xmlns:a16="http://schemas.microsoft.com/office/drawing/2014/main" id="{77DF25FB-7718-4144-8418-5AEF339ADCD5}"/>
                  </a:ext>
                </a:extLst>
              </p:cNvPr>
              <p:cNvSpPr/>
              <p:nvPr/>
            </p:nvSpPr>
            <p:spPr>
              <a:xfrm>
                <a:off x="4732600" y="3500575"/>
                <a:ext cx="558300" cy="293425"/>
              </a:xfrm>
              <a:custGeom>
                <a:avLst/>
                <a:gdLst/>
                <a:ahLst/>
                <a:cxnLst/>
                <a:rect l="l" t="t" r="r" b="b"/>
                <a:pathLst>
                  <a:path w="22332" h="11737" extrusionOk="0">
                    <a:moveTo>
                      <a:pt x="11123" y="1"/>
                    </a:moveTo>
                    <a:cubicBezTo>
                      <a:pt x="8527" y="1"/>
                      <a:pt x="5935" y="571"/>
                      <a:pt x="3961" y="1708"/>
                    </a:cubicBezTo>
                    <a:cubicBezTo>
                      <a:pt x="1" y="3989"/>
                      <a:pt x="26" y="7698"/>
                      <a:pt x="4011" y="10004"/>
                    </a:cubicBezTo>
                    <a:cubicBezTo>
                      <a:pt x="6009" y="11160"/>
                      <a:pt x="8624" y="11736"/>
                      <a:pt x="11232" y="11736"/>
                    </a:cubicBezTo>
                    <a:cubicBezTo>
                      <a:pt x="13825" y="11736"/>
                      <a:pt x="16410" y="11166"/>
                      <a:pt x="18372" y="10029"/>
                    </a:cubicBezTo>
                    <a:cubicBezTo>
                      <a:pt x="22332" y="7748"/>
                      <a:pt x="22307" y="4039"/>
                      <a:pt x="18347" y="1733"/>
                    </a:cubicBezTo>
                    <a:cubicBezTo>
                      <a:pt x="16349" y="577"/>
                      <a:pt x="13734" y="1"/>
                      <a:pt x="11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272;p49">
                <a:extLst>
                  <a:ext uri="{FF2B5EF4-FFF2-40B4-BE49-F238E27FC236}">
                    <a16:creationId xmlns:a16="http://schemas.microsoft.com/office/drawing/2014/main" id="{2C85E12F-6EA2-4EFD-BA3F-7FBBDF348F65}"/>
                  </a:ext>
                </a:extLst>
              </p:cNvPr>
              <p:cNvSpPr/>
              <p:nvPr/>
            </p:nvSpPr>
            <p:spPr>
              <a:xfrm>
                <a:off x="3709425" y="2846675"/>
                <a:ext cx="482475" cy="253475"/>
              </a:xfrm>
              <a:custGeom>
                <a:avLst/>
                <a:gdLst/>
                <a:ahLst/>
                <a:cxnLst/>
                <a:rect l="l" t="t" r="r" b="b"/>
                <a:pathLst>
                  <a:path w="19299" h="10139" extrusionOk="0">
                    <a:moveTo>
                      <a:pt x="9585" y="1"/>
                    </a:moveTo>
                    <a:cubicBezTo>
                      <a:pt x="7353" y="1"/>
                      <a:pt x="5128" y="489"/>
                      <a:pt x="3434" y="1473"/>
                    </a:cubicBezTo>
                    <a:cubicBezTo>
                      <a:pt x="0" y="3453"/>
                      <a:pt x="25" y="6661"/>
                      <a:pt x="3459" y="8641"/>
                    </a:cubicBezTo>
                    <a:cubicBezTo>
                      <a:pt x="5187" y="9637"/>
                      <a:pt x="7454" y="10139"/>
                      <a:pt x="9717" y="10139"/>
                    </a:cubicBezTo>
                    <a:cubicBezTo>
                      <a:pt x="11953" y="10139"/>
                      <a:pt x="14184" y="9650"/>
                      <a:pt x="15890" y="8666"/>
                    </a:cubicBezTo>
                    <a:cubicBezTo>
                      <a:pt x="19299" y="6686"/>
                      <a:pt x="19274" y="3478"/>
                      <a:pt x="15840" y="1498"/>
                    </a:cubicBezTo>
                    <a:cubicBezTo>
                      <a:pt x="14112" y="502"/>
                      <a:pt x="11845" y="1"/>
                      <a:pt x="95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273;p49">
                <a:extLst>
                  <a:ext uri="{FF2B5EF4-FFF2-40B4-BE49-F238E27FC236}">
                    <a16:creationId xmlns:a16="http://schemas.microsoft.com/office/drawing/2014/main" id="{1B02A3F8-4D61-46D7-8A35-79988179A7BC}"/>
                  </a:ext>
                </a:extLst>
              </p:cNvPr>
              <p:cNvSpPr/>
              <p:nvPr/>
            </p:nvSpPr>
            <p:spPr>
              <a:xfrm>
                <a:off x="4199400" y="1373450"/>
                <a:ext cx="346525" cy="517500"/>
              </a:xfrm>
              <a:custGeom>
                <a:avLst/>
                <a:gdLst/>
                <a:ahLst/>
                <a:cxnLst/>
                <a:rect l="l" t="t" r="r" b="b"/>
                <a:pathLst>
                  <a:path w="13861" h="20700" extrusionOk="0">
                    <a:moveTo>
                      <a:pt x="919" y="1"/>
                    </a:moveTo>
                    <a:cubicBezTo>
                      <a:pt x="443" y="1"/>
                      <a:pt x="1" y="373"/>
                      <a:pt x="1" y="903"/>
                    </a:cubicBezTo>
                    <a:lnTo>
                      <a:pt x="1" y="12307"/>
                    </a:lnTo>
                    <a:cubicBezTo>
                      <a:pt x="1" y="12958"/>
                      <a:pt x="351" y="13560"/>
                      <a:pt x="928" y="13886"/>
                    </a:cubicBezTo>
                    <a:lnTo>
                      <a:pt x="12507" y="20577"/>
                    </a:lnTo>
                    <a:cubicBezTo>
                      <a:pt x="12650" y="20661"/>
                      <a:pt x="12802" y="20699"/>
                      <a:pt x="12950" y="20699"/>
                    </a:cubicBezTo>
                    <a:cubicBezTo>
                      <a:pt x="13424" y="20699"/>
                      <a:pt x="13860" y="20310"/>
                      <a:pt x="13860" y="19775"/>
                    </a:cubicBezTo>
                    <a:lnTo>
                      <a:pt x="13860" y="8372"/>
                    </a:lnTo>
                    <a:cubicBezTo>
                      <a:pt x="13860" y="7720"/>
                      <a:pt x="13534" y="7119"/>
                      <a:pt x="12958" y="6793"/>
                    </a:cubicBezTo>
                    <a:lnTo>
                      <a:pt x="1379" y="126"/>
                    </a:lnTo>
                    <a:cubicBezTo>
                      <a:pt x="1231" y="40"/>
                      <a:pt x="1073" y="1"/>
                      <a:pt x="91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274;p49">
                <a:extLst>
                  <a:ext uri="{FF2B5EF4-FFF2-40B4-BE49-F238E27FC236}">
                    <a16:creationId xmlns:a16="http://schemas.microsoft.com/office/drawing/2014/main" id="{A69DDF81-4059-4DC9-A39E-77C63AB9AEE2}"/>
                  </a:ext>
                </a:extLst>
              </p:cNvPr>
              <p:cNvSpPr/>
              <p:nvPr/>
            </p:nvSpPr>
            <p:spPr>
              <a:xfrm>
                <a:off x="3971325" y="1593000"/>
                <a:ext cx="161050" cy="239775"/>
              </a:xfrm>
              <a:custGeom>
                <a:avLst/>
                <a:gdLst/>
                <a:ahLst/>
                <a:cxnLst/>
                <a:rect l="l" t="t" r="r" b="b"/>
                <a:pathLst>
                  <a:path w="6442" h="9591" extrusionOk="0">
                    <a:moveTo>
                      <a:pt x="419" y="1"/>
                    </a:moveTo>
                    <a:cubicBezTo>
                      <a:pt x="195" y="1"/>
                      <a:pt x="1" y="174"/>
                      <a:pt x="1" y="417"/>
                    </a:cubicBezTo>
                    <a:lnTo>
                      <a:pt x="1" y="5705"/>
                    </a:lnTo>
                    <a:cubicBezTo>
                      <a:pt x="1" y="6006"/>
                      <a:pt x="176" y="6282"/>
                      <a:pt x="427" y="6432"/>
                    </a:cubicBezTo>
                    <a:lnTo>
                      <a:pt x="5790" y="9540"/>
                    </a:lnTo>
                    <a:cubicBezTo>
                      <a:pt x="5854" y="9574"/>
                      <a:pt x="5923" y="9591"/>
                      <a:pt x="5992" y="9591"/>
                    </a:cubicBezTo>
                    <a:cubicBezTo>
                      <a:pt x="6220" y="9591"/>
                      <a:pt x="6442" y="9414"/>
                      <a:pt x="6442" y="9164"/>
                    </a:cubicBezTo>
                    <a:lnTo>
                      <a:pt x="6442" y="3875"/>
                    </a:lnTo>
                    <a:cubicBezTo>
                      <a:pt x="6442" y="3575"/>
                      <a:pt x="6266" y="3299"/>
                      <a:pt x="6016" y="3149"/>
                    </a:cubicBezTo>
                    <a:lnTo>
                      <a:pt x="652" y="66"/>
                    </a:lnTo>
                    <a:cubicBezTo>
                      <a:pt x="576" y="21"/>
                      <a:pt x="496" y="1"/>
                      <a:pt x="41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6275;p49">
                <a:extLst>
                  <a:ext uri="{FF2B5EF4-FFF2-40B4-BE49-F238E27FC236}">
                    <a16:creationId xmlns:a16="http://schemas.microsoft.com/office/drawing/2014/main" id="{3E50D820-67C0-4A76-9C3B-F8F7D76058EC}"/>
                  </a:ext>
                </a:extLst>
              </p:cNvPr>
              <p:cNvSpPr/>
              <p:nvPr/>
            </p:nvSpPr>
            <p:spPr>
              <a:xfrm>
                <a:off x="5282750" y="2292350"/>
                <a:ext cx="250650" cy="374650"/>
              </a:xfrm>
              <a:custGeom>
                <a:avLst/>
                <a:gdLst/>
                <a:ahLst/>
                <a:cxnLst/>
                <a:rect l="l" t="t" r="r" b="b"/>
                <a:pathLst>
                  <a:path w="10026" h="14986" extrusionOk="0">
                    <a:moveTo>
                      <a:pt x="674" y="1"/>
                    </a:moveTo>
                    <a:cubicBezTo>
                      <a:pt x="321" y="1"/>
                      <a:pt x="0" y="281"/>
                      <a:pt x="0" y="664"/>
                    </a:cubicBezTo>
                    <a:lnTo>
                      <a:pt x="0" y="8909"/>
                    </a:lnTo>
                    <a:cubicBezTo>
                      <a:pt x="0" y="9385"/>
                      <a:pt x="251" y="9811"/>
                      <a:pt x="652" y="10062"/>
                    </a:cubicBezTo>
                    <a:lnTo>
                      <a:pt x="9048" y="14899"/>
                    </a:lnTo>
                    <a:cubicBezTo>
                      <a:pt x="9149" y="14959"/>
                      <a:pt x="9257" y="14986"/>
                      <a:pt x="9363" y="14986"/>
                    </a:cubicBezTo>
                    <a:cubicBezTo>
                      <a:pt x="9704" y="14986"/>
                      <a:pt x="10025" y="14705"/>
                      <a:pt x="10025" y="14323"/>
                    </a:cubicBezTo>
                    <a:lnTo>
                      <a:pt x="10025" y="6077"/>
                    </a:lnTo>
                    <a:cubicBezTo>
                      <a:pt x="10025" y="5601"/>
                      <a:pt x="9775" y="5175"/>
                      <a:pt x="9374" y="4924"/>
                    </a:cubicBezTo>
                    <a:lnTo>
                      <a:pt x="1003" y="87"/>
                    </a:lnTo>
                    <a:cubicBezTo>
                      <a:pt x="896" y="28"/>
                      <a:pt x="783" y="1"/>
                      <a:pt x="6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276;p49">
                <a:extLst>
                  <a:ext uri="{FF2B5EF4-FFF2-40B4-BE49-F238E27FC236}">
                    <a16:creationId xmlns:a16="http://schemas.microsoft.com/office/drawing/2014/main" id="{68B55312-A539-4AF6-998E-49E00B3573C8}"/>
                  </a:ext>
                </a:extLst>
              </p:cNvPr>
              <p:cNvSpPr/>
              <p:nvPr/>
            </p:nvSpPr>
            <p:spPr>
              <a:xfrm>
                <a:off x="5223225" y="1526350"/>
                <a:ext cx="338375" cy="505325"/>
              </a:xfrm>
              <a:custGeom>
                <a:avLst/>
                <a:gdLst/>
                <a:ahLst/>
                <a:cxnLst/>
                <a:rect l="l" t="t" r="r" b="b"/>
                <a:pathLst>
                  <a:path w="13535" h="20213" extrusionOk="0">
                    <a:moveTo>
                      <a:pt x="12658" y="0"/>
                    </a:moveTo>
                    <a:cubicBezTo>
                      <a:pt x="12508" y="0"/>
                      <a:pt x="12353" y="39"/>
                      <a:pt x="12206" y="125"/>
                    </a:cubicBezTo>
                    <a:lnTo>
                      <a:pt x="902" y="6642"/>
                    </a:lnTo>
                    <a:cubicBezTo>
                      <a:pt x="351" y="6968"/>
                      <a:pt x="0" y="7544"/>
                      <a:pt x="0" y="8196"/>
                    </a:cubicBezTo>
                    <a:lnTo>
                      <a:pt x="0" y="19324"/>
                    </a:lnTo>
                    <a:cubicBezTo>
                      <a:pt x="0" y="19841"/>
                      <a:pt x="440" y="20212"/>
                      <a:pt x="916" y="20212"/>
                    </a:cubicBezTo>
                    <a:cubicBezTo>
                      <a:pt x="1062" y="20212"/>
                      <a:pt x="1212" y="20177"/>
                      <a:pt x="1354" y="20100"/>
                    </a:cubicBezTo>
                    <a:lnTo>
                      <a:pt x="12657" y="13559"/>
                    </a:lnTo>
                    <a:cubicBezTo>
                      <a:pt x="13208" y="13258"/>
                      <a:pt x="13534" y="12657"/>
                      <a:pt x="13534" y="12030"/>
                    </a:cubicBezTo>
                    <a:lnTo>
                      <a:pt x="13534" y="902"/>
                    </a:lnTo>
                    <a:cubicBezTo>
                      <a:pt x="13534" y="373"/>
                      <a:pt x="13120" y="0"/>
                      <a:pt x="1265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277;p49">
                <a:extLst>
                  <a:ext uri="{FF2B5EF4-FFF2-40B4-BE49-F238E27FC236}">
                    <a16:creationId xmlns:a16="http://schemas.microsoft.com/office/drawing/2014/main" id="{763CC7D3-D6C8-46C8-92D6-B9B4A8009562}"/>
                  </a:ext>
                </a:extLst>
              </p:cNvPr>
              <p:cNvSpPr/>
              <p:nvPr/>
            </p:nvSpPr>
            <p:spPr>
              <a:xfrm>
                <a:off x="3451275" y="2176050"/>
                <a:ext cx="485000" cy="723800"/>
              </a:xfrm>
              <a:custGeom>
                <a:avLst/>
                <a:gdLst/>
                <a:ahLst/>
                <a:cxnLst/>
                <a:rect l="l" t="t" r="r" b="b"/>
                <a:pathLst>
                  <a:path w="19400" h="28952" extrusionOk="0">
                    <a:moveTo>
                      <a:pt x="18110" y="1"/>
                    </a:moveTo>
                    <a:cubicBezTo>
                      <a:pt x="17896" y="1"/>
                      <a:pt x="17676" y="56"/>
                      <a:pt x="17469" y="178"/>
                    </a:cubicBezTo>
                    <a:lnTo>
                      <a:pt x="1279" y="9526"/>
                    </a:lnTo>
                    <a:cubicBezTo>
                      <a:pt x="477" y="9977"/>
                      <a:pt x="1" y="10804"/>
                      <a:pt x="1" y="11732"/>
                    </a:cubicBezTo>
                    <a:lnTo>
                      <a:pt x="1" y="27672"/>
                    </a:lnTo>
                    <a:cubicBezTo>
                      <a:pt x="1" y="28412"/>
                      <a:pt x="619" y="28951"/>
                      <a:pt x="1289" y="28951"/>
                    </a:cubicBezTo>
                    <a:cubicBezTo>
                      <a:pt x="1504" y="28951"/>
                      <a:pt x="1724" y="28896"/>
                      <a:pt x="1930" y="28774"/>
                    </a:cubicBezTo>
                    <a:lnTo>
                      <a:pt x="18121" y="19426"/>
                    </a:lnTo>
                    <a:cubicBezTo>
                      <a:pt x="18898" y="18975"/>
                      <a:pt x="19399" y="18148"/>
                      <a:pt x="19399" y="17220"/>
                    </a:cubicBezTo>
                    <a:lnTo>
                      <a:pt x="19399" y="1280"/>
                    </a:lnTo>
                    <a:cubicBezTo>
                      <a:pt x="19399" y="540"/>
                      <a:pt x="18781" y="1"/>
                      <a:pt x="181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278;p49">
                <a:extLst>
                  <a:ext uri="{FF2B5EF4-FFF2-40B4-BE49-F238E27FC236}">
                    <a16:creationId xmlns:a16="http://schemas.microsoft.com/office/drawing/2014/main" id="{3D704E47-FACF-423F-B5BE-48EFCC04700F}"/>
                  </a:ext>
                </a:extLst>
              </p:cNvPr>
              <p:cNvSpPr/>
              <p:nvPr/>
            </p:nvSpPr>
            <p:spPr>
              <a:xfrm>
                <a:off x="3541500" y="2584000"/>
                <a:ext cx="110300" cy="136625"/>
              </a:xfrm>
              <a:custGeom>
                <a:avLst/>
                <a:gdLst/>
                <a:ahLst/>
                <a:cxnLst/>
                <a:rect l="l" t="t" r="r" b="b"/>
                <a:pathLst>
                  <a:path w="4412" h="5465" extrusionOk="0">
                    <a:moveTo>
                      <a:pt x="3560" y="0"/>
                    </a:moveTo>
                    <a:lnTo>
                      <a:pt x="1" y="4737"/>
                    </a:lnTo>
                    <a:cubicBezTo>
                      <a:pt x="406" y="5210"/>
                      <a:pt x="973" y="5465"/>
                      <a:pt x="1644" y="5465"/>
                    </a:cubicBezTo>
                    <a:cubicBezTo>
                      <a:pt x="2217" y="5465"/>
                      <a:pt x="2867" y="5280"/>
                      <a:pt x="3560" y="4887"/>
                    </a:cubicBezTo>
                    <a:cubicBezTo>
                      <a:pt x="3860" y="4712"/>
                      <a:pt x="4136" y="4511"/>
                      <a:pt x="4412" y="4286"/>
                    </a:cubicBezTo>
                    <a:lnTo>
                      <a:pt x="3560" y="0"/>
                    </a:ln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279;p49">
                <a:extLst>
                  <a:ext uri="{FF2B5EF4-FFF2-40B4-BE49-F238E27FC236}">
                    <a16:creationId xmlns:a16="http://schemas.microsoft.com/office/drawing/2014/main" id="{D1BB1C9E-9EF8-4993-953C-07B243A3294F}"/>
                  </a:ext>
                </a:extLst>
              </p:cNvPr>
              <p:cNvSpPr/>
              <p:nvPr/>
            </p:nvSpPr>
            <p:spPr>
              <a:xfrm>
                <a:off x="3630475" y="2446700"/>
                <a:ext cx="106550" cy="244450"/>
              </a:xfrm>
              <a:custGeom>
                <a:avLst/>
                <a:gdLst/>
                <a:ahLst/>
                <a:cxnLst/>
                <a:rect l="l" t="t" r="r" b="b"/>
                <a:pathLst>
                  <a:path w="4262" h="9778" extrusionOk="0">
                    <a:moveTo>
                      <a:pt x="1904" y="1"/>
                    </a:moveTo>
                    <a:cubicBezTo>
                      <a:pt x="1332" y="1"/>
                      <a:pt x="685" y="187"/>
                      <a:pt x="1" y="580"/>
                    </a:cubicBezTo>
                    <a:lnTo>
                      <a:pt x="1" y="5492"/>
                    </a:lnTo>
                    <a:lnTo>
                      <a:pt x="853" y="9778"/>
                    </a:lnTo>
                    <a:cubicBezTo>
                      <a:pt x="2808" y="8199"/>
                      <a:pt x="4261" y="5392"/>
                      <a:pt x="4261" y="3011"/>
                    </a:cubicBezTo>
                    <a:cubicBezTo>
                      <a:pt x="4261" y="1108"/>
                      <a:pt x="3303" y="1"/>
                      <a:pt x="19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280;p49">
                <a:extLst>
                  <a:ext uri="{FF2B5EF4-FFF2-40B4-BE49-F238E27FC236}">
                    <a16:creationId xmlns:a16="http://schemas.microsoft.com/office/drawing/2014/main" id="{6B44F16F-AA38-400A-842E-5BD91538444D}"/>
                  </a:ext>
                </a:extLst>
              </p:cNvPr>
              <p:cNvSpPr/>
              <p:nvPr/>
            </p:nvSpPr>
            <p:spPr>
              <a:xfrm>
                <a:off x="3523950" y="2461175"/>
                <a:ext cx="106550" cy="241250"/>
              </a:xfrm>
              <a:custGeom>
                <a:avLst/>
                <a:gdLst/>
                <a:ahLst/>
                <a:cxnLst/>
                <a:rect l="l" t="t" r="r" b="b"/>
                <a:pathLst>
                  <a:path w="4262" h="9650" extrusionOk="0">
                    <a:moveTo>
                      <a:pt x="4262" y="1"/>
                    </a:moveTo>
                    <a:cubicBezTo>
                      <a:pt x="1906" y="1379"/>
                      <a:pt x="1" y="4662"/>
                      <a:pt x="1" y="7369"/>
                    </a:cubicBezTo>
                    <a:cubicBezTo>
                      <a:pt x="1" y="8372"/>
                      <a:pt x="251" y="9149"/>
                      <a:pt x="703" y="9650"/>
                    </a:cubicBezTo>
                    <a:lnTo>
                      <a:pt x="4262" y="4913"/>
                    </a:lnTo>
                    <a:lnTo>
                      <a:pt x="42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281;p49">
                <a:extLst>
                  <a:ext uri="{FF2B5EF4-FFF2-40B4-BE49-F238E27FC236}">
                    <a16:creationId xmlns:a16="http://schemas.microsoft.com/office/drawing/2014/main" id="{778017E5-B573-4842-AAC6-93FF46B0590A}"/>
                  </a:ext>
                </a:extLst>
              </p:cNvPr>
              <p:cNvSpPr/>
              <p:nvPr/>
            </p:nvSpPr>
            <p:spPr>
              <a:xfrm>
                <a:off x="3764550" y="2352150"/>
                <a:ext cx="142900" cy="100900"/>
              </a:xfrm>
              <a:custGeom>
                <a:avLst/>
                <a:gdLst/>
                <a:ahLst/>
                <a:cxnLst/>
                <a:rect l="l" t="t" r="r" b="b"/>
                <a:pathLst>
                  <a:path w="5716" h="4036" extrusionOk="0">
                    <a:moveTo>
                      <a:pt x="5715" y="1"/>
                    </a:moveTo>
                    <a:lnTo>
                      <a:pt x="1" y="3209"/>
                    </a:lnTo>
                    <a:lnTo>
                      <a:pt x="1" y="4036"/>
                    </a:lnTo>
                    <a:lnTo>
                      <a:pt x="5715" y="828"/>
                    </a:lnTo>
                    <a:lnTo>
                      <a:pt x="57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6282;p49">
                <a:extLst>
                  <a:ext uri="{FF2B5EF4-FFF2-40B4-BE49-F238E27FC236}">
                    <a16:creationId xmlns:a16="http://schemas.microsoft.com/office/drawing/2014/main" id="{4BFEA80C-F8FA-48E0-B161-44D7E18F377D}"/>
                  </a:ext>
                </a:extLst>
              </p:cNvPr>
              <p:cNvSpPr/>
              <p:nvPr/>
            </p:nvSpPr>
            <p:spPr>
              <a:xfrm>
                <a:off x="3764550" y="2432350"/>
                <a:ext cx="142900" cy="100275"/>
              </a:xfrm>
              <a:custGeom>
                <a:avLst/>
                <a:gdLst/>
                <a:ahLst/>
                <a:cxnLst/>
                <a:rect l="l" t="t" r="r" b="b"/>
                <a:pathLst>
                  <a:path w="5716" h="4011" extrusionOk="0">
                    <a:moveTo>
                      <a:pt x="5715" y="1"/>
                    </a:moveTo>
                    <a:lnTo>
                      <a:pt x="1" y="3184"/>
                    </a:lnTo>
                    <a:lnTo>
                      <a:pt x="1" y="4011"/>
                    </a:lnTo>
                    <a:lnTo>
                      <a:pt x="5715" y="803"/>
                    </a:lnTo>
                    <a:lnTo>
                      <a:pt x="57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6283;p49">
                <a:extLst>
                  <a:ext uri="{FF2B5EF4-FFF2-40B4-BE49-F238E27FC236}">
                    <a16:creationId xmlns:a16="http://schemas.microsoft.com/office/drawing/2014/main" id="{6E4308E9-891E-42B9-8962-F7F5ED2404D7}"/>
                  </a:ext>
                </a:extLst>
              </p:cNvPr>
              <p:cNvSpPr/>
              <p:nvPr/>
            </p:nvSpPr>
            <p:spPr>
              <a:xfrm>
                <a:off x="3764550" y="2511925"/>
                <a:ext cx="142900" cy="100275"/>
              </a:xfrm>
              <a:custGeom>
                <a:avLst/>
                <a:gdLst/>
                <a:ahLst/>
                <a:cxnLst/>
                <a:rect l="l" t="t" r="r" b="b"/>
                <a:pathLst>
                  <a:path w="5716" h="4011" extrusionOk="0">
                    <a:moveTo>
                      <a:pt x="5715" y="1"/>
                    </a:moveTo>
                    <a:lnTo>
                      <a:pt x="1" y="3184"/>
                    </a:lnTo>
                    <a:lnTo>
                      <a:pt x="1" y="4011"/>
                    </a:lnTo>
                    <a:lnTo>
                      <a:pt x="5715" y="803"/>
                    </a:lnTo>
                    <a:lnTo>
                      <a:pt x="57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6284;p49">
                <a:extLst>
                  <a:ext uri="{FF2B5EF4-FFF2-40B4-BE49-F238E27FC236}">
                    <a16:creationId xmlns:a16="http://schemas.microsoft.com/office/drawing/2014/main" id="{2CBA814D-8B2D-423C-8B63-DB47F2B114E2}"/>
                  </a:ext>
                </a:extLst>
              </p:cNvPr>
              <p:cNvSpPr/>
              <p:nvPr/>
            </p:nvSpPr>
            <p:spPr>
              <a:xfrm>
                <a:off x="4443125" y="3131525"/>
                <a:ext cx="391025" cy="205625"/>
              </a:xfrm>
              <a:custGeom>
                <a:avLst/>
                <a:gdLst/>
                <a:ahLst/>
                <a:cxnLst/>
                <a:rect l="l" t="t" r="r" b="b"/>
                <a:pathLst>
                  <a:path w="15641" h="8225" extrusionOk="0">
                    <a:moveTo>
                      <a:pt x="7774" y="1"/>
                    </a:moveTo>
                    <a:cubicBezTo>
                      <a:pt x="5958" y="1"/>
                      <a:pt x="4143" y="396"/>
                      <a:pt x="2758" y="1182"/>
                    </a:cubicBezTo>
                    <a:cubicBezTo>
                      <a:pt x="1" y="2786"/>
                      <a:pt x="1" y="5392"/>
                      <a:pt x="2783" y="7022"/>
                    </a:cubicBezTo>
                    <a:cubicBezTo>
                      <a:pt x="4186" y="7824"/>
                      <a:pt x="6016" y="8225"/>
                      <a:pt x="7839" y="8225"/>
                    </a:cubicBezTo>
                    <a:cubicBezTo>
                      <a:pt x="9663" y="8225"/>
                      <a:pt x="11480" y="7824"/>
                      <a:pt x="12858" y="7022"/>
                    </a:cubicBezTo>
                    <a:cubicBezTo>
                      <a:pt x="15640" y="5418"/>
                      <a:pt x="15640" y="2836"/>
                      <a:pt x="12833" y="1207"/>
                    </a:cubicBezTo>
                    <a:cubicBezTo>
                      <a:pt x="11437" y="402"/>
                      <a:pt x="9604" y="1"/>
                      <a:pt x="77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6285;p49">
                <a:extLst>
                  <a:ext uri="{FF2B5EF4-FFF2-40B4-BE49-F238E27FC236}">
                    <a16:creationId xmlns:a16="http://schemas.microsoft.com/office/drawing/2014/main" id="{9F3F98A8-ED93-4094-8562-1F557DAF2597}"/>
                  </a:ext>
                </a:extLst>
              </p:cNvPr>
              <p:cNvSpPr/>
              <p:nvPr/>
            </p:nvSpPr>
            <p:spPr>
              <a:xfrm>
                <a:off x="4466950" y="3106550"/>
                <a:ext cx="345250" cy="105300"/>
              </a:xfrm>
              <a:custGeom>
                <a:avLst/>
                <a:gdLst/>
                <a:ahLst/>
                <a:cxnLst/>
                <a:rect l="l" t="t" r="r" b="b"/>
                <a:pathLst>
                  <a:path w="13810" h="4212" extrusionOk="0">
                    <a:moveTo>
                      <a:pt x="2156" y="0"/>
                    </a:moveTo>
                    <a:lnTo>
                      <a:pt x="0" y="3985"/>
                    </a:lnTo>
                    <a:lnTo>
                      <a:pt x="13810" y="4211"/>
                    </a:lnTo>
                    <a:lnTo>
                      <a:pt x="11655" y="201"/>
                    </a:lnTo>
                    <a:lnTo>
                      <a:pt x="21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6286;p49">
                <a:extLst>
                  <a:ext uri="{FF2B5EF4-FFF2-40B4-BE49-F238E27FC236}">
                    <a16:creationId xmlns:a16="http://schemas.microsoft.com/office/drawing/2014/main" id="{0F62068C-BC30-4144-A038-4C923B6D80AC}"/>
                  </a:ext>
                </a:extLst>
              </p:cNvPr>
              <p:cNvSpPr/>
              <p:nvPr/>
            </p:nvSpPr>
            <p:spPr>
              <a:xfrm>
                <a:off x="4502650" y="3057200"/>
                <a:ext cx="271975" cy="142975"/>
              </a:xfrm>
              <a:custGeom>
                <a:avLst/>
                <a:gdLst/>
                <a:ahLst/>
                <a:cxnLst/>
                <a:rect l="l" t="t" r="r" b="b"/>
                <a:pathLst>
                  <a:path w="10879" h="5719" extrusionOk="0">
                    <a:moveTo>
                      <a:pt x="5427" y="1"/>
                    </a:moveTo>
                    <a:cubicBezTo>
                      <a:pt x="4161" y="1"/>
                      <a:pt x="2896" y="283"/>
                      <a:pt x="1931" y="847"/>
                    </a:cubicBezTo>
                    <a:cubicBezTo>
                      <a:pt x="1" y="1949"/>
                      <a:pt x="1" y="3754"/>
                      <a:pt x="1956" y="4882"/>
                    </a:cubicBezTo>
                    <a:cubicBezTo>
                      <a:pt x="2926" y="5436"/>
                      <a:pt x="4201" y="5718"/>
                      <a:pt x="5473" y="5718"/>
                    </a:cubicBezTo>
                    <a:cubicBezTo>
                      <a:pt x="6732" y="5718"/>
                      <a:pt x="7989" y="5442"/>
                      <a:pt x="8948" y="4882"/>
                    </a:cubicBezTo>
                    <a:cubicBezTo>
                      <a:pt x="10878" y="3779"/>
                      <a:pt x="10853" y="1974"/>
                      <a:pt x="8923" y="847"/>
                    </a:cubicBezTo>
                    <a:cubicBezTo>
                      <a:pt x="7958" y="283"/>
                      <a:pt x="6693" y="1"/>
                      <a:pt x="54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6287;p49">
                <a:extLst>
                  <a:ext uri="{FF2B5EF4-FFF2-40B4-BE49-F238E27FC236}">
                    <a16:creationId xmlns:a16="http://schemas.microsoft.com/office/drawing/2014/main" id="{8F53CCDE-148C-4653-835D-EC750DAEF8F3}"/>
                  </a:ext>
                </a:extLst>
              </p:cNvPr>
              <p:cNvSpPr/>
              <p:nvPr/>
            </p:nvSpPr>
            <p:spPr>
              <a:xfrm>
                <a:off x="4537125" y="3075375"/>
                <a:ext cx="203025" cy="106775"/>
              </a:xfrm>
              <a:custGeom>
                <a:avLst/>
                <a:gdLst/>
                <a:ahLst/>
                <a:cxnLst/>
                <a:rect l="l" t="t" r="r" b="b"/>
                <a:pathLst>
                  <a:path w="8121" h="4271" extrusionOk="0">
                    <a:moveTo>
                      <a:pt x="4048" y="1"/>
                    </a:moveTo>
                    <a:cubicBezTo>
                      <a:pt x="3102" y="1"/>
                      <a:pt x="2156" y="207"/>
                      <a:pt x="1429" y="621"/>
                    </a:cubicBezTo>
                    <a:cubicBezTo>
                      <a:pt x="0" y="1448"/>
                      <a:pt x="0" y="2801"/>
                      <a:pt x="1454" y="3628"/>
                    </a:cubicBezTo>
                    <a:cubicBezTo>
                      <a:pt x="2186" y="4058"/>
                      <a:pt x="3141" y="4271"/>
                      <a:pt x="4091" y="4271"/>
                    </a:cubicBezTo>
                    <a:cubicBezTo>
                      <a:pt x="5027" y="4271"/>
                      <a:pt x="5958" y="4064"/>
                      <a:pt x="6667" y="3653"/>
                    </a:cubicBezTo>
                    <a:cubicBezTo>
                      <a:pt x="8121" y="2826"/>
                      <a:pt x="8121" y="1473"/>
                      <a:pt x="6667" y="621"/>
                    </a:cubicBezTo>
                    <a:cubicBezTo>
                      <a:pt x="5940" y="207"/>
                      <a:pt x="4994" y="1"/>
                      <a:pt x="4048" y="1"/>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6288;p49">
                <a:extLst>
                  <a:ext uri="{FF2B5EF4-FFF2-40B4-BE49-F238E27FC236}">
                    <a16:creationId xmlns:a16="http://schemas.microsoft.com/office/drawing/2014/main" id="{FC3A5FE6-58FC-4D7B-BF7F-D19AA6AECCDC}"/>
                  </a:ext>
                </a:extLst>
              </p:cNvPr>
              <p:cNvSpPr/>
              <p:nvPr/>
            </p:nvSpPr>
            <p:spPr>
              <a:xfrm>
                <a:off x="4178100" y="2643525"/>
                <a:ext cx="968075" cy="488100"/>
              </a:xfrm>
              <a:custGeom>
                <a:avLst/>
                <a:gdLst/>
                <a:ahLst/>
                <a:cxnLst/>
                <a:rect l="l" t="t" r="r" b="b"/>
                <a:pathLst>
                  <a:path w="38723" h="19524" extrusionOk="0">
                    <a:moveTo>
                      <a:pt x="0" y="0"/>
                    </a:moveTo>
                    <a:cubicBezTo>
                      <a:pt x="0" y="0"/>
                      <a:pt x="14762" y="19123"/>
                      <a:pt x="14712" y="19399"/>
                    </a:cubicBezTo>
                    <a:lnTo>
                      <a:pt x="22106" y="19524"/>
                    </a:lnTo>
                    <a:lnTo>
                      <a:pt x="38722" y="0"/>
                    </a:ln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6289;p49">
                <a:extLst>
                  <a:ext uri="{FF2B5EF4-FFF2-40B4-BE49-F238E27FC236}">
                    <a16:creationId xmlns:a16="http://schemas.microsoft.com/office/drawing/2014/main" id="{BED16474-BA7B-4EBE-8A5F-314F68157FEC}"/>
                  </a:ext>
                </a:extLst>
              </p:cNvPr>
              <p:cNvSpPr/>
              <p:nvPr/>
            </p:nvSpPr>
            <p:spPr>
              <a:xfrm>
                <a:off x="5080350" y="2667950"/>
                <a:ext cx="157300" cy="116575"/>
              </a:xfrm>
              <a:custGeom>
                <a:avLst/>
                <a:gdLst/>
                <a:ahLst/>
                <a:cxnLst/>
                <a:rect l="l" t="t" r="r" b="b"/>
                <a:pathLst>
                  <a:path w="6292" h="4663" extrusionOk="0">
                    <a:moveTo>
                      <a:pt x="4362" y="1"/>
                    </a:moveTo>
                    <a:cubicBezTo>
                      <a:pt x="4362" y="1"/>
                      <a:pt x="1530" y="3309"/>
                      <a:pt x="778" y="3534"/>
                    </a:cubicBezTo>
                    <a:cubicBezTo>
                      <a:pt x="1" y="3760"/>
                      <a:pt x="703" y="4537"/>
                      <a:pt x="1279" y="4587"/>
                    </a:cubicBezTo>
                    <a:cubicBezTo>
                      <a:pt x="1855" y="4662"/>
                      <a:pt x="3710" y="4562"/>
                      <a:pt x="4236" y="4036"/>
                    </a:cubicBezTo>
                    <a:cubicBezTo>
                      <a:pt x="4788" y="3509"/>
                      <a:pt x="6292" y="2958"/>
                      <a:pt x="6292" y="2958"/>
                    </a:cubicBezTo>
                    <a:cubicBezTo>
                      <a:pt x="6292" y="1229"/>
                      <a:pt x="5891" y="151"/>
                      <a:pt x="5891" y="151"/>
                    </a:cubicBezTo>
                    <a:close/>
                  </a:path>
                </a:pathLst>
              </a:custGeom>
              <a:solidFill>
                <a:srgbClr val="606B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6290;p49">
                <a:extLst>
                  <a:ext uri="{FF2B5EF4-FFF2-40B4-BE49-F238E27FC236}">
                    <a16:creationId xmlns:a16="http://schemas.microsoft.com/office/drawing/2014/main" id="{2A6E8F99-6224-47A0-A3ED-E615231C223B}"/>
                  </a:ext>
                </a:extLst>
              </p:cNvPr>
              <p:cNvSpPr/>
              <p:nvPr/>
            </p:nvSpPr>
            <p:spPr>
              <a:xfrm>
                <a:off x="5155550" y="2057675"/>
                <a:ext cx="135975" cy="635375"/>
              </a:xfrm>
              <a:custGeom>
                <a:avLst/>
                <a:gdLst/>
                <a:ahLst/>
                <a:cxnLst/>
                <a:rect l="l" t="t" r="r" b="b"/>
                <a:pathLst>
                  <a:path w="5439" h="25415" extrusionOk="0">
                    <a:moveTo>
                      <a:pt x="351" y="1003"/>
                    </a:moveTo>
                    <a:cubicBezTo>
                      <a:pt x="351" y="1003"/>
                      <a:pt x="0" y="8346"/>
                      <a:pt x="126" y="10752"/>
                    </a:cubicBezTo>
                    <a:cubicBezTo>
                      <a:pt x="251" y="13133"/>
                      <a:pt x="852" y="25088"/>
                      <a:pt x="852" y="25088"/>
                    </a:cubicBezTo>
                    <a:cubicBezTo>
                      <a:pt x="2406" y="25414"/>
                      <a:pt x="3384" y="25088"/>
                      <a:pt x="3384" y="25088"/>
                    </a:cubicBezTo>
                    <a:cubicBezTo>
                      <a:pt x="3885" y="15940"/>
                      <a:pt x="3885" y="13309"/>
                      <a:pt x="4035" y="11930"/>
                    </a:cubicBezTo>
                    <a:cubicBezTo>
                      <a:pt x="4161" y="10577"/>
                      <a:pt x="4361" y="6617"/>
                      <a:pt x="4361" y="6617"/>
                    </a:cubicBezTo>
                    <a:cubicBezTo>
                      <a:pt x="5439" y="4361"/>
                      <a:pt x="4311" y="1404"/>
                      <a:pt x="3760" y="702"/>
                    </a:cubicBezTo>
                    <a:cubicBezTo>
                      <a:pt x="3233" y="0"/>
                      <a:pt x="351" y="1003"/>
                      <a:pt x="351" y="1003"/>
                    </a:cubicBezTo>
                    <a:close/>
                  </a:path>
                </a:pathLst>
              </a:custGeom>
              <a:solidFill>
                <a:srgbClr val="112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6291;p49">
                <a:extLst>
                  <a:ext uri="{FF2B5EF4-FFF2-40B4-BE49-F238E27FC236}">
                    <a16:creationId xmlns:a16="http://schemas.microsoft.com/office/drawing/2014/main" id="{335ABEB1-DC9C-4ACD-9AB6-35E5CECBE6C4}"/>
                  </a:ext>
                </a:extLst>
              </p:cNvPr>
              <p:cNvSpPr/>
              <p:nvPr/>
            </p:nvSpPr>
            <p:spPr>
              <a:xfrm>
                <a:off x="5284625" y="2728725"/>
                <a:ext cx="88375" cy="155425"/>
              </a:xfrm>
              <a:custGeom>
                <a:avLst/>
                <a:gdLst/>
                <a:ahLst/>
                <a:cxnLst/>
                <a:rect l="l" t="t" r="r" b="b"/>
                <a:pathLst>
                  <a:path w="3535" h="6217" extrusionOk="0">
                    <a:moveTo>
                      <a:pt x="827" y="702"/>
                    </a:moveTo>
                    <a:cubicBezTo>
                      <a:pt x="727" y="2056"/>
                      <a:pt x="251" y="3635"/>
                      <a:pt x="126" y="4437"/>
                    </a:cubicBezTo>
                    <a:cubicBezTo>
                      <a:pt x="0" y="5239"/>
                      <a:pt x="276" y="5690"/>
                      <a:pt x="476" y="5940"/>
                    </a:cubicBezTo>
                    <a:cubicBezTo>
                      <a:pt x="652" y="6216"/>
                      <a:pt x="2933" y="5464"/>
                      <a:pt x="3233" y="4587"/>
                    </a:cubicBezTo>
                    <a:cubicBezTo>
                      <a:pt x="3534" y="3710"/>
                      <a:pt x="2908" y="2958"/>
                      <a:pt x="2857" y="1304"/>
                    </a:cubicBezTo>
                    <a:cubicBezTo>
                      <a:pt x="2131" y="1"/>
                      <a:pt x="827" y="702"/>
                      <a:pt x="827" y="702"/>
                    </a:cubicBezTo>
                    <a:close/>
                  </a:path>
                </a:pathLst>
              </a:custGeom>
              <a:solidFill>
                <a:srgbClr val="606B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6292;p49">
                <a:extLst>
                  <a:ext uri="{FF2B5EF4-FFF2-40B4-BE49-F238E27FC236}">
                    <a16:creationId xmlns:a16="http://schemas.microsoft.com/office/drawing/2014/main" id="{185F7D34-F68D-4C50-8FAC-235D77FA30D1}"/>
                  </a:ext>
                </a:extLst>
              </p:cNvPr>
              <p:cNvSpPr/>
              <p:nvPr/>
            </p:nvSpPr>
            <p:spPr>
              <a:xfrm>
                <a:off x="5223225" y="2062675"/>
                <a:ext cx="155400" cy="716825"/>
              </a:xfrm>
              <a:custGeom>
                <a:avLst/>
                <a:gdLst/>
                <a:ahLst/>
                <a:cxnLst/>
                <a:rect l="l" t="t" r="r" b="b"/>
                <a:pathLst>
                  <a:path w="6216" h="28673" extrusionOk="0">
                    <a:moveTo>
                      <a:pt x="0" y="1379"/>
                    </a:moveTo>
                    <a:cubicBezTo>
                      <a:pt x="0" y="1379"/>
                      <a:pt x="401" y="8046"/>
                      <a:pt x="1003" y="10277"/>
                    </a:cubicBezTo>
                    <a:cubicBezTo>
                      <a:pt x="1629" y="12482"/>
                      <a:pt x="2181" y="19024"/>
                      <a:pt x="2431" y="20151"/>
                    </a:cubicBezTo>
                    <a:cubicBezTo>
                      <a:pt x="2707" y="21279"/>
                      <a:pt x="3033" y="28297"/>
                      <a:pt x="3033" y="28297"/>
                    </a:cubicBezTo>
                    <a:cubicBezTo>
                      <a:pt x="4436" y="28673"/>
                      <a:pt x="5539" y="28297"/>
                      <a:pt x="5539" y="28297"/>
                    </a:cubicBezTo>
                    <a:cubicBezTo>
                      <a:pt x="5514" y="21730"/>
                      <a:pt x="5664" y="16392"/>
                      <a:pt x="5539" y="14587"/>
                    </a:cubicBezTo>
                    <a:cubicBezTo>
                      <a:pt x="5414" y="12783"/>
                      <a:pt x="5589" y="7445"/>
                      <a:pt x="5589" y="7445"/>
                    </a:cubicBezTo>
                    <a:cubicBezTo>
                      <a:pt x="6166" y="4938"/>
                      <a:pt x="6216" y="4637"/>
                      <a:pt x="5589" y="2983"/>
                    </a:cubicBezTo>
                    <a:cubicBezTo>
                      <a:pt x="4963" y="1329"/>
                      <a:pt x="2306" y="1"/>
                      <a:pt x="0" y="137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6293;p49">
                <a:extLst>
                  <a:ext uri="{FF2B5EF4-FFF2-40B4-BE49-F238E27FC236}">
                    <a16:creationId xmlns:a16="http://schemas.microsoft.com/office/drawing/2014/main" id="{32521999-ABFD-44B1-948C-B72E2C5E35D8}"/>
                  </a:ext>
                </a:extLst>
              </p:cNvPr>
              <p:cNvSpPr/>
              <p:nvPr/>
            </p:nvSpPr>
            <p:spPr>
              <a:xfrm>
                <a:off x="4928100" y="1701150"/>
                <a:ext cx="330225" cy="292000"/>
              </a:xfrm>
              <a:custGeom>
                <a:avLst/>
                <a:gdLst/>
                <a:ahLst/>
                <a:cxnLst/>
                <a:rect l="l" t="t" r="r" b="b"/>
                <a:pathLst>
                  <a:path w="13209" h="11680" extrusionOk="0">
                    <a:moveTo>
                      <a:pt x="10527" y="1"/>
                    </a:moveTo>
                    <a:cubicBezTo>
                      <a:pt x="8221" y="652"/>
                      <a:pt x="6993" y="6442"/>
                      <a:pt x="6341" y="7745"/>
                    </a:cubicBezTo>
                    <a:cubicBezTo>
                      <a:pt x="5690" y="9048"/>
                      <a:pt x="326" y="9349"/>
                      <a:pt x="326" y="9349"/>
                    </a:cubicBezTo>
                    <a:cubicBezTo>
                      <a:pt x="1" y="10477"/>
                      <a:pt x="903" y="11680"/>
                      <a:pt x="903" y="11680"/>
                    </a:cubicBezTo>
                    <a:cubicBezTo>
                      <a:pt x="6091" y="11454"/>
                      <a:pt x="7920" y="11028"/>
                      <a:pt x="8873" y="8973"/>
                    </a:cubicBezTo>
                    <a:cubicBezTo>
                      <a:pt x="9825" y="6943"/>
                      <a:pt x="13209" y="702"/>
                      <a:pt x="105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6294;p49">
                <a:extLst>
                  <a:ext uri="{FF2B5EF4-FFF2-40B4-BE49-F238E27FC236}">
                    <a16:creationId xmlns:a16="http://schemas.microsoft.com/office/drawing/2014/main" id="{C3345209-0034-4CF8-8E60-803BC2C8437E}"/>
                  </a:ext>
                </a:extLst>
              </p:cNvPr>
              <p:cNvSpPr/>
              <p:nvPr/>
            </p:nvSpPr>
            <p:spPr>
              <a:xfrm>
                <a:off x="5123600" y="1698650"/>
                <a:ext cx="315175" cy="511300"/>
              </a:xfrm>
              <a:custGeom>
                <a:avLst/>
                <a:gdLst/>
                <a:ahLst/>
                <a:cxnLst/>
                <a:rect l="l" t="t" r="r" b="b"/>
                <a:pathLst>
                  <a:path w="12607" h="20452" extrusionOk="0">
                    <a:moveTo>
                      <a:pt x="2707" y="101"/>
                    </a:moveTo>
                    <a:cubicBezTo>
                      <a:pt x="4762" y="0"/>
                      <a:pt x="9499" y="1078"/>
                      <a:pt x="11053" y="3058"/>
                    </a:cubicBezTo>
                    <a:cubicBezTo>
                      <a:pt x="12607" y="5063"/>
                      <a:pt x="10351" y="8572"/>
                      <a:pt x="9800" y="10702"/>
                    </a:cubicBezTo>
                    <a:cubicBezTo>
                      <a:pt x="9273" y="12807"/>
                      <a:pt x="10050" y="18146"/>
                      <a:pt x="10050" y="18647"/>
                    </a:cubicBezTo>
                    <a:cubicBezTo>
                      <a:pt x="7644" y="20251"/>
                      <a:pt x="1805" y="20452"/>
                      <a:pt x="1153" y="18071"/>
                    </a:cubicBezTo>
                    <a:cubicBezTo>
                      <a:pt x="877" y="15464"/>
                      <a:pt x="1479" y="12356"/>
                      <a:pt x="1504" y="10827"/>
                    </a:cubicBezTo>
                    <a:cubicBezTo>
                      <a:pt x="1429" y="7569"/>
                      <a:pt x="0" y="1078"/>
                      <a:pt x="2707" y="10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6295;p49">
                <a:extLst>
                  <a:ext uri="{FF2B5EF4-FFF2-40B4-BE49-F238E27FC236}">
                    <a16:creationId xmlns:a16="http://schemas.microsoft.com/office/drawing/2014/main" id="{DF9A1D1A-33B4-4742-9EF3-01DED43C42CE}"/>
                  </a:ext>
                </a:extLst>
              </p:cNvPr>
              <p:cNvSpPr/>
              <p:nvPr/>
            </p:nvSpPr>
            <p:spPr>
              <a:xfrm>
                <a:off x="5141750" y="1701150"/>
                <a:ext cx="99025" cy="514450"/>
              </a:xfrm>
              <a:custGeom>
                <a:avLst/>
                <a:gdLst/>
                <a:ahLst/>
                <a:cxnLst/>
                <a:rect l="l" t="t" r="r" b="b"/>
                <a:pathLst>
                  <a:path w="3961" h="20578" extrusionOk="0">
                    <a:moveTo>
                      <a:pt x="3735" y="477"/>
                    </a:moveTo>
                    <a:cubicBezTo>
                      <a:pt x="2432" y="5113"/>
                      <a:pt x="2106" y="10301"/>
                      <a:pt x="2232" y="12256"/>
                    </a:cubicBezTo>
                    <a:cubicBezTo>
                      <a:pt x="2357" y="14236"/>
                      <a:pt x="2432" y="20577"/>
                      <a:pt x="2432" y="20577"/>
                    </a:cubicBezTo>
                    <a:cubicBezTo>
                      <a:pt x="878" y="19775"/>
                      <a:pt x="227" y="18296"/>
                      <a:pt x="227" y="17620"/>
                    </a:cubicBezTo>
                    <a:cubicBezTo>
                      <a:pt x="227" y="16943"/>
                      <a:pt x="803" y="11204"/>
                      <a:pt x="778" y="10727"/>
                    </a:cubicBezTo>
                    <a:cubicBezTo>
                      <a:pt x="753" y="10276"/>
                      <a:pt x="1" y="5013"/>
                      <a:pt x="227" y="2632"/>
                    </a:cubicBezTo>
                    <a:cubicBezTo>
                      <a:pt x="427" y="276"/>
                      <a:pt x="1981" y="1"/>
                      <a:pt x="1981" y="1"/>
                    </a:cubicBezTo>
                    <a:lnTo>
                      <a:pt x="39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6296;p49">
                <a:extLst>
                  <a:ext uri="{FF2B5EF4-FFF2-40B4-BE49-F238E27FC236}">
                    <a16:creationId xmlns:a16="http://schemas.microsoft.com/office/drawing/2014/main" id="{D9D6977F-E07A-4FE3-BB0F-1A14CE8FF63F}"/>
                  </a:ext>
                </a:extLst>
              </p:cNvPr>
              <p:cNvSpPr/>
              <p:nvPr/>
            </p:nvSpPr>
            <p:spPr>
              <a:xfrm>
                <a:off x="5180600" y="1573950"/>
                <a:ext cx="22600" cy="58300"/>
              </a:xfrm>
              <a:custGeom>
                <a:avLst/>
                <a:gdLst/>
                <a:ahLst/>
                <a:cxnLst/>
                <a:rect l="l" t="t" r="r" b="b"/>
                <a:pathLst>
                  <a:path w="904" h="2332" extrusionOk="0">
                    <a:moveTo>
                      <a:pt x="903" y="1"/>
                    </a:moveTo>
                    <a:cubicBezTo>
                      <a:pt x="1" y="277"/>
                      <a:pt x="903" y="2332"/>
                      <a:pt x="903" y="233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6297;p49">
                <a:extLst>
                  <a:ext uri="{FF2B5EF4-FFF2-40B4-BE49-F238E27FC236}">
                    <a16:creationId xmlns:a16="http://schemas.microsoft.com/office/drawing/2014/main" id="{175AFFFF-5B9E-4012-8E09-967FFB2E4505}"/>
                  </a:ext>
                </a:extLst>
              </p:cNvPr>
              <p:cNvSpPr/>
              <p:nvPr/>
            </p:nvSpPr>
            <p:spPr>
              <a:xfrm>
                <a:off x="5193775" y="1531975"/>
                <a:ext cx="140375" cy="201150"/>
              </a:xfrm>
              <a:custGeom>
                <a:avLst/>
                <a:gdLst/>
                <a:ahLst/>
                <a:cxnLst/>
                <a:rect l="l" t="t" r="r" b="b"/>
                <a:pathLst>
                  <a:path w="5615" h="8046" extrusionOk="0">
                    <a:moveTo>
                      <a:pt x="351" y="1931"/>
                    </a:moveTo>
                    <a:cubicBezTo>
                      <a:pt x="351" y="1931"/>
                      <a:pt x="0" y="3134"/>
                      <a:pt x="125" y="4061"/>
                    </a:cubicBezTo>
                    <a:cubicBezTo>
                      <a:pt x="251" y="5013"/>
                      <a:pt x="351" y="6868"/>
                      <a:pt x="1178" y="7444"/>
                    </a:cubicBezTo>
                    <a:cubicBezTo>
                      <a:pt x="1980" y="8046"/>
                      <a:pt x="3183" y="7369"/>
                      <a:pt x="3960" y="6692"/>
                    </a:cubicBezTo>
                    <a:cubicBezTo>
                      <a:pt x="4737" y="6016"/>
                      <a:pt x="5564" y="4788"/>
                      <a:pt x="5589" y="3309"/>
                    </a:cubicBezTo>
                    <a:cubicBezTo>
                      <a:pt x="5614" y="1830"/>
                      <a:pt x="5038" y="1"/>
                      <a:pt x="2882" y="101"/>
                    </a:cubicBezTo>
                    <a:cubicBezTo>
                      <a:pt x="752" y="201"/>
                      <a:pt x="351" y="1931"/>
                      <a:pt x="351" y="193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6298;p49">
                <a:extLst>
                  <a:ext uri="{FF2B5EF4-FFF2-40B4-BE49-F238E27FC236}">
                    <a16:creationId xmlns:a16="http://schemas.microsoft.com/office/drawing/2014/main" id="{77B54465-DAEB-4630-B2DA-7FCF29B8A412}"/>
                  </a:ext>
                </a:extLst>
              </p:cNvPr>
              <p:cNvSpPr/>
              <p:nvPr/>
            </p:nvSpPr>
            <p:spPr>
              <a:xfrm>
                <a:off x="5228850" y="1666075"/>
                <a:ext cx="86500" cy="127200"/>
              </a:xfrm>
              <a:custGeom>
                <a:avLst/>
                <a:gdLst/>
                <a:ahLst/>
                <a:cxnLst/>
                <a:rect l="l" t="t" r="r" b="b"/>
                <a:pathLst>
                  <a:path w="3460" h="5088" extrusionOk="0">
                    <a:moveTo>
                      <a:pt x="3083" y="0"/>
                    </a:moveTo>
                    <a:cubicBezTo>
                      <a:pt x="3083" y="0"/>
                      <a:pt x="2933" y="1930"/>
                      <a:pt x="3434" y="2632"/>
                    </a:cubicBezTo>
                    <a:cubicBezTo>
                      <a:pt x="3459" y="3108"/>
                      <a:pt x="2106" y="5088"/>
                      <a:pt x="778" y="4737"/>
                    </a:cubicBezTo>
                    <a:cubicBezTo>
                      <a:pt x="1" y="4536"/>
                      <a:pt x="76" y="3634"/>
                      <a:pt x="76" y="3634"/>
                    </a:cubicBezTo>
                    <a:cubicBezTo>
                      <a:pt x="176" y="2932"/>
                      <a:pt x="76" y="1253"/>
                      <a:pt x="76" y="125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6299;p49">
                <a:extLst>
                  <a:ext uri="{FF2B5EF4-FFF2-40B4-BE49-F238E27FC236}">
                    <a16:creationId xmlns:a16="http://schemas.microsoft.com/office/drawing/2014/main" id="{28F2A7C1-9E19-4588-874C-9A677FB4C735}"/>
                  </a:ext>
                </a:extLst>
              </p:cNvPr>
              <p:cNvSpPr/>
              <p:nvPr/>
            </p:nvSpPr>
            <p:spPr>
              <a:xfrm>
                <a:off x="5181225" y="1481225"/>
                <a:ext cx="196150" cy="196775"/>
              </a:xfrm>
              <a:custGeom>
                <a:avLst/>
                <a:gdLst/>
                <a:ahLst/>
                <a:cxnLst/>
                <a:rect l="l" t="t" r="r" b="b"/>
                <a:pathLst>
                  <a:path w="7846" h="7871" extrusionOk="0">
                    <a:moveTo>
                      <a:pt x="327" y="2382"/>
                    </a:moveTo>
                    <a:cubicBezTo>
                      <a:pt x="1" y="3459"/>
                      <a:pt x="352" y="3860"/>
                      <a:pt x="1279" y="4186"/>
                    </a:cubicBezTo>
                    <a:cubicBezTo>
                      <a:pt x="2206" y="4487"/>
                      <a:pt x="4688" y="3785"/>
                      <a:pt x="4688" y="3785"/>
                    </a:cubicBezTo>
                    <a:cubicBezTo>
                      <a:pt x="4512" y="4963"/>
                      <a:pt x="4888" y="5565"/>
                      <a:pt x="4888" y="5565"/>
                    </a:cubicBezTo>
                    <a:cubicBezTo>
                      <a:pt x="5289" y="4412"/>
                      <a:pt x="5665" y="5013"/>
                      <a:pt x="5715" y="5940"/>
                    </a:cubicBezTo>
                    <a:cubicBezTo>
                      <a:pt x="5740" y="6868"/>
                      <a:pt x="5214" y="6843"/>
                      <a:pt x="5214" y="6843"/>
                    </a:cubicBezTo>
                    <a:cubicBezTo>
                      <a:pt x="5264" y="7620"/>
                      <a:pt x="5515" y="7870"/>
                      <a:pt x="5515" y="7870"/>
                    </a:cubicBezTo>
                    <a:cubicBezTo>
                      <a:pt x="6492" y="7194"/>
                      <a:pt x="7846" y="2607"/>
                      <a:pt x="6066" y="2507"/>
                    </a:cubicBezTo>
                    <a:cubicBezTo>
                      <a:pt x="6041" y="903"/>
                      <a:pt x="978" y="1"/>
                      <a:pt x="327" y="238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6300;p49">
                <a:extLst>
                  <a:ext uri="{FF2B5EF4-FFF2-40B4-BE49-F238E27FC236}">
                    <a16:creationId xmlns:a16="http://schemas.microsoft.com/office/drawing/2014/main" id="{475BF84F-21C8-4A89-A29D-C240F5D9C8B8}"/>
                  </a:ext>
                </a:extLst>
              </p:cNvPr>
              <p:cNvSpPr/>
              <p:nvPr/>
            </p:nvSpPr>
            <p:spPr>
              <a:xfrm>
                <a:off x="5255800" y="1724325"/>
                <a:ext cx="170450" cy="500675"/>
              </a:xfrm>
              <a:custGeom>
                <a:avLst/>
                <a:gdLst/>
                <a:ahLst/>
                <a:cxnLst/>
                <a:rect l="l" t="t" r="r" b="b"/>
                <a:pathLst>
                  <a:path w="6818" h="20027" extrusionOk="0">
                    <a:moveTo>
                      <a:pt x="2431" y="1"/>
                    </a:moveTo>
                    <a:cubicBezTo>
                      <a:pt x="853" y="3359"/>
                      <a:pt x="0" y="6417"/>
                      <a:pt x="51" y="9174"/>
                    </a:cubicBezTo>
                    <a:cubicBezTo>
                      <a:pt x="126" y="11956"/>
                      <a:pt x="677" y="20026"/>
                      <a:pt x="677" y="20026"/>
                    </a:cubicBezTo>
                    <a:cubicBezTo>
                      <a:pt x="3459" y="19349"/>
                      <a:pt x="5339" y="18572"/>
                      <a:pt x="5865" y="17620"/>
                    </a:cubicBezTo>
                    <a:cubicBezTo>
                      <a:pt x="4687" y="14512"/>
                      <a:pt x="4261" y="12407"/>
                      <a:pt x="4487" y="11530"/>
                    </a:cubicBezTo>
                    <a:cubicBezTo>
                      <a:pt x="4737" y="10628"/>
                      <a:pt x="6817" y="3861"/>
                      <a:pt x="5740" y="1856"/>
                    </a:cubicBezTo>
                    <a:cubicBezTo>
                      <a:pt x="4712" y="753"/>
                      <a:pt x="2431" y="1"/>
                      <a:pt x="24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6301;p49">
                <a:extLst>
                  <a:ext uri="{FF2B5EF4-FFF2-40B4-BE49-F238E27FC236}">
                    <a16:creationId xmlns:a16="http://schemas.microsoft.com/office/drawing/2014/main" id="{EF171B3C-004A-4717-AD6D-4C772C3BAC54}"/>
                  </a:ext>
                </a:extLst>
              </p:cNvPr>
              <p:cNvSpPr/>
              <p:nvPr/>
            </p:nvSpPr>
            <p:spPr>
              <a:xfrm>
                <a:off x="5317200" y="1740625"/>
                <a:ext cx="343375" cy="288250"/>
              </a:xfrm>
              <a:custGeom>
                <a:avLst/>
                <a:gdLst/>
                <a:ahLst/>
                <a:cxnLst/>
                <a:rect l="l" t="t" r="r" b="b"/>
                <a:pathLst>
                  <a:path w="13735" h="11530" extrusionOk="0">
                    <a:moveTo>
                      <a:pt x="2557" y="652"/>
                    </a:moveTo>
                    <a:cubicBezTo>
                      <a:pt x="4462" y="1605"/>
                      <a:pt x="5840" y="6166"/>
                      <a:pt x="7294" y="7570"/>
                    </a:cubicBezTo>
                    <a:cubicBezTo>
                      <a:pt x="8121" y="8372"/>
                      <a:pt x="12181" y="9399"/>
                      <a:pt x="13309" y="9424"/>
                    </a:cubicBezTo>
                    <a:cubicBezTo>
                      <a:pt x="13735" y="10427"/>
                      <a:pt x="12958" y="11529"/>
                      <a:pt x="12958" y="11529"/>
                    </a:cubicBezTo>
                    <a:cubicBezTo>
                      <a:pt x="6016" y="10878"/>
                      <a:pt x="5715" y="10502"/>
                      <a:pt x="3585" y="7770"/>
                    </a:cubicBezTo>
                    <a:cubicBezTo>
                      <a:pt x="928" y="4412"/>
                      <a:pt x="1" y="1"/>
                      <a:pt x="2557" y="65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6302;p49">
                <a:extLst>
                  <a:ext uri="{FF2B5EF4-FFF2-40B4-BE49-F238E27FC236}">
                    <a16:creationId xmlns:a16="http://schemas.microsoft.com/office/drawing/2014/main" id="{C249F0AE-5953-4B89-9084-31A4DA700000}"/>
                  </a:ext>
                </a:extLst>
              </p:cNvPr>
              <p:cNvSpPr/>
              <p:nvPr/>
            </p:nvSpPr>
            <p:spPr>
              <a:xfrm>
                <a:off x="5248275" y="1713050"/>
                <a:ext cx="68325" cy="95900"/>
              </a:xfrm>
              <a:custGeom>
                <a:avLst/>
                <a:gdLst/>
                <a:ahLst/>
                <a:cxnLst/>
                <a:rect l="l" t="t" r="r" b="b"/>
                <a:pathLst>
                  <a:path w="2733" h="3836" extrusionOk="0">
                    <a:moveTo>
                      <a:pt x="2382" y="1"/>
                    </a:moveTo>
                    <a:cubicBezTo>
                      <a:pt x="2382" y="51"/>
                      <a:pt x="2732" y="452"/>
                      <a:pt x="2732" y="452"/>
                    </a:cubicBezTo>
                    <a:cubicBezTo>
                      <a:pt x="2732" y="452"/>
                      <a:pt x="2056" y="1956"/>
                      <a:pt x="1805" y="2607"/>
                    </a:cubicBezTo>
                    <a:cubicBezTo>
                      <a:pt x="1555" y="3284"/>
                      <a:pt x="903" y="3835"/>
                      <a:pt x="903" y="3835"/>
                    </a:cubicBezTo>
                    <a:lnTo>
                      <a:pt x="1" y="2858"/>
                    </a:lnTo>
                    <a:cubicBezTo>
                      <a:pt x="1229" y="2206"/>
                      <a:pt x="2382" y="1"/>
                      <a:pt x="23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6303;p49">
                <a:extLst>
                  <a:ext uri="{FF2B5EF4-FFF2-40B4-BE49-F238E27FC236}">
                    <a16:creationId xmlns:a16="http://schemas.microsoft.com/office/drawing/2014/main" id="{8FEC9E50-5B51-46E4-BD60-7A4617163F63}"/>
                  </a:ext>
                </a:extLst>
              </p:cNvPr>
              <p:cNvSpPr/>
              <p:nvPr/>
            </p:nvSpPr>
            <p:spPr>
              <a:xfrm>
                <a:off x="5635500" y="1972450"/>
                <a:ext cx="132850" cy="62700"/>
              </a:xfrm>
              <a:custGeom>
                <a:avLst/>
                <a:gdLst/>
                <a:ahLst/>
                <a:cxnLst/>
                <a:rect l="l" t="t" r="r" b="b"/>
                <a:pathLst>
                  <a:path w="5314" h="2508" extrusionOk="0">
                    <a:moveTo>
                      <a:pt x="427" y="477"/>
                    </a:moveTo>
                    <a:cubicBezTo>
                      <a:pt x="427" y="477"/>
                      <a:pt x="1379" y="201"/>
                      <a:pt x="2106" y="201"/>
                    </a:cubicBezTo>
                    <a:cubicBezTo>
                      <a:pt x="2833" y="226"/>
                      <a:pt x="3559" y="1"/>
                      <a:pt x="3710" y="1"/>
                    </a:cubicBezTo>
                    <a:cubicBezTo>
                      <a:pt x="3860" y="26"/>
                      <a:pt x="3810" y="577"/>
                      <a:pt x="2807" y="703"/>
                    </a:cubicBezTo>
                    <a:cubicBezTo>
                      <a:pt x="3635" y="928"/>
                      <a:pt x="4336" y="1053"/>
                      <a:pt x="4838" y="903"/>
                    </a:cubicBezTo>
                    <a:cubicBezTo>
                      <a:pt x="5314" y="728"/>
                      <a:pt x="5264" y="1404"/>
                      <a:pt x="4838" y="1855"/>
                    </a:cubicBezTo>
                    <a:cubicBezTo>
                      <a:pt x="4412" y="2307"/>
                      <a:pt x="3685" y="2382"/>
                      <a:pt x="3208" y="2432"/>
                    </a:cubicBezTo>
                    <a:cubicBezTo>
                      <a:pt x="2707" y="2507"/>
                      <a:pt x="777" y="2131"/>
                      <a:pt x="201" y="1906"/>
                    </a:cubicBezTo>
                    <a:cubicBezTo>
                      <a:pt x="0" y="778"/>
                      <a:pt x="427" y="477"/>
                      <a:pt x="427" y="477"/>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6304;p49">
                <a:extLst>
                  <a:ext uri="{FF2B5EF4-FFF2-40B4-BE49-F238E27FC236}">
                    <a16:creationId xmlns:a16="http://schemas.microsoft.com/office/drawing/2014/main" id="{0AEEA5E2-5C7D-4BD1-AB0F-B7A353740A3A}"/>
                  </a:ext>
                </a:extLst>
              </p:cNvPr>
              <p:cNvSpPr/>
              <p:nvPr/>
            </p:nvSpPr>
            <p:spPr>
              <a:xfrm>
                <a:off x="5216950" y="1722450"/>
                <a:ext cx="31350" cy="79600"/>
              </a:xfrm>
              <a:custGeom>
                <a:avLst/>
                <a:gdLst/>
                <a:ahLst/>
                <a:cxnLst/>
                <a:rect l="l" t="t" r="r" b="b"/>
                <a:pathLst>
                  <a:path w="1254" h="3184" extrusionOk="0">
                    <a:moveTo>
                      <a:pt x="677" y="101"/>
                    </a:moveTo>
                    <a:cubicBezTo>
                      <a:pt x="752" y="1"/>
                      <a:pt x="953" y="1981"/>
                      <a:pt x="1254" y="2482"/>
                    </a:cubicBezTo>
                    <a:cubicBezTo>
                      <a:pt x="677" y="3033"/>
                      <a:pt x="326" y="3184"/>
                      <a:pt x="326" y="3184"/>
                    </a:cubicBezTo>
                    <a:cubicBezTo>
                      <a:pt x="326" y="3184"/>
                      <a:pt x="1" y="953"/>
                      <a:pt x="677" y="10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6305;p49">
                <a:extLst>
                  <a:ext uri="{FF2B5EF4-FFF2-40B4-BE49-F238E27FC236}">
                    <a16:creationId xmlns:a16="http://schemas.microsoft.com/office/drawing/2014/main" id="{CCC0B3B5-CAB5-4B90-95BB-85189B8B95D6}"/>
                  </a:ext>
                </a:extLst>
              </p:cNvPr>
              <p:cNvSpPr/>
              <p:nvPr/>
            </p:nvSpPr>
            <p:spPr>
              <a:xfrm>
                <a:off x="5230725" y="1783850"/>
                <a:ext cx="36375" cy="37000"/>
              </a:xfrm>
              <a:custGeom>
                <a:avLst/>
                <a:gdLst/>
                <a:ahLst/>
                <a:cxnLst/>
                <a:rect l="l" t="t" r="r" b="b"/>
                <a:pathLst>
                  <a:path w="1455" h="1480" extrusionOk="0">
                    <a:moveTo>
                      <a:pt x="778" y="1"/>
                    </a:moveTo>
                    <a:lnTo>
                      <a:pt x="1" y="452"/>
                    </a:lnTo>
                    <a:cubicBezTo>
                      <a:pt x="176" y="1079"/>
                      <a:pt x="201" y="1480"/>
                      <a:pt x="201" y="1480"/>
                    </a:cubicBezTo>
                    <a:lnTo>
                      <a:pt x="903" y="1480"/>
                    </a:lnTo>
                    <a:lnTo>
                      <a:pt x="1455" y="72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6306;p49">
                <a:extLst>
                  <a:ext uri="{FF2B5EF4-FFF2-40B4-BE49-F238E27FC236}">
                    <a16:creationId xmlns:a16="http://schemas.microsoft.com/office/drawing/2014/main" id="{23FDF233-2F95-443C-A87D-5174B74EE84A}"/>
                  </a:ext>
                </a:extLst>
              </p:cNvPr>
              <p:cNvSpPr/>
              <p:nvPr/>
            </p:nvSpPr>
            <p:spPr>
              <a:xfrm>
                <a:off x="5209425" y="1813300"/>
                <a:ext cx="45150" cy="268825"/>
              </a:xfrm>
              <a:custGeom>
                <a:avLst/>
                <a:gdLst/>
                <a:ahLst/>
                <a:cxnLst/>
                <a:rect l="l" t="t" r="r" b="b"/>
                <a:pathLst>
                  <a:path w="1806" h="10753" extrusionOk="0">
                    <a:moveTo>
                      <a:pt x="1053" y="302"/>
                    </a:moveTo>
                    <a:cubicBezTo>
                      <a:pt x="1" y="5815"/>
                      <a:pt x="101" y="9224"/>
                      <a:pt x="101" y="9224"/>
                    </a:cubicBezTo>
                    <a:lnTo>
                      <a:pt x="627" y="10753"/>
                    </a:lnTo>
                    <a:lnTo>
                      <a:pt x="1805" y="9049"/>
                    </a:lnTo>
                    <a:cubicBezTo>
                      <a:pt x="1805" y="9049"/>
                      <a:pt x="953" y="2557"/>
                      <a:pt x="1755" y="302"/>
                    </a:cubicBezTo>
                    <a:cubicBezTo>
                      <a:pt x="1329" y="1"/>
                      <a:pt x="1053" y="302"/>
                      <a:pt x="1053" y="30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6307;p49">
                <a:extLst>
                  <a:ext uri="{FF2B5EF4-FFF2-40B4-BE49-F238E27FC236}">
                    <a16:creationId xmlns:a16="http://schemas.microsoft.com/office/drawing/2014/main" id="{A4422F11-E353-4731-8453-B38C46E2F495}"/>
                  </a:ext>
                </a:extLst>
              </p:cNvPr>
              <p:cNvSpPr/>
              <p:nvPr/>
            </p:nvSpPr>
            <p:spPr>
              <a:xfrm>
                <a:off x="3940000" y="1902900"/>
                <a:ext cx="374725" cy="162950"/>
              </a:xfrm>
              <a:custGeom>
                <a:avLst/>
                <a:gdLst/>
                <a:ahLst/>
                <a:cxnLst/>
                <a:rect l="l" t="t" r="r" b="b"/>
                <a:pathLst>
                  <a:path w="14989" h="6518" extrusionOk="0">
                    <a:moveTo>
                      <a:pt x="1805" y="151"/>
                    </a:moveTo>
                    <a:cubicBezTo>
                      <a:pt x="1805" y="151"/>
                      <a:pt x="5389" y="2683"/>
                      <a:pt x="6868" y="3510"/>
                    </a:cubicBezTo>
                    <a:cubicBezTo>
                      <a:pt x="8372" y="4337"/>
                      <a:pt x="14186" y="1053"/>
                      <a:pt x="14186" y="1053"/>
                    </a:cubicBezTo>
                    <a:cubicBezTo>
                      <a:pt x="14186" y="1053"/>
                      <a:pt x="14988" y="1480"/>
                      <a:pt x="14637" y="2733"/>
                    </a:cubicBezTo>
                    <a:cubicBezTo>
                      <a:pt x="10828" y="5314"/>
                      <a:pt x="7996" y="6517"/>
                      <a:pt x="6868" y="6267"/>
                    </a:cubicBezTo>
                    <a:cubicBezTo>
                      <a:pt x="5740" y="6016"/>
                      <a:pt x="2306" y="4011"/>
                      <a:pt x="1153" y="3384"/>
                    </a:cubicBezTo>
                    <a:cubicBezTo>
                      <a:pt x="1" y="2758"/>
                      <a:pt x="226" y="1"/>
                      <a:pt x="1805" y="151"/>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6308;p49">
                <a:extLst>
                  <a:ext uri="{FF2B5EF4-FFF2-40B4-BE49-F238E27FC236}">
                    <a16:creationId xmlns:a16="http://schemas.microsoft.com/office/drawing/2014/main" id="{B7DF3B74-A18C-499D-804B-0F07BF43E4F9}"/>
                  </a:ext>
                </a:extLst>
              </p:cNvPr>
              <p:cNvSpPr/>
              <p:nvPr/>
            </p:nvSpPr>
            <p:spPr>
              <a:xfrm>
                <a:off x="3968825" y="2921075"/>
                <a:ext cx="16325" cy="52050"/>
              </a:xfrm>
              <a:custGeom>
                <a:avLst/>
                <a:gdLst/>
                <a:ahLst/>
                <a:cxnLst/>
                <a:rect l="l" t="t" r="r" b="b"/>
                <a:pathLst>
                  <a:path w="653" h="2082" extrusionOk="0">
                    <a:moveTo>
                      <a:pt x="0" y="26"/>
                    </a:moveTo>
                    <a:cubicBezTo>
                      <a:pt x="76" y="1054"/>
                      <a:pt x="176" y="2081"/>
                      <a:pt x="176" y="2081"/>
                    </a:cubicBezTo>
                    <a:lnTo>
                      <a:pt x="401" y="2081"/>
                    </a:lnTo>
                    <a:cubicBezTo>
                      <a:pt x="401" y="2081"/>
                      <a:pt x="401" y="527"/>
                      <a:pt x="652" y="853"/>
                    </a:cubicBezTo>
                    <a:cubicBezTo>
                      <a:pt x="627" y="1"/>
                      <a:pt x="0" y="26"/>
                      <a:pt x="0" y="26"/>
                    </a:cubicBezTo>
                    <a:close/>
                  </a:path>
                </a:pathLst>
              </a:custGeom>
              <a:solidFill>
                <a:srgbClr val="112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6309;p49">
                <a:extLst>
                  <a:ext uri="{FF2B5EF4-FFF2-40B4-BE49-F238E27FC236}">
                    <a16:creationId xmlns:a16="http://schemas.microsoft.com/office/drawing/2014/main" id="{4BD9A29D-0F5D-4BCE-9C46-2316B6E69460}"/>
                  </a:ext>
                </a:extLst>
              </p:cNvPr>
              <p:cNvSpPr/>
              <p:nvPr/>
            </p:nvSpPr>
            <p:spPr>
              <a:xfrm>
                <a:off x="3951275" y="2533875"/>
                <a:ext cx="107175" cy="446750"/>
              </a:xfrm>
              <a:custGeom>
                <a:avLst/>
                <a:gdLst/>
                <a:ahLst/>
                <a:cxnLst/>
                <a:rect l="l" t="t" r="r" b="b"/>
                <a:pathLst>
                  <a:path w="4287" h="17870" extrusionOk="0">
                    <a:moveTo>
                      <a:pt x="3885" y="17268"/>
                    </a:moveTo>
                    <a:cubicBezTo>
                      <a:pt x="4011" y="17268"/>
                      <a:pt x="4161" y="17143"/>
                      <a:pt x="4286" y="16968"/>
                    </a:cubicBezTo>
                    <a:cubicBezTo>
                      <a:pt x="4061" y="16692"/>
                      <a:pt x="3810" y="16416"/>
                      <a:pt x="3660" y="16216"/>
                    </a:cubicBezTo>
                    <a:cubicBezTo>
                      <a:pt x="3184" y="15514"/>
                      <a:pt x="2382" y="13985"/>
                      <a:pt x="2332" y="13308"/>
                    </a:cubicBezTo>
                    <a:cubicBezTo>
                      <a:pt x="2281" y="12632"/>
                      <a:pt x="2707" y="5439"/>
                      <a:pt x="2833" y="4562"/>
                    </a:cubicBezTo>
                    <a:cubicBezTo>
                      <a:pt x="2933" y="3684"/>
                      <a:pt x="3259" y="376"/>
                      <a:pt x="3234" y="176"/>
                    </a:cubicBezTo>
                    <a:cubicBezTo>
                      <a:pt x="3209" y="0"/>
                      <a:pt x="151" y="1353"/>
                      <a:pt x="151" y="1353"/>
                    </a:cubicBezTo>
                    <a:cubicBezTo>
                      <a:pt x="201" y="1629"/>
                      <a:pt x="602" y="3358"/>
                      <a:pt x="452" y="4461"/>
                    </a:cubicBezTo>
                    <a:cubicBezTo>
                      <a:pt x="276" y="5564"/>
                      <a:pt x="1" y="6291"/>
                      <a:pt x="151" y="8095"/>
                    </a:cubicBezTo>
                    <a:cubicBezTo>
                      <a:pt x="301" y="9900"/>
                      <a:pt x="1179" y="12807"/>
                      <a:pt x="878" y="14186"/>
                    </a:cubicBezTo>
                    <a:cubicBezTo>
                      <a:pt x="878" y="14211"/>
                      <a:pt x="878" y="14236"/>
                      <a:pt x="878" y="14261"/>
                    </a:cubicBezTo>
                    <a:cubicBezTo>
                      <a:pt x="1755" y="15489"/>
                      <a:pt x="2081" y="17870"/>
                      <a:pt x="3885" y="1726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6310;p49">
                <a:extLst>
                  <a:ext uri="{FF2B5EF4-FFF2-40B4-BE49-F238E27FC236}">
                    <a16:creationId xmlns:a16="http://schemas.microsoft.com/office/drawing/2014/main" id="{7B7D00FA-5C14-4388-A6DA-55CFF0370B40}"/>
                  </a:ext>
                </a:extLst>
              </p:cNvPr>
              <p:cNvSpPr/>
              <p:nvPr/>
            </p:nvSpPr>
            <p:spPr>
              <a:xfrm>
                <a:off x="3965700" y="2890375"/>
                <a:ext cx="119075" cy="107800"/>
              </a:xfrm>
              <a:custGeom>
                <a:avLst/>
                <a:gdLst/>
                <a:ahLst/>
                <a:cxnLst/>
                <a:rect l="l" t="t" r="r" b="b"/>
                <a:pathLst>
                  <a:path w="4763" h="4312" extrusionOk="0">
                    <a:moveTo>
                      <a:pt x="3709" y="2708"/>
                    </a:moveTo>
                    <a:cubicBezTo>
                      <a:pt x="3584" y="2883"/>
                      <a:pt x="3434" y="3008"/>
                      <a:pt x="3308" y="3008"/>
                    </a:cubicBezTo>
                    <a:cubicBezTo>
                      <a:pt x="1504" y="3610"/>
                      <a:pt x="1178" y="1229"/>
                      <a:pt x="301" y="1"/>
                    </a:cubicBezTo>
                    <a:cubicBezTo>
                      <a:pt x="0" y="1304"/>
                      <a:pt x="125" y="1454"/>
                      <a:pt x="376" y="1630"/>
                    </a:cubicBezTo>
                    <a:cubicBezTo>
                      <a:pt x="602" y="1830"/>
                      <a:pt x="1454" y="2858"/>
                      <a:pt x="1604" y="3585"/>
                    </a:cubicBezTo>
                    <a:cubicBezTo>
                      <a:pt x="1755" y="4312"/>
                      <a:pt x="4035" y="4236"/>
                      <a:pt x="4461" y="4086"/>
                    </a:cubicBezTo>
                    <a:cubicBezTo>
                      <a:pt x="4762" y="3986"/>
                      <a:pt x="4236" y="3334"/>
                      <a:pt x="3709" y="2708"/>
                    </a:cubicBezTo>
                    <a:close/>
                  </a:path>
                </a:pathLst>
              </a:custGeom>
              <a:solidFill>
                <a:srgbClr val="112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6311;p49">
                <a:extLst>
                  <a:ext uri="{FF2B5EF4-FFF2-40B4-BE49-F238E27FC236}">
                    <a16:creationId xmlns:a16="http://schemas.microsoft.com/office/drawing/2014/main" id="{6CEB7F5C-ADBA-49D8-85F3-BEB6C32E1DF0}"/>
                  </a:ext>
                </a:extLst>
              </p:cNvPr>
              <p:cNvSpPr/>
              <p:nvPr/>
            </p:nvSpPr>
            <p:spPr>
              <a:xfrm>
                <a:off x="3823450" y="2538250"/>
                <a:ext cx="99025" cy="525725"/>
              </a:xfrm>
              <a:custGeom>
                <a:avLst/>
                <a:gdLst/>
                <a:ahLst/>
                <a:cxnLst/>
                <a:rect l="l" t="t" r="r" b="b"/>
                <a:pathLst>
                  <a:path w="3961" h="21029" extrusionOk="0">
                    <a:moveTo>
                      <a:pt x="2708" y="7369"/>
                    </a:moveTo>
                    <a:cubicBezTo>
                      <a:pt x="2607" y="8171"/>
                      <a:pt x="2131" y="14361"/>
                      <a:pt x="2206" y="15389"/>
                    </a:cubicBezTo>
                    <a:cubicBezTo>
                      <a:pt x="2257" y="16016"/>
                      <a:pt x="2557" y="16993"/>
                      <a:pt x="2758" y="17795"/>
                    </a:cubicBezTo>
                    <a:cubicBezTo>
                      <a:pt x="2858" y="18296"/>
                      <a:pt x="2933" y="18722"/>
                      <a:pt x="2858" y="18923"/>
                    </a:cubicBezTo>
                    <a:cubicBezTo>
                      <a:pt x="2683" y="19449"/>
                      <a:pt x="2683" y="21028"/>
                      <a:pt x="1830" y="20677"/>
                    </a:cubicBezTo>
                    <a:cubicBezTo>
                      <a:pt x="978" y="20326"/>
                      <a:pt x="402" y="19224"/>
                      <a:pt x="577" y="18021"/>
                    </a:cubicBezTo>
                    <a:cubicBezTo>
                      <a:pt x="753" y="16793"/>
                      <a:pt x="552" y="16216"/>
                      <a:pt x="602" y="15489"/>
                    </a:cubicBezTo>
                    <a:cubicBezTo>
                      <a:pt x="652" y="14762"/>
                      <a:pt x="151" y="10276"/>
                      <a:pt x="76" y="8672"/>
                    </a:cubicBezTo>
                    <a:cubicBezTo>
                      <a:pt x="1" y="7068"/>
                      <a:pt x="527" y="6291"/>
                      <a:pt x="577" y="5239"/>
                    </a:cubicBezTo>
                    <a:cubicBezTo>
                      <a:pt x="627" y="4161"/>
                      <a:pt x="302" y="1930"/>
                      <a:pt x="302" y="1930"/>
                    </a:cubicBezTo>
                    <a:cubicBezTo>
                      <a:pt x="302" y="1930"/>
                      <a:pt x="3961" y="1"/>
                      <a:pt x="3660" y="2331"/>
                    </a:cubicBezTo>
                    <a:cubicBezTo>
                      <a:pt x="3359" y="4662"/>
                      <a:pt x="2783" y="6567"/>
                      <a:pt x="2708" y="736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6312;p49">
                <a:extLst>
                  <a:ext uri="{FF2B5EF4-FFF2-40B4-BE49-F238E27FC236}">
                    <a16:creationId xmlns:a16="http://schemas.microsoft.com/office/drawing/2014/main" id="{0684B09C-2549-4E1E-84B3-2068268F7A4E}"/>
                  </a:ext>
                </a:extLst>
              </p:cNvPr>
              <p:cNvSpPr/>
              <p:nvPr/>
            </p:nvSpPr>
            <p:spPr>
              <a:xfrm>
                <a:off x="3783350" y="2247525"/>
                <a:ext cx="268200" cy="420450"/>
              </a:xfrm>
              <a:custGeom>
                <a:avLst/>
                <a:gdLst/>
                <a:ahLst/>
                <a:cxnLst/>
                <a:rect l="l" t="t" r="r" b="b"/>
                <a:pathLst>
                  <a:path w="10728" h="16818" extrusionOk="0">
                    <a:moveTo>
                      <a:pt x="502" y="1379"/>
                    </a:moveTo>
                    <a:cubicBezTo>
                      <a:pt x="1" y="3885"/>
                      <a:pt x="1204" y="5564"/>
                      <a:pt x="1404" y="6141"/>
                    </a:cubicBezTo>
                    <a:cubicBezTo>
                      <a:pt x="1630" y="6717"/>
                      <a:pt x="928" y="13860"/>
                      <a:pt x="928" y="13860"/>
                    </a:cubicBezTo>
                    <a:cubicBezTo>
                      <a:pt x="2858" y="16818"/>
                      <a:pt x="9625" y="14988"/>
                      <a:pt x="10728" y="13133"/>
                    </a:cubicBezTo>
                    <a:cubicBezTo>
                      <a:pt x="10577" y="8722"/>
                      <a:pt x="10201" y="1529"/>
                      <a:pt x="10226" y="752"/>
                    </a:cubicBezTo>
                    <a:cubicBezTo>
                      <a:pt x="10277" y="0"/>
                      <a:pt x="502" y="1379"/>
                      <a:pt x="502" y="137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6313;p49">
                <a:extLst>
                  <a:ext uri="{FF2B5EF4-FFF2-40B4-BE49-F238E27FC236}">
                    <a16:creationId xmlns:a16="http://schemas.microsoft.com/office/drawing/2014/main" id="{86F27E8B-AFCA-4F93-B3D9-46EBF47C3DD7}"/>
                  </a:ext>
                </a:extLst>
              </p:cNvPr>
              <p:cNvSpPr/>
              <p:nvPr/>
            </p:nvSpPr>
            <p:spPr>
              <a:xfrm>
                <a:off x="3833475" y="2983125"/>
                <a:ext cx="65825" cy="80850"/>
              </a:xfrm>
              <a:custGeom>
                <a:avLst/>
                <a:gdLst/>
                <a:ahLst/>
                <a:cxnLst/>
                <a:rect l="l" t="t" r="r" b="b"/>
                <a:pathLst>
                  <a:path w="2633" h="3234" extrusionOk="0">
                    <a:moveTo>
                      <a:pt x="2607" y="1203"/>
                    </a:moveTo>
                    <a:cubicBezTo>
                      <a:pt x="2557" y="2256"/>
                      <a:pt x="2282" y="3233"/>
                      <a:pt x="1429" y="2882"/>
                    </a:cubicBezTo>
                    <a:cubicBezTo>
                      <a:pt x="577" y="2531"/>
                      <a:pt x="1" y="1429"/>
                      <a:pt x="176" y="226"/>
                    </a:cubicBezTo>
                    <a:cubicBezTo>
                      <a:pt x="627" y="1554"/>
                      <a:pt x="2382" y="1504"/>
                      <a:pt x="2357" y="0"/>
                    </a:cubicBezTo>
                    <a:cubicBezTo>
                      <a:pt x="2457" y="501"/>
                      <a:pt x="2632" y="978"/>
                      <a:pt x="2607" y="1203"/>
                    </a:cubicBezTo>
                    <a:close/>
                  </a:path>
                </a:pathLst>
              </a:custGeom>
              <a:solidFill>
                <a:srgbClr val="112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6314;p49">
                <a:extLst>
                  <a:ext uri="{FF2B5EF4-FFF2-40B4-BE49-F238E27FC236}">
                    <a16:creationId xmlns:a16="http://schemas.microsoft.com/office/drawing/2014/main" id="{94FE0C20-7013-4B28-8EDD-F455435CC9DF}"/>
                  </a:ext>
                </a:extLst>
              </p:cNvPr>
              <p:cNvSpPr/>
              <p:nvPr/>
            </p:nvSpPr>
            <p:spPr>
              <a:xfrm>
                <a:off x="3914300" y="1699275"/>
                <a:ext cx="85875" cy="174200"/>
              </a:xfrm>
              <a:custGeom>
                <a:avLst/>
                <a:gdLst/>
                <a:ahLst/>
                <a:cxnLst/>
                <a:rect l="l" t="t" r="r" b="b"/>
                <a:pathLst>
                  <a:path w="3435" h="6968" extrusionOk="0">
                    <a:moveTo>
                      <a:pt x="1856" y="0"/>
                    </a:moveTo>
                    <a:cubicBezTo>
                      <a:pt x="3008" y="1128"/>
                      <a:pt x="3410" y="2081"/>
                      <a:pt x="3234" y="3183"/>
                    </a:cubicBezTo>
                    <a:cubicBezTo>
                      <a:pt x="3059" y="4261"/>
                      <a:pt x="2858" y="5640"/>
                      <a:pt x="3435" y="6066"/>
                    </a:cubicBezTo>
                    <a:cubicBezTo>
                      <a:pt x="2232" y="6968"/>
                      <a:pt x="1" y="5640"/>
                      <a:pt x="51" y="5389"/>
                    </a:cubicBezTo>
                    <a:cubicBezTo>
                      <a:pt x="101" y="5163"/>
                      <a:pt x="1304" y="1655"/>
                      <a:pt x="1404" y="163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6315;p49">
                <a:extLst>
                  <a:ext uri="{FF2B5EF4-FFF2-40B4-BE49-F238E27FC236}">
                    <a16:creationId xmlns:a16="http://schemas.microsoft.com/office/drawing/2014/main" id="{567565C4-6D6A-430A-92A0-19AC5535D223}"/>
                  </a:ext>
                </a:extLst>
              </p:cNvPr>
              <p:cNvSpPr/>
              <p:nvPr/>
            </p:nvSpPr>
            <p:spPr>
              <a:xfrm>
                <a:off x="3732600" y="1875350"/>
                <a:ext cx="318950" cy="508800"/>
              </a:xfrm>
              <a:custGeom>
                <a:avLst/>
                <a:gdLst/>
                <a:ahLst/>
                <a:cxnLst/>
                <a:rect l="l" t="t" r="r" b="b"/>
                <a:pathLst>
                  <a:path w="12758" h="20352" extrusionOk="0">
                    <a:moveTo>
                      <a:pt x="10101" y="1253"/>
                    </a:moveTo>
                    <a:cubicBezTo>
                      <a:pt x="7620" y="0"/>
                      <a:pt x="3334" y="727"/>
                      <a:pt x="1680" y="2556"/>
                    </a:cubicBezTo>
                    <a:cubicBezTo>
                      <a:pt x="1" y="4411"/>
                      <a:pt x="3510" y="7795"/>
                      <a:pt x="4086" y="9750"/>
                    </a:cubicBezTo>
                    <a:cubicBezTo>
                      <a:pt x="4687" y="11704"/>
                      <a:pt x="677" y="17193"/>
                      <a:pt x="1981" y="18872"/>
                    </a:cubicBezTo>
                    <a:cubicBezTo>
                      <a:pt x="4587" y="20351"/>
                      <a:pt x="12056" y="19323"/>
                      <a:pt x="12758" y="17118"/>
                    </a:cubicBezTo>
                    <a:cubicBezTo>
                      <a:pt x="12733" y="13860"/>
                      <a:pt x="10778" y="10978"/>
                      <a:pt x="11254" y="9624"/>
                    </a:cubicBezTo>
                    <a:cubicBezTo>
                      <a:pt x="11279" y="8747"/>
                      <a:pt x="12532" y="5890"/>
                      <a:pt x="12031" y="4787"/>
                    </a:cubicBezTo>
                    <a:cubicBezTo>
                      <a:pt x="11003" y="2556"/>
                      <a:pt x="11229" y="1930"/>
                      <a:pt x="10101" y="125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6316;p49">
                <a:extLst>
                  <a:ext uri="{FF2B5EF4-FFF2-40B4-BE49-F238E27FC236}">
                    <a16:creationId xmlns:a16="http://schemas.microsoft.com/office/drawing/2014/main" id="{53163BB5-CC37-4E6A-90AC-D34C93E12BC6}"/>
                  </a:ext>
                </a:extLst>
              </p:cNvPr>
              <p:cNvSpPr/>
              <p:nvPr/>
            </p:nvSpPr>
            <p:spPr>
              <a:xfrm>
                <a:off x="3846025" y="1688625"/>
                <a:ext cx="140375" cy="200525"/>
              </a:xfrm>
              <a:custGeom>
                <a:avLst/>
                <a:gdLst/>
                <a:ahLst/>
                <a:cxnLst/>
                <a:rect l="l" t="t" r="r" b="b"/>
                <a:pathLst>
                  <a:path w="5615" h="8021" extrusionOk="0">
                    <a:moveTo>
                      <a:pt x="5288" y="1930"/>
                    </a:moveTo>
                    <a:cubicBezTo>
                      <a:pt x="5288" y="1930"/>
                      <a:pt x="5614" y="3108"/>
                      <a:pt x="5489" y="4061"/>
                    </a:cubicBezTo>
                    <a:cubicBezTo>
                      <a:pt x="5364" y="4988"/>
                      <a:pt x="5288" y="6843"/>
                      <a:pt x="4461" y="7444"/>
                    </a:cubicBezTo>
                    <a:cubicBezTo>
                      <a:pt x="3634" y="8020"/>
                      <a:pt x="2456" y="7344"/>
                      <a:pt x="1654" y="6667"/>
                    </a:cubicBezTo>
                    <a:cubicBezTo>
                      <a:pt x="877" y="6015"/>
                      <a:pt x="50" y="4787"/>
                      <a:pt x="25" y="3284"/>
                    </a:cubicBezTo>
                    <a:cubicBezTo>
                      <a:pt x="0" y="1805"/>
                      <a:pt x="602" y="0"/>
                      <a:pt x="2732" y="76"/>
                    </a:cubicBezTo>
                    <a:cubicBezTo>
                      <a:pt x="4862" y="176"/>
                      <a:pt x="5288" y="1930"/>
                      <a:pt x="5288" y="193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6317;p49">
                <a:extLst>
                  <a:ext uri="{FF2B5EF4-FFF2-40B4-BE49-F238E27FC236}">
                    <a16:creationId xmlns:a16="http://schemas.microsoft.com/office/drawing/2014/main" id="{6B025A2A-F33F-486A-A3C2-2A6A6BF5F982}"/>
                  </a:ext>
                </a:extLst>
              </p:cNvPr>
              <p:cNvSpPr/>
              <p:nvPr/>
            </p:nvSpPr>
            <p:spPr>
              <a:xfrm>
                <a:off x="3879225" y="1842750"/>
                <a:ext cx="72075" cy="127225"/>
              </a:xfrm>
              <a:custGeom>
                <a:avLst/>
                <a:gdLst/>
                <a:ahLst/>
                <a:cxnLst/>
                <a:rect l="l" t="t" r="r" b="b"/>
                <a:pathLst>
                  <a:path w="2883" h="5089" extrusionOk="0">
                    <a:moveTo>
                      <a:pt x="301" y="1"/>
                    </a:moveTo>
                    <a:cubicBezTo>
                      <a:pt x="301" y="1"/>
                      <a:pt x="452" y="1906"/>
                      <a:pt x="26" y="2607"/>
                    </a:cubicBezTo>
                    <a:cubicBezTo>
                      <a:pt x="0" y="3084"/>
                      <a:pt x="1128" y="5089"/>
                      <a:pt x="2231" y="4738"/>
                    </a:cubicBezTo>
                    <a:cubicBezTo>
                      <a:pt x="2883" y="4537"/>
                      <a:pt x="2807" y="3610"/>
                      <a:pt x="2807" y="3610"/>
                    </a:cubicBezTo>
                    <a:cubicBezTo>
                      <a:pt x="2732" y="2908"/>
                      <a:pt x="2807" y="1229"/>
                      <a:pt x="2807" y="122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6318;p49">
                <a:extLst>
                  <a:ext uri="{FF2B5EF4-FFF2-40B4-BE49-F238E27FC236}">
                    <a16:creationId xmlns:a16="http://schemas.microsoft.com/office/drawing/2014/main" id="{77356798-B37C-454F-AB1D-5A09AD84DDCA}"/>
                  </a:ext>
                </a:extLst>
              </p:cNvPr>
              <p:cNvSpPr/>
              <p:nvPr/>
            </p:nvSpPr>
            <p:spPr>
              <a:xfrm>
                <a:off x="3804025" y="1672950"/>
                <a:ext cx="124725" cy="223100"/>
              </a:xfrm>
              <a:custGeom>
                <a:avLst/>
                <a:gdLst/>
                <a:ahLst/>
                <a:cxnLst/>
                <a:rect l="l" t="t" r="r" b="b"/>
                <a:pathLst>
                  <a:path w="4989" h="8924" extrusionOk="0">
                    <a:moveTo>
                      <a:pt x="4988" y="2607"/>
                    </a:moveTo>
                    <a:cubicBezTo>
                      <a:pt x="4562" y="4136"/>
                      <a:pt x="3209" y="4487"/>
                      <a:pt x="3209" y="4487"/>
                    </a:cubicBezTo>
                    <a:cubicBezTo>
                      <a:pt x="3008" y="6517"/>
                      <a:pt x="3485" y="7971"/>
                      <a:pt x="4136" y="8297"/>
                    </a:cubicBezTo>
                    <a:cubicBezTo>
                      <a:pt x="2357" y="8923"/>
                      <a:pt x="1329" y="8447"/>
                      <a:pt x="853" y="7495"/>
                    </a:cubicBezTo>
                    <a:cubicBezTo>
                      <a:pt x="377" y="6542"/>
                      <a:pt x="1" y="2457"/>
                      <a:pt x="1981" y="1229"/>
                    </a:cubicBezTo>
                    <a:cubicBezTo>
                      <a:pt x="3986" y="1"/>
                      <a:pt x="4988" y="2607"/>
                      <a:pt x="4988" y="260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6319;p49">
                <a:extLst>
                  <a:ext uri="{FF2B5EF4-FFF2-40B4-BE49-F238E27FC236}">
                    <a16:creationId xmlns:a16="http://schemas.microsoft.com/office/drawing/2014/main" id="{857ADFB0-AD5F-4330-BF2D-7267F125E9D0}"/>
                  </a:ext>
                </a:extLst>
              </p:cNvPr>
              <p:cNvSpPr/>
              <p:nvPr/>
            </p:nvSpPr>
            <p:spPr>
              <a:xfrm>
                <a:off x="3879850" y="1669825"/>
                <a:ext cx="104025" cy="90250"/>
              </a:xfrm>
              <a:custGeom>
                <a:avLst/>
                <a:gdLst/>
                <a:ahLst/>
                <a:cxnLst/>
                <a:rect l="l" t="t" r="r" b="b"/>
                <a:pathLst>
                  <a:path w="4161" h="3610" extrusionOk="0">
                    <a:moveTo>
                      <a:pt x="1955" y="2732"/>
                    </a:moveTo>
                    <a:cubicBezTo>
                      <a:pt x="2582" y="3559"/>
                      <a:pt x="3935" y="3610"/>
                      <a:pt x="4161" y="3559"/>
                    </a:cubicBezTo>
                    <a:cubicBezTo>
                      <a:pt x="4136" y="351"/>
                      <a:pt x="1028" y="0"/>
                      <a:pt x="1" y="1178"/>
                    </a:cubicBezTo>
                    <a:cubicBezTo>
                      <a:pt x="828" y="2782"/>
                      <a:pt x="1955" y="2732"/>
                      <a:pt x="1955" y="273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6320;p49">
                <a:extLst>
                  <a:ext uri="{FF2B5EF4-FFF2-40B4-BE49-F238E27FC236}">
                    <a16:creationId xmlns:a16="http://schemas.microsoft.com/office/drawing/2014/main" id="{BC64C789-8CFB-42E4-89FD-040514A43285}"/>
                  </a:ext>
                </a:extLst>
              </p:cNvPr>
              <p:cNvSpPr/>
              <p:nvPr/>
            </p:nvSpPr>
            <p:spPr>
              <a:xfrm>
                <a:off x="3853525" y="1943000"/>
                <a:ext cx="131625" cy="248775"/>
              </a:xfrm>
              <a:custGeom>
                <a:avLst/>
                <a:gdLst/>
                <a:ahLst/>
                <a:cxnLst/>
                <a:rect l="l" t="t" r="r" b="b"/>
                <a:pathLst>
                  <a:path w="5265" h="9951" extrusionOk="0">
                    <a:moveTo>
                      <a:pt x="602" y="6793"/>
                    </a:moveTo>
                    <a:cubicBezTo>
                      <a:pt x="728" y="6743"/>
                      <a:pt x="1" y="1003"/>
                      <a:pt x="1" y="1003"/>
                    </a:cubicBezTo>
                    <a:lnTo>
                      <a:pt x="5064" y="1"/>
                    </a:lnTo>
                    <a:lnTo>
                      <a:pt x="5264" y="8873"/>
                    </a:lnTo>
                    <a:lnTo>
                      <a:pt x="678" y="995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6321;p49">
                <a:extLst>
                  <a:ext uri="{FF2B5EF4-FFF2-40B4-BE49-F238E27FC236}">
                    <a16:creationId xmlns:a16="http://schemas.microsoft.com/office/drawing/2014/main" id="{C3FDB912-5D4C-41EE-850E-723597FDE42F}"/>
                  </a:ext>
                </a:extLst>
              </p:cNvPr>
              <p:cNvSpPr/>
              <p:nvPr/>
            </p:nvSpPr>
            <p:spPr>
              <a:xfrm>
                <a:off x="3936250" y="2018825"/>
                <a:ext cx="78975" cy="105925"/>
              </a:xfrm>
              <a:custGeom>
                <a:avLst/>
                <a:gdLst/>
                <a:ahLst/>
                <a:cxnLst/>
                <a:rect l="l" t="t" r="r" b="b"/>
                <a:pathLst>
                  <a:path w="3159" h="4237" extrusionOk="0">
                    <a:moveTo>
                      <a:pt x="0" y="2306"/>
                    </a:moveTo>
                    <a:cubicBezTo>
                      <a:pt x="0" y="2306"/>
                      <a:pt x="1604" y="727"/>
                      <a:pt x="1955" y="351"/>
                    </a:cubicBezTo>
                    <a:cubicBezTo>
                      <a:pt x="2331" y="0"/>
                      <a:pt x="2331" y="477"/>
                      <a:pt x="1855" y="1329"/>
                    </a:cubicBezTo>
                    <a:cubicBezTo>
                      <a:pt x="2582" y="1504"/>
                      <a:pt x="3058" y="2482"/>
                      <a:pt x="3108" y="2807"/>
                    </a:cubicBezTo>
                    <a:cubicBezTo>
                      <a:pt x="3158" y="3158"/>
                      <a:pt x="2231" y="4036"/>
                      <a:pt x="1955" y="4136"/>
                    </a:cubicBezTo>
                    <a:cubicBezTo>
                      <a:pt x="1704" y="4236"/>
                      <a:pt x="627" y="4136"/>
                      <a:pt x="627" y="413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322;p49">
                <a:extLst>
                  <a:ext uri="{FF2B5EF4-FFF2-40B4-BE49-F238E27FC236}">
                    <a16:creationId xmlns:a16="http://schemas.microsoft.com/office/drawing/2014/main" id="{58880200-30CF-46D4-B19D-E9E4C438AFCB}"/>
                  </a:ext>
                </a:extLst>
              </p:cNvPr>
              <p:cNvSpPr/>
              <p:nvPr/>
            </p:nvSpPr>
            <p:spPr>
              <a:xfrm>
                <a:off x="3748275" y="1927975"/>
                <a:ext cx="223075" cy="282600"/>
              </a:xfrm>
              <a:custGeom>
                <a:avLst/>
                <a:gdLst/>
                <a:ahLst/>
                <a:cxnLst/>
                <a:rect l="l" t="t" r="r" b="b"/>
                <a:pathLst>
                  <a:path w="8923" h="11304" extrusionOk="0">
                    <a:moveTo>
                      <a:pt x="1855" y="76"/>
                    </a:moveTo>
                    <a:cubicBezTo>
                      <a:pt x="3233" y="151"/>
                      <a:pt x="3459" y="7645"/>
                      <a:pt x="3459" y="7645"/>
                    </a:cubicBezTo>
                    <a:cubicBezTo>
                      <a:pt x="3459" y="7645"/>
                      <a:pt x="7243" y="5890"/>
                      <a:pt x="7519" y="5940"/>
                    </a:cubicBezTo>
                    <a:cubicBezTo>
                      <a:pt x="8923" y="6241"/>
                      <a:pt x="8146" y="7770"/>
                      <a:pt x="8146" y="7770"/>
                    </a:cubicBezTo>
                    <a:cubicBezTo>
                      <a:pt x="5188" y="10025"/>
                      <a:pt x="3985" y="11304"/>
                      <a:pt x="2532" y="11028"/>
                    </a:cubicBezTo>
                    <a:cubicBezTo>
                      <a:pt x="1103" y="10752"/>
                      <a:pt x="0" y="5589"/>
                      <a:pt x="50" y="3259"/>
                    </a:cubicBezTo>
                    <a:cubicBezTo>
                      <a:pt x="101" y="928"/>
                      <a:pt x="978" y="0"/>
                      <a:pt x="1855" y="76"/>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323;p49">
                <a:extLst>
                  <a:ext uri="{FF2B5EF4-FFF2-40B4-BE49-F238E27FC236}">
                    <a16:creationId xmlns:a16="http://schemas.microsoft.com/office/drawing/2014/main" id="{4C4086A4-2183-432C-9FE3-B628AE017CE4}"/>
                  </a:ext>
                </a:extLst>
              </p:cNvPr>
              <p:cNvSpPr/>
              <p:nvPr/>
            </p:nvSpPr>
            <p:spPr>
              <a:xfrm>
                <a:off x="4044000" y="1672325"/>
                <a:ext cx="1189275" cy="1189875"/>
              </a:xfrm>
              <a:custGeom>
                <a:avLst/>
                <a:gdLst/>
                <a:ahLst/>
                <a:cxnLst/>
                <a:rect l="l" t="t" r="r" b="b"/>
                <a:pathLst>
                  <a:path w="47571" h="47595" extrusionOk="0">
                    <a:moveTo>
                      <a:pt x="23786" y="1"/>
                    </a:moveTo>
                    <a:cubicBezTo>
                      <a:pt x="10653" y="1"/>
                      <a:pt x="1" y="10652"/>
                      <a:pt x="1" y="23785"/>
                    </a:cubicBezTo>
                    <a:cubicBezTo>
                      <a:pt x="1" y="26467"/>
                      <a:pt x="427" y="29049"/>
                      <a:pt x="1254" y="31455"/>
                    </a:cubicBezTo>
                    <a:cubicBezTo>
                      <a:pt x="4387" y="40703"/>
                      <a:pt x="13059" y="47369"/>
                      <a:pt x="23284" y="47570"/>
                    </a:cubicBezTo>
                    <a:cubicBezTo>
                      <a:pt x="23460" y="47595"/>
                      <a:pt x="23610" y="47595"/>
                      <a:pt x="23786" y="47595"/>
                    </a:cubicBezTo>
                    <a:cubicBezTo>
                      <a:pt x="23936" y="47595"/>
                      <a:pt x="24111" y="47570"/>
                      <a:pt x="24262" y="47570"/>
                    </a:cubicBezTo>
                    <a:cubicBezTo>
                      <a:pt x="34512" y="47369"/>
                      <a:pt x="43159" y="40703"/>
                      <a:pt x="46317" y="31455"/>
                    </a:cubicBezTo>
                    <a:cubicBezTo>
                      <a:pt x="47119" y="29049"/>
                      <a:pt x="47570" y="26467"/>
                      <a:pt x="47570" y="23785"/>
                    </a:cubicBezTo>
                    <a:cubicBezTo>
                      <a:pt x="47570" y="10652"/>
                      <a:pt x="36918" y="1"/>
                      <a:pt x="23786" y="1"/>
                    </a:cubicBezTo>
                    <a:close/>
                  </a:path>
                </a:pathLst>
              </a:custGeom>
              <a:solidFill>
                <a:srgbClr val="85C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324;p49">
                <a:extLst>
                  <a:ext uri="{FF2B5EF4-FFF2-40B4-BE49-F238E27FC236}">
                    <a16:creationId xmlns:a16="http://schemas.microsoft.com/office/drawing/2014/main" id="{BD9D02D4-27E1-4DB9-8DE0-27CD8E014353}"/>
                  </a:ext>
                </a:extLst>
              </p:cNvPr>
              <p:cNvSpPr/>
              <p:nvPr/>
            </p:nvSpPr>
            <p:spPr>
              <a:xfrm>
                <a:off x="4075350" y="2252525"/>
                <a:ext cx="1126575" cy="609675"/>
              </a:xfrm>
              <a:custGeom>
                <a:avLst/>
                <a:gdLst/>
                <a:ahLst/>
                <a:cxnLst/>
                <a:rect l="l" t="t" r="r" b="b"/>
                <a:pathLst>
                  <a:path w="45063" h="24387" extrusionOk="0">
                    <a:moveTo>
                      <a:pt x="22532" y="1"/>
                    </a:moveTo>
                    <a:cubicBezTo>
                      <a:pt x="12080" y="1"/>
                      <a:pt x="3183" y="3434"/>
                      <a:pt x="0" y="8247"/>
                    </a:cubicBezTo>
                    <a:cubicBezTo>
                      <a:pt x="3133" y="17495"/>
                      <a:pt x="11805" y="24161"/>
                      <a:pt x="22030" y="24362"/>
                    </a:cubicBezTo>
                    <a:cubicBezTo>
                      <a:pt x="22206" y="24387"/>
                      <a:pt x="22356" y="24387"/>
                      <a:pt x="22532" y="24387"/>
                    </a:cubicBezTo>
                    <a:cubicBezTo>
                      <a:pt x="22682" y="24387"/>
                      <a:pt x="22857" y="24362"/>
                      <a:pt x="23008" y="24362"/>
                    </a:cubicBezTo>
                    <a:cubicBezTo>
                      <a:pt x="33258" y="24161"/>
                      <a:pt x="41905" y="17495"/>
                      <a:pt x="45063" y="8247"/>
                    </a:cubicBezTo>
                    <a:cubicBezTo>
                      <a:pt x="41855" y="3434"/>
                      <a:pt x="32983" y="1"/>
                      <a:pt x="22532" y="1"/>
                    </a:cubicBezTo>
                    <a:close/>
                  </a:path>
                </a:pathLst>
              </a:custGeom>
              <a:solidFill>
                <a:srgbClr val="8FD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25;p49">
                <a:extLst>
                  <a:ext uri="{FF2B5EF4-FFF2-40B4-BE49-F238E27FC236}">
                    <a16:creationId xmlns:a16="http://schemas.microsoft.com/office/drawing/2014/main" id="{758028B3-8FE9-4ACC-8DA8-EE3E7ED1DBD2}"/>
                  </a:ext>
                </a:extLst>
              </p:cNvPr>
              <p:cNvSpPr/>
              <p:nvPr/>
            </p:nvSpPr>
            <p:spPr>
              <a:xfrm>
                <a:off x="4025225" y="1912550"/>
                <a:ext cx="1225575" cy="354425"/>
              </a:xfrm>
              <a:custGeom>
                <a:avLst/>
                <a:gdLst/>
                <a:ahLst/>
                <a:cxnLst/>
                <a:rect l="l" t="t" r="r" b="b"/>
                <a:pathLst>
                  <a:path w="49023" h="14177" extrusionOk="0">
                    <a:moveTo>
                      <a:pt x="24394" y="0"/>
                    </a:moveTo>
                    <a:cubicBezTo>
                      <a:pt x="18153" y="0"/>
                      <a:pt x="11926" y="1366"/>
                      <a:pt x="7193" y="4101"/>
                    </a:cubicBezTo>
                    <a:cubicBezTo>
                      <a:pt x="2531" y="6783"/>
                      <a:pt x="0" y="10367"/>
                      <a:pt x="50" y="14176"/>
                    </a:cubicBezTo>
                    <a:lnTo>
                      <a:pt x="301" y="14176"/>
                    </a:lnTo>
                    <a:cubicBezTo>
                      <a:pt x="251" y="10467"/>
                      <a:pt x="2757" y="6958"/>
                      <a:pt x="7318" y="4327"/>
                    </a:cubicBezTo>
                    <a:cubicBezTo>
                      <a:pt x="12014" y="1604"/>
                      <a:pt x="18197" y="244"/>
                      <a:pt x="24391" y="244"/>
                    </a:cubicBezTo>
                    <a:cubicBezTo>
                      <a:pt x="30628" y="244"/>
                      <a:pt x="36876" y="1623"/>
                      <a:pt x="41629" y="4377"/>
                    </a:cubicBezTo>
                    <a:cubicBezTo>
                      <a:pt x="46191" y="7008"/>
                      <a:pt x="48722" y="10492"/>
                      <a:pt x="48772" y="14176"/>
                    </a:cubicBezTo>
                    <a:lnTo>
                      <a:pt x="49023" y="14176"/>
                    </a:lnTo>
                    <a:cubicBezTo>
                      <a:pt x="48973" y="10392"/>
                      <a:pt x="46391" y="6833"/>
                      <a:pt x="41780" y="4151"/>
                    </a:cubicBezTo>
                    <a:cubicBezTo>
                      <a:pt x="36976" y="1385"/>
                      <a:pt x="30678" y="0"/>
                      <a:pt x="24394" y="0"/>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326;p49">
                <a:extLst>
                  <a:ext uri="{FF2B5EF4-FFF2-40B4-BE49-F238E27FC236}">
                    <a16:creationId xmlns:a16="http://schemas.microsoft.com/office/drawing/2014/main" id="{AAA90163-0D08-4D90-A955-ED3ED04CE64E}"/>
                  </a:ext>
                </a:extLst>
              </p:cNvPr>
              <p:cNvSpPr/>
              <p:nvPr/>
            </p:nvSpPr>
            <p:spPr>
              <a:xfrm>
                <a:off x="4336000" y="1735000"/>
                <a:ext cx="733725" cy="1085850"/>
              </a:xfrm>
              <a:custGeom>
                <a:avLst/>
                <a:gdLst/>
                <a:ahLst/>
                <a:cxnLst/>
                <a:rect l="l" t="t" r="r" b="b"/>
                <a:pathLst>
                  <a:path w="29349" h="43434" extrusionOk="0">
                    <a:moveTo>
                      <a:pt x="23735" y="0"/>
                    </a:moveTo>
                    <a:lnTo>
                      <a:pt x="23634" y="226"/>
                    </a:lnTo>
                    <a:cubicBezTo>
                      <a:pt x="27118" y="1880"/>
                      <a:pt x="29098" y="5965"/>
                      <a:pt x="29098" y="11404"/>
                    </a:cubicBezTo>
                    <a:cubicBezTo>
                      <a:pt x="29098" y="22181"/>
                      <a:pt x="21454" y="35389"/>
                      <a:pt x="12030" y="40827"/>
                    </a:cubicBezTo>
                    <a:cubicBezTo>
                      <a:pt x="9346" y="42387"/>
                      <a:pt x="6751" y="43175"/>
                      <a:pt x="4418" y="43175"/>
                    </a:cubicBezTo>
                    <a:cubicBezTo>
                      <a:pt x="2852" y="43175"/>
                      <a:pt x="1404" y="42820"/>
                      <a:pt x="126" y="42106"/>
                    </a:cubicBezTo>
                    <a:lnTo>
                      <a:pt x="0" y="42331"/>
                    </a:lnTo>
                    <a:cubicBezTo>
                      <a:pt x="1303" y="43058"/>
                      <a:pt x="2807" y="43434"/>
                      <a:pt x="4411" y="43434"/>
                    </a:cubicBezTo>
                    <a:cubicBezTo>
                      <a:pt x="6792" y="43434"/>
                      <a:pt x="9424" y="42632"/>
                      <a:pt x="12156" y="41053"/>
                    </a:cubicBezTo>
                    <a:cubicBezTo>
                      <a:pt x="21654" y="35564"/>
                      <a:pt x="29349" y="22281"/>
                      <a:pt x="29349" y="11404"/>
                    </a:cubicBezTo>
                    <a:cubicBezTo>
                      <a:pt x="29349" y="5865"/>
                      <a:pt x="27319" y="1704"/>
                      <a:pt x="23735" y="0"/>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327;p49">
                <a:extLst>
                  <a:ext uri="{FF2B5EF4-FFF2-40B4-BE49-F238E27FC236}">
                    <a16:creationId xmlns:a16="http://schemas.microsoft.com/office/drawing/2014/main" id="{62DB08D0-A812-46B3-BBF5-2338885CEEC9}"/>
                  </a:ext>
                </a:extLst>
              </p:cNvPr>
              <p:cNvSpPr/>
              <p:nvPr/>
            </p:nvSpPr>
            <p:spPr>
              <a:xfrm>
                <a:off x="4206925" y="1735000"/>
                <a:ext cx="734350" cy="1085850"/>
              </a:xfrm>
              <a:custGeom>
                <a:avLst/>
                <a:gdLst/>
                <a:ahLst/>
                <a:cxnLst/>
                <a:rect l="l" t="t" r="r" b="b"/>
                <a:pathLst>
                  <a:path w="29374" h="43434" extrusionOk="0">
                    <a:moveTo>
                      <a:pt x="5614" y="0"/>
                    </a:moveTo>
                    <a:cubicBezTo>
                      <a:pt x="2055" y="1704"/>
                      <a:pt x="0" y="5865"/>
                      <a:pt x="0" y="11404"/>
                    </a:cubicBezTo>
                    <a:cubicBezTo>
                      <a:pt x="0" y="22281"/>
                      <a:pt x="7720" y="35564"/>
                      <a:pt x="17193" y="41053"/>
                    </a:cubicBezTo>
                    <a:cubicBezTo>
                      <a:pt x="19925" y="42632"/>
                      <a:pt x="22582" y="43434"/>
                      <a:pt x="24963" y="43434"/>
                    </a:cubicBezTo>
                    <a:cubicBezTo>
                      <a:pt x="26567" y="43434"/>
                      <a:pt x="28046" y="43058"/>
                      <a:pt x="29374" y="42331"/>
                    </a:cubicBezTo>
                    <a:lnTo>
                      <a:pt x="29249" y="42106"/>
                    </a:lnTo>
                    <a:cubicBezTo>
                      <a:pt x="27970" y="42820"/>
                      <a:pt x="26522" y="43175"/>
                      <a:pt x="24955" y="43175"/>
                    </a:cubicBezTo>
                    <a:cubicBezTo>
                      <a:pt x="22619" y="43175"/>
                      <a:pt x="20018" y="42387"/>
                      <a:pt x="17319" y="40827"/>
                    </a:cubicBezTo>
                    <a:cubicBezTo>
                      <a:pt x="7920" y="35389"/>
                      <a:pt x="251" y="22181"/>
                      <a:pt x="251" y="11404"/>
                    </a:cubicBezTo>
                    <a:cubicBezTo>
                      <a:pt x="251" y="5965"/>
                      <a:pt x="2256" y="1880"/>
                      <a:pt x="5740" y="226"/>
                    </a:cubicBezTo>
                    <a:lnTo>
                      <a:pt x="5614" y="0"/>
                    </a:ln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328;p49">
                <a:extLst>
                  <a:ext uri="{FF2B5EF4-FFF2-40B4-BE49-F238E27FC236}">
                    <a16:creationId xmlns:a16="http://schemas.microsoft.com/office/drawing/2014/main" id="{B14E0F8D-CC10-4EB9-91F9-9435C7BD0524}"/>
                  </a:ext>
                </a:extLst>
              </p:cNvPr>
              <p:cNvSpPr/>
              <p:nvPr/>
            </p:nvSpPr>
            <p:spPr>
              <a:xfrm>
                <a:off x="4028350" y="2266950"/>
                <a:ext cx="1220575" cy="495000"/>
              </a:xfrm>
              <a:custGeom>
                <a:avLst/>
                <a:gdLst/>
                <a:ahLst/>
                <a:cxnLst/>
                <a:rect l="l" t="t" r="r" b="b"/>
                <a:pathLst>
                  <a:path w="48823" h="19800" extrusionOk="0">
                    <a:moveTo>
                      <a:pt x="0" y="0"/>
                    </a:moveTo>
                    <a:cubicBezTo>
                      <a:pt x="0" y="10903"/>
                      <a:pt x="10953" y="19800"/>
                      <a:pt x="24412" y="19800"/>
                    </a:cubicBezTo>
                    <a:cubicBezTo>
                      <a:pt x="37870" y="19800"/>
                      <a:pt x="48823" y="10903"/>
                      <a:pt x="48823" y="0"/>
                    </a:cubicBezTo>
                    <a:lnTo>
                      <a:pt x="48572" y="0"/>
                    </a:lnTo>
                    <a:cubicBezTo>
                      <a:pt x="48572" y="10777"/>
                      <a:pt x="37720" y="19524"/>
                      <a:pt x="24412" y="19524"/>
                    </a:cubicBezTo>
                    <a:cubicBezTo>
                      <a:pt x="11078" y="19524"/>
                      <a:pt x="251" y="10777"/>
                      <a:pt x="251" y="0"/>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329;p49">
                <a:extLst>
                  <a:ext uri="{FF2B5EF4-FFF2-40B4-BE49-F238E27FC236}">
                    <a16:creationId xmlns:a16="http://schemas.microsoft.com/office/drawing/2014/main" id="{E724873E-99C1-477D-A23B-D44FCD3C2852}"/>
                  </a:ext>
                </a:extLst>
              </p:cNvPr>
              <p:cNvSpPr/>
              <p:nvPr/>
            </p:nvSpPr>
            <p:spPr>
              <a:xfrm>
                <a:off x="4089125" y="1721325"/>
                <a:ext cx="498150" cy="1116450"/>
              </a:xfrm>
              <a:custGeom>
                <a:avLst/>
                <a:gdLst/>
                <a:ahLst/>
                <a:cxnLst/>
                <a:rect l="l" t="t" r="r" b="b"/>
                <a:pathLst>
                  <a:path w="19926" h="44658" extrusionOk="0">
                    <a:moveTo>
                      <a:pt x="15846" y="5456"/>
                    </a:moveTo>
                    <a:cubicBezTo>
                      <a:pt x="15846" y="5456"/>
                      <a:pt x="15844" y="5457"/>
                      <a:pt x="15840" y="5459"/>
                    </a:cubicBezTo>
                    <a:cubicBezTo>
                      <a:pt x="15836" y="5460"/>
                      <a:pt x="15833" y="5462"/>
                      <a:pt x="15828" y="5465"/>
                    </a:cubicBezTo>
                    <a:lnTo>
                      <a:pt x="15828" y="5465"/>
                    </a:lnTo>
                    <a:cubicBezTo>
                      <a:pt x="15840" y="5460"/>
                      <a:pt x="15846" y="5456"/>
                      <a:pt x="15846" y="5456"/>
                    </a:cubicBezTo>
                    <a:close/>
                    <a:moveTo>
                      <a:pt x="15578" y="0"/>
                    </a:moveTo>
                    <a:cubicBezTo>
                      <a:pt x="15496" y="0"/>
                      <a:pt x="15392" y="21"/>
                      <a:pt x="15264" y="71"/>
                    </a:cubicBezTo>
                    <a:cubicBezTo>
                      <a:pt x="14662" y="321"/>
                      <a:pt x="12707" y="873"/>
                      <a:pt x="12607" y="1224"/>
                    </a:cubicBezTo>
                    <a:cubicBezTo>
                      <a:pt x="12507" y="1575"/>
                      <a:pt x="12858" y="1600"/>
                      <a:pt x="11655" y="2402"/>
                    </a:cubicBezTo>
                    <a:cubicBezTo>
                      <a:pt x="10427" y="3204"/>
                      <a:pt x="9399" y="4306"/>
                      <a:pt x="8823" y="4657"/>
                    </a:cubicBezTo>
                    <a:cubicBezTo>
                      <a:pt x="8271" y="5008"/>
                      <a:pt x="8346" y="5384"/>
                      <a:pt x="7870" y="5585"/>
                    </a:cubicBezTo>
                    <a:cubicBezTo>
                      <a:pt x="7369" y="5810"/>
                      <a:pt x="7269" y="5660"/>
                      <a:pt x="6868" y="6186"/>
                    </a:cubicBezTo>
                    <a:cubicBezTo>
                      <a:pt x="6442" y="6712"/>
                      <a:pt x="4813" y="7840"/>
                      <a:pt x="4487" y="8342"/>
                    </a:cubicBezTo>
                    <a:cubicBezTo>
                      <a:pt x="4186" y="8818"/>
                      <a:pt x="2532" y="10823"/>
                      <a:pt x="1554" y="13530"/>
                    </a:cubicBezTo>
                    <a:cubicBezTo>
                      <a:pt x="577" y="16236"/>
                      <a:pt x="26" y="18818"/>
                      <a:pt x="51" y="19444"/>
                    </a:cubicBezTo>
                    <a:cubicBezTo>
                      <a:pt x="101" y="20046"/>
                      <a:pt x="0" y="22377"/>
                      <a:pt x="276" y="22803"/>
                    </a:cubicBezTo>
                    <a:cubicBezTo>
                      <a:pt x="552" y="23204"/>
                      <a:pt x="777" y="23880"/>
                      <a:pt x="853" y="24557"/>
                    </a:cubicBezTo>
                    <a:cubicBezTo>
                      <a:pt x="928" y="25259"/>
                      <a:pt x="1479" y="25635"/>
                      <a:pt x="1655" y="26061"/>
                    </a:cubicBezTo>
                    <a:cubicBezTo>
                      <a:pt x="1830" y="26462"/>
                      <a:pt x="1730" y="27414"/>
                      <a:pt x="1755" y="27690"/>
                    </a:cubicBezTo>
                    <a:cubicBezTo>
                      <a:pt x="1805" y="27966"/>
                      <a:pt x="2632" y="29495"/>
                      <a:pt x="2707" y="29745"/>
                    </a:cubicBezTo>
                    <a:cubicBezTo>
                      <a:pt x="2717" y="29787"/>
                      <a:pt x="2729" y="29803"/>
                      <a:pt x="2745" y="29803"/>
                    </a:cubicBezTo>
                    <a:cubicBezTo>
                      <a:pt x="2793" y="29803"/>
                      <a:pt x="2867" y="29650"/>
                      <a:pt x="2943" y="29650"/>
                    </a:cubicBezTo>
                    <a:cubicBezTo>
                      <a:pt x="2973" y="29650"/>
                      <a:pt x="3004" y="29675"/>
                      <a:pt x="3033" y="29745"/>
                    </a:cubicBezTo>
                    <a:cubicBezTo>
                      <a:pt x="3183" y="30021"/>
                      <a:pt x="3484" y="30698"/>
                      <a:pt x="3484" y="31424"/>
                    </a:cubicBezTo>
                    <a:cubicBezTo>
                      <a:pt x="3484" y="32151"/>
                      <a:pt x="2557" y="32201"/>
                      <a:pt x="2808" y="32853"/>
                    </a:cubicBezTo>
                    <a:cubicBezTo>
                      <a:pt x="3033" y="33505"/>
                      <a:pt x="5364" y="37364"/>
                      <a:pt x="6341" y="38743"/>
                    </a:cubicBezTo>
                    <a:cubicBezTo>
                      <a:pt x="7319" y="40146"/>
                      <a:pt x="9875" y="42402"/>
                      <a:pt x="10627" y="42853"/>
                    </a:cubicBezTo>
                    <a:lnTo>
                      <a:pt x="14587" y="44658"/>
                    </a:lnTo>
                    <a:cubicBezTo>
                      <a:pt x="14917" y="44587"/>
                      <a:pt x="14604" y="44050"/>
                      <a:pt x="15088" y="44050"/>
                    </a:cubicBezTo>
                    <a:cubicBezTo>
                      <a:pt x="15119" y="44050"/>
                      <a:pt x="15152" y="44052"/>
                      <a:pt x="15189" y="44056"/>
                    </a:cubicBezTo>
                    <a:cubicBezTo>
                      <a:pt x="15626" y="44109"/>
                      <a:pt x="16503" y="44356"/>
                      <a:pt x="17197" y="44356"/>
                    </a:cubicBezTo>
                    <a:cubicBezTo>
                      <a:pt x="17498" y="44356"/>
                      <a:pt x="17764" y="44310"/>
                      <a:pt x="17945" y="44181"/>
                    </a:cubicBezTo>
                    <a:cubicBezTo>
                      <a:pt x="18572" y="43780"/>
                      <a:pt x="17544" y="43304"/>
                      <a:pt x="18271" y="43079"/>
                    </a:cubicBezTo>
                    <a:cubicBezTo>
                      <a:pt x="18998" y="42878"/>
                      <a:pt x="19675" y="42502"/>
                      <a:pt x="19800" y="42051"/>
                    </a:cubicBezTo>
                    <a:cubicBezTo>
                      <a:pt x="19900" y="41600"/>
                      <a:pt x="19925" y="41274"/>
                      <a:pt x="19374" y="41174"/>
                    </a:cubicBezTo>
                    <a:cubicBezTo>
                      <a:pt x="18823" y="41074"/>
                      <a:pt x="18271" y="40497"/>
                      <a:pt x="17795" y="40347"/>
                    </a:cubicBezTo>
                    <a:cubicBezTo>
                      <a:pt x="17294" y="40196"/>
                      <a:pt x="16442" y="40272"/>
                      <a:pt x="15915" y="39971"/>
                    </a:cubicBezTo>
                    <a:cubicBezTo>
                      <a:pt x="15389" y="39645"/>
                      <a:pt x="14136" y="38617"/>
                      <a:pt x="13660" y="38567"/>
                    </a:cubicBezTo>
                    <a:cubicBezTo>
                      <a:pt x="13158" y="38542"/>
                      <a:pt x="12131" y="38567"/>
                      <a:pt x="12657" y="38417"/>
                    </a:cubicBezTo>
                    <a:cubicBezTo>
                      <a:pt x="13158" y="38241"/>
                      <a:pt x="13559" y="38267"/>
                      <a:pt x="13309" y="38016"/>
                    </a:cubicBezTo>
                    <a:cubicBezTo>
                      <a:pt x="13058" y="37790"/>
                      <a:pt x="12482" y="36637"/>
                      <a:pt x="12056" y="36312"/>
                    </a:cubicBezTo>
                    <a:cubicBezTo>
                      <a:pt x="11655" y="36011"/>
                      <a:pt x="10502" y="35735"/>
                      <a:pt x="9975" y="35084"/>
                    </a:cubicBezTo>
                    <a:cubicBezTo>
                      <a:pt x="9449" y="34407"/>
                      <a:pt x="8772" y="32928"/>
                      <a:pt x="8772" y="32928"/>
                    </a:cubicBezTo>
                    <a:cubicBezTo>
                      <a:pt x="8772" y="32928"/>
                      <a:pt x="7269" y="32502"/>
                      <a:pt x="6742" y="31850"/>
                    </a:cubicBezTo>
                    <a:cubicBezTo>
                      <a:pt x="6241" y="31199"/>
                      <a:pt x="5715" y="30522"/>
                      <a:pt x="5389" y="30472"/>
                    </a:cubicBezTo>
                    <a:cubicBezTo>
                      <a:pt x="5088" y="30397"/>
                      <a:pt x="4813" y="30146"/>
                      <a:pt x="4612" y="30121"/>
                    </a:cubicBezTo>
                    <a:cubicBezTo>
                      <a:pt x="4597" y="30118"/>
                      <a:pt x="4583" y="30116"/>
                      <a:pt x="4569" y="30116"/>
                    </a:cubicBezTo>
                    <a:cubicBezTo>
                      <a:pt x="4369" y="30116"/>
                      <a:pt x="4245" y="30432"/>
                      <a:pt x="4011" y="30572"/>
                    </a:cubicBezTo>
                    <a:cubicBezTo>
                      <a:pt x="3987" y="30584"/>
                      <a:pt x="3963" y="30590"/>
                      <a:pt x="3940" y="30590"/>
                    </a:cubicBezTo>
                    <a:cubicBezTo>
                      <a:pt x="3718" y="30590"/>
                      <a:pt x="3520" y="30078"/>
                      <a:pt x="3384" y="29670"/>
                    </a:cubicBezTo>
                    <a:cubicBezTo>
                      <a:pt x="3259" y="29219"/>
                      <a:pt x="2757" y="29394"/>
                      <a:pt x="2557" y="28993"/>
                    </a:cubicBezTo>
                    <a:cubicBezTo>
                      <a:pt x="2356" y="28617"/>
                      <a:pt x="2131" y="27865"/>
                      <a:pt x="2181" y="27615"/>
                    </a:cubicBezTo>
                    <a:cubicBezTo>
                      <a:pt x="2206" y="27364"/>
                      <a:pt x="2582" y="26587"/>
                      <a:pt x="2482" y="26186"/>
                    </a:cubicBezTo>
                    <a:cubicBezTo>
                      <a:pt x="2381" y="25810"/>
                      <a:pt x="1805" y="25409"/>
                      <a:pt x="1630" y="25008"/>
                    </a:cubicBezTo>
                    <a:cubicBezTo>
                      <a:pt x="1454" y="24632"/>
                      <a:pt x="1855" y="23931"/>
                      <a:pt x="2106" y="23605"/>
                    </a:cubicBezTo>
                    <a:cubicBezTo>
                      <a:pt x="2356" y="23254"/>
                      <a:pt x="2632" y="23179"/>
                      <a:pt x="2281" y="22878"/>
                    </a:cubicBezTo>
                    <a:cubicBezTo>
                      <a:pt x="2103" y="22712"/>
                      <a:pt x="1904" y="22624"/>
                      <a:pt x="1763" y="22624"/>
                    </a:cubicBezTo>
                    <a:cubicBezTo>
                      <a:pt x="1626" y="22624"/>
                      <a:pt x="1543" y="22706"/>
                      <a:pt x="1579" y="22878"/>
                    </a:cubicBezTo>
                    <a:cubicBezTo>
                      <a:pt x="1614" y="23028"/>
                      <a:pt x="1553" y="23131"/>
                      <a:pt x="1449" y="23131"/>
                    </a:cubicBezTo>
                    <a:cubicBezTo>
                      <a:pt x="1329" y="23131"/>
                      <a:pt x="1151" y="22992"/>
                      <a:pt x="1003" y="22627"/>
                    </a:cubicBezTo>
                    <a:cubicBezTo>
                      <a:pt x="727" y="21926"/>
                      <a:pt x="602" y="20296"/>
                      <a:pt x="1178" y="19670"/>
                    </a:cubicBezTo>
                    <a:cubicBezTo>
                      <a:pt x="1684" y="19095"/>
                      <a:pt x="1431" y="18373"/>
                      <a:pt x="1869" y="18373"/>
                    </a:cubicBezTo>
                    <a:cubicBezTo>
                      <a:pt x="1908" y="18373"/>
                      <a:pt x="1953" y="18379"/>
                      <a:pt x="2006" y="18392"/>
                    </a:cubicBezTo>
                    <a:cubicBezTo>
                      <a:pt x="2632" y="18542"/>
                      <a:pt x="2757" y="19018"/>
                      <a:pt x="2908" y="19494"/>
                    </a:cubicBezTo>
                    <a:cubicBezTo>
                      <a:pt x="2970" y="19745"/>
                      <a:pt x="3071" y="19895"/>
                      <a:pt x="3152" y="19895"/>
                    </a:cubicBezTo>
                    <a:cubicBezTo>
                      <a:pt x="3234" y="19895"/>
                      <a:pt x="3296" y="19745"/>
                      <a:pt x="3284" y="19394"/>
                    </a:cubicBezTo>
                    <a:lnTo>
                      <a:pt x="3284" y="19394"/>
                    </a:lnTo>
                    <a:cubicBezTo>
                      <a:pt x="3935" y="20196"/>
                      <a:pt x="3910" y="20647"/>
                      <a:pt x="4011" y="20748"/>
                    </a:cubicBezTo>
                    <a:cubicBezTo>
                      <a:pt x="4111" y="20848"/>
                      <a:pt x="4261" y="20848"/>
                      <a:pt x="4261" y="21073"/>
                    </a:cubicBezTo>
                    <a:cubicBezTo>
                      <a:pt x="4261" y="21274"/>
                      <a:pt x="4086" y="22176"/>
                      <a:pt x="4111" y="22652"/>
                    </a:cubicBezTo>
                    <a:cubicBezTo>
                      <a:pt x="4157" y="23117"/>
                      <a:pt x="4118" y="23538"/>
                      <a:pt x="4291" y="23538"/>
                    </a:cubicBezTo>
                    <a:cubicBezTo>
                      <a:pt x="4305" y="23538"/>
                      <a:pt x="4320" y="23535"/>
                      <a:pt x="4336" y="23530"/>
                    </a:cubicBezTo>
                    <a:cubicBezTo>
                      <a:pt x="4537" y="23454"/>
                      <a:pt x="4712" y="22527"/>
                      <a:pt x="4712" y="21926"/>
                    </a:cubicBezTo>
                    <a:cubicBezTo>
                      <a:pt x="4712" y="21349"/>
                      <a:pt x="4838" y="20723"/>
                      <a:pt x="5163" y="20672"/>
                    </a:cubicBezTo>
                    <a:cubicBezTo>
                      <a:pt x="5433" y="20650"/>
                      <a:pt x="5723" y="20386"/>
                      <a:pt x="6051" y="20386"/>
                    </a:cubicBezTo>
                    <a:cubicBezTo>
                      <a:pt x="6089" y="20386"/>
                      <a:pt x="6127" y="20389"/>
                      <a:pt x="6166" y="20397"/>
                    </a:cubicBezTo>
                    <a:cubicBezTo>
                      <a:pt x="6218" y="20407"/>
                      <a:pt x="6273" y="20412"/>
                      <a:pt x="6330" y="20412"/>
                    </a:cubicBezTo>
                    <a:cubicBezTo>
                      <a:pt x="6680" y="20412"/>
                      <a:pt x="7082" y="20216"/>
                      <a:pt x="7168" y="19870"/>
                    </a:cubicBezTo>
                    <a:cubicBezTo>
                      <a:pt x="7269" y="19494"/>
                      <a:pt x="8497" y="18367"/>
                      <a:pt x="8823" y="18367"/>
                    </a:cubicBezTo>
                    <a:cubicBezTo>
                      <a:pt x="9156" y="18390"/>
                      <a:pt x="9467" y="18821"/>
                      <a:pt x="9755" y="18821"/>
                    </a:cubicBezTo>
                    <a:cubicBezTo>
                      <a:pt x="9770" y="18821"/>
                      <a:pt x="9785" y="18820"/>
                      <a:pt x="9800" y="18818"/>
                    </a:cubicBezTo>
                    <a:cubicBezTo>
                      <a:pt x="10126" y="18743"/>
                      <a:pt x="9750" y="17941"/>
                      <a:pt x="10326" y="17865"/>
                    </a:cubicBezTo>
                    <a:cubicBezTo>
                      <a:pt x="10661" y="17820"/>
                      <a:pt x="10996" y="17746"/>
                      <a:pt x="11230" y="17746"/>
                    </a:cubicBezTo>
                    <a:cubicBezTo>
                      <a:pt x="11381" y="17746"/>
                      <a:pt x="11490" y="17777"/>
                      <a:pt x="11529" y="17865"/>
                    </a:cubicBezTo>
                    <a:cubicBezTo>
                      <a:pt x="11655" y="18116"/>
                      <a:pt x="10853" y="18241"/>
                      <a:pt x="11078" y="18417"/>
                    </a:cubicBezTo>
                    <a:cubicBezTo>
                      <a:pt x="11135" y="18457"/>
                      <a:pt x="11203" y="18472"/>
                      <a:pt x="11277" y="18472"/>
                    </a:cubicBezTo>
                    <a:cubicBezTo>
                      <a:pt x="11515" y="18472"/>
                      <a:pt x="11820" y="18315"/>
                      <a:pt x="12066" y="18315"/>
                    </a:cubicBezTo>
                    <a:cubicBezTo>
                      <a:pt x="12079" y="18315"/>
                      <a:pt x="12093" y="18316"/>
                      <a:pt x="12106" y="18317"/>
                    </a:cubicBezTo>
                    <a:cubicBezTo>
                      <a:pt x="12293" y="18348"/>
                      <a:pt x="12705" y="18467"/>
                      <a:pt x="12995" y="18467"/>
                    </a:cubicBezTo>
                    <a:cubicBezTo>
                      <a:pt x="13169" y="18467"/>
                      <a:pt x="13299" y="18423"/>
                      <a:pt x="13309" y="18291"/>
                    </a:cubicBezTo>
                    <a:cubicBezTo>
                      <a:pt x="13329" y="18009"/>
                      <a:pt x="13382" y="17677"/>
                      <a:pt x="13257" y="17677"/>
                    </a:cubicBezTo>
                    <a:cubicBezTo>
                      <a:pt x="13227" y="17677"/>
                      <a:pt x="13187" y="17696"/>
                      <a:pt x="13133" y="17740"/>
                    </a:cubicBezTo>
                    <a:cubicBezTo>
                      <a:pt x="12933" y="17904"/>
                      <a:pt x="12891" y="18121"/>
                      <a:pt x="12807" y="18121"/>
                    </a:cubicBezTo>
                    <a:cubicBezTo>
                      <a:pt x="12775" y="18121"/>
                      <a:pt x="12737" y="18091"/>
                      <a:pt x="12682" y="18016"/>
                    </a:cubicBezTo>
                    <a:cubicBezTo>
                      <a:pt x="12482" y="17740"/>
                      <a:pt x="12231" y="17690"/>
                      <a:pt x="12306" y="17264"/>
                    </a:cubicBezTo>
                    <a:cubicBezTo>
                      <a:pt x="12382" y="16863"/>
                      <a:pt x="12883" y="16437"/>
                      <a:pt x="12757" y="16337"/>
                    </a:cubicBezTo>
                    <a:cubicBezTo>
                      <a:pt x="12607" y="16236"/>
                      <a:pt x="11855" y="16211"/>
                      <a:pt x="11755" y="16061"/>
                    </a:cubicBezTo>
                    <a:cubicBezTo>
                      <a:pt x="11669" y="15954"/>
                      <a:pt x="11949" y="15628"/>
                      <a:pt x="12406" y="15628"/>
                    </a:cubicBezTo>
                    <a:cubicBezTo>
                      <a:pt x="12485" y="15628"/>
                      <a:pt x="12569" y="15638"/>
                      <a:pt x="12657" y="15660"/>
                    </a:cubicBezTo>
                    <a:cubicBezTo>
                      <a:pt x="13206" y="15779"/>
                      <a:pt x="13551" y="16240"/>
                      <a:pt x="13907" y="16240"/>
                    </a:cubicBezTo>
                    <a:cubicBezTo>
                      <a:pt x="13925" y="16240"/>
                      <a:pt x="13943" y="16239"/>
                      <a:pt x="13960" y="16236"/>
                    </a:cubicBezTo>
                    <a:cubicBezTo>
                      <a:pt x="14260" y="16218"/>
                      <a:pt x="14644" y="15905"/>
                      <a:pt x="14818" y="15905"/>
                    </a:cubicBezTo>
                    <a:cubicBezTo>
                      <a:pt x="14878" y="15905"/>
                      <a:pt x="14913" y="15941"/>
                      <a:pt x="14913" y="16036"/>
                    </a:cubicBezTo>
                    <a:cubicBezTo>
                      <a:pt x="14913" y="16412"/>
                      <a:pt x="14211" y="16963"/>
                      <a:pt x="14111" y="17264"/>
                    </a:cubicBezTo>
                    <a:cubicBezTo>
                      <a:pt x="14011" y="17590"/>
                      <a:pt x="14186" y="17765"/>
                      <a:pt x="14662" y="17916"/>
                    </a:cubicBezTo>
                    <a:cubicBezTo>
                      <a:pt x="15077" y="18025"/>
                      <a:pt x="15112" y="18420"/>
                      <a:pt x="15296" y="18420"/>
                    </a:cubicBezTo>
                    <a:cubicBezTo>
                      <a:pt x="15323" y="18420"/>
                      <a:pt x="15354" y="18411"/>
                      <a:pt x="15389" y="18392"/>
                    </a:cubicBezTo>
                    <a:cubicBezTo>
                      <a:pt x="15665" y="18241"/>
                      <a:pt x="15840" y="17214"/>
                      <a:pt x="15539" y="17038"/>
                    </a:cubicBezTo>
                    <a:cubicBezTo>
                      <a:pt x="15494" y="17014"/>
                      <a:pt x="15448" y="17005"/>
                      <a:pt x="15402" y="17005"/>
                    </a:cubicBezTo>
                    <a:cubicBezTo>
                      <a:pt x="15252" y="17005"/>
                      <a:pt x="15111" y="17107"/>
                      <a:pt x="15045" y="17107"/>
                    </a:cubicBezTo>
                    <a:cubicBezTo>
                      <a:pt x="14988" y="17107"/>
                      <a:pt x="14988" y="17029"/>
                      <a:pt x="15088" y="16738"/>
                    </a:cubicBezTo>
                    <a:cubicBezTo>
                      <a:pt x="15314" y="15986"/>
                      <a:pt x="15840" y="15885"/>
                      <a:pt x="15640" y="15234"/>
                    </a:cubicBezTo>
                    <a:cubicBezTo>
                      <a:pt x="15414" y="14582"/>
                      <a:pt x="15013" y="13805"/>
                      <a:pt x="15013" y="13530"/>
                    </a:cubicBezTo>
                    <a:cubicBezTo>
                      <a:pt x="15013" y="13254"/>
                      <a:pt x="15314" y="11800"/>
                      <a:pt x="15314" y="11800"/>
                    </a:cubicBezTo>
                    <a:lnTo>
                      <a:pt x="15314" y="11800"/>
                    </a:lnTo>
                    <a:cubicBezTo>
                      <a:pt x="15314" y="11800"/>
                      <a:pt x="14938" y="12239"/>
                      <a:pt x="14643" y="12239"/>
                    </a:cubicBezTo>
                    <a:cubicBezTo>
                      <a:pt x="14615" y="12239"/>
                      <a:pt x="14588" y="12235"/>
                      <a:pt x="14562" y="12226"/>
                    </a:cubicBezTo>
                    <a:cubicBezTo>
                      <a:pt x="14236" y="12101"/>
                      <a:pt x="14036" y="11900"/>
                      <a:pt x="14211" y="11675"/>
                    </a:cubicBezTo>
                    <a:cubicBezTo>
                      <a:pt x="14387" y="11424"/>
                      <a:pt x="14813" y="10998"/>
                      <a:pt x="14687" y="10973"/>
                    </a:cubicBezTo>
                    <a:cubicBezTo>
                      <a:pt x="14587" y="10923"/>
                      <a:pt x="14462" y="10798"/>
                      <a:pt x="14462" y="10597"/>
                    </a:cubicBezTo>
                    <a:cubicBezTo>
                      <a:pt x="14462" y="10372"/>
                      <a:pt x="14236" y="10146"/>
                      <a:pt x="14136" y="9996"/>
                    </a:cubicBezTo>
                    <a:cubicBezTo>
                      <a:pt x="14045" y="9883"/>
                      <a:pt x="14037" y="9688"/>
                      <a:pt x="13907" y="9688"/>
                    </a:cubicBezTo>
                    <a:cubicBezTo>
                      <a:pt x="13893" y="9688"/>
                      <a:pt x="13877" y="9690"/>
                      <a:pt x="13860" y="9695"/>
                    </a:cubicBezTo>
                    <a:cubicBezTo>
                      <a:pt x="13685" y="9720"/>
                      <a:pt x="13409" y="10171"/>
                      <a:pt x="13309" y="10447"/>
                    </a:cubicBezTo>
                    <a:cubicBezTo>
                      <a:pt x="13209" y="10723"/>
                      <a:pt x="12607" y="10798"/>
                      <a:pt x="12607" y="11048"/>
                    </a:cubicBezTo>
                    <a:cubicBezTo>
                      <a:pt x="12607" y="11274"/>
                      <a:pt x="12682" y="11976"/>
                      <a:pt x="12106" y="12076"/>
                    </a:cubicBezTo>
                    <a:cubicBezTo>
                      <a:pt x="11504" y="12176"/>
                      <a:pt x="11204" y="12076"/>
                      <a:pt x="11078" y="12251"/>
                    </a:cubicBezTo>
                    <a:cubicBezTo>
                      <a:pt x="10980" y="12423"/>
                      <a:pt x="10572" y="13406"/>
                      <a:pt x="10343" y="13406"/>
                    </a:cubicBezTo>
                    <a:cubicBezTo>
                      <a:pt x="10337" y="13406"/>
                      <a:pt x="10332" y="13405"/>
                      <a:pt x="10326" y="13404"/>
                    </a:cubicBezTo>
                    <a:cubicBezTo>
                      <a:pt x="10076" y="13329"/>
                      <a:pt x="10201" y="12903"/>
                      <a:pt x="10326" y="12452"/>
                    </a:cubicBezTo>
                    <a:cubicBezTo>
                      <a:pt x="10427" y="12001"/>
                      <a:pt x="10853" y="12101"/>
                      <a:pt x="10777" y="11675"/>
                    </a:cubicBezTo>
                    <a:cubicBezTo>
                      <a:pt x="10702" y="11224"/>
                      <a:pt x="10477" y="11424"/>
                      <a:pt x="10527" y="10998"/>
                    </a:cubicBezTo>
                    <a:cubicBezTo>
                      <a:pt x="10602" y="10597"/>
                      <a:pt x="10226" y="9996"/>
                      <a:pt x="10326" y="9820"/>
                    </a:cubicBezTo>
                    <a:cubicBezTo>
                      <a:pt x="10402" y="9645"/>
                      <a:pt x="10752" y="9620"/>
                      <a:pt x="10702" y="9344"/>
                    </a:cubicBezTo>
                    <a:cubicBezTo>
                      <a:pt x="10677" y="9068"/>
                      <a:pt x="10777" y="8216"/>
                      <a:pt x="11479" y="8191"/>
                    </a:cubicBezTo>
                    <a:cubicBezTo>
                      <a:pt x="12156" y="8166"/>
                      <a:pt x="13509" y="7915"/>
                      <a:pt x="13785" y="7765"/>
                    </a:cubicBezTo>
                    <a:cubicBezTo>
                      <a:pt x="13915" y="7706"/>
                      <a:pt x="14040" y="7680"/>
                      <a:pt x="14151" y="7680"/>
                    </a:cubicBezTo>
                    <a:cubicBezTo>
                      <a:pt x="14275" y="7680"/>
                      <a:pt x="14382" y="7712"/>
                      <a:pt x="14462" y="7765"/>
                    </a:cubicBezTo>
                    <a:cubicBezTo>
                      <a:pt x="14514" y="7817"/>
                      <a:pt x="14544" y="7843"/>
                      <a:pt x="14586" y="7843"/>
                    </a:cubicBezTo>
                    <a:cubicBezTo>
                      <a:pt x="14644" y="7843"/>
                      <a:pt x="14723" y="7792"/>
                      <a:pt x="14913" y="7690"/>
                    </a:cubicBezTo>
                    <a:cubicBezTo>
                      <a:pt x="15178" y="7513"/>
                      <a:pt x="15990" y="7063"/>
                      <a:pt x="16281" y="7063"/>
                    </a:cubicBezTo>
                    <a:cubicBezTo>
                      <a:pt x="16319" y="7063"/>
                      <a:pt x="16349" y="7071"/>
                      <a:pt x="16366" y="7088"/>
                    </a:cubicBezTo>
                    <a:cubicBezTo>
                      <a:pt x="16492" y="7214"/>
                      <a:pt x="16366" y="8016"/>
                      <a:pt x="16041" y="8342"/>
                    </a:cubicBezTo>
                    <a:cubicBezTo>
                      <a:pt x="15764" y="8619"/>
                      <a:pt x="15572" y="9002"/>
                      <a:pt x="15347" y="9002"/>
                    </a:cubicBezTo>
                    <a:cubicBezTo>
                      <a:pt x="15328" y="9002"/>
                      <a:pt x="15309" y="8999"/>
                      <a:pt x="15289" y="8993"/>
                    </a:cubicBezTo>
                    <a:cubicBezTo>
                      <a:pt x="15104" y="8938"/>
                      <a:pt x="14714" y="8718"/>
                      <a:pt x="14593" y="8718"/>
                    </a:cubicBezTo>
                    <a:cubicBezTo>
                      <a:pt x="14550" y="8718"/>
                      <a:pt x="14541" y="8746"/>
                      <a:pt x="14587" y="8818"/>
                    </a:cubicBezTo>
                    <a:cubicBezTo>
                      <a:pt x="14762" y="9093"/>
                      <a:pt x="15214" y="9194"/>
                      <a:pt x="15214" y="9419"/>
                    </a:cubicBezTo>
                    <a:cubicBezTo>
                      <a:pt x="15214" y="9620"/>
                      <a:pt x="15038" y="10472"/>
                      <a:pt x="15289" y="10622"/>
                    </a:cubicBezTo>
                    <a:cubicBezTo>
                      <a:pt x="15316" y="10638"/>
                      <a:pt x="15340" y="10645"/>
                      <a:pt x="15362" y="10645"/>
                    </a:cubicBezTo>
                    <a:cubicBezTo>
                      <a:pt x="15546" y="10645"/>
                      <a:pt x="15575" y="10141"/>
                      <a:pt x="15665" y="10096"/>
                    </a:cubicBezTo>
                    <a:cubicBezTo>
                      <a:pt x="15666" y="10096"/>
                      <a:pt x="15668" y="10095"/>
                      <a:pt x="15670" y="10095"/>
                    </a:cubicBezTo>
                    <a:cubicBezTo>
                      <a:pt x="15750" y="10095"/>
                      <a:pt x="15709" y="10639"/>
                      <a:pt x="15858" y="10639"/>
                    </a:cubicBezTo>
                    <a:cubicBezTo>
                      <a:pt x="15880" y="10639"/>
                      <a:pt x="15908" y="10627"/>
                      <a:pt x="15940" y="10597"/>
                    </a:cubicBezTo>
                    <a:cubicBezTo>
                      <a:pt x="16191" y="10347"/>
                      <a:pt x="16291" y="9645"/>
                      <a:pt x="16316" y="9369"/>
                    </a:cubicBezTo>
                    <a:cubicBezTo>
                      <a:pt x="16354" y="9160"/>
                      <a:pt x="16262" y="9066"/>
                      <a:pt x="16293" y="9066"/>
                    </a:cubicBezTo>
                    <a:cubicBezTo>
                      <a:pt x="16302" y="9066"/>
                      <a:pt x="16324" y="9075"/>
                      <a:pt x="16366" y="9093"/>
                    </a:cubicBezTo>
                    <a:cubicBezTo>
                      <a:pt x="16542" y="9169"/>
                      <a:pt x="16366" y="9870"/>
                      <a:pt x="16667" y="9870"/>
                    </a:cubicBezTo>
                    <a:cubicBezTo>
                      <a:pt x="16993" y="9870"/>
                      <a:pt x="17670" y="9745"/>
                      <a:pt x="17394" y="9369"/>
                    </a:cubicBezTo>
                    <a:cubicBezTo>
                      <a:pt x="17118" y="8993"/>
                      <a:pt x="16993" y="8367"/>
                      <a:pt x="17093" y="8291"/>
                    </a:cubicBezTo>
                    <a:cubicBezTo>
                      <a:pt x="17194" y="8216"/>
                      <a:pt x="17369" y="8116"/>
                      <a:pt x="17369" y="7915"/>
                    </a:cubicBezTo>
                    <a:cubicBezTo>
                      <a:pt x="17369" y="7715"/>
                      <a:pt x="17720" y="6738"/>
                      <a:pt x="17219" y="6587"/>
                    </a:cubicBezTo>
                    <a:cubicBezTo>
                      <a:pt x="17128" y="6563"/>
                      <a:pt x="17044" y="6555"/>
                      <a:pt x="16970" y="6555"/>
                    </a:cubicBezTo>
                    <a:cubicBezTo>
                      <a:pt x="16797" y="6555"/>
                      <a:pt x="16678" y="6601"/>
                      <a:pt x="16643" y="6601"/>
                    </a:cubicBezTo>
                    <a:cubicBezTo>
                      <a:pt x="16615" y="6601"/>
                      <a:pt x="16643" y="6571"/>
                      <a:pt x="16742" y="6462"/>
                    </a:cubicBezTo>
                    <a:cubicBezTo>
                      <a:pt x="17018" y="6136"/>
                      <a:pt x="17118" y="5735"/>
                      <a:pt x="17118" y="5735"/>
                    </a:cubicBezTo>
                    <a:cubicBezTo>
                      <a:pt x="17118" y="5735"/>
                      <a:pt x="17050" y="5726"/>
                      <a:pt x="16943" y="5726"/>
                    </a:cubicBezTo>
                    <a:cubicBezTo>
                      <a:pt x="16704" y="5726"/>
                      <a:pt x="16276" y="5774"/>
                      <a:pt x="16016" y="6086"/>
                    </a:cubicBezTo>
                    <a:cubicBezTo>
                      <a:pt x="15640" y="6537"/>
                      <a:pt x="15740" y="6662"/>
                      <a:pt x="15640" y="6738"/>
                    </a:cubicBezTo>
                    <a:cubicBezTo>
                      <a:pt x="15555" y="6801"/>
                      <a:pt x="15021" y="7152"/>
                      <a:pt x="14783" y="7152"/>
                    </a:cubicBezTo>
                    <a:cubicBezTo>
                      <a:pt x="14740" y="7152"/>
                      <a:pt x="14707" y="7140"/>
                      <a:pt x="14687" y="7113"/>
                    </a:cubicBezTo>
                    <a:cubicBezTo>
                      <a:pt x="14587" y="6938"/>
                      <a:pt x="15289" y="6562"/>
                      <a:pt x="15364" y="6462"/>
                    </a:cubicBezTo>
                    <a:cubicBezTo>
                      <a:pt x="15412" y="6365"/>
                      <a:pt x="15716" y="5548"/>
                      <a:pt x="15828" y="5465"/>
                    </a:cubicBezTo>
                    <a:lnTo>
                      <a:pt x="15828" y="5465"/>
                    </a:lnTo>
                    <a:cubicBezTo>
                      <a:pt x="15681" y="5540"/>
                      <a:pt x="14655" y="6066"/>
                      <a:pt x="14387" y="6311"/>
                    </a:cubicBezTo>
                    <a:cubicBezTo>
                      <a:pt x="14147" y="6514"/>
                      <a:pt x="13771" y="6636"/>
                      <a:pt x="13620" y="6636"/>
                    </a:cubicBezTo>
                    <a:cubicBezTo>
                      <a:pt x="13565" y="6636"/>
                      <a:pt x="13540" y="6620"/>
                      <a:pt x="13559" y="6587"/>
                    </a:cubicBezTo>
                    <a:cubicBezTo>
                      <a:pt x="13610" y="6487"/>
                      <a:pt x="15364" y="5760"/>
                      <a:pt x="14938" y="5635"/>
                    </a:cubicBezTo>
                    <a:cubicBezTo>
                      <a:pt x="14891" y="5618"/>
                      <a:pt x="14840" y="5611"/>
                      <a:pt x="14787" y="5611"/>
                    </a:cubicBezTo>
                    <a:cubicBezTo>
                      <a:pt x="14444" y="5611"/>
                      <a:pt x="13989" y="5906"/>
                      <a:pt x="13748" y="5906"/>
                    </a:cubicBezTo>
                    <a:cubicBezTo>
                      <a:pt x="13686" y="5906"/>
                      <a:pt x="13637" y="5886"/>
                      <a:pt x="13610" y="5835"/>
                    </a:cubicBezTo>
                    <a:cubicBezTo>
                      <a:pt x="13484" y="5560"/>
                      <a:pt x="13860" y="5735"/>
                      <a:pt x="13735" y="5459"/>
                    </a:cubicBezTo>
                    <a:cubicBezTo>
                      <a:pt x="13686" y="5370"/>
                      <a:pt x="13603" y="5352"/>
                      <a:pt x="13516" y="5352"/>
                    </a:cubicBezTo>
                    <a:cubicBezTo>
                      <a:pt x="13457" y="5352"/>
                      <a:pt x="13396" y="5360"/>
                      <a:pt x="13344" y="5360"/>
                    </a:cubicBezTo>
                    <a:cubicBezTo>
                      <a:pt x="13236" y="5360"/>
                      <a:pt x="13163" y="5325"/>
                      <a:pt x="13209" y="5108"/>
                    </a:cubicBezTo>
                    <a:cubicBezTo>
                      <a:pt x="13309" y="4632"/>
                      <a:pt x="13108" y="4507"/>
                      <a:pt x="13409" y="4482"/>
                    </a:cubicBezTo>
                    <a:cubicBezTo>
                      <a:pt x="13735" y="4457"/>
                      <a:pt x="13760" y="4181"/>
                      <a:pt x="14011" y="3755"/>
                    </a:cubicBezTo>
                    <a:cubicBezTo>
                      <a:pt x="14236" y="3329"/>
                      <a:pt x="14286" y="2226"/>
                      <a:pt x="14562" y="2201"/>
                    </a:cubicBezTo>
                    <a:cubicBezTo>
                      <a:pt x="14838" y="2151"/>
                      <a:pt x="16742" y="1199"/>
                      <a:pt x="16918" y="773"/>
                    </a:cubicBezTo>
                    <a:cubicBezTo>
                      <a:pt x="17066" y="412"/>
                      <a:pt x="17538" y="87"/>
                      <a:pt x="17254" y="87"/>
                    </a:cubicBezTo>
                    <a:cubicBezTo>
                      <a:pt x="17202" y="87"/>
                      <a:pt x="17126" y="98"/>
                      <a:pt x="17018" y="121"/>
                    </a:cubicBezTo>
                    <a:cubicBezTo>
                      <a:pt x="16470" y="219"/>
                      <a:pt x="15968" y="393"/>
                      <a:pt x="15834" y="393"/>
                    </a:cubicBezTo>
                    <a:cubicBezTo>
                      <a:pt x="15796" y="393"/>
                      <a:pt x="15788" y="379"/>
                      <a:pt x="15815" y="347"/>
                    </a:cubicBezTo>
                    <a:cubicBezTo>
                      <a:pt x="15893" y="249"/>
                      <a:pt x="15865" y="0"/>
                      <a:pt x="15578" y="0"/>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330;p49">
                <a:extLst>
                  <a:ext uri="{FF2B5EF4-FFF2-40B4-BE49-F238E27FC236}">
                    <a16:creationId xmlns:a16="http://schemas.microsoft.com/office/drawing/2014/main" id="{31007DB0-7AD2-460A-8AE4-5A622500BFA6}"/>
                  </a:ext>
                </a:extLst>
              </p:cNvPr>
              <p:cNvSpPr/>
              <p:nvPr/>
            </p:nvSpPr>
            <p:spPr>
              <a:xfrm>
                <a:off x="4210250" y="2395975"/>
                <a:ext cx="48975" cy="44175"/>
              </a:xfrm>
              <a:custGeom>
                <a:avLst/>
                <a:gdLst/>
                <a:ahLst/>
                <a:cxnLst/>
                <a:rect l="l" t="t" r="r" b="b"/>
                <a:pathLst>
                  <a:path w="1959" h="1767" extrusionOk="0">
                    <a:moveTo>
                      <a:pt x="557" y="1"/>
                    </a:moveTo>
                    <a:cubicBezTo>
                      <a:pt x="552" y="1"/>
                      <a:pt x="548" y="1"/>
                      <a:pt x="544" y="2"/>
                    </a:cubicBezTo>
                    <a:cubicBezTo>
                      <a:pt x="318" y="52"/>
                      <a:pt x="644" y="378"/>
                      <a:pt x="744" y="729"/>
                    </a:cubicBezTo>
                    <a:cubicBezTo>
                      <a:pt x="764" y="801"/>
                      <a:pt x="745" y="829"/>
                      <a:pt x="703" y="829"/>
                    </a:cubicBezTo>
                    <a:cubicBezTo>
                      <a:pt x="563" y="829"/>
                      <a:pt x="168" y="526"/>
                      <a:pt x="46" y="526"/>
                    </a:cubicBezTo>
                    <a:cubicBezTo>
                      <a:pt x="13" y="526"/>
                      <a:pt x="0" y="548"/>
                      <a:pt x="18" y="604"/>
                    </a:cubicBezTo>
                    <a:cubicBezTo>
                      <a:pt x="103" y="903"/>
                      <a:pt x="1500" y="1767"/>
                      <a:pt x="1864" y="1767"/>
                    </a:cubicBezTo>
                    <a:cubicBezTo>
                      <a:pt x="1927" y="1767"/>
                      <a:pt x="1959" y="1741"/>
                      <a:pt x="1947" y="1681"/>
                    </a:cubicBezTo>
                    <a:cubicBezTo>
                      <a:pt x="1874" y="1239"/>
                      <a:pt x="787" y="1"/>
                      <a:pt x="557" y="1"/>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331;p49">
                <a:extLst>
                  <a:ext uri="{FF2B5EF4-FFF2-40B4-BE49-F238E27FC236}">
                    <a16:creationId xmlns:a16="http://schemas.microsoft.com/office/drawing/2014/main" id="{470FB338-F42A-47D6-8283-D1A3B7C2A430}"/>
                  </a:ext>
                </a:extLst>
              </p:cNvPr>
              <p:cNvSpPr/>
              <p:nvPr/>
            </p:nvSpPr>
            <p:spPr>
              <a:xfrm>
                <a:off x="4158675" y="2309450"/>
                <a:ext cx="66975" cy="79575"/>
              </a:xfrm>
              <a:custGeom>
                <a:avLst/>
                <a:gdLst/>
                <a:ahLst/>
                <a:cxnLst/>
                <a:rect l="l" t="t" r="r" b="b"/>
                <a:pathLst>
                  <a:path w="2679" h="3183" extrusionOk="0">
                    <a:moveTo>
                      <a:pt x="242" y="0"/>
                    </a:moveTo>
                    <a:cubicBezTo>
                      <a:pt x="228" y="0"/>
                      <a:pt x="215" y="2"/>
                      <a:pt x="201" y="5"/>
                    </a:cubicBezTo>
                    <a:cubicBezTo>
                      <a:pt x="0" y="55"/>
                      <a:pt x="452" y="381"/>
                      <a:pt x="627" y="606"/>
                    </a:cubicBezTo>
                    <a:cubicBezTo>
                      <a:pt x="802" y="832"/>
                      <a:pt x="1479" y="2010"/>
                      <a:pt x="1379" y="2436"/>
                    </a:cubicBezTo>
                    <a:cubicBezTo>
                      <a:pt x="1279" y="2837"/>
                      <a:pt x="1905" y="2962"/>
                      <a:pt x="2206" y="3087"/>
                    </a:cubicBezTo>
                    <a:cubicBezTo>
                      <a:pt x="2367" y="3155"/>
                      <a:pt x="2467" y="3182"/>
                      <a:pt x="2524" y="3182"/>
                    </a:cubicBezTo>
                    <a:cubicBezTo>
                      <a:pt x="2678" y="3182"/>
                      <a:pt x="2510" y="2977"/>
                      <a:pt x="2381" y="2812"/>
                    </a:cubicBezTo>
                    <a:cubicBezTo>
                      <a:pt x="2231" y="2611"/>
                      <a:pt x="1429" y="1157"/>
                      <a:pt x="1078" y="731"/>
                    </a:cubicBezTo>
                    <a:cubicBezTo>
                      <a:pt x="725" y="355"/>
                      <a:pt x="460" y="0"/>
                      <a:pt x="242" y="0"/>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6332;p49">
                <a:extLst>
                  <a:ext uri="{FF2B5EF4-FFF2-40B4-BE49-F238E27FC236}">
                    <a16:creationId xmlns:a16="http://schemas.microsoft.com/office/drawing/2014/main" id="{A20DCF9C-63C8-4B0E-94D0-0D48D49EF6C1}"/>
                  </a:ext>
                </a:extLst>
              </p:cNvPr>
              <p:cNvSpPr/>
              <p:nvPr/>
            </p:nvSpPr>
            <p:spPr>
              <a:xfrm>
                <a:off x="4554375" y="1831975"/>
                <a:ext cx="150700" cy="224450"/>
              </a:xfrm>
              <a:custGeom>
                <a:avLst/>
                <a:gdLst/>
                <a:ahLst/>
                <a:cxnLst/>
                <a:rect l="l" t="t" r="r" b="b"/>
                <a:pathLst>
                  <a:path w="6028" h="8978" extrusionOk="0">
                    <a:moveTo>
                      <a:pt x="4010" y="1"/>
                    </a:moveTo>
                    <a:cubicBezTo>
                      <a:pt x="3805" y="1"/>
                      <a:pt x="3779" y="276"/>
                      <a:pt x="3396" y="357"/>
                    </a:cubicBezTo>
                    <a:cubicBezTo>
                      <a:pt x="2919" y="457"/>
                      <a:pt x="2443" y="432"/>
                      <a:pt x="1842" y="607"/>
                    </a:cubicBezTo>
                    <a:cubicBezTo>
                      <a:pt x="1240" y="783"/>
                      <a:pt x="914" y="1159"/>
                      <a:pt x="1040" y="1535"/>
                    </a:cubicBezTo>
                    <a:cubicBezTo>
                      <a:pt x="1140" y="1885"/>
                      <a:pt x="1340" y="2487"/>
                      <a:pt x="1040" y="3139"/>
                    </a:cubicBezTo>
                    <a:cubicBezTo>
                      <a:pt x="714" y="3790"/>
                      <a:pt x="1090" y="3890"/>
                      <a:pt x="914" y="4191"/>
                    </a:cubicBezTo>
                    <a:cubicBezTo>
                      <a:pt x="764" y="4517"/>
                      <a:pt x="789" y="4743"/>
                      <a:pt x="463" y="4918"/>
                    </a:cubicBezTo>
                    <a:cubicBezTo>
                      <a:pt x="137" y="5119"/>
                      <a:pt x="37" y="5820"/>
                      <a:pt x="12" y="7550"/>
                    </a:cubicBezTo>
                    <a:cubicBezTo>
                      <a:pt x="1" y="8331"/>
                      <a:pt x="64" y="8546"/>
                      <a:pt x="171" y="8546"/>
                    </a:cubicBezTo>
                    <a:cubicBezTo>
                      <a:pt x="302" y="8546"/>
                      <a:pt x="497" y="8226"/>
                      <a:pt x="701" y="8226"/>
                    </a:cubicBezTo>
                    <a:cubicBezTo>
                      <a:pt x="705" y="8226"/>
                      <a:pt x="710" y="8226"/>
                      <a:pt x="714" y="8226"/>
                    </a:cubicBezTo>
                    <a:cubicBezTo>
                      <a:pt x="1115" y="8251"/>
                      <a:pt x="889" y="8577"/>
                      <a:pt x="864" y="8853"/>
                    </a:cubicBezTo>
                    <a:cubicBezTo>
                      <a:pt x="864" y="8944"/>
                      <a:pt x="891" y="8977"/>
                      <a:pt x="932" y="8977"/>
                    </a:cubicBezTo>
                    <a:cubicBezTo>
                      <a:pt x="1016" y="8977"/>
                      <a:pt x="1156" y="8837"/>
                      <a:pt x="1240" y="8753"/>
                    </a:cubicBezTo>
                    <a:cubicBezTo>
                      <a:pt x="1391" y="8627"/>
                      <a:pt x="2142" y="7374"/>
                      <a:pt x="2418" y="6948"/>
                    </a:cubicBezTo>
                    <a:cubicBezTo>
                      <a:pt x="2543" y="6748"/>
                      <a:pt x="2606" y="6729"/>
                      <a:pt x="2678" y="6729"/>
                    </a:cubicBezTo>
                    <a:cubicBezTo>
                      <a:pt x="2695" y="6729"/>
                      <a:pt x="2712" y="6730"/>
                      <a:pt x="2730" y="6730"/>
                    </a:cubicBezTo>
                    <a:cubicBezTo>
                      <a:pt x="2792" y="6730"/>
                      <a:pt x="2869" y="6719"/>
                      <a:pt x="2995" y="6622"/>
                    </a:cubicBezTo>
                    <a:cubicBezTo>
                      <a:pt x="3320" y="6372"/>
                      <a:pt x="3797" y="5946"/>
                      <a:pt x="3972" y="5570"/>
                    </a:cubicBezTo>
                    <a:cubicBezTo>
                      <a:pt x="4031" y="5451"/>
                      <a:pt x="4165" y="5416"/>
                      <a:pt x="4336" y="5416"/>
                    </a:cubicBezTo>
                    <a:cubicBezTo>
                      <a:pt x="4594" y="5416"/>
                      <a:pt x="4937" y="5496"/>
                      <a:pt x="5240" y="5496"/>
                    </a:cubicBezTo>
                    <a:cubicBezTo>
                      <a:pt x="5332" y="5496"/>
                      <a:pt x="5420" y="5489"/>
                      <a:pt x="5501" y="5469"/>
                    </a:cubicBezTo>
                    <a:cubicBezTo>
                      <a:pt x="6027" y="5344"/>
                      <a:pt x="6027" y="4893"/>
                      <a:pt x="5902" y="4442"/>
                    </a:cubicBezTo>
                    <a:cubicBezTo>
                      <a:pt x="5752" y="3966"/>
                      <a:pt x="5300" y="3815"/>
                      <a:pt x="5351" y="3464"/>
                    </a:cubicBezTo>
                    <a:cubicBezTo>
                      <a:pt x="5368" y="3353"/>
                      <a:pt x="5446" y="3333"/>
                      <a:pt x="5539" y="3333"/>
                    </a:cubicBezTo>
                    <a:cubicBezTo>
                      <a:pt x="5594" y="3333"/>
                      <a:pt x="5655" y="3340"/>
                      <a:pt x="5711" y="3340"/>
                    </a:cubicBezTo>
                    <a:cubicBezTo>
                      <a:pt x="5835" y="3340"/>
                      <a:pt x="5936" y="3303"/>
                      <a:pt x="5902" y="3063"/>
                    </a:cubicBezTo>
                    <a:cubicBezTo>
                      <a:pt x="5827" y="2537"/>
                      <a:pt x="5927" y="2061"/>
                      <a:pt x="5601" y="1760"/>
                    </a:cubicBezTo>
                    <a:cubicBezTo>
                      <a:pt x="5300" y="1434"/>
                      <a:pt x="5476" y="1134"/>
                      <a:pt x="5576" y="883"/>
                    </a:cubicBezTo>
                    <a:cubicBezTo>
                      <a:pt x="5641" y="705"/>
                      <a:pt x="5601" y="569"/>
                      <a:pt x="5470" y="569"/>
                    </a:cubicBezTo>
                    <a:cubicBezTo>
                      <a:pt x="5399" y="569"/>
                      <a:pt x="5299" y="610"/>
                      <a:pt x="5175" y="708"/>
                    </a:cubicBezTo>
                    <a:cubicBezTo>
                      <a:pt x="5112" y="758"/>
                      <a:pt x="5055" y="779"/>
                      <a:pt x="5001" y="779"/>
                    </a:cubicBezTo>
                    <a:cubicBezTo>
                      <a:pt x="4733" y="779"/>
                      <a:pt x="4552" y="244"/>
                      <a:pt x="4198" y="56"/>
                    </a:cubicBezTo>
                    <a:cubicBezTo>
                      <a:pt x="4119" y="17"/>
                      <a:pt x="4059" y="1"/>
                      <a:pt x="4010" y="1"/>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6333;p49">
                <a:extLst>
                  <a:ext uri="{FF2B5EF4-FFF2-40B4-BE49-F238E27FC236}">
                    <a16:creationId xmlns:a16="http://schemas.microsoft.com/office/drawing/2014/main" id="{C6A32474-2995-4443-A815-971DA878F204}"/>
                  </a:ext>
                </a:extLst>
              </p:cNvPr>
              <p:cNvSpPr/>
              <p:nvPr/>
            </p:nvSpPr>
            <p:spPr>
              <a:xfrm>
                <a:off x="4428725" y="1795525"/>
                <a:ext cx="69625" cy="62950"/>
              </a:xfrm>
              <a:custGeom>
                <a:avLst/>
                <a:gdLst/>
                <a:ahLst/>
                <a:cxnLst/>
                <a:rect l="l" t="t" r="r" b="b"/>
                <a:pathLst>
                  <a:path w="2785" h="2518" extrusionOk="0">
                    <a:moveTo>
                      <a:pt x="2683" y="0"/>
                    </a:moveTo>
                    <a:cubicBezTo>
                      <a:pt x="2516" y="0"/>
                      <a:pt x="2131" y="311"/>
                      <a:pt x="2131" y="311"/>
                    </a:cubicBezTo>
                    <a:cubicBezTo>
                      <a:pt x="2131" y="311"/>
                      <a:pt x="1705" y="461"/>
                      <a:pt x="1479" y="862"/>
                    </a:cubicBezTo>
                    <a:cubicBezTo>
                      <a:pt x="1396" y="1019"/>
                      <a:pt x="1343" y="1064"/>
                      <a:pt x="1279" y="1064"/>
                    </a:cubicBezTo>
                    <a:cubicBezTo>
                      <a:pt x="1194" y="1064"/>
                      <a:pt x="1088" y="987"/>
                      <a:pt x="865" y="987"/>
                    </a:cubicBezTo>
                    <a:cubicBezTo>
                      <a:pt x="797" y="987"/>
                      <a:pt x="719" y="994"/>
                      <a:pt x="627" y="1013"/>
                    </a:cubicBezTo>
                    <a:cubicBezTo>
                      <a:pt x="1" y="1113"/>
                      <a:pt x="452" y="1564"/>
                      <a:pt x="351" y="1990"/>
                    </a:cubicBezTo>
                    <a:cubicBezTo>
                      <a:pt x="280" y="2292"/>
                      <a:pt x="536" y="2518"/>
                      <a:pt x="762" y="2518"/>
                    </a:cubicBezTo>
                    <a:cubicBezTo>
                      <a:pt x="856" y="2518"/>
                      <a:pt x="944" y="2479"/>
                      <a:pt x="1003" y="2391"/>
                    </a:cubicBezTo>
                    <a:cubicBezTo>
                      <a:pt x="1254" y="2015"/>
                      <a:pt x="2532" y="762"/>
                      <a:pt x="2732" y="211"/>
                    </a:cubicBezTo>
                    <a:cubicBezTo>
                      <a:pt x="2784" y="55"/>
                      <a:pt x="2753" y="0"/>
                      <a:pt x="2683" y="0"/>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6334;p49">
                <a:extLst>
                  <a:ext uri="{FF2B5EF4-FFF2-40B4-BE49-F238E27FC236}">
                    <a16:creationId xmlns:a16="http://schemas.microsoft.com/office/drawing/2014/main" id="{920B4BFF-9E50-422D-AE1F-F3E1B373A959}"/>
                  </a:ext>
                </a:extLst>
              </p:cNvPr>
              <p:cNvSpPr/>
              <p:nvPr/>
            </p:nvSpPr>
            <p:spPr>
              <a:xfrm>
                <a:off x="4526475" y="1814025"/>
                <a:ext cx="94625" cy="39675"/>
              </a:xfrm>
              <a:custGeom>
                <a:avLst/>
                <a:gdLst/>
                <a:ahLst/>
                <a:cxnLst/>
                <a:rect l="l" t="t" r="r" b="b"/>
                <a:pathLst>
                  <a:path w="3785" h="1587" extrusionOk="0">
                    <a:moveTo>
                      <a:pt x="3148" y="0"/>
                    </a:moveTo>
                    <a:cubicBezTo>
                      <a:pt x="2617" y="0"/>
                      <a:pt x="1609" y="797"/>
                      <a:pt x="852" y="1050"/>
                    </a:cubicBezTo>
                    <a:cubicBezTo>
                      <a:pt x="0" y="1300"/>
                      <a:pt x="552" y="1526"/>
                      <a:pt x="852" y="1576"/>
                    </a:cubicBezTo>
                    <a:cubicBezTo>
                      <a:pt x="899" y="1583"/>
                      <a:pt x="950" y="1587"/>
                      <a:pt x="1004" y="1587"/>
                    </a:cubicBezTo>
                    <a:cubicBezTo>
                      <a:pt x="1849" y="1587"/>
                      <a:pt x="3509" y="724"/>
                      <a:pt x="3509" y="724"/>
                    </a:cubicBezTo>
                    <a:cubicBezTo>
                      <a:pt x="3509" y="724"/>
                      <a:pt x="3785" y="222"/>
                      <a:pt x="3284" y="22"/>
                    </a:cubicBezTo>
                    <a:cubicBezTo>
                      <a:pt x="3243" y="7"/>
                      <a:pt x="3198" y="0"/>
                      <a:pt x="3148" y="0"/>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6335;p49">
                <a:extLst>
                  <a:ext uri="{FF2B5EF4-FFF2-40B4-BE49-F238E27FC236}">
                    <a16:creationId xmlns:a16="http://schemas.microsoft.com/office/drawing/2014/main" id="{9190D76E-9EAB-43E8-A306-0B11F5DB7BFA}"/>
                  </a:ext>
                </a:extLst>
              </p:cNvPr>
              <p:cNvSpPr/>
              <p:nvPr/>
            </p:nvSpPr>
            <p:spPr>
              <a:xfrm>
                <a:off x="4694725" y="1985700"/>
                <a:ext cx="51700" cy="35925"/>
              </a:xfrm>
              <a:custGeom>
                <a:avLst/>
                <a:gdLst/>
                <a:ahLst/>
                <a:cxnLst/>
                <a:rect l="l" t="t" r="r" b="b"/>
                <a:pathLst>
                  <a:path w="2068" h="1437" extrusionOk="0">
                    <a:moveTo>
                      <a:pt x="1268" y="0"/>
                    </a:moveTo>
                    <a:cubicBezTo>
                      <a:pt x="984" y="0"/>
                      <a:pt x="730" y="211"/>
                      <a:pt x="470" y="211"/>
                    </a:cubicBezTo>
                    <a:cubicBezTo>
                      <a:pt x="435" y="211"/>
                      <a:pt x="399" y="207"/>
                      <a:pt x="363" y="198"/>
                    </a:cubicBezTo>
                    <a:cubicBezTo>
                      <a:pt x="348" y="193"/>
                      <a:pt x="334" y="191"/>
                      <a:pt x="320" y="191"/>
                    </a:cubicBezTo>
                    <a:cubicBezTo>
                      <a:pt x="0" y="191"/>
                      <a:pt x="232" y="1437"/>
                      <a:pt x="952" y="1437"/>
                    </a:cubicBezTo>
                    <a:cubicBezTo>
                      <a:pt x="1041" y="1437"/>
                      <a:pt x="1137" y="1418"/>
                      <a:pt x="1240" y="1376"/>
                    </a:cubicBezTo>
                    <a:cubicBezTo>
                      <a:pt x="1867" y="1125"/>
                      <a:pt x="2067" y="498"/>
                      <a:pt x="1616" y="122"/>
                    </a:cubicBezTo>
                    <a:cubicBezTo>
                      <a:pt x="1494" y="33"/>
                      <a:pt x="1379" y="0"/>
                      <a:pt x="1268" y="0"/>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6336;p49">
                <a:extLst>
                  <a:ext uri="{FF2B5EF4-FFF2-40B4-BE49-F238E27FC236}">
                    <a16:creationId xmlns:a16="http://schemas.microsoft.com/office/drawing/2014/main" id="{B1ECB93A-5497-4B9C-9AC5-27AB5A88E51F}"/>
                  </a:ext>
                </a:extLst>
              </p:cNvPr>
              <p:cNvSpPr/>
              <p:nvPr/>
            </p:nvSpPr>
            <p:spPr>
              <a:xfrm>
                <a:off x="4750775" y="1828625"/>
                <a:ext cx="35425" cy="37475"/>
              </a:xfrm>
              <a:custGeom>
                <a:avLst/>
                <a:gdLst/>
                <a:ahLst/>
                <a:cxnLst/>
                <a:rect l="l" t="t" r="r" b="b"/>
                <a:pathLst>
                  <a:path w="1417" h="1499" extrusionOk="0">
                    <a:moveTo>
                      <a:pt x="184" y="0"/>
                    </a:moveTo>
                    <a:cubicBezTo>
                      <a:pt x="4" y="0"/>
                      <a:pt x="133" y="559"/>
                      <a:pt x="76" y="691"/>
                    </a:cubicBezTo>
                    <a:cubicBezTo>
                      <a:pt x="1" y="867"/>
                      <a:pt x="352" y="1117"/>
                      <a:pt x="1304" y="1493"/>
                    </a:cubicBezTo>
                    <a:cubicBezTo>
                      <a:pt x="1311" y="1497"/>
                      <a:pt x="1317" y="1498"/>
                      <a:pt x="1322" y="1498"/>
                    </a:cubicBezTo>
                    <a:cubicBezTo>
                      <a:pt x="1417" y="1498"/>
                      <a:pt x="1026" y="788"/>
                      <a:pt x="477" y="215"/>
                    </a:cubicBezTo>
                    <a:cubicBezTo>
                      <a:pt x="335" y="60"/>
                      <a:pt x="243" y="0"/>
                      <a:pt x="184" y="0"/>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6337;p49">
                <a:extLst>
                  <a:ext uri="{FF2B5EF4-FFF2-40B4-BE49-F238E27FC236}">
                    <a16:creationId xmlns:a16="http://schemas.microsoft.com/office/drawing/2014/main" id="{01AE5075-D3FB-475D-8FF4-01F4A75497CA}"/>
                  </a:ext>
                </a:extLst>
              </p:cNvPr>
              <p:cNvSpPr/>
              <p:nvPr/>
            </p:nvSpPr>
            <p:spPr>
              <a:xfrm>
                <a:off x="4490125" y="1653125"/>
                <a:ext cx="778225" cy="1085675"/>
              </a:xfrm>
              <a:custGeom>
                <a:avLst/>
                <a:gdLst/>
                <a:ahLst/>
                <a:cxnLst/>
                <a:rect l="l" t="t" r="r" b="b"/>
                <a:pathLst>
                  <a:path w="31129" h="43427" extrusionOk="0">
                    <a:moveTo>
                      <a:pt x="24530" y="13022"/>
                    </a:moveTo>
                    <a:cubicBezTo>
                      <a:pt x="24545" y="13022"/>
                      <a:pt x="24564" y="13031"/>
                      <a:pt x="24587" y="13050"/>
                    </a:cubicBezTo>
                    <a:cubicBezTo>
                      <a:pt x="24863" y="13250"/>
                      <a:pt x="25089" y="14027"/>
                      <a:pt x="25164" y="14027"/>
                    </a:cubicBezTo>
                    <a:cubicBezTo>
                      <a:pt x="25228" y="14027"/>
                      <a:pt x="25624" y="14248"/>
                      <a:pt x="25704" y="14248"/>
                    </a:cubicBezTo>
                    <a:cubicBezTo>
                      <a:pt x="25718" y="14248"/>
                      <a:pt x="25722" y="14242"/>
                      <a:pt x="25715" y="14227"/>
                    </a:cubicBezTo>
                    <a:cubicBezTo>
                      <a:pt x="25698" y="14143"/>
                      <a:pt x="25862" y="14014"/>
                      <a:pt x="26010" y="14014"/>
                    </a:cubicBezTo>
                    <a:cubicBezTo>
                      <a:pt x="26082" y="14014"/>
                      <a:pt x="26150" y="14045"/>
                      <a:pt x="26191" y="14127"/>
                    </a:cubicBezTo>
                    <a:cubicBezTo>
                      <a:pt x="26292" y="14403"/>
                      <a:pt x="26241" y="14603"/>
                      <a:pt x="26342" y="14754"/>
                    </a:cubicBezTo>
                    <a:cubicBezTo>
                      <a:pt x="26442" y="14904"/>
                      <a:pt x="26993" y="15330"/>
                      <a:pt x="27144" y="15506"/>
                    </a:cubicBezTo>
                    <a:cubicBezTo>
                      <a:pt x="27294" y="15681"/>
                      <a:pt x="27319" y="16258"/>
                      <a:pt x="26968" y="16258"/>
                    </a:cubicBezTo>
                    <a:cubicBezTo>
                      <a:pt x="26542" y="16258"/>
                      <a:pt x="26517" y="15506"/>
                      <a:pt x="25966" y="15380"/>
                    </a:cubicBezTo>
                    <a:cubicBezTo>
                      <a:pt x="25414" y="15255"/>
                      <a:pt x="24888" y="15230"/>
                      <a:pt x="24738" y="14503"/>
                    </a:cubicBezTo>
                    <a:cubicBezTo>
                      <a:pt x="24624" y="13845"/>
                      <a:pt x="24387" y="13022"/>
                      <a:pt x="24530" y="13022"/>
                    </a:cubicBezTo>
                    <a:close/>
                    <a:moveTo>
                      <a:pt x="23622" y="15509"/>
                    </a:moveTo>
                    <a:cubicBezTo>
                      <a:pt x="23636" y="15509"/>
                      <a:pt x="23664" y="15539"/>
                      <a:pt x="23710" y="15606"/>
                    </a:cubicBezTo>
                    <a:cubicBezTo>
                      <a:pt x="23911" y="15907"/>
                      <a:pt x="23660" y="16358"/>
                      <a:pt x="24312" y="16358"/>
                    </a:cubicBezTo>
                    <a:cubicBezTo>
                      <a:pt x="24622" y="16358"/>
                      <a:pt x="24870" y="16301"/>
                      <a:pt x="25052" y="16301"/>
                    </a:cubicBezTo>
                    <a:cubicBezTo>
                      <a:pt x="25253" y="16301"/>
                      <a:pt x="25375" y="16370"/>
                      <a:pt x="25414" y="16659"/>
                    </a:cubicBezTo>
                    <a:cubicBezTo>
                      <a:pt x="25515" y="17210"/>
                      <a:pt x="25414" y="17811"/>
                      <a:pt x="24863" y="17962"/>
                    </a:cubicBezTo>
                    <a:cubicBezTo>
                      <a:pt x="24287" y="18112"/>
                      <a:pt x="24713" y="18939"/>
                      <a:pt x="24512" y="19065"/>
                    </a:cubicBezTo>
                    <a:cubicBezTo>
                      <a:pt x="24365" y="19150"/>
                      <a:pt x="24135" y="19272"/>
                      <a:pt x="23920" y="19272"/>
                    </a:cubicBezTo>
                    <a:cubicBezTo>
                      <a:pt x="23695" y="19272"/>
                      <a:pt x="23486" y="19138"/>
                      <a:pt x="23409" y="18689"/>
                    </a:cubicBezTo>
                    <a:cubicBezTo>
                      <a:pt x="23297" y="17900"/>
                      <a:pt x="22698" y="16686"/>
                      <a:pt x="22961" y="16686"/>
                    </a:cubicBezTo>
                    <a:cubicBezTo>
                      <a:pt x="22990" y="16686"/>
                      <a:pt x="23030" y="16701"/>
                      <a:pt x="23083" y="16734"/>
                    </a:cubicBezTo>
                    <a:cubicBezTo>
                      <a:pt x="23473" y="16993"/>
                      <a:pt x="23492" y="17418"/>
                      <a:pt x="23577" y="17418"/>
                    </a:cubicBezTo>
                    <a:cubicBezTo>
                      <a:pt x="23607" y="17418"/>
                      <a:pt x="23645" y="17365"/>
                      <a:pt x="23710" y="17235"/>
                    </a:cubicBezTo>
                    <a:cubicBezTo>
                      <a:pt x="23936" y="16734"/>
                      <a:pt x="24312" y="16533"/>
                      <a:pt x="24036" y="16508"/>
                    </a:cubicBezTo>
                    <a:cubicBezTo>
                      <a:pt x="24030" y="16508"/>
                      <a:pt x="24024" y="16507"/>
                      <a:pt x="24018" y="16507"/>
                    </a:cubicBezTo>
                    <a:cubicBezTo>
                      <a:pt x="23871" y="16507"/>
                      <a:pt x="23788" y="16686"/>
                      <a:pt x="23746" y="16686"/>
                    </a:cubicBezTo>
                    <a:cubicBezTo>
                      <a:pt x="23720" y="16686"/>
                      <a:pt x="23710" y="16620"/>
                      <a:pt x="23710" y="16408"/>
                    </a:cubicBezTo>
                    <a:cubicBezTo>
                      <a:pt x="23710" y="15950"/>
                      <a:pt x="23568" y="15509"/>
                      <a:pt x="23622" y="15509"/>
                    </a:cubicBezTo>
                    <a:close/>
                    <a:moveTo>
                      <a:pt x="7132" y="1"/>
                    </a:moveTo>
                    <a:cubicBezTo>
                      <a:pt x="4417" y="1"/>
                      <a:pt x="3635" y="1095"/>
                      <a:pt x="3635" y="1095"/>
                    </a:cubicBezTo>
                    <a:cubicBezTo>
                      <a:pt x="3484" y="1320"/>
                      <a:pt x="2106" y="1696"/>
                      <a:pt x="2006" y="1997"/>
                    </a:cubicBezTo>
                    <a:cubicBezTo>
                      <a:pt x="1905" y="2273"/>
                      <a:pt x="1805" y="2222"/>
                      <a:pt x="1379" y="2273"/>
                    </a:cubicBezTo>
                    <a:cubicBezTo>
                      <a:pt x="978" y="2323"/>
                      <a:pt x="1" y="2473"/>
                      <a:pt x="778" y="2548"/>
                    </a:cubicBezTo>
                    <a:cubicBezTo>
                      <a:pt x="808" y="2550"/>
                      <a:pt x="842" y="2551"/>
                      <a:pt x="877" y="2551"/>
                    </a:cubicBezTo>
                    <a:cubicBezTo>
                      <a:pt x="1768" y="2551"/>
                      <a:pt x="4104" y="1968"/>
                      <a:pt x="5189" y="1871"/>
                    </a:cubicBezTo>
                    <a:cubicBezTo>
                      <a:pt x="5426" y="1845"/>
                      <a:pt x="5635" y="1834"/>
                      <a:pt x="5824" y="1834"/>
                    </a:cubicBezTo>
                    <a:cubicBezTo>
                      <a:pt x="6537" y="1834"/>
                      <a:pt x="6970" y="1988"/>
                      <a:pt x="7545" y="2047"/>
                    </a:cubicBezTo>
                    <a:cubicBezTo>
                      <a:pt x="8271" y="2122"/>
                      <a:pt x="10051" y="2147"/>
                      <a:pt x="10051" y="2147"/>
                    </a:cubicBezTo>
                    <a:cubicBezTo>
                      <a:pt x="10051" y="2147"/>
                      <a:pt x="9804" y="2730"/>
                      <a:pt x="10371" y="2730"/>
                    </a:cubicBezTo>
                    <a:cubicBezTo>
                      <a:pt x="10403" y="2730"/>
                      <a:pt x="10439" y="2728"/>
                      <a:pt x="10477" y="2724"/>
                    </a:cubicBezTo>
                    <a:cubicBezTo>
                      <a:pt x="10548" y="2719"/>
                      <a:pt x="10613" y="2716"/>
                      <a:pt x="10674" y="2716"/>
                    </a:cubicBezTo>
                    <a:cubicBezTo>
                      <a:pt x="11238" y="2716"/>
                      <a:pt x="11401" y="2911"/>
                      <a:pt x="11605" y="3024"/>
                    </a:cubicBezTo>
                    <a:cubicBezTo>
                      <a:pt x="11855" y="3150"/>
                      <a:pt x="11304" y="3275"/>
                      <a:pt x="11404" y="3400"/>
                    </a:cubicBezTo>
                    <a:cubicBezTo>
                      <a:pt x="11504" y="3526"/>
                      <a:pt x="12181" y="3551"/>
                      <a:pt x="13259" y="4252"/>
                    </a:cubicBezTo>
                    <a:cubicBezTo>
                      <a:pt x="13876" y="4664"/>
                      <a:pt x="14287" y="4731"/>
                      <a:pt x="14586" y="4731"/>
                    </a:cubicBezTo>
                    <a:cubicBezTo>
                      <a:pt x="14730" y="4731"/>
                      <a:pt x="14849" y="4715"/>
                      <a:pt x="14952" y="4715"/>
                    </a:cubicBezTo>
                    <a:cubicBezTo>
                      <a:pt x="15000" y="4715"/>
                      <a:pt x="15045" y="4719"/>
                      <a:pt x="15088" y="4729"/>
                    </a:cubicBezTo>
                    <a:cubicBezTo>
                      <a:pt x="15439" y="4804"/>
                      <a:pt x="14036" y="4804"/>
                      <a:pt x="14637" y="5280"/>
                    </a:cubicBezTo>
                    <a:cubicBezTo>
                      <a:pt x="15214" y="5731"/>
                      <a:pt x="16617" y="6057"/>
                      <a:pt x="16642" y="6433"/>
                    </a:cubicBezTo>
                    <a:cubicBezTo>
                      <a:pt x="16667" y="6834"/>
                      <a:pt x="16467" y="7460"/>
                      <a:pt x="16718" y="7761"/>
                    </a:cubicBezTo>
                    <a:cubicBezTo>
                      <a:pt x="16943" y="8087"/>
                      <a:pt x="17119" y="8513"/>
                      <a:pt x="17419" y="9090"/>
                    </a:cubicBezTo>
                    <a:cubicBezTo>
                      <a:pt x="17679" y="9633"/>
                      <a:pt x="18652" y="10199"/>
                      <a:pt x="18006" y="10199"/>
                    </a:cubicBezTo>
                    <a:cubicBezTo>
                      <a:pt x="17967" y="10199"/>
                      <a:pt x="17922" y="10197"/>
                      <a:pt x="17870" y="10192"/>
                    </a:cubicBezTo>
                    <a:cubicBezTo>
                      <a:pt x="16993" y="10117"/>
                      <a:pt x="16417" y="10067"/>
                      <a:pt x="16793" y="9867"/>
                    </a:cubicBezTo>
                    <a:cubicBezTo>
                      <a:pt x="17117" y="9704"/>
                      <a:pt x="17334" y="9179"/>
                      <a:pt x="16950" y="9179"/>
                    </a:cubicBezTo>
                    <a:cubicBezTo>
                      <a:pt x="16919" y="9179"/>
                      <a:pt x="16883" y="9182"/>
                      <a:pt x="16843" y="9190"/>
                    </a:cubicBezTo>
                    <a:cubicBezTo>
                      <a:pt x="16317" y="9290"/>
                      <a:pt x="14512" y="9315"/>
                      <a:pt x="14312" y="9516"/>
                    </a:cubicBezTo>
                    <a:cubicBezTo>
                      <a:pt x="14111" y="9691"/>
                      <a:pt x="14412" y="10142"/>
                      <a:pt x="14612" y="10994"/>
                    </a:cubicBezTo>
                    <a:cubicBezTo>
                      <a:pt x="14788" y="11846"/>
                      <a:pt x="14738" y="12122"/>
                      <a:pt x="14637" y="13125"/>
                    </a:cubicBezTo>
                    <a:cubicBezTo>
                      <a:pt x="14512" y="14127"/>
                      <a:pt x="14562" y="14077"/>
                      <a:pt x="14813" y="14754"/>
                    </a:cubicBezTo>
                    <a:cubicBezTo>
                      <a:pt x="15016" y="15281"/>
                      <a:pt x="15415" y="15644"/>
                      <a:pt x="15614" y="15644"/>
                    </a:cubicBezTo>
                    <a:cubicBezTo>
                      <a:pt x="15660" y="15644"/>
                      <a:pt x="15696" y="15624"/>
                      <a:pt x="15715" y="15581"/>
                    </a:cubicBezTo>
                    <a:cubicBezTo>
                      <a:pt x="15802" y="15364"/>
                      <a:pt x="15627" y="14700"/>
                      <a:pt x="15932" y="14700"/>
                    </a:cubicBezTo>
                    <a:cubicBezTo>
                      <a:pt x="15980" y="14700"/>
                      <a:pt x="16041" y="14716"/>
                      <a:pt x="16116" y="14754"/>
                    </a:cubicBezTo>
                    <a:cubicBezTo>
                      <a:pt x="16667" y="15029"/>
                      <a:pt x="17018" y="15681"/>
                      <a:pt x="17194" y="15831"/>
                    </a:cubicBezTo>
                    <a:cubicBezTo>
                      <a:pt x="17308" y="15917"/>
                      <a:pt x="17455" y="15995"/>
                      <a:pt x="17574" y="15995"/>
                    </a:cubicBezTo>
                    <a:cubicBezTo>
                      <a:pt x="17664" y="15995"/>
                      <a:pt x="17738" y="15950"/>
                      <a:pt x="17770" y="15831"/>
                    </a:cubicBezTo>
                    <a:cubicBezTo>
                      <a:pt x="17845" y="15556"/>
                      <a:pt x="17269" y="14453"/>
                      <a:pt x="17344" y="14253"/>
                    </a:cubicBezTo>
                    <a:cubicBezTo>
                      <a:pt x="17419" y="14027"/>
                      <a:pt x="17043" y="13726"/>
                      <a:pt x="17043" y="13726"/>
                    </a:cubicBezTo>
                    <a:cubicBezTo>
                      <a:pt x="17043" y="13726"/>
                      <a:pt x="16542" y="13375"/>
                      <a:pt x="16442" y="12949"/>
                    </a:cubicBezTo>
                    <a:cubicBezTo>
                      <a:pt x="16342" y="12498"/>
                      <a:pt x="16417" y="12573"/>
                      <a:pt x="16216" y="12147"/>
                    </a:cubicBezTo>
                    <a:cubicBezTo>
                      <a:pt x="16016" y="11696"/>
                      <a:pt x="15765" y="11195"/>
                      <a:pt x="15991" y="11195"/>
                    </a:cubicBezTo>
                    <a:cubicBezTo>
                      <a:pt x="16191" y="11195"/>
                      <a:pt x="16317" y="11320"/>
                      <a:pt x="16492" y="11947"/>
                    </a:cubicBezTo>
                    <a:cubicBezTo>
                      <a:pt x="16692" y="12573"/>
                      <a:pt x="16843" y="12674"/>
                      <a:pt x="16968" y="12824"/>
                    </a:cubicBezTo>
                    <a:cubicBezTo>
                      <a:pt x="17081" y="12937"/>
                      <a:pt x="17521" y="13132"/>
                      <a:pt x="17790" y="13132"/>
                    </a:cubicBezTo>
                    <a:cubicBezTo>
                      <a:pt x="17819" y="13132"/>
                      <a:pt x="17846" y="13130"/>
                      <a:pt x="17870" y="13125"/>
                    </a:cubicBezTo>
                    <a:cubicBezTo>
                      <a:pt x="18127" y="13078"/>
                      <a:pt x="18123" y="12488"/>
                      <a:pt x="18405" y="12488"/>
                    </a:cubicBezTo>
                    <a:cubicBezTo>
                      <a:pt x="18425" y="12488"/>
                      <a:pt x="18448" y="12491"/>
                      <a:pt x="18472" y="12498"/>
                    </a:cubicBezTo>
                    <a:cubicBezTo>
                      <a:pt x="18848" y="12598"/>
                      <a:pt x="18021" y="12974"/>
                      <a:pt x="18196" y="13300"/>
                    </a:cubicBezTo>
                    <a:cubicBezTo>
                      <a:pt x="18372" y="13651"/>
                      <a:pt x="19124" y="14002"/>
                      <a:pt x="19099" y="14177"/>
                    </a:cubicBezTo>
                    <a:cubicBezTo>
                      <a:pt x="19094" y="14203"/>
                      <a:pt x="19072" y="14212"/>
                      <a:pt x="19039" y="14212"/>
                    </a:cubicBezTo>
                    <a:cubicBezTo>
                      <a:pt x="18928" y="14212"/>
                      <a:pt x="18689" y="14103"/>
                      <a:pt x="18558" y="14103"/>
                    </a:cubicBezTo>
                    <a:cubicBezTo>
                      <a:pt x="18496" y="14103"/>
                      <a:pt x="18458" y="14128"/>
                      <a:pt x="18472" y="14202"/>
                    </a:cubicBezTo>
                    <a:cubicBezTo>
                      <a:pt x="18522" y="14453"/>
                      <a:pt x="18973" y="14979"/>
                      <a:pt x="19099" y="15155"/>
                    </a:cubicBezTo>
                    <a:cubicBezTo>
                      <a:pt x="19214" y="15317"/>
                      <a:pt x="19180" y="15843"/>
                      <a:pt x="18977" y="15843"/>
                    </a:cubicBezTo>
                    <a:cubicBezTo>
                      <a:pt x="18960" y="15843"/>
                      <a:pt x="18942" y="15839"/>
                      <a:pt x="18923" y="15831"/>
                    </a:cubicBezTo>
                    <a:cubicBezTo>
                      <a:pt x="18732" y="15762"/>
                      <a:pt x="18673" y="15462"/>
                      <a:pt x="18596" y="15462"/>
                    </a:cubicBezTo>
                    <a:cubicBezTo>
                      <a:pt x="18563" y="15462"/>
                      <a:pt x="18526" y="15520"/>
                      <a:pt x="18472" y="15681"/>
                    </a:cubicBezTo>
                    <a:cubicBezTo>
                      <a:pt x="18297" y="16182"/>
                      <a:pt x="18397" y="16408"/>
                      <a:pt x="18121" y="16533"/>
                    </a:cubicBezTo>
                    <a:cubicBezTo>
                      <a:pt x="17971" y="16596"/>
                      <a:pt x="17958" y="16596"/>
                      <a:pt x="17952" y="16596"/>
                    </a:cubicBezTo>
                    <a:cubicBezTo>
                      <a:pt x="17946" y="16596"/>
                      <a:pt x="17946" y="16596"/>
                      <a:pt x="17820" y="16659"/>
                    </a:cubicBezTo>
                    <a:cubicBezTo>
                      <a:pt x="17687" y="16733"/>
                      <a:pt x="17500" y="16825"/>
                      <a:pt x="17334" y="16825"/>
                    </a:cubicBezTo>
                    <a:cubicBezTo>
                      <a:pt x="17220" y="16825"/>
                      <a:pt x="17115" y="16781"/>
                      <a:pt x="17043" y="16659"/>
                    </a:cubicBezTo>
                    <a:cubicBezTo>
                      <a:pt x="16868" y="16383"/>
                      <a:pt x="17043" y="16258"/>
                      <a:pt x="16818" y="15982"/>
                    </a:cubicBezTo>
                    <a:cubicBezTo>
                      <a:pt x="16629" y="15794"/>
                      <a:pt x="16455" y="15492"/>
                      <a:pt x="16370" y="15492"/>
                    </a:cubicBezTo>
                    <a:cubicBezTo>
                      <a:pt x="16341" y="15492"/>
                      <a:pt x="16323" y="15525"/>
                      <a:pt x="16317" y="15606"/>
                    </a:cubicBezTo>
                    <a:cubicBezTo>
                      <a:pt x="16291" y="15907"/>
                      <a:pt x="16291" y="16032"/>
                      <a:pt x="16517" y="16358"/>
                    </a:cubicBezTo>
                    <a:cubicBezTo>
                      <a:pt x="16768" y="16659"/>
                      <a:pt x="17043" y="16834"/>
                      <a:pt x="16993" y="17110"/>
                    </a:cubicBezTo>
                    <a:cubicBezTo>
                      <a:pt x="16943" y="17360"/>
                      <a:pt x="16442" y="17385"/>
                      <a:pt x="16367" y="17962"/>
                    </a:cubicBezTo>
                    <a:cubicBezTo>
                      <a:pt x="16291" y="18538"/>
                      <a:pt x="16467" y="18513"/>
                      <a:pt x="16266" y="18789"/>
                    </a:cubicBezTo>
                    <a:cubicBezTo>
                      <a:pt x="16066" y="19090"/>
                      <a:pt x="16066" y="19090"/>
                      <a:pt x="16066" y="19340"/>
                    </a:cubicBezTo>
                    <a:cubicBezTo>
                      <a:pt x="16066" y="19591"/>
                      <a:pt x="15916" y="19892"/>
                      <a:pt x="15765" y="20017"/>
                    </a:cubicBezTo>
                    <a:cubicBezTo>
                      <a:pt x="15751" y="20029"/>
                      <a:pt x="15733" y="20033"/>
                      <a:pt x="15714" y="20033"/>
                    </a:cubicBezTo>
                    <a:cubicBezTo>
                      <a:pt x="15616" y="20033"/>
                      <a:pt x="15470" y="19903"/>
                      <a:pt x="15408" y="19903"/>
                    </a:cubicBezTo>
                    <a:cubicBezTo>
                      <a:pt x="15379" y="19903"/>
                      <a:pt x="15368" y="19932"/>
                      <a:pt x="15389" y="20017"/>
                    </a:cubicBezTo>
                    <a:cubicBezTo>
                      <a:pt x="15464" y="20293"/>
                      <a:pt x="15690" y="20418"/>
                      <a:pt x="15439" y="20493"/>
                    </a:cubicBezTo>
                    <a:cubicBezTo>
                      <a:pt x="15164" y="20568"/>
                      <a:pt x="14562" y="20568"/>
                      <a:pt x="14713" y="20719"/>
                    </a:cubicBezTo>
                    <a:cubicBezTo>
                      <a:pt x="14863" y="20869"/>
                      <a:pt x="15264" y="20994"/>
                      <a:pt x="15464" y="20994"/>
                    </a:cubicBezTo>
                    <a:cubicBezTo>
                      <a:pt x="15665" y="20994"/>
                      <a:pt x="15941" y="21395"/>
                      <a:pt x="16091" y="21621"/>
                    </a:cubicBezTo>
                    <a:cubicBezTo>
                      <a:pt x="16241" y="21872"/>
                      <a:pt x="16342" y="22373"/>
                      <a:pt x="16291" y="22573"/>
                    </a:cubicBezTo>
                    <a:cubicBezTo>
                      <a:pt x="16241" y="22749"/>
                      <a:pt x="15088" y="23050"/>
                      <a:pt x="14738" y="23175"/>
                    </a:cubicBezTo>
                    <a:cubicBezTo>
                      <a:pt x="14362" y="23275"/>
                      <a:pt x="14161" y="23275"/>
                      <a:pt x="14136" y="23451"/>
                    </a:cubicBezTo>
                    <a:cubicBezTo>
                      <a:pt x="14111" y="23626"/>
                      <a:pt x="14186" y="24052"/>
                      <a:pt x="14387" y="24478"/>
                    </a:cubicBezTo>
                    <a:cubicBezTo>
                      <a:pt x="14612" y="24879"/>
                      <a:pt x="14236" y="25130"/>
                      <a:pt x="14362" y="25380"/>
                    </a:cubicBezTo>
                    <a:cubicBezTo>
                      <a:pt x="14487" y="25631"/>
                      <a:pt x="14788" y="25882"/>
                      <a:pt x="14687" y="26107"/>
                    </a:cubicBezTo>
                    <a:cubicBezTo>
                      <a:pt x="14655" y="26181"/>
                      <a:pt x="14675" y="26201"/>
                      <a:pt x="14734" y="26201"/>
                    </a:cubicBezTo>
                    <a:cubicBezTo>
                      <a:pt x="14805" y="26201"/>
                      <a:pt x="14934" y="26170"/>
                      <a:pt x="15090" y="26170"/>
                    </a:cubicBezTo>
                    <a:cubicBezTo>
                      <a:pt x="15197" y="26170"/>
                      <a:pt x="15316" y="26185"/>
                      <a:pt x="15439" y="26233"/>
                    </a:cubicBezTo>
                    <a:cubicBezTo>
                      <a:pt x="15780" y="26373"/>
                      <a:pt x="15752" y="26641"/>
                      <a:pt x="15919" y="26641"/>
                    </a:cubicBezTo>
                    <a:cubicBezTo>
                      <a:pt x="15961" y="26641"/>
                      <a:pt x="16015" y="26624"/>
                      <a:pt x="16091" y="26583"/>
                    </a:cubicBezTo>
                    <a:cubicBezTo>
                      <a:pt x="16442" y="26358"/>
                      <a:pt x="16166" y="26157"/>
                      <a:pt x="16467" y="26082"/>
                    </a:cubicBezTo>
                    <a:cubicBezTo>
                      <a:pt x="16537" y="26066"/>
                      <a:pt x="16607" y="26061"/>
                      <a:pt x="16673" y="26061"/>
                    </a:cubicBezTo>
                    <a:cubicBezTo>
                      <a:pt x="16763" y="26061"/>
                      <a:pt x="16846" y="26070"/>
                      <a:pt x="16918" y="26070"/>
                    </a:cubicBezTo>
                    <a:cubicBezTo>
                      <a:pt x="17043" y="26070"/>
                      <a:pt x="17131" y="26045"/>
                      <a:pt x="17144" y="25907"/>
                    </a:cubicBezTo>
                    <a:cubicBezTo>
                      <a:pt x="17169" y="25606"/>
                      <a:pt x="17620" y="24829"/>
                      <a:pt x="17570" y="24754"/>
                    </a:cubicBezTo>
                    <a:cubicBezTo>
                      <a:pt x="17520" y="24679"/>
                      <a:pt x="17144" y="24679"/>
                      <a:pt x="17344" y="24328"/>
                    </a:cubicBezTo>
                    <a:cubicBezTo>
                      <a:pt x="17520" y="24002"/>
                      <a:pt x="17971" y="23050"/>
                      <a:pt x="17971" y="22924"/>
                    </a:cubicBezTo>
                    <a:cubicBezTo>
                      <a:pt x="17971" y="22799"/>
                      <a:pt x="17494" y="22273"/>
                      <a:pt x="17971" y="22222"/>
                    </a:cubicBezTo>
                    <a:cubicBezTo>
                      <a:pt x="18043" y="22214"/>
                      <a:pt x="18103" y="22212"/>
                      <a:pt x="18154" y="22212"/>
                    </a:cubicBezTo>
                    <a:cubicBezTo>
                      <a:pt x="18282" y="22212"/>
                      <a:pt x="18350" y="22230"/>
                      <a:pt x="18402" y="22230"/>
                    </a:cubicBezTo>
                    <a:cubicBezTo>
                      <a:pt x="18458" y="22230"/>
                      <a:pt x="18496" y="22209"/>
                      <a:pt x="18572" y="22122"/>
                    </a:cubicBezTo>
                    <a:cubicBezTo>
                      <a:pt x="18760" y="21934"/>
                      <a:pt x="18816" y="21108"/>
                      <a:pt x="19193" y="21108"/>
                    </a:cubicBezTo>
                    <a:cubicBezTo>
                      <a:pt x="19219" y="21108"/>
                      <a:pt x="19246" y="21112"/>
                      <a:pt x="19274" y="21120"/>
                    </a:cubicBezTo>
                    <a:cubicBezTo>
                      <a:pt x="19750" y="21220"/>
                      <a:pt x="20001" y="21596"/>
                      <a:pt x="20452" y="21646"/>
                    </a:cubicBezTo>
                    <a:cubicBezTo>
                      <a:pt x="20903" y="21721"/>
                      <a:pt x="21605" y="21847"/>
                      <a:pt x="21805" y="22172"/>
                    </a:cubicBezTo>
                    <a:cubicBezTo>
                      <a:pt x="22006" y="22523"/>
                      <a:pt x="21630" y="23150"/>
                      <a:pt x="21630" y="23150"/>
                    </a:cubicBezTo>
                    <a:cubicBezTo>
                      <a:pt x="21630" y="23150"/>
                      <a:pt x="21204" y="23325"/>
                      <a:pt x="21329" y="23425"/>
                    </a:cubicBezTo>
                    <a:cubicBezTo>
                      <a:pt x="21435" y="23496"/>
                      <a:pt x="21805" y="23567"/>
                      <a:pt x="22012" y="23567"/>
                    </a:cubicBezTo>
                    <a:cubicBezTo>
                      <a:pt x="22098" y="23567"/>
                      <a:pt x="22156" y="23555"/>
                      <a:pt x="22156" y="23526"/>
                    </a:cubicBezTo>
                    <a:cubicBezTo>
                      <a:pt x="22156" y="23425"/>
                      <a:pt x="21755" y="23275"/>
                      <a:pt x="21931" y="23075"/>
                    </a:cubicBezTo>
                    <a:cubicBezTo>
                      <a:pt x="22131" y="22899"/>
                      <a:pt x="22231" y="22298"/>
                      <a:pt x="22156" y="22172"/>
                    </a:cubicBezTo>
                    <a:cubicBezTo>
                      <a:pt x="22081" y="22047"/>
                      <a:pt x="21605" y="21897"/>
                      <a:pt x="21855" y="21796"/>
                    </a:cubicBezTo>
                    <a:cubicBezTo>
                      <a:pt x="22131" y="21696"/>
                      <a:pt x="22432" y="21847"/>
                      <a:pt x="22357" y="21621"/>
                    </a:cubicBezTo>
                    <a:cubicBezTo>
                      <a:pt x="22281" y="21420"/>
                      <a:pt x="21730" y="21270"/>
                      <a:pt x="21479" y="21245"/>
                    </a:cubicBezTo>
                    <a:cubicBezTo>
                      <a:pt x="21204" y="21220"/>
                      <a:pt x="20803" y="21195"/>
                      <a:pt x="20552" y="21045"/>
                    </a:cubicBezTo>
                    <a:cubicBezTo>
                      <a:pt x="20327" y="20869"/>
                      <a:pt x="20051" y="20769"/>
                      <a:pt x="19976" y="20593"/>
                    </a:cubicBezTo>
                    <a:cubicBezTo>
                      <a:pt x="19929" y="20431"/>
                      <a:pt x="19581" y="20009"/>
                      <a:pt x="19811" y="20009"/>
                    </a:cubicBezTo>
                    <a:cubicBezTo>
                      <a:pt x="19829" y="20009"/>
                      <a:pt x="19850" y="20012"/>
                      <a:pt x="19875" y="20017"/>
                    </a:cubicBezTo>
                    <a:cubicBezTo>
                      <a:pt x="20251" y="20067"/>
                      <a:pt x="20527" y="20393"/>
                      <a:pt x="20878" y="20418"/>
                    </a:cubicBezTo>
                    <a:cubicBezTo>
                      <a:pt x="21204" y="20443"/>
                      <a:pt x="22382" y="20644"/>
                      <a:pt x="22357" y="20769"/>
                    </a:cubicBezTo>
                    <a:cubicBezTo>
                      <a:pt x="22357" y="20894"/>
                      <a:pt x="22206" y="21070"/>
                      <a:pt x="22582" y="21270"/>
                    </a:cubicBezTo>
                    <a:cubicBezTo>
                      <a:pt x="22983" y="21471"/>
                      <a:pt x="23309" y="21721"/>
                      <a:pt x="23409" y="21922"/>
                    </a:cubicBezTo>
                    <a:cubicBezTo>
                      <a:pt x="23500" y="22067"/>
                      <a:pt x="23618" y="22331"/>
                      <a:pt x="23713" y="22331"/>
                    </a:cubicBezTo>
                    <a:cubicBezTo>
                      <a:pt x="23750" y="22331"/>
                      <a:pt x="23783" y="22294"/>
                      <a:pt x="23810" y="22197"/>
                    </a:cubicBezTo>
                    <a:cubicBezTo>
                      <a:pt x="23911" y="21872"/>
                      <a:pt x="23835" y="21521"/>
                      <a:pt x="23860" y="21320"/>
                    </a:cubicBezTo>
                    <a:cubicBezTo>
                      <a:pt x="23886" y="21120"/>
                      <a:pt x="22858" y="20869"/>
                      <a:pt x="23134" y="20719"/>
                    </a:cubicBezTo>
                    <a:cubicBezTo>
                      <a:pt x="23409" y="20568"/>
                      <a:pt x="23535" y="20568"/>
                      <a:pt x="23510" y="20393"/>
                    </a:cubicBezTo>
                    <a:cubicBezTo>
                      <a:pt x="23491" y="20242"/>
                      <a:pt x="23415" y="19878"/>
                      <a:pt x="23560" y="19878"/>
                    </a:cubicBezTo>
                    <a:cubicBezTo>
                      <a:pt x="23608" y="19878"/>
                      <a:pt x="23680" y="19918"/>
                      <a:pt x="23785" y="20017"/>
                    </a:cubicBezTo>
                    <a:cubicBezTo>
                      <a:pt x="24211" y="20393"/>
                      <a:pt x="24462" y="21070"/>
                      <a:pt x="24863" y="21070"/>
                    </a:cubicBezTo>
                    <a:cubicBezTo>
                      <a:pt x="25239" y="21070"/>
                      <a:pt x="25189" y="20994"/>
                      <a:pt x="25264" y="20744"/>
                    </a:cubicBezTo>
                    <a:cubicBezTo>
                      <a:pt x="25339" y="20493"/>
                      <a:pt x="25339" y="20443"/>
                      <a:pt x="25665" y="20418"/>
                    </a:cubicBezTo>
                    <a:cubicBezTo>
                      <a:pt x="25927" y="20396"/>
                      <a:pt x="25847" y="19635"/>
                      <a:pt x="25987" y="19635"/>
                    </a:cubicBezTo>
                    <a:cubicBezTo>
                      <a:pt x="26007" y="19635"/>
                      <a:pt x="26033" y="19652"/>
                      <a:pt x="26066" y="19691"/>
                    </a:cubicBezTo>
                    <a:cubicBezTo>
                      <a:pt x="26342" y="19967"/>
                      <a:pt x="26868" y="21395"/>
                      <a:pt x="26918" y="21821"/>
                    </a:cubicBezTo>
                    <a:cubicBezTo>
                      <a:pt x="26943" y="22222"/>
                      <a:pt x="26417" y="22298"/>
                      <a:pt x="26292" y="22623"/>
                    </a:cubicBezTo>
                    <a:cubicBezTo>
                      <a:pt x="26141" y="22924"/>
                      <a:pt x="26041" y="23476"/>
                      <a:pt x="25414" y="23526"/>
                    </a:cubicBezTo>
                    <a:cubicBezTo>
                      <a:pt x="24788" y="23576"/>
                      <a:pt x="24562" y="23526"/>
                      <a:pt x="24387" y="23952"/>
                    </a:cubicBezTo>
                    <a:cubicBezTo>
                      <a:pt x="24211" y="24353"/>
                      <a:pt x="24512" y="24603"/>
                      <a:pt x="24362" y="25055"/>
                    </a:cubicBezTo>
                    <a:cubicBezTo>
                      <a:pt x="24249" y="25393"/>
                      <a:pt x="24221" y="25562"/>
                      <a:pt x="24023" y="25562"/>
                    </a:cubicBezTo>
                    <a:cubicBezTo>
                      <a:pt x="23958" y="25562"/>
                      <a:pt x="23873" y="25543"/>
                      <a:pt x="23760" y="25506"/>
                    </a:cubicBezTo>
                    <a:cubicBezTo>
                      <a:pt x="23674" y="25477"/>
                      <a:pt x="23593" y="25467"/>
                      <a:pt x="23519" y="25467"/>
                    </a:cubicBezTo>
                    <a:cubicBezTo>
                      <a:pt x="23321" y="25467"/>
                      <a:pt x="23167" y="25540"/>
                      <a:pt x="23070" y="25540"/>
                    </a:cubicBezTo>
                    <a:cubicBezTo>
                      <a:pt x="23011" y="25540"/>
                      <a:pt x="22973" y="25514"/>
                      <a:pt x="22958" y="25431"/>
                    </a:cubicBezTo>
                    <a:cubicBezTo>
                      <a:pt x="22950" y="25386"/>
                      <a:pt x="22926" y="25368"/>
                      <a:pt x="22891" y="25368"/>
                    </a:cubicBezTo>
                    <a:cubicBezTo>
                      <a:pt x="22720" y="25368"/>
                      <a:pt x="22277" y="25791"/>
                      <a:pt x="21978" y="25791"/>
                    </a:cubicBezTo>
                    <a:cubicBezTo>
                      <a:pt x="21953" y="25791"/>
                      <a:pt x="21928" y="25788"/>
                      <a:pt x="21906" y="25781"/>
                    </a:cubicBezTo>
                    <a:cubicBezTo>
                      <a:pt x="21580" y="25706"/>
                      <a:pt x="21730" y="25581"/>
                      <a:pt x="21454" y="25506"/>
                    </a:cubicBezTo>
                    <a:cubicBezTo>
                      <a:pt x="21154" y="25431"/>
                      <a:pt x="21354" y="25330"/>
                      <a:pt x="21304" y="25055"/>
                    </a:cubicBezTo>
                    <a:cubicBezTo>
                      <a:pt x="21254" y="24779"/>
                      <a:pt x="20853" y="24428"/>
                      <a:pt x="20978" y="24328"/>
                    </a:cubicBezTo>
                    <a:cubicBezTo>
                      <a:pt x="21074" y="24251"/>
                      <a:pt x="20993" y="24070"/>
                      <a:pt x="20860" y="24070"/>
                    </a:cubicBezTo>
                    <a:cubicBezTo>
                      <a:pt x="20819" y="24070"/>
                      <a:pt x="20774" y="24087"/>
                      <a:pt x="20728" y="24127"/>
                    </a:cubicBezTo>
                    <a:cubicBezTo>
                      <a:pt x="20502" y="24303"/>
                      <a:pt x="20778" y="24353"/>
                      <a:pt x="20276" y="24603"/>
                    </a:cubicBezTo>
                    <a:cubicBezTo>
                      <a:pt x="19775" y="24829"/>
                      <a:pt x="19500" y="24829"/>
                      <a:pt x="19224" y="25055"/>
                    </a:cubicBezTo>
                    <a:cubicBezTo>
                      <a:pt x="18973" y="25280"/>
                      <a:pt x="19149" y="25305"/>
                      <a:pt x="18723" y="25456"/>
                    </a:cubicBezTo>
                    <a:cubicBezTo>
                      <a:pt x="18271" y="25606"/>
                      <a:pt x="18071" y="25481"/>
                      <a:pt x="18071" y="25731"/>
                    </a:cubicBezTo>
                    <a:cubicBezTo>
                      <a:pt x="18071" y="26007"/>
                      <a:pt x="17845" y="26182"/>
                      <a:pt x="17494" y="26408"/>
                    </a:cubicBezTo>
                    <a:cubicBezTo>
                      <a:pt x="17119" y="26659"/>
                      <a:pt x="17294" y="26759"/>
                      <a:pt x="16943" y="26834"/>
                    </a:cubicBezTo>
                    <a:cubicBezTo>
                      <a:pt x="16851" y="26855"/>
                      <a:pt x="16761" y="26863"/>
                      <a:pt x="16675" y="26863"/>
                    </a:cubicBezTo>
                    <a:cubicBezTo>
                      <a:pt x="16494" y="26863"/>
                      <a:pt x="16335" y="26830"/>
                      <a:pt x="16224" y="26830"/>
                    </a:cubicBezTo>
                    <a:cubicBezTo>
                      <a:pt x="16203" y="26830"/>
                      <a:pt x="16184" y="26831"/>
                      <a:pt x="16166" y="26834"/>
                    </a:cubicBezTo>
                    <a:cubicBezTo>
                      <a:pt x="16016" y="26859"/>
                      <a:pt x="15640" y="26859"/>
                      <a:pt x="15665" y="27110"/>
                    </a:cubicBezTo>
                    <a:cubicBezTo>
                      <a:pt x="15690" y="27385"/>
                      <a:pt x="15615" y="27987"/>
                      <a:pt x="15389" y="28137"/>
                    </a:cubicBezTo>
                    <a:cubicBezTo>
                      <a:pt x="15139" y="28288"/>
                      <a:pt x="15063" y="28137"/>
                      <a:pt x="14963" y="28664"/>
                    </a:cubicBezTo>
                    <a:cubicBezTo>
                      <a:pt x="14863" y="29165"/>
                      <a:pt x="15013" y="29115"/>
                      <a:pt x="15038" y="29516"/>
                    </a:cubicBezTo>
                    <a:cubicBezTo>
                      <a:pt x="15063" y="29917"/>
                      <a:pt x="14838" y="30493"/>
                      <a:pt x="14412" y="30744"/>
                    </a:cubicBezTo>
                    <a:cubicBezTo>
                      <a:pt x="14299" y="30807"/>
                      <a:pt x="14194" y="30823"/>
                      <a:pt x="14101" y="30823"/>
                    </a:cubicBezTo>
                    <a:cubicBezTo>
                      <a:pt x="14010" y="30823"/>
                      <a:pt x="13930" y="30808"/>
                      <a:pt x="13867" y="30808"/>
                    </a:cubicBezTo>
                    <a:cubicBezTo>
                      <a:pt x="13768" y="30808"/>
                      <a:pt x="13710" y="30846"/>
                      <a:pt x="13710" y="31045"/>
                    </a:cubicBezTo>
                    <a:cubicBezTo>
                      <a:pt x="13685" y="31496"/>
                      <a:pt x="13484" y="31671"/>
                      <a:pt x="13334" y="31897"/>
                    </a:cubicBezTo>
                    <a:cubicBezTo>
                      <a:pt x="13184" y="32147"/>
                      <a:pt x="13134" y="32172"/>
                      <a:pt x="13209" y="32624"/>
                    </a:cubicBezTo>
                    <a:cubicBezTo>
                      <a:pt x="13259" y="33100"/>
                      <a:pt x="12607" y="33175"/>
                      <a:pt x="12507" y="33676"/>
                    </a:cubicBezTo>
                    <a:cubicBezTo>
                      <a:pt x="12382" y="34177"/>
                      <a:pt x="12256" y="34202"/>
                      <a:pt x="12407" y="34503"/>
                    </a:cubicBezTo>
                    <a:cubicBezTo>
                      <a:pt x="12582" y="34829"/>
                      <a:pt x="12833" y="35005"/>
                      <a:pt x="12733" y="35581"/>
                    </a:cubicBezTo>
                    <a:cubicBezTo>
                      <a:pt x="12632" y="36157"/>
                      <a:pt x="12432" y="36383"/>
                      <a:pt x="12357" y="36684"/>
                    </a:cubicBezTo>
                    <a:cubicBezTo>
                      <a:pt x="12281" y="37010"/>
                      <a:pt x="12607" y="37385"/>
                      <a:pt x="12632" y="37786"/>
                    </a:cubicBezTo>
                    <a:cubicBezTo>
                      <a:pt x="12657" y="38162"/>
                      <a:pt x="13109" y="38162"/>
                      <a:pt x="13384" y="38488"/>
                    </a:cubicBezTo>
                    <a:cubicBezTo>
                      <a:pt x="13635" y="38814"/>
                      <a:pt x="14061" y="38764"/>
                      <a:pt x="14186" y="39090"/>
                    </a:cubicBezTo>
                    <a:cubicBezTo>
                      <a:pt x="14312" y="39390"/>
                      <a:pt x="14662" y="39365"/>
                      <a:pt x="14963" y="39566"/>
                    </a:cubicBezTo>
                    <a:cubicBezTo>
                      <a:pt x="15234" y="39712"/>
                      <a:pt x="15332" y="39978"/>
                      <a:pt x="15831" y="39978"/>
                    </a:cubicBezTo>
                    <a:cubicBezTo>
                      <a:pt x="15933" y="39978"/>
                      <a:pt x="16051" y="39967"/>
                      <a:pt x="16191" y="39942"/>
                    </a:cubicBezTo>
                    <a:cubicBezTo>
                      <a:pt x="17018" y="39792"/>
                      <a:pt x="16968" y="39441"/>
                      <a:pt x="17595" y="39340"/>
                    </a:cubicBezTo>
                    <a:cubicBezTo>
                      <a:pt x="18221" y="39240"/>
                      <a:pt x="18221" y="39090"/>
                      <a:pt x="18998" y="38814"/>
                    </a:cubicBezTo>
                    <a:cubicBezTo>
                      <a:pt x="19775" y="38563"/>
                      <a:pt x="19926" y="37912"/>
                      <a:pt x="20477" y="37736"/>
                    </a:cubicBezTo>
                    <a:cubicBezTo>
                      <a:pt x="20856" y="37616"/>
                      <a:pt x="21045" y="37519"/>
                      <a:pt x="21225" y="37519"/>
                    </a:cubicBezTo>
                    <a:cubicBezTo>
                      <a:pt x="21306" y="37519"/>
                      <a:pt x="21385" y="37539"/>
                      <a:pt x="21479" y="37586"/>
                    </a:cubicBezTo>
                    <a:cubicBezTo>
                      <a:pt x="21697" y="37685"/>
                      <a:pt x="21274" y="38018"/>
                      <a:pt x="21383" y="38018"/>
                    </a:cubicBezTo>
                    <a:cubicBezTo>
                      <a:pt x="21412" y="38018"/>
                      <a:pt x="21478" y="37995"/>
                      <a:pt x="21605" y="37937"/>
                    </a:cubicBezTo>
                    <a:cubicBezTo>
                      <a:pt x="22175" y="37699"/>
                      <a:pt x="22227" y="37281"/>
                      <a:pt x="22637" y="37281"/>
                    </a:cubicBezTo>
                    <a:cubicBezTo>
                      <a:pt x="22659" y="37281"/>
                      <a:pt x="22683" y="37283"/>
                      <a:pt x="22708" y="37285"/>
                    </a:cubicBezTo>
                    <a:cubicBezTo>
                      <a:pt x="23209" y="37335"/>
                      <a:pt x="22983" y="37411"/>
                      <a:pt x="22883" y="37912"/>
                    </a:cubicBezTo>
                    <a:cubicBezTo>
                      <a:pt x="22783" y="38413"/>
                      <a:pt x="22231" y="39065"/>
                      <a:pt x="22407" y="39190"/>
                    </a:cubicBezTo>
                    <a:cubicBezTo>
                      <a:pt x="22582" y="39315"/>
                      <a:pt x="23209" y="39390"/>
                      <a:pt x="23359" y="39691"/>
                    </a:cubicBezTo>
                    <a:cubicBezTo>
                      <a:pt x="23535" y="39967"/>
                      <a:pt x="23008" y="40117"/>
                      <a:pt x="23184" y="40468"/>
                    </a:cubicBezTo>
                    <a:cubicBezTo>
                      <a:pt x="23359" y="40794"/>
                      <a:pt x="23535" y="40819"/>
                      <a:pt x="23259" y="40995"/>
                    </a:cubicBezTo>
                    <a:cubicBezTo>
                      <a:pt x="23008" y="41145"/>
                      <a:pt x="22307" y="42348"/>
                      <a:pt x="22081" y="42674"/>
                    </a:cubicBezTo>
                    <a:cubicBezTo>
                      <a:pt x="21830" y="43000"/>
                      <a:pt x="21880" y="43350"/>
                      <a:pt x="22307" y="43426"/>
                    </a:cubicBezTo>
                    <a:cubicBezTo>
                      <a:pt x="22308" y="43426"/>
                      <a:pt x="22310" y="43426"/>
                      <a:pt x="22311" y="43426"/>
                    </a:cubicBezTo>
                    <a:cubicBezTo>
                      <a:pt x="22759" y="43426"/>
                      <a:pt x="29878" y="33165"/>
                      <a:pt x="30502" y="30518"/>
                    </a:cubicBezTo>
                    <a:cubicBezTo>
                      <a:pt x="31129" y="27862"/>
                      <a:pt x="30753" y="24654"/>
                      <a:pt x="30753" y="24528"/>
                    </a:cubicBezTo>
                    <a:cubicBezTo>
                      <a:pt x="30753" y="24468"/>
                      <a:pt x="30700" y="24415"/>
                      <a:pt x="30628" y="24415"/>
                    </a:cubicBezTo>
                    <a:cubicBezTo>
                      <a:pt x="30523" y="24415"/>
                      <a:pt x="30376" y="24530"/>
                      <a:pt x="30302" y="24904"/>
                    </a:cubicBezTo>
                    <a:cubicBezTo>
                      <a:pt x="30165" y="25474"/>
                      <a:pt x="30464" y="26231"/>
                      <a:pt x="30047" y="26231"/>
                    </a:cubicBezTo>
                    <a:cubicBezTo>
                      <a:pt x="30006" y="26231"/>
                      <a:pt x="29957" y="26223"/>
                      <a:pt x="29901" y="26207"/>
                    </a:cubicBezTo>
                    <a:cubicBezTo>
                      <a:pt x="29274" y="26032"/>
                      <a:pt x="28998" y="25481"/>
                      <a:pt x="28748" y="25180"/>
                    </a:cubicBezTo>
                    <a:cubicBezTo>
                      <a:pt x="28522" y="24854"/>
                      <a:pt x="28497" y="24854"/>
                      <a:pt x="28146" y="24478"/>
                    </a:cubicBezTo>
                    <a:cubicBezTo>
                      <a:pt x="27820" y="24077"/>
                      <a:pt x="27043" y="23350"/>
                      <a:pt x="27244" y="23150"/>
                    </a:cubicBezTo>
                    <a:cubicBezTo>
                      <a:pt x="27364" y="23014"/>
                      <a:pt x="27376" y="22906"/>
                      <a:pt x="27475" y="22906"/>
                    </a:cubicBezTo>
                    <a:cubicBezTo>
                      <a:pt x="27541" y="22906"/>
                      <a:pt x="27645" y="22954"/>
                      <a:pt x="27845" y="23075"/>
                    </a:cubicBezTo>
                    <a:cubicBezTo>
                      <a:pt x="28347" y="23400"/>
                      <a:pt x="29149" y="23977"/>
                      <a:pt x="29199" y="24278"/>
                    </a:cubicBezTo>
                    <a:cubicBezTo>
                      <a:pt x="29244" y="24573"/>
                      <a:pt x="29454" y="25565"/>
                      <a:pt x="29772" y="25565"/>
                    </a:cubicBezTo>
                    <a:cubicBezTo>
                      <a:pt x="29805" y="25565"/>
                      <a:pt x="29840" y="25555"/>
                      <a:pt x="29876" y="25531"/>
                    </a:cubicBezTo>
                    <a:cubicBezTo>
                      <a:pt x="30251" y="25305"/>
                      <a:pt x="30076" y="23400"/>
                      <a:pt x="30026" y="22924"/>
                    </a:cubicBezTo>
                    <a:cubicBezTo>
                      <a:pt x="29976" y="22473"/>
                      <a:pt x="30076" y="20293"/>
                      <a:pt x="29951" y="19766"/>
                    </a:cubicBezTo>
                    <a:cubicBezTo>
                      <a:pt x="29825" y="19215"/>
                      <a:pt x="29550" y="18664"/>
                      <a:pt x="29399" y="18639"/>
                    </a:cubicBezTo>
                    <a:cubicBezTo>
                      <a:pt x="29390" y="18637"/>
                      <a:pt x="29381" y="18636"/>
                      <a:pt x="29372" y="18636"/>
                    </a:cubicBezTo>
                    <a:cubicBezTo>
                      <a:pt x="29240" y="18636"/>
                      <a:pt x="29178" y="18815"/>
                      <a:pt x="29249" y="19215"/>
                    </a:cubicBezTo>
                    <a:cubicBezTo>
                      <a:pt x="29309" y="19536"/>
                      <a:pt x="29546" y="20145"/>
                      <a:pt x="29433" y="20145"/>
                    </a:cubicBezTo>
                    <a:cubicBezTo>
                      <a:pt x="29404" y="20145"/>
                      <a:pt x="29354" y="20107"/>
                      <a:pt x="29274" y="20017"/>
                    </a:cubicBezTo>
                    <a:cubicBezTo>
                      <a:pt x="28873" y="19541"/>
                      <a:pt x="28221" y="18889"/>
                      <a:pt x="28472" y="18839"/>
                    </a:cubicBezTo>
                    <a:cubicBezTo>
                      <a:pt x="28482" y="18837"/>
                      <a:pt x="28492" y="18836"/>
                      <a:pt x="28501" y="18836"/>
                    </a:cubicBezTo>
                    <a:cubicBezTo>
                      <a:pt x="28637" y="18836"/>
                      <a:pt x="28713" y="19051"/>
                      <a:pt x="28764" y="19051"/>
                    </a:cubicBezTo>
                    <a:cubicBezTo>
                      <a:pt x="28789" y="19051"/>
                      <a:pt x="28807" y="18998"/>
                      <a:pt x="28823" y="18839"/>
                    </a:cubicBezTo>
                    <a:cubicBezTo>
                      <a:pt x="28867" y="18422"/>
                      <a:pt x="28757" y="17985"/>
                      <a:pt x="28932" y="17985"/>
                    </a:cubicBezTo>
                    <a:cubicBezTo>
                      <a:pt x="28956" y="17985"/>
                      <a:pt x="28986" y="17993"/>
                      <a:pt x="29023" y="18012"/>
                    </a:cubicBezTo>
                    <a:cubicBezTo>
                      <a:pt x="29030" y="18016"/>
                      <a:pt x="29036" y="18018"/>
                      <a:pt x="29042" y="18018"/>
                    </a:cubicBezTo>
                    <a:cubicBezTo>
                      <a:pt x="29257" y="18018"/>
                      <a:pt x="28446" y="15216"/>
                      <a:pt x="28422" y="14679"/>
                    </a:cubicBezTo>
                    <a:cubicBezTo>
                      <a:pt x="28397" y="14127"/>
                      <a:pt x="25515" y="6383"/>
                      <a:pt x="15690" y="2197"/>
                    </a:cubicBezTo>
                    <a:cubicBezTo>
                      <a:pt x="11707" y="505"/>
                      <a:pt x="8974" y="1"/>
                      <a:pt x="7132" y="1"/>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6338;p49">
                <a:extLst>
                  <a:ext uri="{FF2B5EF4-FFF2-40B4-BE49-F238E27FC236}">
                    <a16:creationId xmlns:a16="http://schemas.microsoft.com/office/drawing/2014/main" id="{4F1CCC7D-5F7F-4563-9964-6BA4CDC1D0B3}"/>
                  </a:ext>
                </a:extLst>
              </p:cNvPr>
              <p:cNvSpPr/>
              <p:nvPr/>
            </p:nvSpPr>
            <p:spPr>
              <a:xfrm>
                <a:off x="4814075" y="2053950"/>
                <a:ext cx="71450" cy="102275"/>
              </a:xfrm>
              <a:custGeom>
                <a:avLst/>
                <a:gdLst/>
                <a:ahLst/>
                <a:cxnLst/>
                <a:rect l="l" t="t" r="r" b="b"/>
                <a:pathLst>
                  <a:path w="2858" h="4091" extrusionOk="0">
                    <a:moveTo>
                      <a:pt x="477" y="1582"/>
                    </a:moveTo>
                    <a:cubicBezTo>
                      <a:pt x="473" y="1600"/>
                      <a:pt x="472" y="1611"/>
                      <a:pt x="473" y="1611"/>
                    </a:cubicBezTo>
                    <a:cubicBezTo>
                      <a:pt x="473" y="1611"/>
                      <a:pt x="474" y="1609"/>
                      <a:pt x="476" y="1603"/>
                    </a:cubicBezTo>
                    <a:cubicBezTo>
                      <a:pt x="478" y="1597"/>
                      <a:pt x="478" y="1590"/>
                      <a:pt x="477" y="1582"/>
                    </a:cubicBezTo>
                    <a:close/>
                    <a:moveTo>
                      <a:pt x="431" y="1"/>
                    </a:moveTo>
                    <a:cubicBezTo>
                      <a:pt x="402" y="1"/>
                      <a:pt x="360" y="29"/>
                      <a:pt x="301" y="99"/>
                    </a:cubicBezTo>
                    <a:cubicBezTo>
                      <a:pt x="0" y="450"/>
                      <a:pt x="151" y="726"/>
                      <a:pt x="151" y="926"/>
                    </a:cubicBezTo>
                    <a:cubicBezTo>
                      <a:pt x="151" y="1091"/>
                      <a:pt x="461" y="1456"/>
                      <a:pt x="477" y="1582"/>
                    </a:cubicBezTo>
                    <a:lnTo>
                      <a:pt x="477" y="1582"/>
                    </a:lnTo>
                    <a:cubicBezTo>
                      <a:pt x="492" y="1509"/>
                      <a:pt x="544" y="1323"/>
                      <a:pt x="595" y="1323"/>
                    </a:cubicBezTo>
                    <a:cubicBezTo>
                      <a:pt x="605" y="1323"/>
                      <a:pt x="616" y="1332"/>
                      <a:pt x="627" y="1352"/>
                    </a:cubicBezTo>
                    <a:cubicBezTo>
                      <a:pt x="698" y="1496"/>
                      <a:pt x="588" y="1730"/>
                      <a:pt x="708" y="1730"/>
                    </a:cubicBezTo>
                    <a:cubicBezTo>
                      <a:pt x="713" y="1730"/>
                      <a:pt x="720" y="1729"/>
                      <a:pt x="727" y="1728"/>
                    </a:cubicBezTo>
                    <a:cubicBezTo>
                      <a:pt x="781" y="1721"/>
                      <a:pt x="850" y="1715"/>
                      <a:pt x="919" y="1715"/>
                    </a:cubicBezTo>
                    <a:cubicBezTo>
                      <a:pt x="1075" y="1715"/>
                      <a:pt x="1236" y="1742"/>
                      <a:pt x="1253" y="1829"/>
                    </a:cubicBezTo>
                    <a:cubicBezTo>
                      <a:pt x="1278" y="1954"/>
                      <a:pt x="1479" y="2154"/>
                      <a:pt x="1454" y="2230"/>
                    </a:cubicBezTo>
                    <a:cubicBezTo>
                      <a:pt x="1404" y="2330"/>
                      <a:pt x="1153" y="2405"/>
                      <a:pt x="1178" y="2480"/>
                    </a:cubicBezTo>
                    <a:cubicBezTo>
                      <a:pt x="1203" y="2555"/>
                      <a:pt x="1278" y="2606"/>
                      <a:pt x="1278" y="2731"/>
                    </a:cubicBezTo>
                    <a:cubicBezTo>
                      <a:pt x="1278" y="2856"/>
                      <a:pt x="1078" y="3107"/>
                      <a:pt x="1178" y="3132"/>
                    </a:cubicBezTo>
                    <a:cubicBezTo>
                      <a:pt x="1182" y="3133"/>
                      <a:pt x="1187" y="3133"/>
                      <a:pt x="1191" y="3133"/>
                    </a:cubicBezTo>
                    <a:cubicBezTo>
                      <a:pt x="1262" y="3133"/>
                      <a:pt x="1405" y="3029"/>
                      <a:pt x="1465" y="3029"/>
                    </a:cubicBezTo>
                    <a:cubicBezTo>
                      <a:pt x="1500" y="3029"/>
                      <a:pt x="1507" y="3066"/>
                      <a:pt x="1454" y="3182"/>
                    </a:cubicBezTo>
                    <a:cubicBezTo>
                      <a:pt x="1278" y="3483"/>
                      <a:pt x="1328" y="3884"/>
                      <a:pt x="1404" y="4084"/>
                    </a:cubicBezTo>
                    <a:cubicBezTo>
                      <a:pt x="1405" y="4088"/>
                      <a:pt x="1407" y="4090"/>
                      <a:pt x="1409" y="4090"/>
                    </a:cubicBezTo>
                    <a:cubicBezTo>
                      <a:pt x="1451" y="4090"/>
                      <a:pt x="1658" y="3501"/>
                      <a:pt x="2156" y="3382"/>
                    </a:cubicBezTo>
                    <a:cubicBezTo>
                      <a:pt x="2707" y="3257"/>
                      <a:pt x="2857" y="3182"/>
                      <a:pt x="2732" y="2956"/>
                    </a:cubicBezTo>
                    <a:cubicBezTo>
                      <a:pt x="2582" y="2706"/>
                      <a:pt x="2481" y="2806"/>
                      <a:pt x="2531" y="2580"/>
                    </a:cubicBezTo>
                    <a:cubicBezTo>
                      <a:pt x="2582" y="2355"/>
                      <a:pt x="1980" y="2154"/>
                      <a:pt x="1880" y="1979"/>
                    </a:cubicBezTo>
                    <a:cubicBezTo>
                      <a:pt x="1780" y="1803"/>
                      <a:pt x="1479" y="1578"/>
                      <a:pt x="1404" y="1428"/>
                    </a:cubicBezTo>
                    <a:cubicBezTo>
                      <a:pt x="1328" y="1302"/>
                      <a:pt x="1028" y="1302"/>
                      <a:pt x="1003" y="1127"/>
                    </a:cubicBezTo>
                    <a:cubicBezTo>
                      <a:pt x="978" y="951"/>
                      <a:pt x="1278" y="500"/>
                      <a:pt x="1003" y="500"/>
                    </a:cubicBezTo>
                    <a:cubicBezTo>
                      <a:pt x="802" y="500"/>
                      <a:pt x="635" y="567"/>
                      <a:pt x="546" y="567"/>
                    </a:cubicBezTo>
                    <a:cubicBezTo>
                      <a:pt x="501" y="567"/>
                      <a:pt x="476" y="550"/>
                      <a:pt x="476" y="500"/>
                    </a:cubicBezTo>
                    <a:cubicBezTo>
                      <a:pt x="476" y="382"/>
                      <a:pt x="538" y="1"/>
                      <a:pt x="431" y="1"/>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6339;p49">
                <a:extLst>
                  <a:ext uri="{FF2B5EF4-FFF2-40B4-BE49-F238E27FC236}">
                    <a16:creationId xmlns:a16="http://schemas.microsoft.com/office/drawing/2014/main" id="{013C2114-A6CE-44E4-93C3-6AF6C65FCEC1}"/>
                  </a:ext>
                </a:extLst>
              </p:cNvPr>
              <p:cNvSpPr/>
              <p:nvPr/>
            </p:nvSpPr>
            <p:spPr>
              <a:xfrm>
                <a:off x="4803425" y="2105200"/>
                <a:ext cx="31350" cy="40300"/>
              </a:xfrm>
              <a:custGeom>
                <a:avLst/>
                <a:gdLst/>
                <a:ahLst/>
                <a:cxnLst/>
                <a:rect l="l" t="t" r="r" b="b"/>
                <a:pathLst>
                  <a:path w="1254" h="1612" extrusionOk="0">
                    <a:moveTo>
                      <a:pt x="525" y="0"/>
                    </a:moveTo>
                    <a:cubicBezTo>
                      <a:pt x="394" y="0"/>
                      <a:pt x="315" y="26"/>
                      <a:pt x="351" y="205"/>
                    </a:cubicBezTo>
                    <a:cubicBezTo>
                      <a:pt x="371" y="297"/>
                      <a:pt x="316" y="305"/>
                      <a:pt x="244" y="305"/>
                    </a:cubicBezTo>
                    <a:cubicBezTo>
                      <a:pt x="228" y="305"/>
                      <a:pt x="211" y="305"/>
                      <a:pt x="194" y="305"/>
                    </a:cubicBezTo>
                    <a:cubicBezTo>
                      <a:pt x="100" y="305"/>
                      <a:pt x="0" y="317"/>
                      <a:pt x="0" y="480"/>
                    </a:cubicBezTo>
                    <a:cubicBezTo>
                      <a:pt x="0" y="781"/>
                      <a:pt x="326" y="731"/>
                      <a:pt x="301" y="931"/>
                    </a:cubicBezTo>
                    <a:cubicBezTo>
                      <a:pt x="276" y="1107"/>
                      <a:pt x="125" y="1558"/>
                      <a:pt x="351" y="1608"/>
                    </a:cubicBezTo>
                    <a:cubicBezTo>
                      <a:pt x="362" y="1611"/>
                      <a:pt x="373" y="1612"/>
                      <a:pt x="384" y="1612"/>
                    </a:cubicBezTo>
                    <a:cubicBezTo>
                      <a:pt x="599" y="1612"/>
                      <a:pt x="813" y="1172"/>
                      <a:pt x="1028" y="982"/>
                    </a:cubicBezTo>
                    <a:cubicBezTo>
                      <a:pt x="1253" y="756"/>
                      <a:pt x="1103" y="681"/>
                      <a:pt x="1028" y="530"/>
                    </a:cubicBezTo>
                    <a:cubicBezTo>
                      <a:pt x="955" y="385"/>
                      <a:pt x="905" y="3"/>
                      <a:pt x="720" y="3"/>
                    </a:cubicBezTo>
                    <a:cubicBezTo>
                      <a:pt x="714" y="3"/>
                      <a:pt x="708" y="3"/>
                      <a:pt x="702" y="4"/>
                    </a:cubicBezTo>
                    <a:cubicBezTo>
                      <a:pt x="637" y="4"/>
                      <a:pt x="577" y="0"/>
                      <a:pt x="525" y="0"/>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6340;p49">
                <a:extLst>
                  <a:ext uri="{FF2B5EF4-FFF2-40B4-BE49-F238E27FC236}">
                    <a16:creationId xmlns:a16="http://schemas.microsoft.com/office/drawing/2014/main" id="{3F7352A4-4460-40B6-B6BB-42DB7333AC3D}"/>
                  </a:ext>
                </a:extLst>
              </p:cNvPr>
              <p:cNvSpPr/>
              <p:nvPr/>
            </p:nvSpPr>
            <p:spPr>
              <a:xfrm>
                <a:off x="4979475" y="2215050"/>
                <a:ext cx="20275" cy="23625"/>
              </a:xfrm>
              <a:custGeom>
                <a:avLst/>
                <a:gdLst/>
                <a:ahLst/>
                <a:cxnLst/>
                <a:rect l="l" t="t" r="r" b="b"/>
                <a:pathLst>
                  <a:path w="811" h="945" extrusionOk="0">
                    <a:moveTo>
                      <a:pt x="373" y="1"/>
                    </a:moveTo>
                    <a:cubicBezTo>
                      <a:pt x="231" y="1"/>
                      <a:pt x="78" y="92"/>
                      <a:pt x="51" y="146"/>
                    </a:cubicBezTo>
                    <a:cubicBezTo>
                      <a:pt x="1" y="247"/>
                      <a:pt x="101" y="798"/>
                      <a:pt x="377" y="898"/>
                    </a:cubicBezTo>
                    <a:cubicBezTo>
                      <a:pt x="467" y="930"/>
                      <a:pt x="534" y="944"/>
                      <a:pt x="584" y="944"/>
                    </a:cubicBezTo>
                    <a:cubicBezTo>
                      <a:pt x="811" y="944"/>
                      <a:pt x="668" y="642"/>
                      <a:pt x="627" y="272"/>
                    </a:cubicBezTo>
                    <a:cubicBezTo>
                      <a:pt x="604" y="66"/>
                      <a:pt x="492" y="1"/>
                      <a:pt x="373" y="1"/>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6341;p49">
                <a:extLst>
                  <a:ext uri="{FF2B5EF4-FFF2-40B4-BE49-F238E27FC236}">
                    <a16:creationId xmlns:a16="http://schemas.microsoft.com/office/drawing/2014/main" id="{A38D585D-911D-4593-B192-979C17D3A363}"/>
                  </a:ext>
                </a:extLst>
              </p:cNvPr>
              <p:cNvSpPr/>
              <p:nvPr/>
            </p:nvSpPr>
            <p:spPr>
              <a:xfrm>
                <a:off x="4511425" y="1839675"/>
                <a:ext cx="27875" cy="24600"/>
              </a:xfrm>
              <a:custGeom>
                <a:avLst/>
                <a:gdLst/>
                <a:ahLst/>
                <a:cxnLst/>
                <a:rect l="l" t="t" r="r" b="b"/>
                <a:pathLst>
                  <a:path w="1115" h="984" extrusionOk="0">
                    <a:moveTo>
                      <a:pt x="737" y="0"/>
                    </a:moveTo>
                    <a:cubicBezTo>
                      <a:pt x="589" y="0"/>
                      <a:pt x="334" y="183"/>
                      <a:pt x="201" y="299"/>
                    </a:cubicBezTo>
                    <a:cubicBezTo>
                      <a:pt x="1" y="500"/>
                      <a:pt x="602" y="826"/>
                      <a:pt x="853" y="951"/>
                    </a:cubicBezTo>
                    <a:cubicBezTo>
                      <a:pt x="897" y="973"/>
                      <a:pt x="930" y="983"/>
                      <a:pt x="954" y="983"/>
                    </a:cubicBezTo>
                    <a:cubicBezTo>
                      <a:pt x="1115" y="983"/>
                      <a:pt x="831" y="502"/>
                      <a:pt x="853" y="174"/>
                    </a:cubicBezTo>
                    <a:cubicBezTo>
                      <a:pt x="861" y="47"/>
                      <a:pt x="813" y="0"/>
                      <a:pt x="737" y="0"/>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6342;p49">
                <a:extLst>
                  <a:ext uri="{FF2B5EF4-FFF2-40B4-BE49-F238E27FC236}">
                    <a16:creationId xmlns:a16="http://schemas.microsoft.com/office/drawing/2014/main" id="{E0EEFF80-7975-4548-B753-8B5F3FCAE729}"/>
                  </a:ext>
                </a:extLst>
              </p:cNvPr>
              <p:cNvSpPr/>
              <p:nvPr/>
            </p:nvSpPr>
            <p:spPr>
              <a:xfrm>
                <a:off x="4478225" y="1837125"/>
                <a:ext cx="26975" cy="12675"/>
              </a:xfrm>
              <a:custGeom>
                <a:avLst/>
                <a:gdLst/>
                <a:ahLst/>
                <a:cxnLst/>
                <a:rect l="l" t="t" r="r" b="b"/>
                <a:pathLst>
                  <a:path w="1079" h="507" extrusionOk="0">
                    <a:moveTo>
                      <a:pt x="452" y="0"/>
                    </a:moveTo>
                    <a:cubicBezTo>
                      <a:pt x="251" y="0"/>
                      <a:pt x="0" y="251"/>
                      <a:pt x="26" y="401"/>
                    </a:cubicBezTo>
                    <a:cubicBezTo>
                      <a:pt x="36" y="478"/>
                      <a:pt x="119" y="506"/>
                      <a:pt x="235" y="506"/>
                    </a:cubicBezTo>
                    <a:cubicBezTo>
                      <a:pt x="385" y="506"/>
                      <a:pt x="593" y="458"/>
                      <a:pt x="777" y="401"/>
                    </a:cubicBezTo>
                    <a:cubicBezTo>
                      <a:pt x="1078" y="326"/>
                      <a:pt x="677" y="0"/>
                      <a:pt x="452" y="0"/>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6343;p49">
                <a:extLst>
                  <a:ext uri="{FF2B5EF4-FFF2-40B4-BE49-F238E27FC236}">
                    <a16:creationId xmlns:a16="http://schemas.microsoft.com/office/drawing/2014/main" id="{D86FF60D-8632-438E-A9DE-C35786B1FE1B}"/>
                  </a:ext>
                </a:extLst>
              </p:cNvPr>
              <p:cNvSpPr/>
              <p:nvPr/>
            </p:nvSpPr>
            <p:spPr>
              <a:xfrm>
                <a:off x="4809050" y="1794425"/>
                <a:ext cx="87125" cy="47050"/>
              </a:xfrm>
              <a:custGeom>
                <a:avLst/>
                <a:gdLst/>
                <a:ahLst/>
                <a:cxnLst/>
                <a:rect l="l" t="t" r="r" b="b"/>
                <a:pathLst>
                  <a:path w="3485" h="1882" extrusionOk="0">
                    <a:moveTo>
                      <a:pt x="213" y="1"/>
                    </a:moveTo>
                    <a:cubicBezTo>
                      <a:pt x="114" y="1"/>
                      <a:pt x="36" y="23"/>
                      <a:pt x="26" y="54"/>
                    </a:cubicBezTo>
                    <a:cubicBezTo>
                      <a:pt x="1" y="104"/>
                      <a:pt x="427" y="455"/>
                      <a:pt x="803" y="681"/>
                    </a:cubicBezTo>
                    <a:cubicBezTo>
                      <a:pt x="1204" y="906"/>
                      <a:pt x="2306" y="1533"/>
                      <a:pt x="2507" y="1708"/>
                    </a:cubicBezTo>
                    <a:cubicBezTo>
                      <a:pt x="2608" y="1795"/>
                      <a:pt x="2726" y="1882"/>
                      <a:pt x="2866" y="1882"/>
                    </a:cubicBezTo>
                    <a:cubicBezTo>
                      <a:pt x="2968" y="1882"/>
                      <a:pt x="3082" y="1835"/>
                      <a:pt x="3209" y="1708"/>
                    </a:cubicBezTo>
                    <a:cubicBezTo>
                      <a:pt x="3484" y="1407"/>
                      <a:pt x="2732" y="1332"/>
                      <a:pt x="2281" y="1157"/>
                    </a:cubicBezTo>
                    <a:cubicBezTo>
                      <a:pt x="1855" y="956"/>
                      <a:pt x="778" y="430"/>
                      <a:pt x="627" y="179"/>
                    </a:cubicBezTo>
                    <a:cubicBezTo>
                      <a:pt x="539" y="47"/>
                      <a:pt x="355" y="1"/>
                      <a:pt x="213" y="1"/>
                    </a:cubicBezTo>
                    <a:close/>
                  </a:path>
                </a:pathLst>
              </a:custGeom>
              <a:solidFill>
                <a:srgbClr val="BEE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6344;p49">
                <a:extLst>
                  <a:ext uri="{FF2B5EF4-FFF2-40B4-BE49-F238E27FC236}">
                    <a16:creationId xmlns:a16="http://schemas.microsoft.com/office/drawing/2014/main" id="{1160638E-EBA5-41E1-B960-FD6D5829806F}"/>
                  </a:ext>
                </a:extLst>
              </p:cNvPr>
              <p:cNvSpPr/>
              <p:nvPr/>
            </p:nvSpPr>
            <p:spPr>
              <a:xfrm>
                <a:off x="4026475" y="2266950"/>
                <a:ext cx="1225600" cy="354650"/>
              </a:xfrm>
              <a:custGeom>
                <a:avLst/>
                <a:gdLst/>
                <a:ahLst/>
                <a:cxnLst/>
                <a:rect l="l" t="t" r="r" b="b"/>
                <a:pathLst>
                  <a:path w="49024" h="14186" extrusionOk="0">
                    <a:moveTo>
                      <a:pt x="0" y="0"/>
                    </a:moveTo>
                    <a:cubicBezTo>
                      <a:pt x="25" y="3785"/>
                      <a:pt x="2607" y="7344"/>
                      <a:pt x="7243" y="10025"/>
                    </a:cubicBezTo>
                    <a:cubicBezTo>
                      <a:pt x="12055" y="12807"/>
                      <a:pt x="18346" y="14186"/>
                      <a:pt x="24637" y="14186"/>
                    </a:cubicBezTo>
                    <a:cubicBezTo>
                      <a:pt x="30878" y="14186"/>
                      <a:pt x="37093" y="12832"/>
                      <a:pt x="41830" y="10101"/>
                    </a:cubicBezTo>
                    <a:cubicBezTo>
                      <a:pt x="46467" y="7419"/>
                      <a:pt x="49023" y="3835"/>
                      <a:pt x="48973" y="0"/>
                    </a:cubicBezTo>
                    <a:lnTo>
                      <a:pt x="48722" y="0"/>
                    </a:lnTo>
                    <a:cubicBezTo>
                      <a:pt x="48747" y="3735"/>
                      <a:pt x="46266" y="7243"/>
                      <a:pt x="41705" y="9875"/>
                    </a:cubicBezTo>
                    <a:cubicBezTo>
                      <a:pt x="37002" y="12582"/>
                      <a:pt x="30828" y="13935"/>
                      <a:pt x="24641" y="13935"/>
                    </a:cubicBezTo>
                    <a:cubicBezTo>
                      <a:pt x="18397" y="13935"/>
                      <a:pt x="12140" y="12557"/>
                      <a:pt x="7369" y="9800"/>
                    </a:cubicBezTo>
                    <a:cubicBezTo>
                      <a:pt x="2832" y="7168"/>
                      <a:pt x="301" y="3710"/>
                      <a:pt x="2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6345;p49">
                <a:extLst>
                  <a:ext uri="{FF2B5EF4-FFF2-40B4-BE49-F238E27FC236}">
                    <a16:creationId xmlns:a16="http://schemas.microsoft.com/office/drawing/2014/main" id="{6D5F4939-314C-4C79-B0A0-E574982B135D}"/>
                  </a:ext>
                </a:extLst>
              </p:cNvPr>
              <p:cNvSpPr/>
              <p:nvPr/>
            </p:nvSpPr>
            <p:spPr>
              <a:xfrm>
                <a:off x="4206925" y="1713750"/>
                <a:ext cx="722450" cy="1079550"/>
              </a:xfrm>
              <a:custGeom>
                <a:avLst/>
                <a:gdLst/>
                <a:ahLst/>
                <a:cxnLst/>
                <a:rect l="l" t="t" r="r" b="b"/>
                <a:pathLst>
                  <a:path w="28898" h="43182" extrusionOk="0">
                    <a:moveTo>
                      <a:pt x="24973" y="1"/>
                    </a:moveTo>
                    <a:cubicBezTo>
                      <a:pt x="22585" y="1"/>
                      <a:pt x="19934" y="804"/>
                      <a:pt x="17193" y="2379"/>
                    </a:cubicBezTo>
                    <a:cubicBezTo>
                      <a:pt x="7720" y="7843"/>
                      <a:pt x="0" y="21151"/>
                      <a:pt x="0" y="32028"/>
                    </a:cubicBezTo>
                    <a:cubicBezTo>
                      <a:pt x="0" y="37367"/>
                      <a:pt x="1830" y="41326"/>
                      <a:pt x="5163" y="43181"/>
                    </a:cubicBezTo>
                    <a:lnTo>
                      <a:pt x="5289" y="42956"/>
                    </a:lnTo>
                    <a:cubicBezTo>
                      <a:pt x="2055" y="41151"/>
                      <a:pt x="251" y="37266"/>
                      <a:pt x="251" y="32028"/>
                    </a:cubicBezTo>
                    <a:cubicBezTo>
                      <a:pt x="251" y="21226"/>
                      <a:pt x="7920" y="8018"/>
                      <a:pt x="17319" y="2579"/>
                    </a:cubicBezTo>
                    <a:cubicBezTo>
                      <a:pt x="20013" y="1035"/>
                      <a:pt x="22618" y="254"/>
                      <a:pt x="24960" y="254"/>
                    </a:cubicBezTo>
                    <a:cubicBezTo>
                      <a:pt x="26343" y="254"/>
                      <a:pt x="27634" y="526"/>
                      <a:pt x="28797" y="1076"/>
                    </a:cubicBezTo>
                    <a:lnTo>
                      <a:pt x="28898" y="850"/>
                    </a:lnTo>
                    <a:cubicBezTo>
                      <a:pt x="27705" y="282"/>
                      <a:pt x="26385" y="1"/>
                      <a:pt x="249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6346;p49">
                <a:extLst>
                  <a:ext uri="{FF2B5EF4-FFF2-40B4-BE49-F238E27FC236}">
                    <a16:creationId xmlns:a16="http://schemas.microsoft.com/office/drawing/2014/main" id="{DA2C5FAD-082B-4373-B307-94F12502843D}"/>
                  </a:ext>
                </a:extLst>
              </p:cNvPr>
              <p:cNvSpPr/>
              <p:nvPr/>
            </p:nvSpPr>
            <p:spPr>
              <a:xfrm>
                <a:off x="4347275" y="1713750"/>
                <a:ext cx="722450" cy="1079550"/>
              </a:xfrm>
              <a:custGeom>
                <a:avLst/>
                <a:gdLst/>
                <a:ahLst/>
                <a:cxnLst/>
                <a:rect l="l" t="t" r="r" b="b"/>
                <a:pathLst>
                  <a:path w="28898" h="43182" extrusionOk="0">
                    <a:moveTo>
                      <a:pt x="3932" y="1"/>
                    </a:moveTo>
                    <a:cubicBezTo>
                      <a:pt x="2516" y="1"/>
                      <a:pt x="1193" y="282"/>
                      <a:pt x="0" y="850"/>
                    </a:cubicBezTo>
                    <a:lnTo>
                      <a:pt x="126" y="1076"/>
                    </a:lnTo>
                    <a:cubicBezTo>
                      <a:pt x="1289" y="526"/>
                      <a:pt x="2580" y="254"/>
                      <a:pt x="3962" y="254"/>
                    </a:cubicBezTo>
                    <a:cubicBezTo>
                      <a:pt x="6302" y="254"/>
                      <a:pt x="8901" y="1035"/>
                      <a:pt x="11579" y="2579"/>
                    </a:cubicBezTo>
                    <a:cubicBezTo>
                      <a:pt x="21003" y="8018"/>
                      <a:pt x="28647" y="21226"/>
                      <a:pt x="28647" y="32028"/>
                    </a:cubicBezTo>
                    <a:cubicBezTo>
                      <a:pt x="28647" y="37266"/>
                      <a:pt x="26868" y="41151"/>
                      <a:pt x="23635" y="42956"/>
                    </a:cubicBezTo>
                    <a:lnTo>
                      <a:pt x="23760" y="43181"/>
                    </a:lnTo>
                    <a:cubicBezTo>
                      <a:pt x="27068" y="41326"/>
                      <a:pt x="28898" y="37367"/>
                      <a:pt x="28898" y="32028"/>
                    </a:cubicBezTo>
                    <a:cubicBezTo>
                      <a:pt x="28898" y="21151"/>
                      <a:pt x="21203" y="7843"/>
                      <a:pt x="11705" y="2379"/>
                    </a:cubicBezTo>
                    <a:cubicBezTo>
                      <a:pt x="8980" y="804"/>
                      <a:pt x="6325" y="1"/>
                      <a:pt x="393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6347;p49">
                <a:extLst>
                  <a:ext uri="{FF2B5EF4-FFF2-40B4-BE49-F238E27FC236}">
                    <a16:creationId xmlns:a16="http://schemas.microsoft.com/office/drawing/2014/main" id="{2E824D5D-D033-4099-8373-CEADE3BBB408}"/>
                  </a:ext>
                </a:extLst>
              </p:cNvPr>
              <p:cNvSpPr/>
              <p:nvPr/>
            </p:nvSpPr>
            <p:spPr>
              <a:xfrm>
                <a:off x="4635500" y="1659800"/>
                <a:ext cx="6275" cy="1214325"/>
              </a:xfrm>
              <a:custGeom>
                <a:avLst/>
                <a:gdLst/>
                <a:ahLst/>
                <a:cxnLst/>
                <a:rect l="l" t="t" r="r" b="b"/>
                <a:pathLst>
                  <a:path w="251" h="48573" extrusionOk="0">
                    <a:moveTo>
                      <a:pt x="0" y="0"/>
                    </a:moveTo>
                    <a:lnTo>
                      <a:pt x="0" y="48572"/>
                    </a:lnTo>
                    <a:lnTo>
                      <a:pt x="251" y="48572"/>
                    </a:lnTo>
                    <a:lnTo>
                      <a:pt x="25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6348;p49">
                <a:extLst>
                  <a:ext uri="{FF2B5EF4-FFF2-40B4-BE49-F238E27FC236}">
                    <a16:creationId xmlns:a16="http://schemas.microsoft.com/office/drawing/2014/main" id="{FA14D5F0-DBC0-4DE6-AD03-40ECDF2AB8E6}"/>
                  </a:ext>
                </a:extLst>
              </p:cNvPr>
              <p:cNvSpPr/>
              <p:nvPr/>
            </p:nvSpPr>
            <p:spPr>
              <a:xfrm>
                <a:off x="4028350" y="1772575"/>
                <a:ext cx="1220575" cy="494400"/>
              </a:xfrm>
              <a:custGeom>
                <a:avLst/>
                <a:gdLst/>
                <a:ahLst/>
                <a:cxnLst/>
                <a:rect l="l" t="t" r="r" b="b"/>
                <a:pathLst>
                  <a:path w="48823" h="19776" extrusionOk="0">
                    <a:moveTo>
                      <a:pt x="24412" y="1"/>
                    </a:moveTo>
                    <a:cubicBezTo>
                      <a:pt x="10953" y="1"/>
                      <a:pt x="0" y="8873"/>
                      <a:pt x="0" y="19775"/>
                    </a:cubicBezTo>
                    <a:lnTo>
                      <a:pt x="251" y="19775"/>
                    </a:lnTo>
                    <a:cubicBezTo>
                      <a:pt x="251" y="9023"/>
                      <a:pt x="11078" y="251"/>
                      <a:pt x="24412" y="251"/>
                    </a:cubicBezTo>
                    <a:cubicBezTo>
                      <a:pt x="37720" y="251"/>
                      <a:pt x="48572" y="9023"/>
                      <a:pt x="48572" y="19775"/>
                    </a:cubicBezTo>
                    <a:lnTo>
                      <a:pt x="48823" y="19775"/>
                    </a:lnTo>
                    <a:cubicBezTo>
                      <a:pt x="48823" y="8873"/>
                      <a:pt x="37870" y="1"/>
                      <a:pt x="244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6349;p49">
                <a:extLst>
                  <a:ext uri="{FF2B5EF4-FFF2-40B4-BE49-F238E27FC236}">
                    <a16:creationId xmlns:a16="http://schemas.microsoft.com/office/drawing/2014/main" id="{F1B29408-B49B-4CEA-95B9-B726AD1C7C05}"/>
                  </a:ext>
                </a:extLst>
              </p:cNvPr>
              <p:cNvSpPr/>
              <p:nvPr/>
            </p:nvSpPr>
            <p:spPr>
              <a:xfrm>
                <a:off x="4139250" y="3679850"/>
                <a:ext cx="173575" cy="52050"/>
              </a:xfrm>
              <a:custGeom>
                <a:avLst/>
                <a:gdLst/>
                <a:ahLst/>
                <a:cxnLst/>
                <a:rect l="l" t="t" r="r" b="b"/>
                <a:pathLst>
                  <a:path w="6943" h="2082" extrusionOk="0">
                    <a:moveTo>
                      <a:pt x="1" y="1379"/>
                    </a:moveTo>
                    <a:lnTo>
                      <a:pt x="1" y="1705"/>
                    </a:lnTo>
                    <a:cubicBezTo>
                      <a:pt x="652" y="2081"/>
                      <a:pt x="2106" y="1881"/>
                      <a:pt x="2482" y="1705"/>
                    </a:cubicBezTo>
                    <a:cubicBezTo>
                      <a:pt x="2732" y="1329"/>
                      <a:pt x="3409" y="1430"/>
                      <a:pt x="3785" y="1580"/>
                    </a:cubicBezTo>
                    <a:cubicBezTo>
                      <a:pt x="5239" y="1705"/>
                      <a:pt x="5765" y="1505"/>
                      <a:pt x="6266" y="1129"/>
                    </a:cubicBezTo>
                    <a:cubicBezTo>
                      <a:pt x="6492" y="953"/>
                      <a:pt x="6943" y="502"/>
                      <a:pt x="6893" y="1"/>
                    </a:cubicBezTo>
                    <a:cubicBezTo>
                      <a:pt x="5163" y="402"/>
                      <a:pt x="1" y="1379"/>
                      <a:pt x="1" y="1379"/>
                    </a:cubicBezTo>
                    <a:close/>
                  </a:path>
                </a:pathLst>
              </a:custGeom>
              <a:solidFill>
                <a:srgbClr val="606B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6350;p49">
                <a:extLst>
                  <a:ext uri="{FF2B5EF4-FFF2-40B4-BE49-F238E27FC236}">
                    <a16:creationId xmlns:a16="http://schemas.microsoft.com/office/drawing/2014/main" id="{3F89C8DE-161C-4F94-918F-741D5360E802}"/>
                  </a:ext>
                </a:extLst>
              </p:cNvPr>
              <p:cNvSpPr/>
              <p:nvPr/>
            </p:nvSpPr>
            <p:spPr>
              <a:xfrm>
                <a:off x="4129225" y="3651675"/>
                <a:ext cx="186750" cy="72700"/>
              </a:xfrm>
              <a:custGeom>
                <a:avLst/>
                <a:gdLst/>
                <a:ahLst/>
                <a:cxnLst/>
                <a:rect l="l" t="t" r="r" b="b"/>
                <a:pathLst>
                  <a:path w="7470" h="2908" extrusionOk="0">
                    <a:moveTo>
                      <a:pt x="2883" y="0"/>
                    </a:moveTo>
                    <a:cubicBezTo>
                      <a:pt x="2883" y="0"/>
                      <a:pt x="4462" y="451"/>
                      <a:pt x="5414" y="577"/>
                    </a:cubicBezTo>
                    <a:cubicBezTo>
                      <a:pt x="6341" y="702"/>
                      <a:pt x="7018" y="551"/>
                      <a:pt x="7244" y="902"/>
                    </a:cubicBezTo>
                    <a:cubicBezTo>
                      <a:pt x="7469" y="1228"/>
                      <a:pt x="6968" y="2105"/>
                      <a:pt x="6141" y="2381"/>
                    </a:cubicBezTo>
                    <a:cubicBezTo>
                      <a:pt x="5314" y="2682"/>
                      <a:pt x="3610" y="2356"/>
                      <a:pt x="2983" y="2481"/>
                    </a:cubicBezTo>
                    <a:cubicBezTo>
                      <a:pt x="2356" y="2607"/>
                      <a:pt x="777" y="2907"/>
                      <a:pt x="402" y="2506"/>
                    </a:cubicBezTo>
                    <a:cubicBezTo>
                      <a:pt x="1" y="2130"/>
                      <a:pt x="402" y="226"/>
                      <a:pt x="402" y="22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6351;p49">
                <a:extLst>
                  <a:ext uri="{FF2B5EF4-FFF2-40B4-BE49-F238E27FC236}">
                    <a16:creationId xmlns:a16="http://schemas.microsoft.com/office/drawing/2014/main" id="{5E91338E-F24D-41AE-9D46-AEE6892D1345}"/>
                  </a:ext>
                </a:extLst>
              </p:cNvPr>
              <p:cNvSpPr/>
              <p:nvPr/>
            </p:nvSpPr>
            <p:spPr>
              <a:xfrm>
                <a:off x="3978850" y="3510050"/>
                <a:ext cx="131600" cy="117825"/>
              </a:xfrm>
              <a:custGeom>
                <a:avLst/>
                <a:gdLst/>
                <a:ahLst/>
                <a:cxnLst/>
                <a:rect l="l" t="t" r="r" b="b"/>
                <a:pathLst>
                  <a:path w="5264" h="4713" extrusionOk="0">
                    <a:moveTo>
                      <a:pt x="76" y="3560"/>
                    </a:moveTo>
                    <a:lnTo>
                      <a:pt x="2933" y="377"/>
                    </a:lnTo>
                    <a:cubicBezTo>
                      <a:pt x="4061" y="51"/>
                      <a:pt x="5264" y="1"/>
                      <a:pt x="5113" y="1054"/>
                    </a:cubicBezTo>
                    <a:cubicBezTo>
                      <a:pt x="4963" y="1981"/>
                      <a:pt x="3484" y="2382"/>
                      <a:pt x="2482" y="3284"/>
                    </a:cubicBezTo>
                    <a:lnTo>
                      <a:pt x="1529" y="4111"/>
                    </a:lnTo>
                    <a:cubicBezTo>
                      <a:pt x="853" y="4713"/>
                      <a:pt x="0" y="4186"/>
                      <a:pt x="76" y="356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6352;p49">
                <a:extLst>
                  <a:ext uri="{FF2B5EF4-FFF2-40B4-BE49-F238E27FC236}">
                    <a16:creationId xmlns:a16="http://schemas.microsoft.com/office/drawing/2014/main" id="{84E7C337-C3EF-4438-A4CF-B2A87ABC3B4A}"/>
                  </a:ext>
                </a:extLst>
              </p:cNvPr>
              <p:cNvSpPr/>
              <p:nvPr/>
            </p:nvSpPr>
            <p:spPr>
              <a:xfrm>
                <a:off x="4396150" y="2440500"/>
                <a:ext cx="95250" cy="144150"/>
              </a:xfrm>
              <a:custGeom>
                <a:avLst/>
                <a:gdLst/>
                <a:ahLst/>
                <a:cxnLst/>
                <a:rect l="l" t="t" r="r" b="b"/>
                <a:pathLst>
                  <a:path w="3810" h="5766" extrusionOk="0">
                    <a:moveTo>
                      <a:pt x="1579" y="5515"/>
                    </a:moveTo>
                    <a:cubicBezTo>
                      <a:pt x="2206" y="5139"/>
                      <a:pt x="3008" y="4286"/>
                      <a:pt x="3283" y="3610"/>
                    </a:cubicBezTo>
                    <a:cubicBezTo>
                      <a:pt x="3509" y="3033"/>
                      <a:pt x="3760" y="2432"/>
                      <a:pt x="3785" y="1805"/>
                    </a:cubicBezTo>
                    <a:cubicBezTo>
                      <a:pt x="3810" y="1254"/>
                      <a:pt x="3659" y="677"/>
                      <a:pt x="3384" y="201"/>
                    </a:cubicBezTo>
                    <a:cubicBezTo>
                      <a:pt x="3359" y="176"/>
                      <a:pt x="3334" y="126"/>
                      <a:pt x="3309" y="101"/>
                    </a:cubicBezTo>
                    <a:cubicBezTo>
                      <a:pt x="3158" y="1"/>
                      <a:pt x="2983" y="176"/>
                      <a:pt x="2908" y="301"/>
                    </a:cubicBezTo>
                    <a:cubicBezTo>
                      <a:pt x="2406" y="1103"/>
                      <a:pt x="1930" y="2006"/>
                      <a:pt x="1304" y="2733"/>
                    </a:cubicBezTo>
                    <a:cubicBezTo>
                      <a:pt x="1354" y="2457"/>
                      <a:pt x="1454" y="2131"/>
                      <a:pt x="1579" y="1880"/>
                    </a:cubicBezTo>
                    <a:cubicBezTo>
                      <a:pt x="1780" y="1454"/>
                      <a:pt x="1429" y="1479"/>
                      <a:pt x="1429" y="1479"/>
                    </a:cubicBezTo>
                    <a:cubicBezTo>
                      <a:pt x="1178" y="1630"/>
                      <a:pt x="502" y="2733"/>
                      <a:pt x="401" y="3159"/>
                    </a:cubicBezTo>
                    <a:cubicBezTo>
                      <a:pt x="301" y="3585"/>
                      <a:pt x="50" y="4637"/>
                      <a:pt x="50" y="4637"/>
                    </a:cubicBezTo>
                    <a:lnTo>
                      <a:pt x="176" y="4763"/>
                    </a:lnTo>
                    <a:cubicBezTo>
                      <a:pt x="75" y="4913"/>
                      <a:pt x="0" y="4988"/>
                      <a:pt x="0" y="4988"/>
                    </a:cubicBezTo>
                    <a:cubicBezTo>
                      <a:pt x="0" y="4988"/>
                      <a:pt x="1153" y="5765"/>
                      <a:pt x="1579" y="551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6353;p49">
                <a:extLst>
                  <a:ext uri="{FF2B5EF4-FFF2-40B4-BE49-F238E27FC236}">
                    <a16:creationId xmlns:a16="http://schemas.microsoft.com/office/drawing/2014/main" id="{7EA81795-EE26-48FC-B4E0-9F52EB32BD08}"/>
                  </a:ext>
                </a:extLst>
              </p:cNvPr>
              <p:cNvSpPr/>
              <p:nvPr/>
            </p:nvSpPr>
            <p:spPr>
              <a:xfrm>
                <a:off x="3888625" y="2643525"/>
                <a:ext cx="98400" cy="136600"/>
              </a:xfrm>
              <a:custGeom>
                <a:avLst/>
                <a:gdLst/>
                <a:ahLst/>
                <a:cxnLst/>
                <a:rect l="l" t="t" r="r" b="b"/>
                <a:pathLst>
                  <a:path w="3936" h="5464" extrusionOk="0">
                    <a:moveTo>
                      <a:pt x="3935" y="0"/>
                    </a:moveTo>
                    <a:cubicBezTo>
                      <a:pt x="3935" y="0"/>
                      <a:pt x="0" y="1429"/>
                      <a:pt x="3058" y="5464"/>
                    </a:cubicBezTo>
                    <a:close/>
                  </a:path>
                </a:pathLst>
              </a:custGeom>
              <a:solidFill>
                <a:srgbClr val="112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6354;p49">
                <a:extLst>
                  <a:ext uri="{FF2B5EF4-FFF2-40B4-BE49-F238E27FC236}">
                    <a16:creationId xmlns:a16="http://schemas.microsoft.com/office/drawing/2014/main" id="{D1F43A10-9194-447E-9758-9AA2941E8B49}"/>
                  </a:ext>
                </a:extLst>
              </p:cNvPr>
              <p:cNvSpPr/>
              <p:nvPr/>
            </p:nvSpPr>
            <p:spPr>
              <a:xfrm>
                <a:off x="4002650" y="2440500"/>
                <a:ext cx="188625" cy="207425"/>
              </a:xfrm>
              <a:custGeom>
                <a:avLst/>
                <a:gdLst/>
                <a:ahLst/>
                <a:cxnLst/>
                <a:rect l="l" t="t" r="r" b="b"/>
                <a:pathLst>
                  <a:path w="7545" h="8297" extrusionOk="0">
                    <a:moveTo>
                      <a:pt x="1830" y="176"/>
                    </a:moveTo>
                    <a:cubicBezTo>
                      <a:pt x="2683" y="26"/>
                      <a:pt x="3835" y="1"/>
                      <a:pt x="4662" y="251"/>
                    </a:cubicBezTo>
                    <a:cubicBezTo>
                      <a:pt x="6016" y="652"/>
                      <a:pt x="6768" y="1530"/>
                      <a:pt x="7094" y="2833"/>
                    </a:cubicBezTo>
                    <a:cubicBezTo>
                      <a:pt x="7444" y="4136"/>
                      <a:pt x="7545" y="6342"/>
                      <a:pt x="6793" y="7545"/>
                    </a:cubicBezTo>
                    <a:cubicBezTo>
                      <a:pt x="6317" y="8297"/>
                      <a:pt x="5264" y="8171"/>
                      <a:pt x="4512" y="7971"/>
                    </a:cubicBezTo>
                    <a:cubicBezTo>
                      <a:pt x="3610" y="7720"/>
                      <a:pt x="2432" y="7344"/>
                      <a:pt x="1705" y="6768"/>
                    </a:cubicBezTo>
                    <a:cubicBezTo>
                      <a:pt x="678" y="5991"/>
                      <a:pt x="126" y="4286"/>
                      <a:pt x="51" y="3058"/>
                    </a:cubicBezTo>
                    <a:cubicBezTo>
                      <a:pt x="1" y="2006"/>
                      <a:pt x="552" y="377"/>
                      <a:pt x="1830" y="17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6355;p49">
                <a:extLst>
                  <a:ext uri="{FF2B5EF4-FFF2-40B4-BE49-F238E27FC236}">
                    <a16:creationId xmlns:a16="http://schemas.microsoft.com/office/drawing/2014/main" id="{91CA1F7F-1B27-4F15-BF9C-A4E59AD7CF12}"/>
                  </a:ext>
                </a:extLst>
              </p:cNvPr>
              <p:cNvSpPr/>
              <p:nvPr/>
            </p:nvSpPr>
            <p:spPr>
              <a:xfrm>
                <a:off x="4030225" y="2602775"/>
                <a:ext cx="97150" cy="66450"/>
              </a:xfrm>
              <a:custGeom>
                <a:avLst/>
                <a:gdLst/>
                <a:ahLst/>
                <a:cxnLst/>
                <a:rect l="l" t="t" r="r" b="b"/>
                <a:pathLst>
                  <a:path w="3886" h="2658" extrusionOk="0">
                    <a:moveTo>
                      <a:pt x="727" y="1"/>
                    </a:moveTo>
                    <a:cubicBezTo>
                      <a:pt x="828" y="126"/>
                      <a:pt x="953" y="227"/>
                      <a:pt x="1078" y="327"/>
                    </a:cubicBezTo>
                    <a:cubicBezTo>
                      <a:pt x="1805" y="878"/>
                      <a:pt x="2507" y="1229"/>
                      <a:pt x="3409" y="1480"/>
                    </a:cubicBezTo>
                    <a:cubicBezTo>
                      <a:pt x="3559" y="1505"/>
                      <a:pt x="3710" y="1555"/>
                      <a:pt x="3885" y="1580"/>
                    </a:cubicBezTo>
                    <a:lnTo>
                      <a:pt x="3810" y="2407"/>
                    </a:lnTo>
                    <a:cubicBezTo>
                      <a:pt x="2858" y="2658"/>
                      <a:pt x="1905" y="2257"/>
                      <a:pt x="1254" y="2081"/>
                    </a:cubicBezTo>
                    <a:cubicBezTo>
                      <a:pt x="752" y="1931"/>
                      <a:pt x="1" y="1806"/>
                      <a:pt x="1" y="1279"/>
                    </a:cubicBezTo>
                    <a:lnTo>
                      <a:pt x="7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6356;p49">
                <a:extLst>
                  <a:ext uri="{FF2B5EF4-FFF2-40B4-BE49-F238E27FC236}">
                    <a16:creationId xmlns:a16="http://schemas.microsoft.com/office/drawing/2014/main" id="{1ED5E0B0-1C76-46C7-AA48-6252A50D5F43}"/>
                  </a:ext>
                </a:extLst>
              </p:cNvPr>
              <p:cNvSpPr/>
              <p:nvPr/>
            </p:nvSpPr>
            <p:spPr>
              <a:xfrm>
                <a:off x="4001400" y="2410425"/>
                <a:ext cx="188000" cy="217450"/>
              </a:xfrm>
              <a:custGeom>
                <a:avLst/>
                <a:gdLst/>
                <a:ahLst/>
                <a:cxnLst/>
                <a:rect l="l" t="t" r="r" b="b"/>
                <a:pathLst>
                  <a:path w="7520" h="8698" extrusionOk="0">
                    <a:moveTo>
                      <a:pt x="828" y="1630"/>
                    </a:moveTo>
                    <a:cubicBezTo>
                      <a:pt x="1" y="2156"/>
                      <a:pt x="51" y="3484"/>
                      <a:pt x="101" y="4337"/>
                    </a:cubicBezTo>
                    <a:cubicBezTo>
                      <a:pt x="151" y="5565"/>
                      <a:pt x="728" y="7194"/>
                      <a:pt x="1755" y="7971"/>
                    </a:cubicBezTo>
                    <a:cubicBezTo>
                      <a:pt x="2306" y="8422"/>
                      <a:pt x="2357" y="8472"/>
                      <a:pt x="3108" y="8697"/>
                    </a:cubicBezTo>
                    <a:cubicBezTo>
                      <a:pt x="3184" y="8672"/>
                      <a:pt x="3359" y="8547"/>
                      <a:pt x="3560" y="8397"/>
                    </a:cubicBezTo>
                    <a:cubicBezTo>
                      <a:pt x="3986" y="8096"/>
                      <a:pt x="4186" y="7545"/>
                      <a:pt x="4011" y="7043"/>
                    </a:cubicBezTo>
                    <a:cubicBezTo>
                      <a:pt x="3860" y="6542"/>
                      <a:pt x="3860" y="5941"/>
                      <a:pt x="4136" y="5790"/>
                    </a:cubicBezTo>
                    <a:cubicBezTo>
                      <a:pt x="4587" y="5540"/>
                      <a:pt x="4888" y="6442"/>
                      <a:pt x="4888" y="6442"/>
                    </a:cubicBezTo>
                    <a:cubicBezTo>
                      <a:pt x="5164" y="6342"/>
                      <a:pt x="5565" y="6041"/>
                      <a:pt x="5339" y="5489"/>
                    </a:cubicBezTo>
                    <a:cubicBezTo>
                      <a:pt x="5114" y="4963"/>
                      <a:pt x="5339" y="4412"/>
                      <a:pt x="5339" y="4412"/>
                    </a:cubicBezTo>
                    <a:cubicBezTo>
                      <a:pt x="6166" y="4437"/>
                      <a:pt x="6542" y="3334"/>
                      <a:pt x="6793" y="3184"/>
                    </a:cubicBezTo>
                    <a:cubicBezTo>
                      <a:pt x="7344" y="2858"/>
                      <a:pt x="7520" y="2733"/>
                      <a:pt x="7444" y="2231"/>
                    </a:cubicBezTo>
                    <a:cubicBezTo>
                      <a:pt x="7369" y="1880"/>
                      <a:pt x="7244" y="1530"/>
                      <a:pt x="6993" y="1304"/>
                    </a:cubicBezTo>
                    <a:cubicBezTo>
                      <a:pt x="6692" y="1028"/>
                      <a:pt x="5740" y="677"/>
                      <a:pt x="5364" y="577"/>
                    </a:cubicBezTo>
                    <a:cubicBezTo>
                      <a:pt x="3083" y="1"/>
                      <a:pt x="1354" y="402"/>
                      <a:pt x="828" y="163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6357;p49">
                <a:extLst>
                  <a:ext uri="{FF2B5EF4-FFF2-40B4-BE49-F238E27FC236}">
                    <a16:creationId xmlns:a16="http://schemas.microsoft.com/office/drawing/2014/main" id="{71D80FC2-C39E-4238-A5EA-E07A5BAEAD42}"/>
                  </a:ext>
                </a:extLst>
              </p:cNvPr>
              <p:cNvSpPr/>
              <p:nvPr/>
            </p:nvSpPr>
            <p:spPr>
              <a:xfrm>
                <a:off x="3976350" y="3535750"/>
                <a:ext cx="130350" cy="102150"/>
              </a:xfrm>
              <a:custGeom>
                <a:avLst/>
                <a:gdLst/>
                <a:ahLst/>
                <a:cxnLst/>
                <a:rect l="l" t="t" r="r" b="b"/>
                <a:pathLst>
                  <a:path w="5214" h="4086" extrusionOk="0">
                    <a:moveTo>
                      <a:pt x="1629" y="3083"/>
                    </a:moveTo>
                    <a:lnTo>
                      <a:pt x="2582" y="2256"/>
                    </a:lnTo>
                    <a:cubicBezTo>
                      <a:pt x="3584" y="1354"/>
                      <a:pt x="5063" y="953"/>
                      <a:pt x="5213" y="26"/>
                    </a:cubicBezTo>
                    <a:lnTo>
                      <a:pt x="5213" y="26"/>
                    </a:lnTo>
                    <a:lnTo>
                      <a:pt x="5213" y="26"/>
                    </a:lnTo>
                    <a:lnTo>
                      <a:pt x="5213" y="26"/>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lnTo>
                      <a:pt x="5213" y="0"/>
                    </a:lnTo>
                    <a:cubicBezTo>
                      <a:pt x="5213" y="101"/>
                      <a:pt x="5213" y="201"/>
                      <a:pt x="5213" y="326"/>
                    </a:cubicBezTo>
                    <a:cubicBezTo>
                      <a:pt x="5063" y="1254"/>
                      <a:pt x="3584" y="1655"/>
                      <a:pt x="2582" y="2557"/>
                    </a:cubicBezTo>
                    <a:lnTo>
                      <a:pt x="1629" y="3384"/>
                    </a:lnTo>
                    <a:cubicBezTo>
                      <a:pt x="852" y="4086"/>
                      <a:pt x="0" y="3584"/>
                      <a:pt x="176" y="2532"/>
                    </a:cubicBezTo>
                    <a:cubicBezTo>
                      <a:pt x="100" y="3158"/>
                      <a:pt x="953" y="3685"/>
                      <a:pt x="1629" y="3083"/>
                    </a:cubicBezTo>
                    <a:close/>
                  </a:path>
                </a:pathLst>
              </a:custGeom>
              <a:solidFill>
                <a:srgbClr val="606B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6358;p49">
                <a:extLst>
                  <a:ext uri="{FF2B5EF4-FFF2-40B4-BE49-F238E27FC236}">
                    <a16:creationId xmlns:a16="http://schemas.microsoft.com/office/drawing/2014/main" id="{5DE7F392-4531-4D28-81CC-1B066F0BF801}"/>
                  </a:ext>
                </a:extLst>
              </p:cNvPr>
              <p:cNvSpPr/>
              <p:nvPr/>
            </p:nvSpPr>
            <p:spPr>
              <a:xfrm>
                <a:off x="3956925" y="3011300"/>
                <a:ext cx="154775" cy="604050"/>
              </a:xfrm>
              <a:custGeom>
                <a:avLst/>
                <a:gdLst/>
                <a:ahLst/>
                <a:cxnLst/>
                <a:rect l="l" t="t" r="r" b="b"/>
                <a:pathLst>
                  <a:path w="6191" h="24162" extrusionOk="0">
                    <a:moveTo>
                      <a:pt x="978" y="1404"/>
                    </a:moveTo>
                    <a:cubicBezTo>
                      <a:pt x="0" y="2808"/>
                      <a:pt x="2456" y="6643"/>
                      <a:pt x="1780" y="11430"/>
                    </a:cubicBezTo>
                    <a:cubicBezTo>
                      <a:pt x="1329" y="14688"/>
                      <a:pt x="451" y="20126"/>
                      <a:pt x="652" y="23209"/>
                    </a:cubicBezTo>
                    <a:cubicBezTo>
                      <a:pt x="702" y="23760"/>
                      <a:pt x="2882" y="24161"/>
                      <a:pt x="3484" y="21455"/>
                    </a:cubicBezTo>
                    <a:cubicBezTo>
                      <a:pt x="4486" y="16843"/>
                      <a:pt x="5740" y="13961"/>
                      <a:pt x="6191" y="10377"/>
                    </a:cubicBezTo>
                    <a:lnTo>
                      <a:pt x="5965" y="1"/>
                    </a:lnTo>
                    <a:close/>
                  </a:path>
                </a:pathLst>
              </a:custGeom>
              <a:solidFill>
                <a:srgbClr val="717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6359;p49">
                <a:extLst>
                  <a:ext uri="{FF2B5EF4-FFF2-40B4-BE49-F238E27FC236}">
                    <a16:creationId xmlns:a16="http://schemas.microsoft.com/office/drawing/2014/main" id="{87B4FA15-E0D7-44A7-A9B8-55ED98839B98}"/>
                  </a:ext>
                </a:extLst>
              </p:cNvPr>
              <p:cNvSpPr/>
              <p:nvPr/>
            </p:nvSpPr>
            <p:spPr>
              <a:xfrm>
                <a:off x="4053400" y="3033875"/>
                <a:ext cx="207425" cy="660425"/>
              </a:xfrm>
              <a:custGeom>
                <a:avLst/>
                <a:gdLst/>
                <a:ahLst/>
                <a:cxnLst/>
                <a:rect l="l" t="t" r="r" b="b"/>
                <a:pathLst>
                  <a:path w="8297" h="26417" extrusionOk="0">
                    <a:moveTo>
                      <a:pt x="252" y="0"/>
                    </a:moveTo>
                    <a:cubicBezTo>
                      <a:pt x="1" y="4311"/>
                      <a:pt x="3084" y="9599"/>
                      <a:pt x="2883" y="13058"/>
                    </a:cubicBezTo>
                    <a:cubicBezTo>
                      <a:pt x="2658" y="16667"/>
                      <a:pt x="3059" y="21028"/>
                      <a:pt x="3059" y="24913"/>
                    </a:cubicBezTo>
                    <a:cubicBezTo>
                      <a:pt x="3059" y="24913"/>
                      <a:pt x="6242" y="26416"/>
                      <a:pt x="6367" y="24086"/>
                    </a:cubicBezTo>
                    <a:cubicBezTo>
                      <a:pt x="6843" y="16466"/>
                      <a:pt x="8297" y="14111"/>
                      <a:pt x="6342" y="1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6360;p49">
                <a:extLst>
                  <a:ext uri="{FF2B5EF4-FFF2-40B4-BE49-F238E27FC236}">
                    <a16:creationId xmlns:a16="http://schemas.microsoft.com/office/drawing/2014/main" id="{4F4E2CAB-72A5-4A98-8CFA-EB6A647CDB3C}"/>
                  </a:ext>
                </a:extLst>
              </p:cNvPr>
              <p:cNvSpPr/>
              <p:nvPr/>
            </p:nvSpPr>
            <p:spPr>
              <a:xfrm>
                <a:off x="3936875" y="2629725"/>
                <a:ext cx="306400" cy="535125"/>
              </a:xfrm>
              <a:custGeom>
                <a:avLst/>
                <a:gdLst/>
                <a:ahLst/>
                <a:cxnLst/>
                <a:rect l="l" t="t" r="r" b="b"/>
                <a:pathLst>
                  <a:path w="12256" h="21405" extrusionOk="0">
                    <a:moveTo>
                      <a:pt x="10677" y="12006"/>
                    </a:moveTo>
                    <a:cubicBezTo>
                      <a:pt x="10777" y="7845"/>
                      <a:pt x="10000" y="3760"/>
                      <a:pt x="10000" y="3760"/>
                    </a:cubicBezTo>
                    <a:cubicBezTo>
                      <a:pt x="9624" y="3209"/>
                      <a:pt x="9173" y="2758"/>
                      <a:pt x="8647" y="2382"/>
                    </a:cubicBezTo>
                    <a:lnTo>
                      <a:pt x="7644" y="1154"/>
                    </a:lnTo>
                    <a:cubicBezTo>
                      <a:pt x="6341" y="828"/>
                      <a:pt x="5088" y="452"/>
                      <a:pt x="3835" y="1"/>
                    </a:cubicBezTo>
                    <a:lnTo>
                      <a:pt x="2005" y="552"/>
                    </a:lnTo>
                    <a:cubicBezTo>
                      <a:pt x="501" y="1179"/>
                      <a:pt x="0" y="3108"/>
                      <a:pt x="677" y="5038"/>
                    </a:cubicBezTo>
                    <a:cubicBezTo>
                      <a:pt x="652" y="5139"/>
                      <a:pt x="2206" y="9525"/>
                      <a:pt x="2381" y="11154"/>
                    </a:cubicBezTo>
                    <a:cubicBezTo>
                      <a:pt x="2381" y="11304"/>
                      <a:pt x="1228" y="15615"/>
                      <a:pt x="978" y="17369"/>
                    </a:cubicBezTo>
                    <a:cubicBezTo>
                      <a:pt x="978" y="17369"/>
                      <a:pt x="2080" y="18372"/>
                      <a:pt x="2381" y="18622"/>
                    </a:cubicBezTo>
                    <a:cubicBezTo>
                      <a:pt x="4612" y="21404"/>
                      <a:pt x="11880" y="18046"/>
                      <a:pt x="12156" y="16567"/>
                    </a:cubicBezTo>
                    <a:cubicBezTo>
                      <a:pt x="12256" y="16016"/>
                      <a:pt x="11354" y="14312"/>
                      <a:pt x="10677" y="1200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6361;p49">
                <a:extLst>
                  <a:ext uri="{FF2B5EF4-FFF2-40B4-BE49-F238E27FC236}">
                    <a16:creationId xmlns:a16="http://schemas.microsoft.com/office/drawing/2014/main" id="{F619AD29-C42C-4FE6-807B-98FB8440B33C}"/>
                  </a:ext>
                </a:extLst>
              </p:cNvPr>
              <p:cNvSpPr/>
              <p:nvPr/>
            </p:nvSpPr>
            <p:spPr>
              <a:xfrm>
                <a:off x="4073600" y="2550775"/>
                <a:ext cx="367675" cy="245025"/>
              </a:xfrm>
              <a:custGeom>
                <a:avLst/>
                <a:gdLst/>
                <a:ahLst/>
                <a:cxnLst/>
                <a:rect l="l" t="t" r="r" b="b"/>
                <a:pathLst>
                  <a:path w="14707" h="9801" extrusionOk="0">
                    <a:moveTo>
                      <a:pt x="12877" y="1"/>
                    </a:moveTo>
                    <a:cubicBezTo>
                      <a:pt x="12877" y="1"/>
                      <a:pt x="10822" y="4011"/>
                      <a:pt x="8992" y="6241"/>
                    </a:cubicBezTo>
                    <a:cubicBezTo>
                      <a:pt x="7078" y="6200"/>
                      <a:pt x="4249" y="5606"/>
                      <a:pt x="2655" y="5606"/>
                    </a:cubicBezTo>
                    <a:cubicBezTo>
                      <a:pt x="2328" y="5606"/>
                      <a:pt x="2054" y="5630"/>
                      <a:pt x="1850" y="5690"/>
                    </a:cubicBezTo>
                    <a:cubicBezTo>
                      <a:pt x="1348" y="5840"/>
                      <a:pt x="1098" y="6216"/>
                      <a:pt x="797" y="6642"/>
                    </a:cubicBezTo>
                    <a:cubicBezTo>
                      <a:pt x="0" y="7863"/>
                      <a:pt x="1257" y="9801"/>
                      <a:pt x="2724" y="9801"/>
                    </a:cubicBezTo>
                    <a:cubicBezTo>
                      <a:pt x="2733" y="9801"/>
                      <a:pt x="2742" y="9800"/>
                      <a:pt x="2752" y="9800"/>
                    </a:cubicBezTo>
                    <a:cubicBezTo>
                      <a:pt x="2777" y="9800"/>
                      <a:pt x="10221" y="9650"/>
                      <a:pt x="10396" y="9449"/>
                    </a:cubicBezTo>
                    <a:cubicBezTo>
                      <a:pt x="10571" y="9274"/>
                      <a:pt x="11599" y="9149"/>
                      <a:pt x="14707" y="1129"/>
                    </a:cubicBezTo>
                    <a:cubicBezTo>
                      <a:pt x="14707" y="1129"/>
                      <a:pt x="14306" y="101"/>
                      <a:pt x="128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6362;p49">
                <a:extLst>
                  <a:ext uri="{FF2B5EF4-FFF2-40B4-BE49-F238E27FC236}">
                    <a16:creationId xmlns:a16="http://schemas.microsoft.com/office/drawing/2014/main" id="{B9AD8BEA-FAEF-448A-B0AD-A737EB1F1042}"/>
                  </a:ext>
                </a:extLst>
              </p:cNvPr>
              <p:cNvSpPr/>
              <p:nvPr/>
            </p:nvSpPr>
            <p:spPr>
              <a:xfrm>
                <a:off x="4846650" y="3668575"/>
                <a:ext cx="173575" cy="52675"/>
              </a:xfrm>
              <a:custGeom>
                <a:avLst/>
                <a:gdLst/>
                <a:ahLst/>
                <a:cxnLst/>
                <a:rect l="l" t="t" r="r" b="b"/>
                <a:pathLst>
                  <a:path w="6943" h="2107" extrusionOk="0">
                    <a:moveTo>
                      <a:pt x="6943" y="1404"/>
                    </a:moveTo>
                    <a:lnTo>
                      <a:pt x="6943" y="1730"/>
                    </a:lnTo>
                    <a:cubicBezTo>
                      <a:pt x="6291" y="2106"/>
                      <a:pt x="4838" y="1906"/>
                      <a:pt x="4462" y="1730"/>
                    </a:cubicBezTo>
                    <a:cubicBezTo>
                      <a:pt x="4211" y="1354"/>
                      <a:pt x="3534" y="1454"/>
                      <a:pt x="3158" y="1605"/>
                    </a:cubicBezTo>
                    <a:cubicBezTo>
                      <a:pt x="1705" y="1730"/>
                      <a:pt x="1178" y="1505"/>
                      <a:pt x="677" y="1154"/>
                    </a:cubicBezTo>
                    <a:cubicBezTo>
                      <a:pt x="452" y="978"/>
                      <a:pt x="0" y="502"/>
                      <a:pt x="51" y="1"/>
                    </a:cubicBezTo>
                    <a:cubicBezTo>
                      <a:pt x="1780" y="402"/>
                      <a:pt x="6943" y="1404"/>
                      <a:pt x="6943" y="1404"/>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6363;p49">
                <a:extLst>
                  <a:ext uri="{FF2B5EF4-FFF2-40B4-BE49-F238E27FC236}">
                    <a16:creationId xmlns:a16="http://schemas.microsoft.com/office/drawing/2014/main" id="{0F01A8A0-0AB3-4EB5-92ED-A09FC4F92E9A}"/>
                  </a:ext>
                </a:extLst>
              </p:cNvPr>
              <p:cNvSpPr/>
              <p:nvPr/>
            </p:nvSpPr>
            <p:spPr>
              <a:xfrm>
                <a:off x="4843525" y="3641025"/>
                <a:ext cx="186100" cy="72700"/>
              </a:xfrm>
              <a:custGeom>
                <a:avLst/>
                <a:gdLst/>
                <a:ahLst/>
                <a:cxnLst/>
                <a:rect l="l" t="t" r="r" b="b"/>
                <a:pathLst>
                  <a:path w="7444" h="2908" extrusionOk="0">
                    <a:moveTo>
                      <a:pt x="4587" y="0"/>
                    </a:moveTo>
                    <a:cubicBezTo>
                      <a:pt x="4587" y="0"/>
                      <a:pt x="3008" y="426"/>
                      <a:pt x="2055" y="576"/>
                    </a:cubicBezTo>
                    <a:cubicBezTo>
                      <a:pt x="1128" y="702"/>
                      <a:pt x="451" y="551"/>
                      <a:pt x="226" y="877"/>
                    </a:cubicBezTo>
                    <a:cubicBezTo>
                      <a:pt x="0" y="1228"/>
                      <a:pt x="501" y="2105"/>
                      <a:pt x="1328" y="2381"/>
                    </a:cubicBezTo>
                    <a:cubicBezTo>
                      <a:pt x="2155" y="2682"/>
                      <a:pt x="3860" y="2331"/>
                      <a:pt x="4486" y="2481"/>
                    </a:cubicBezTo>
                    <a:cubicBezTo>
                      <a:pt x="5113" y="2607"/>
                      <a:pt x="6692" y="2907"/>
                      <a:pt x="7068" y="2506"/>
                    </a:cubicBezTo>
                    <a:cubicBezTo>
                      <a:pt x="7444" y="2105"/>
                      <a:pt x="7068" y="226"/>
                      <a:pt x="7068" y="2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6364;p49">
                <a:extLst>
                  <a:ext uri="{FF2B5EF4-FFF2-40B4-BE49-F238E27FC236}">
                    <a16:creationId xmlns:a16="http://schemas.microsoft.com/office/drawing/2014/main" id="{49ED5D1F-3D0E-4B73-9A81-AB3E6897BB7C}"/>
                  </a:ext>
                </a:extLst>
              </p:cNvPr>
              <p:cNvSpPr/>
              <p:nvPr/>
            </p:nvSpPr>
            <p:spPr>
              <a:xfrm>
                <a:off x="5049025" y="3499400"/>
                <a:ext cx="131600" cy="117825"/>
              </a:xfrm>
              <a:custGeom>
                <a:avLst/>
                <a:gdLst/>
                <a:ahLst/>
                <a:cxnLst/>
                <a:rect l="l" t="t" r="r" b="b"/>
                <a:pathLst>
                  <a:path w="5264" h="4713" extrusionOk="0">
                    <a:moveTo>
                      <a:pt x="5164" y="3560"/>
                    </a:moveTo>
                    <a:lnTo>
                      <a:pt x="2332" y="377"/>
                    </a:lnTo>
                    <a:cubicBezTo>
                      <a:pt x="1204" y="51"/>
                      <a:pt x="1" y="1"/>
                      <a:pt x="151" y="1028"/>
                    </a:cubicBezTo>
                    <a:cubicBezTo>
                      <a:pt x="301" y="1956"/>
                      <a:pt x="1780" y="2382"/>
                      <a:pt x="2783" y="3284"/>
                    </a:cubicBezTo>
                    <a:lnTo>
                      <a:pt x="3735" y="4111"/>
                    </a:lnTo>
                    <a:cubicBezTo>
                      <a:pt x="4387" y="4713"/>
                      <a:pt x="5264" y="4186"/>
                      <a:pt x="5164" y="35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6365;p49">
                <a:extLst>
                  <a:ext uri="{FF2B5EF4-FFF2-40B4-BE49-F238E27FC236}">
                    <a16:creationId xmlns:a16="http://schemas.microsoft.com/office/drawing/2014/main" id="{AB1A2304-517F-4FF0-B58C-4F110A581966}"/>
                  </a:ext>
                </a:extLst>
              </p:cNvPr>
              <p:cNvSpPr/>
              <p:nvPr/>
            </p:nvSpPr>
            <p:spPr>
              <a:xfrm>
                <a:off x="5052800" y="3525100"/>
                <a:ext cx="130350" cy="102150"/>
              </a:xfrm>
              <a:custGeom>
                <a:avLst/>
                <a:gdLst/>
                <a:ahLst/>
                <a:cxnLst/>
                <a:rect l="l" t="t" r="r" b="b"/>
                <a:pathLst>
                  <a:path w="5214" h="4086" extrusionOk="0">
                    <a:moveTo>
                      <a:pt x="3584" y="3083"/>
                    </a:moveTo>
                    <a:lnTo>
                      <a:pt x="2632" y="2256"/>
                    </a:lnTo>
                    <a:cubicBezTo>
                      <a:pt x="1629" y="1354"/>
                      <a:pt x="150" y="928"/>
                      <a:pt x="0" y="0"/>
                    </a:cubicBez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ubicBezTo>
                      <a:pt x="0" y="76"/>
                      <a:pt x="0" y="201"/>
                      <a:pt x="0" y="301"/>
                    </a:cubicBezTo>
                    <a:cubicBezTo>
                      <a:pt x="150" y="1228"/>
                      <a:pt x="1629" y="1655"/>
                      <a:pt x="2632" y="2557"/>
                    </a:cubicBezTo>
                    <a:lnTo>
                      <a:pt x="3584" y="3384"/>
                    </a:lnTo>
                    <a:cubicBezTo>
                      <a:pt x="4361" y="4086"/>
                      <a:pt x="5213" y="3584"/>
                      <a:pt x="5013" y="2532"/>
                    </a:cubicBezTo>
                    <a:cubicBezTo>
                      <a:pt x="5113" y="3158"/>
                      <a:pt x="4236" y="3685"/>
                      <a:pt x="3584" y="308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6366;p49">
                <a:extLst>
                  <a:ext uri="{FF2B5EF4-FFF2-40B4-BE49-F238E27FC236}">
                    <a16:creationId xmlns:a16="http://schemas.microsoft.com/office/drawing/2014/main" id="{641AAF7A-3561-4C43-A23D-E295A94B58A7}"/>
                  </a:ext>
                </a:extLst>
              </p:cNvPr>
              <p:cNvSpPr/>
              <p:nvPr/>
            </p:nvSpPr>
            <p:spPr>
              <a:xfrm>
                <a:off x="5047775" y="3000650"/>
                <a:ext cx="154800" cy="604050"/>
              </a:xfrm>
              <a:custGeom>
                <a:avLst/>
                <a:gdLst/>
                <a:ahLst/>
                <a:cxnLst/>
                <a:rect l="l" t="t" r="r" b="b"/>
                <a:pathLst>
                  <a:path w="6192" h="24162" extrusionOk="0">
                    <a:moveTo>
                      <a:pt x="5214" y="1404"/>
                    </a:moveTo>
                    <a:cubicBezTo>
                      <a:pt x="6191" y="2783"/>
                      <a:pt x="3735" y="6642"/>
                      <a:pt x="4412" y="11429"/>
                    </a:cubicBezTo>
                    <a:cubicBezTo>
                      <a:pt x="4863" y="14663"/>
                      <a:pt x="5740" y="20126"/>
                      <a:pt x="5539" y="23184"/>
                    </a:cubicBezTo>
                    <a:cubicBezTo>
                      <a:pt x="5489" y="23760"/>
                      <a:pt x="3309" y="24161"/>
                      <a:pt x="2707" y="21455"/>
                    </a:cubicBezTo>
                    <a:cubicBezTo>
                      <a:pt x="1705" y="16843"/>
                      <a:pt x="452" y="13961"/>
                      <a:pt x="1" y="10377"/>
                    </a:cubicBezTo>
                    <a:lnTo>
                      <a:pt x="2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6367;p49">
                <a:extLst>
                  <a:ext uri="{FF2B5EF4-FFF2-40B4-BE49-F238E27FC236}">
                    <a16:creationId xmlns:a16="http://schemas.microsoft.com/office/drawing/2014/main" id="{262D69AF-25FD-4907-9C4F-591860BC454A}"/>
                  </a:ext>
                </a:extLst>
              </p:cNvPr>
              <p:cNvSpPr/>
              <p:nvPr/>
            </p:nvSpPr>
            <p:spPr>
              <a:xfrm>
                <a:off x="4898650" y="3023225"/>
                <a:ext cx="207425" cy="659800"/>
              </a:xfrm>
              <a:custGeom>
                <a:avLst/>
                <a:gdLst/>
                <a:ahLst/>
                <a:cxnLst/>
                <a:rect l="l" t="t" r="r" b="b"/>
                <a:pathLst>
                  <a:path w="8297" h="26392" extrusionOk="0">
                    <a:moveTo>
                      <a:pt x="8046" y="0"/>
                    </a:moveTo>
                    <a:cubicBezTo>
                      <a:pt x="8296" y="4311"/>
                      <a:pt x="5214" y="9574"/>
                      <a:pt x="5414" y="13058"/>
                    </a:cubicBezTo>
                    <a:cubicBezTo>
                      <a:pt x="5640" y="16642"/>
                      <a:pt x="5239" y="21028"/>
                      <a:pt x="5239" y="24913"/>
                    </a:cubicBezTo>
                    <a:cubicBezTo>
                      <a:pt x="5239" y="24913"/>
                      <a:pt x="2056" y="26391"/>
                      <a:pt x="1905" y="24085"/>
                    </a:cubicBezTo>
                    <a:cubicBezTo>
                      <a:pt x="1454" y="16466"/>
                      <a:pt x="1" y="14110"/>
                      <a:pt x="1956" y="17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6368;p49">
                <a:extLst>
                  <a:ext uri="{FF2B5EF4-FFF2-40B4-BE49-F238E27FC236}">
                    <a16:creationId xmlns:a16="http://schemas.microsoft.com/office/drawing/2014/main" id="{A4F9440F-6F16-484A-B4AB-82EC48E3724E}"/>
                  </a:ext>
                </a:extLst>
              </p:cNvPr>
              <p:cNvSpPr/>
              <p:nvPr/>
            </p:nvSpPr>
            <p:spPr>
              <a:xfrm>
                <a:off x="5121700" y="2161050"/>
                <a:ext cx="81500" cy="143525"/>
              </a:xfrm>
              <a:custGeom>
                <a:avLst/>
                <a:gdLst/>
                <a:ahLst/>
                <a:cxnLst/>
                <a:rect l="l" t="t" r="r" b="b"/>
                <a:pathLst>
                  <a:path w="3260" h="5741" extrusionOk="0">
                    <a:moveTo>
                      <a:pt x="3109" y="4938"/>
                    </a:moveTo>
                    <a:cubicBezTo>
                      <a:pt x="3259" y="4236"/>
                      <a:pt x="3184" y="3058"/>
                      <a:pt x="2883" y="2407"/>
                    </a:cubicBezTo>
                    <a:cubicBezTo>
                      <a:pt x="2607" y="1830"/>
                      <a:pt x="2332" y="1254"/>
                      <a:pt x="1906" y="803"/>
                    </a:cubicBezTo>
                    <a:cubicBezTo>
                      <a:pt x="1505" y="402"/>
                      <a:pt x="1003" y="126"/>
                      <a:pt x="452" y="1"/>
                    </a:cubicBezTo>
                    <a:cubicBezTo>
                      <a:pt x="402" y="1"/>
                      <a:pt x="352" y="1"/>
                      <a:pt x="327" y="1"/>
                    </a:cubicBezTo>
                    <a:cubicBezTo>
                      <a:pt x="151" y="51"/>
                      <a:pt x="151" y="276"/>
                      <a:pt x="201" y="427"/>
                    </a:cubicBezTo>
                    <a:cubicBezTo>
                      <a:pt x="452" y="1354"/>
                      <a:pt x="803" y="2306"/>
                      <a:pt x="903" y="3259"/>
                    </a:cubicBezTo>
                    <a:cubicBezTo>
                      <a:pt x="728" y="3033"/>
                      <a:pt x="552" y="2733"/>
                      <a:pt x="452" y="2482"/>
                    </a:cubicBezTo>
                    <a:cubicBezTo>
                      <a:pt x="277" y="2056"/>
                      <a:pt x="51" y="2306"/>
                      <a:pt x="51" y="2306"/>
                    </a:cubicBezTo>
                    <a:cubicBezTo>
                      <a:pt x="1" y="2582"/>
                      <a:pt x="352" y="3860"/>
                      <a:pt x="602" y="4211"/>
                    </a:cubicBezTo>
                    <a:cubicBezTo>
                      <a:pt x="828" y="4562"/>
                      <a:pt x="1630" y="5464"/>
                      <a:pt x="1630" y="5464"/>
                    </a:cubicBezTo>
                    <a:cubicBezTo>
                      <a:pt x="1655" y="5640"/>
                      <a:pt x="1680" y="5740"/>
                      <a:pt x="1680" y="5740"/>
                    </a:cubicBezTo>
                    <a:cubicBezTo>
                      <a:pt x="1680" y="5740"/>
                      <a:pt x="3008" y="5439"/>
                      <a:pt x="3109" y="493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6369;p49">
                <a:extLst>
                  <a:ext uri="{FF2B5EF4-FFF2-40B4-BE49-F238E27FC236}">
                    <a16:creationId xmlns:a16="http://schemas.microsoft.com/office/drawing/2014/main" id="{10809084-0B0D-4BC5-A0E9-BD3699FFB236}"/>
                  </a:ext>
                </a:extLst>
              </p:cNvPr>
              <p:cNvSpPr/>
              <p:nvPr/>
            </p:nvSpPr>
            <p:spPr>
              <a:xfrm>
                <a:off x="5096675" y="2258175"/>
                <a:ext cx="161650" cy="443025"/>
              </a:xfrm>
              <a:custGeom>
                <a:avLst/>
                <a:gdLst/>
                <a:ahLst/>
                <a:cxnLst/>
                <a:rect l="l" t="t" r="r" b="b"/>
                <a:pathLst>
                  <a:path w="6466" h="17721" extrusionOk="0">
                    <a:moveTo>
                      <a:pt x="4260" y="0"/>
                    </a:moveTo>
                    <a:cubicBezTo>
                      <a:pt x="3558" y="151"/>
                      <a:pt x="2481" y="1730"/>
                      <a:pt x="2481" y="1730"/>
                    </a:cubicBezTo>
                    <a:cubicBezTo>
                      <a:pt x="2481" y="1730"/>
                      <a:pt x="3709" y="6066"/>
                      <a:pt x="3558" y="7670"/>
                    </a:cubicBezTo>
                    <a:cubicBezTo>
                      <a:pt x="3433" y="9274"/>
                      <a:pt x="1428" y="14336"/>
                      <a:pt x="1428" y="14336"/>
                    </a:cubicBezTo>
                    <a:cubicBezTo>
                      <a:pt x="0" y="17523"/>
                      <a:pt x="2963" y="17720"/>
                      <a:pt x="4026" y="17720"/>
                    </a:cubicBezTo>
                    <a:cubicBezTo>
                      <a:pt x="4176" y="17720"/>
                      <a:pt x="4288" y="17716"/>
                      <a:pt x="4344" y="17716"/>
                    </a:cubicBezTo>
                    <a:cubicBezTo>
                      <a:pt x="4369" y="17716"/>
                      <a:pt x="4384" y="17717"/>
                      <a:pt x="4385" y="17719"/>
                    </a:cubicBezTo>
                    <a:lnTo>
                      <a:pt x="4385" y="17719"/>
                    </a:lnTo>
                    <a:cubicBezTo>
                      <a:pt x="4405" y="17617"/>
                      <a:pt x="6466" y="10556"/>
                      <a:pt x="6466" y="8597"/>
                    </a:cubicBezTo>
                    <a:cubicBezTo>
                      <a:pt x="6466" y="6642"/>
                      <a:pt x="6015" y="3660"/>
                      <a:pt x="4260" y="0"/>
                    </a:cubicBezTo>
                    <a:close/>
                    <a:moveTo>
                      <a:pt x="4385" y="17719"/>
                    </a:moveTo>
                    <a:lnTo>
                      <a:pt x="4385" y="17719"/>
                    </a:lnTo>
                    <a:cubicBezTo>
                      <a:pt x="4385" y="17720"/>
                      <a:pt x="4385" y="17720"/>
                      <a:pt x="4385" y="17720"/>
                    </a:cubicBezTo>
                    <a:cubicBezTo>
                      <a:pt x="4385" y="17720"/>
                      <a:pt x="4385" y="17720"/>
                      <a:pt x="4385" y="17720"/>
                    </a:cubicBezTo>
                    <a:cubicBezTo>
                      <a:pt x="4386" y="17720"/>
                      <a:pt x="4386" y="17719"/>
                      <a:pt x="4385" y="17719"/>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6370;p49">
                <a:extLst>
                  <a:ext uri="{FF2B5EF4-FFF2-40B4-BE49-F238E27FC236}">
                    <a16:creationId xmlns:a16="http://schemas.microsoft.com/office/drawing/2014/main" id="{CB9C697A-A1F9-4572-A439-286C574E4424}"/>
                  </a:ext>
                </a:extLst>
              </p:cNvPr>
              <p:cNvSpPr/>
              <p:nvPr/>
            </p:nvSpPr>
            <p:spPr>
              <a:xfrm>
                <a:off x="4927475" y="2624100"/>
                <a:ext cx="289500" cy="531975"/>
              </a:xfrm>
              <a:custGeom>
                <a:avLst/>
                <a:gdLst/>
                <a:ahLst/>
                <a:cxnLst/>
                <a:rect l="l" t="t" r="r" b="b"/>
                <a:pathLst>
                  <a:path w="11580" h="21279" extrusionOk="0">
                    <a:moveTo>
                      <a:pt x="1128" y="11780"/>
                    </a:moveTo>
                    <a:cubicBezTo>
                      <a:pt x="1028" y="7644"/>
                      <a:pt x="1805" y="3534"/>
                      <a:pt x="1805" y="3534"/>
                    </a:cubicBezTo>
                    <a:cubicBezTo>
                      <a:pt x="2181" y="3008"/>
                      <a:pt x="2632" y="2557"/>
                      <a:pt x="3158" y="2156"/>
                    </a:cubicBezTo>
                    <a:lnTo>
                      <a:pt x="5013" y="1103"/>
                    </a:lnTo>
                    <a:cubicBezTo>
                      <a:pt x="5740" y="927"/>
                      <a:pt x="5615" y="551"/>
                      <a:pt x="6316" y="351"/>
                    </a:cubicBezTo>
                    <a:cubicBezTo>
                      <a:pt x="7444" y="0"/>
                      <a:pt x="8672" y="0"/>
                      <a:pt x="9800" y="326"/>
                    </a:cubicBezTo>
                    <a:cubicBezTo>
                      <a:pt x="11304" y="978"/>
                      <a:pt x="11580" y="1980"/>
                      <a:pt x="10928" y="3910"/>
                    </a:cubicBezTo>
                    <a:cubicBezTo>
                      <a:pt x="10928" y="4010"/>
                      <a:pt x="10552" y="9023"/>
                      <a:pt x="10376" y="10652"/>
                    </a:cubicBezTo>
                    <a:cubicBezTo>
                      <a:pt x="10376" y="10802"/>
                      <a:pt x="10577" y="16667"/>
                      <a:pt x="10828" y="18421"/>
                    </a:cubicBezTo>
                    <a:cubicBezTo>
                      <a:pt x="10828" y="18421"/>
                      <a:pt x="9725" y="19424"/>
                      <a:pt x="9424" y="19674"/>
                    </a:cubicBezTo>
                    <a:cubicBezTo>
                      <a:pt x="6517" y="21278"/>
                      <a:pt x="376" y="19699"/>
                      <a:pt x="101" y="18246"/>
                    </a:cubicBezTo>
                    <a:cubicBezTo>
                      <a:pt x="0" y="17694"/>
                      <a:pt x="452" y="14110"/>
                      <a:pt x="1128" y="11780"/>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6371;p49">
                <a:extLst>
                  <a:ext uri="{FF2B5EF4-FFF2-40B4-BE49-F238E27FC236}">
                    <a16:creationId xmlns:a16="http://schemas.microsoft.com/office/drawing/2014/main" id="{570F25FB-EBF9-452B-AEC9-3177EC58C1C6}"/>
                  </a:ext>
                </a:extLst>
              </p:cNvPr>
              <p:cNvSpPr/>
              <p:nvPr/>
            </p:nvSpPr>
            <p:spPr>
              <a:xfrm>
                <a:off x="4997025" y="2485000"/>
                <a:ext cx="147900" cy="191000"/>
              </a:xfrm>
              <a:custGeom>
                <a:avLst/>
                <a:gdLst/>
                <a:ahLst/>
                <a:cxnLst/>
                <a:rect l="l" t="t" r="r" b="b"/>
                <a:pathLst>
                  <a:path w="5916" h="7640" extrusionOk="0">
                    <a:moveTo>
                      <a:pt x="802" y="0"/>
                    </a:moveTo>
                    <a:cubicBezTo>
                      <a:pt x="802" y="0"/>
                      <a:pt x="401" y="1454"/>
                      <a:pt x="326" y="1755"/>
                    </a:cubicBezTo>
                    <a:cubicBezTo>
                      <a:pt x="251" y="2055"/>
                      <a:pt x="301" y="2481"/>
                      <a:pt x="326" y="2682"/>
                    </a:cubicBezTo>
                    <a:cubicBezTo>
                      <a:pt x="351" y="2882"/>
                      <a:pt x="0" y="3409"/>
                      <a:pt x="51" y="3659"/>
                    </a:cubicBezTo>
                    <a:cubicBezTo>
                      <a:pt x="101" y="3910"/>
                      <a:pt x="326" y="5389"/>
                      <a:pt x="802" y="5815"/>
                    </a:cubicBezTo>
                    <a:cubicBezTo>
                      <a:pt x="1067" y="6065"/>
                      <a:pt x="1478" y="6116"/>
                      <a:pt x="1773" y="6116"/>
                    </a:cubicBezTo>
                    <a:cubicBezTo>
                      <a:pt x="1981" y="6116"/>
                      <a:pt x="2131" y="6090"/>
                      <a:pt x="2131" y="6090"/>
                    </a:cubicBezTo>
                    <a:lnTo>
                      <a:pt x="2131" y="6090"/>
                    </a:lnTo>
                    <a:cubicBezTo>
                      <a:pt x="2131" y="6091"/>
                      <a:pt x="2056" y="7394"/>
                      <a:pt x="2131" y="7569"/>
                    </a:cubicBezTo>
                    <a:cubicBezTo>
                      <a:pt x="2151" y="7616"/>
                      <a:pt x="2313" y="7640"/>
                      <a:pt x="2555" y="7640"/>
                    </a:cubicBezTo>
                    <a:cubicBezTo>
                      <a:pt x="3214" y="7640"/>
                      <a:pt x="4465" y="7466"/>
                      <a:pt x="5088" y="7118"/>
                    </a:cubicBezTo>
                    <a:cubicBezTo>
                      <a:pt x="5915" y="6617"/>
                      <a:pt x="5615" y="5263"/>
                      <a:pt x="5615" y="5263"/>
                    </a:cubicBezTo>
                    <a:lnTo>
                      <a:pt x="345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6372;p49">
                <a:extLst>
                  <a:ext uri="{FF2B5EF4-FFF2-40B4-BE49-F238E27FC236}">
                    <a16:creationId xmlns:a16="http://schemas.microsoft.com/office/drawing/2014/main" id="{500762E8-09DD-4A5A-A582-25F1AE355292}"/>
                  </a:ext>
                </a:extLst>
              </p:cNvPr>
              <p:cNvSpPr/>
              <p:nvPr/>
            </p:nvSpPr>
            <p:spPr>
              <a:xfrm>
                <a:off x="5011425" y="2425350"/>
                <a:ext cx="174850" cy="192100"/>
              </a:xfrm>
              <a:custGeom>
                <a:avLst/>
                <a:gdLst/>
                <a:ahLst/>
                <a:cxnLst/>
                <a:rect l="l" t="t" r="r" b="b"/>
                <a:pathLst>
                  <a:path w="6994" h="7684" extrusionOk="0">
                    <a:moveTo>
                      <a:pt x="1895" y="0"/>
                    </a:moveTo>
                    <a:cubicBezTo>
                      <a:pt x="1135" y="0"/>
                      <a:pt x="347" y="153"/>
                      <a:pt x="226" y="607"/>
                    </a:cubicBezTo>
                    <a:cubicBezTo>
                      <a:pt x="1" y="1334"/>
                      <a:pt x="226" y="2386"/>
                      <a:pt x="226" y="2386"/>
                    </a:cubicBezTo>
                    <a:lnTo>
                      <a:pt x="878" y="2988"/>
                    </a:lnTo>
                    <a:lnTo>
                      <a:pt x="577" y="4141"/>
                    </a:lnTo>
                    <a:cubicBezTo>
                      <a:pt x="577" y="4141"/>
                      <a:pt x="928" y="4416"/>
                      <a:pt x="1154" y="4792"/>
                    </a:cubicBezTo>
                    <a:cubicBezTo>
                      <a:pt x="1379" y="5168"/>
                      <a:pt x="1179" y="6246"/>
                      <a:pt x="1179" y="6246"/>
                    </a:cubicBezTo>
                    <a:lnTo>
                      <a:pt x="1505" y="6496"/>
                    </a:lnTo>
                    <a:cubicBezTo>
                      <a:pt x="1505" y="6496"/>
                      <a:pt x="1677" y="5678"/>
                      <a:pt x="2121" y="5678"/>
                    </a:cubicBezTo>
                    <a:cubicBezTo>
                      <a:pt x="2156" y="5678"/>
                      <a:pt x="2193" y="5683"/>
                      <a:pt x="2231" y="5694"/>
                    </a:cubicBezTo>
                    <a:cubicBezTo>
                      <a:pt x="2733" y="5845"/>
                      <a:pt x="3109" y="7148"/>
                      <a:pt x="3510" y="7474"/>
                    </a:cubicBezTo>
                    <a:cubicBezTo>
                      <a:pt x="3718" y="7643"/>
                      <a:pt x="4123" y="7684"/>
                      <a:pt x="4464" y="7684"/>
                    </a:cubicBezTo>
                    <a:cubicBezTo>
                      <a:pt x="4779" y="7684"/>
                      <a:pt x="5039" y="7649"/>
                      <a:pt x="5039" y="7649"/>
                    </a:cubicBezTo>
                    <a:cubicBezTo>
                      <a:pt x="5039" y="7649"/>
                      <a:pt x="6843" y="4692"/>
                      <a:pt x="6918" y="4191"/>
                    </a:cubicBezTo>
                    <a:cubicBezTo>
                      <a:pt x="6993" y="3715"/>
                      <a:pt x="6492" y="2912"/>
                      <a:pt x="6492" y="2912"/>
                    </a:cubicBezTo>
                    <a:cubicBezTo>
                      <a:pt x="6492" y="2912"/>
                      <a:pt x="6643" y="2386"/>
                      <a:pt x="6492" y="1785"/>
                    </a:cubicBezTo>
                    <a:cubicBezTo>
                      <a:pt x="6342" y="1183"/>
                      <a:pt x="3861" y="381"/>
                      <a:pt x="3159" y="156"/>
                    </a:cubicBezTo>
                    <a:cubicBezTo>
                      <a:pt x="2881" y="66"/>
                      <a:pt x="2394" y="0"/>
                      <a:pt x="18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6373;p49">
                <a:extLst>
                  <a:ext uri="{FF2B5EF4-FFF2-40B4-BE49-F238E27FC236}">
                    <a16:creationId xmlns:a16="http://schemas.microsoft.com/office/drawing/2014/main" id="{359273EF-DABF-4E56-9684-2A2BC062FB6C}"/>
                  </a:ext>
                </a:extLst>
              </p:cNvPr>
              <p:cNvSpPr/>
              <p:nvPr/>
            </p:nvSpPr>
            <p:spPr>
              <a:xfrm>
                <a:off x="4579725" y="2826475"/>
                <a:ext cx="147275" cy="75200"/>
              </a:xfrm>
              <a:custGeom>
                <a:avLst/>
                <a:gdLst/>
                <a:ahLst/>
                <a:cxnLst/>
                <a:rect l="l" t="t" r="r" b="b"/>
                <a:pathLst>
                  <a:path w="5891" h="3008" extrusionOk="0">
                    <a:moveTo>
                      <a:pt x="5439" y="2532"/>
                    </a:moveTo>
                    <a:cubicBezTo>
                      <a:pt x="4763" y="2832"/>
                      <a:pt x="3610" y="3008"/>
                      <a:pt x="2908" y="2858"/>
                    </a:cubicBezTo>
                    <a:cubicBezTo>
                      <a:pt x="2281" y="2732"/>
                      <a:pt x="1655" y="2582"/>
                      <a:pt x="1128" y="2256"/>
                    </a:cubicBezTo>
                    <a:cubicBezTo>
                      <a:pt x="652" y="1955"/>
                      <a:pt x="251" y="1529"/>
                      <a:pt x="26" y="1028"/>
                    </a:cubicBezTo>
                    <a:cubicBezTo>
                      <a:pt x="1" y="978"/>
                      <a:pt x="1" y="928"/>
                      <a:pt x="1" y="903"/>
                    </a:cubicBezTo>
                    <a:cubicBezTo>
                      <a:pt x="1" y="727"/>
                      <a:pt x="226" y="677"/>
                      <a:pt x="402" y="677"/>
                    </a:cubicBezTo>
                    <a:cubicBezTo>
                      <a:pt x="1329" y="727"/>
                      <a:pt x="2331" y="853"/>
                      <a:pt x="3284" y="727"/>
                    </a:cubicBezTo>
                    <a:cubicBezTo>
                      <a:pt x="3033" y="602"/>
                      <a:pt x="2707" y="502"/>
                      <a:pt x="2432" y="477"/>
                    </a:cubicBezTo>
                    <a:cubicBezTo>
                      <a:pt x="1981" y="401"/>
                      <a:pt x="2181" y="126"/>
                      <a:pt x="2181" y="126"/>
                    </a:cubicBezTo>
                    <a:cubicBezTo>
                      <a:pt x="2457" y="0"/>
                      <a:pt x="3760" y="76"/>
                      <a:pt x="4161" y="226"/>
                    </a:cubicBezTo>
                    <a:cubicBezTo>
                      <a:pt x="4562" y="376"/>
                      <a:pt x="5590" y="777"/>
                      <a:pt x="5590" y="777"/>
                    </a:cubicBezTo>
                    <a:lnTo>
                      <a:pt x="5590" y="953"/>
                    </a:lnTo>
                    <a:cubicBezTo>
                      <a:pt x="5790" y="953"/>
                      <a:pt x="5890" y="953"/>
                      <a:pt x="5890" y="953"/>
                    </a:cubicBezTo>
                    <a:cubicBezTo>
                      <a:pt x="5890" y="953"/>
                      <a:pt x="5890" y="2331"/>
                      <a:pt x="5439" y="253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6374;p49">
                <a:extLst>
                  <a:ext uri="{FF2B5EF4-FFF2-40B4-BE49-F238E27FC236}">
                    <a16:creationId xmlns:a16="http://schemas.microsoft.com/office/drawing/2014/main" id="{C7ACB55C-74AB-4785-A7F9-3FD897E3F027}"/>
                  </a:ext>
                </a:extLst>
              </p:cNvPr>
              <p:cNvSpPr/>
              <p:nvPr/>
            </p:nvSpPr>
            <p:spPr>
              <a:xfrm>
                <a:off x="4696900" y="2685950"/>
                <a:ext cx="385350" cy="242250"/>
              </a:xfrm>
              <a:custGeom>
                <a:avLst/>
                <a:gdLst/>
                <a:ahLst/>
                <a:cxnLst/>
                <a:rect l="l" t="t" r="r" b="b"/>
                <a:pathLst>
                  <a:path w="15414" h="9690" extrusionOk="0">
                    <a:moveTo>
                      <a:pt x="12765" y="0"/>
                    </a:moveTo>
                    <a:cubicBezTo>
                      <a:pt x="12352" y="0"/>
                      <a:pt x="11990" y="64"/>
                      <a:pt x="11680" y="333"/>
                    </a:cubicBezTo>
                    <a:cubicBezTo>
                      <a:pt x="10702" y="1135"/>
                      <a:pt x="9349" y="4594"/>
                      <a:pt x="8096" y="6524"/>
                    </a:cubicBezTo>
                    <a:cubicBezTo>
                      <a:pt x="7577" y="6568"/>
                      <a:pt x="7009" y="6587"/>
                      <a:pt x="6426" y="6587"/>
                    </a:cubicBezTo>
                    <a:cubicBezTo>
                      <a:pt x="3746" y="6587"/>
                      <a:pt x="752" y="6198"/>
                      <a:pt x="752" y="6198"/>
                    </a:cubicBezTo>
                    <a:cubicBezTo>
                      <a:pt x="0" y="7451"/>
                      <a:pt x="627" y="8353"/>
                      <a:pt x="627" y="8353"/>
                    </a:cubicBezTo>
                    <a:cubicBezTo>
                      <a:pt x="5274" y="9439"/>
                      <a:pt x="7550" y="9690"/>
                      <a:pt x="8698" y="9690"/>
                    </a:cubicBezTo>
                    <a:cubicBezTo>
                      <a:pt x="9618" y="9690"/>
                      <a:pt x="9814" y="9528"/>
                      <a:pt x="9925" y="9506"/>
                    </a:cubicBezTo>
                    <a:cubicBezTo>
                      <a:pt x="10176" y="9481"/>
                      <a:pt x="14537" y="3391"/>
                      <a:pt x="14537" y="3391"/>
                    </a:cubicBezTo>
                    <a:cubicBezTo>
                      <a:pt x="15414" y="2188"/>
                      <a:pt x="14512" y="32"/>
                      <a:pt x="13033" y="7"/>
                    </a:cubicBezTo>
                    <a:cubicBezTo>
                      <a:pt x="12941" y="3"/>
                      <a:pt x="12852" y="0"/>
                      <a:pt x="12765" y="0"/>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6375;p49">
                <a:extLst>
                  <a:ext uri="{FF2B5EF4-FFF2-40B4-BE49-F238E27FC236}">
                    <a16:creationId xmlns:a16="http://schemas.microsoft.com/office/drawing/2014/main" id="{DA1D0C68-9E85-4F98-9148-5A9E233798A9}"/>
                  </a:ext>
                </a:extLst>
              </p:cNvPr>
              <p:cNvSpPr/>
              <p:nvPr/>
            </p:nvSpPr>
            <p:spPr>
              <a:xfrm>
                <a:off x="5092275" y="2016950"/>
                <a:ext cx="85850" cy="109675"/>
              </a:xfrm>
              <a:custGeom>
                <a:avLst/>
                <a:gdLst/>
                <a:ahLst/>
                <a:cxnLst/>
                <a:rect l="l" t="t" r="r" b="b"/>
                <a:pathLst>
                  <a:path w="3434" h="4387" extrusionOk="0">
                    <a:moveTo>
                      <a:pt x="3434" y="1705"/>
                    </a:moveTo>
                    <a:cubicBezTo>
                      <a:pt x="3434" y="752"/>
                      <a:pt x="2657" y="0"/>
                      <a:pt x="1704" y="0"/>
                    </a:cubicBezTo>
                    <a:cubicBezTo>
                      <a:pt x="777" y="0"/>
                      <a:pt x="0" y="752"/>
                      <a:pt x="0" y="1705"/>
                    </a:cubicBezTo>
                    <a:cubicBezTo>
                      <a:pt x="0" y="2131"/>
                      <a:pt x="150" y="2507"/>
                      <a:pt x="401" y="2807"/>
                    </a:cubicBezTo>
                    <a:lnTo>
                      <a:pt x="401" y="2807"/>
                    </a:lnTo>
                    <a:lnTo>
                      <a:pt x="1704" y="4386"/>
                    </a:lnTo>
                    <a:lnTo>
                      <a:pt x="3033" y="2807"/>
                    </a:lnTo>
                    <a:lnTo>
                      <a:pt x="3033" y="2807"/>
                    </a:lnTo>
                    <a:cubicBezTo>
                      <a:pt x="3283" y="2507"/>
                      <a:pt x="3434" y="2131"/>
                      <a:pt x="3434" y="1705"/>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6376;p49">
                <a:extLst>
                  <a:ext uri="{FF2B5EF4-FFF2-40B4-BE49-F238E27FC236}">
                    <a16:creationId xmlns:a16="http://schemas.microsoft.com/office/drawing/2014/main" id="{9DD77A1E-7EDE-4669-9B7E-F16114EBF2E0}"/>
                  </a:ext>
                </a:extLst>
              </p:cNvPr>
              <p:cNvSpPr/>
              <p:nvPr/>
            </p:nvSpPr>
            <p:spPr>
              <a:xfrm>
                <a:off x="5112325" y="2037000"/>
                <a:ext cx="45125" cy="45125"/>
              </a:xfrm>
              <a:custGeom>
                <a:avLst/>
                <a:gdLst/>
                <a:ahLst/>
                <a:cxnLst/>
                <a:rect l="l" t="t" r="r" b="b"/>
                <a:pathLst>
                  <a:path w="1805" h="1805" extrusionOk="0">
                    <a:moveTo>
                      <a:pt x="1805" y="903"/>
                    </a:moveTo>
                    <a:cubicBezTo>
                      <a:pt x="1805" y="1404"/>
                      <a:pt x="1404" y="1805"/>
                      <a:pt x="902" y="1805"/>
                    </a:cubicBezTo>
                    <a:cubicBezTo>
                      <a:pt x="401" y="1805"/>
                      <a:pt x="0" y="1404"/>
                      <a:pt x="0" y="903"/>
                    </a:cubicBezTo>
                    <a:cubicBezTo>
                      <a:pt x="0" y="401"/>
                      <a:pt x="401" y="0"/>
                      <a:pt x="902" y="0"/>
                    </a:cubicBezTo>
                    <a:cubicBezTo>
                      <a:pt x="1404" y="0"/>
                      <a:pt x="1805" y="401"/>
                      <a:pt x="1805" y="90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6377;p49">
                <a:extLst>
                  <a:ext uri="{FF2B5EF4-FFF2-40B4-BE49-F238E27FC236}">
                    <a16:creationId xmlns:a16="http://schemas.microsoft.com/office/drawing/2014/main" id="{3AE8B6AF-D7B8-47E5-B84A-407C43EC1467}"/>
                  </a:ext>
                </a:extLst>
              </p:cNvPr>
              <p:cNvSpPr/>
              <p:nvPr/>
            </p:nvSpPr>
            <p:spPr>
              <a:xfrm>
                <a:off x="4816575" y="2006300"/>
                <a:ext cx="85850" cy="109675"/>
              </a:xfrm>
              <a:custGeom>
                <a:avLst/>
                <a:gdLst/>
                <a:ahLst/>
                <a:cxnLst/>
                <a:rect l="l" t="t" r="r" b="b"/>
                <a:pathLst>
                  <a:path w="3434" h="4387" extrusionOk="0">
                    <a:moveTo>
                      <a:pt x="3434" y="1730"/>
                    </a:moveTo>
                    <a:cubicBezTo>
                      <a:pt x="3434" y="777"/>
                      <a:pt x="2657" y="0"/>
                      <a:pt x="1705" y="0"/>
                    </a:cubicBezTo>
                    <a:cubicBezTo>
                      <a:pt x="777" y="0"/>
                      <a:pt x="0" y="777"/>
                      <a:pt x="0" y="1730"/>
                    </a:cubicBezTo>
                    <a:cubicBezTo>
                      <a:pt x="0" y="2156"/>
                      <a:pt x="151" y="2532"/>
                      <a:pt x="401" y="2832"/>
                    </a:cubicBezTo>
                    <a:lnTo>
                      <a:pt x="401" y="2832"/>
                    </a:lnTo>
                    <a:lnTo>
                      <a:pt x="1705" y="4386"/>
                    </a:lnTo>
                    <a:lnTo>
                      <a:pt x="3033" y="2832"/>
                    </a:lnTo>
                    <a:lnTo>
                      <a:pt x="3033" y="2832"/>
                    </a:lnTo>
                    <a:cubicBezTo>
                      <a:pt x="3284" y="2532"/>
                      <a:pt x="3434" y="2156"/>
                      <a:pt x="3434" y="1730"/>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6378;p49">
                <a:extLst>
                  <a:ext uri="{FF2B5EF4-FFF2-40B4-BE49-F238E27FC236}">
                    <a16:creationId xmlns:a16="http://schemas.microsoft.com/office/drawing/2014/main" id="{61E8E8E9-BBAB-42EB-8243-861B9286D426}"/>
                  </a:ext>
                </a:extLst>
              </p:cNvPr>
              <p:cNvSpPr/>
              <p:nvPr/>
            </p:nvSpPr>
            <p:spPr>
              <a:xfrm>
                <a:off x="4836625" y="2026975"/>
                <a:ext cx="45125" cy="45125"/>
              </a:xfrm>
              <a:custGeom>
                <a:avLst/>
                <a:gdLst/>
                <a:ahLst/>
                <a:cxnLst/>
                <a:rect l="l" t="t" r="r" b="b"/>
                <a:pathLst>
                  <a:path w="1805" h="1805" extrusionOk="0">
                    <a:moveTo>
                      <a:pt x="1805" y="903"/>
                    </a:moveTo>
                    <a:cubicBezTo>
                      <a:pt x="1805" y="1404"/>
                      <a:pt x="1404" y="1805"/>
                      <a:pt x="903" y="1805"/>
                    </a:cubicBezTo>
                    <a:cubicBezTo>
                      <a:pt x="401" y="1805"/>
                      <a:pt x="0" y="1404"/>
                      <a:pt x="0" y="903"/>
                    </a:cubicBezTo>
                    <a:cubicBezTo>
                      <a:pt x="0" y="401"/>
                      <a:pt x="401" y="0"/>
                      <a:pt x="903" y="0"/>
                    </a:cubicBezTo>
                    <a:cubicBezTo>
                      <a:pt x="1404" y="0"/>
                      <a:pt x="1805" y="401"/>
                      <a:pt x="1805" y="90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6379;p49">
                <a:extLst>
                  <a:ext uri="{FF2B5EF4-FFF2-40B4-BE49-F238E27FC236}">
                    <a16:creationId xmlns:a16="http://schemas.microsoft.com/office/drawing/2014/main" id="{3CF229FA-22E3-4689-AECD-B05E626B6303}"/>
                  </a:ext>
                </a:extLst>
              </p:cNvPr>
              <p:cNvSpPr/>
              <p:nvPr/>
            </p:nvSpPr>
            <p:spPr>
              <a:xfrm>
                <a:off x="4248900" y="1838000"/>
                <a:ext cx="889125" cy="559300"/>
              </a:xfrm>
              <a:custGeom>
                <a:avLst/>
                <a:gdLst/>
                <a:ahLst/>
                <a:cxnLst/>
                <a:rect l="l" t="t" r="r" b="b"/>
                <a:pathLst>
                  <a:path w="35565" h="22372" extrusionOk="0">
                    <a:moveTo>
                      <a:pt x="14242" y="0"/>
                    </a:moveTo>
                    <a:cubicBezTo>
                      <a:pt x="13804" y="0"/>
                      <a:pt x="13359" y="22"/>
                      <a:pt x="12908" y="65"/>
                    </a:cubicBezTo>
                    <a:cubicBezTo>
                      <a:pt x="7544" y="567"/>
                      <a:pt x="1479" y="4301"/>
                      <a:pt x="0" y="11519"/>
                    </a:cubicBezTo>
                    <a:lnTo>
                      <a:pt x="251" y="11569"/>
                    </a:lnTo>
                    <a:cubicBezTo>
                      <a:pt x="1896" y="7195"/>
                      <a:pt x="4923" y="6018"/>
                      <a:pt x="7685" y="6018"/>
                    </a:cubicBezTo>
                    <a:cubicBezTo>
                      <a:pt x="8373" y="6018"/>
                      <a:pt x="9045" y="6091"/>
                      <a:pt x="9675" y="6206"/>
                    </a:cubicBezTo>
                    <a:cubicBezTo>
                      <a:pt x="17319" y="7559"/>
                      <a:pt x="26141" y="16156"/>
                      <a:pt x="26216" y="22371"/>
                    </a:cubicBezTo>
                    <a:lnTo>
                      <a:pt x="26467" y="22371"/>
                    </a:lnTo>
                    <a:cubicBezTo>
                      <a:pt x="26392" y="16056"/>
                      <a:pt x="17469" y="7309"/>
                      <a:pt x="9700" y="5955"/>
                    </a:cubicBezTo>
                    <a:cubicBezTo>
                      <a:pt x="9059" y="5841"/>
                      <a:pt x="8375" y="5768"/>
                      <a:pt x="7675" y="5768"/>
                    </a:cubicBezTo>
                    <a:cubicBezTo>
                      <a:pt x="5144" y="5768"/>
                      <a:pt x="2394" y="6720"/>
                      <a:pt x="627" y="10116"/>
                    </a:cubicBezTo>
                    <a:cubicBezTo>
                      <a:pt x="2532" y="3975"/>
                      <a:pt x="8046" y="767"/>
                      <a:pt x="12933" y="316"/>
                    </a:cubicBezTo>
                    <a:cubicBezTo>
                      <a:pt x="13375" y="273"/>
                      <a:pt x="13811" y="252"/>
                      <a:pt x="14240" y="252"/>
                    </a:cubicBezTo>
                    <a:cubicBezTo>
                      <a:pt x="18842" y="252"/>
                      <a:pt x="22615" y="2678"/>
                      <a:pt x="24311" y="6782"/>
                    </a:cubicBezTo>
                    <a:lnTo>
                      <a:pt x="24437" y="7158"/>
                    </a:lnTo>
                    <a:lnTo>
                      <a:pt x="24537" y="6782"/>
                    </a:lnTo>
                    <a:cubicBezTo>
                      <a:pt x="25358" y="3427"/>
                      <a:pt x="27202" y="1536"/>
                      <a:pt x="29599" y="1536"/>
                    </a:cubicBezTo>
                    <a:cubicBezTo>
                      <a:pt x="29690" y="1536"/>
                      <a:pt x="29782" y="1539"/>
                      <a:pt x="29875" y="1544"/>
                    </a:cubicBezTo>
                    <a:cubicBezTo>
                      <a:pt x="32557" y="1695"/>
                      <a:pt x="34963" y="4176"/>
                      <a:pt x="35314" y="7158"/>
                    </a:cubicBezTo>
                    <a:lnTo>
                      <a:pt x="35565" y="7133"/>
                    </a:lnTo>
                    <a:cubicBezTo>
                      <a:pt x="35189" y="4025"/>
                      <a:pt x="32707" y="1444"/>
                      <a:pt x="29875" y="1294"/>
                    </a:cubicBezTo>
                    <a:cubicBezTo>
                      <a:pt x="29781" y="1288"/>
                      <a:pt x="29688" y="1285"/>
                      <a:pt x="29595" y="1285"/>
                    </a:cubicBezTo>
                    <a:cubicBezTo>
                      <a:pt x="27194" y="1285"/>
                      <a:pt x="25279" y="3147"/>
                      <a:pt x="24387" y="6356"/>
                    </a:cubicBezTo>
                    <a:cubicBezTo>
                      <a:pt x="22603" y="2354"/>
                      <a:pt x="18815" y="0"/>
                      <a:pt x="142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6380;p49">
                <a:extLst>
                  <a:ext uri="{FF2B5EF4-FFF2-40B4-BE49-F238E27FC236}">
                    <a16:creationId xmlns:a16="http://schemas.microsoft.com/office/drawing/2014/main" id="{A9DED058-F1E9-4D2D-823B-8EB814829656}"/>
                  </a:ext>
                </a:extLst>
              </p:cNvPr>
              <p:cNvSpPr/>
              <p:nvPr/>
            </p:nvSpPr>
            <p:spPr>
              <a:xfrm>
                <a:off x="4209425" y="2116575"/>
                <a:ext cx="85250" cy="109675"/>
              </a:xfrm>
              <a:custGeom>
                <a:avLst/>
                <a:gdLst/>
                <a:ahLst/>
                <a:cxnLst/>
                <a:rect l="l" t="t" r="r" b="b"/>
                <a:pathLst>
                  <a:path w="3410" h="4387" extrusionOk="0">
                    <a:moveTo>
                      <a:pt x="3409" y="1705"/>
                    </a:moveTo>
                    <a:cubicBezTo>
                      <a:pt x="3409" y="752"/>
                      <a:pt x="2657" y="0"/>
                      <a:pt x="1705" y="0"/>
                    </a:cubicBezTo>
                    <a:cubicBezTo>
                      <a:pt x="752" y="0"/>
                      <a:pt x="1" y="752"/>
                      <a:pt x="1" y="1705"/>
                    </a:cubicBezTo>
                    <a:cubicBezTo>
                      <a:pt x="1" y="2131"/>
                      <a:pt x="151" y="2507"/>
                      <a:pt x="402" y="2807"/>
                    </a:cubicBezTo>
                    <a:lnTo>
                      <a:pt x="402" y="2807"/>
                    </a:lnTo>
                    <a:lnTo>
                      <a:pt x="1705" y="4386"/>
                    </a:lnTo>
                    <a:lnTo>
                      <a:pt x="3008" y="2807"/>
                    </a:lnTo>
                    <a:lnTo>
                      <a:pt x="3008" y="2807"/>
                    </a:lnTo>
                    <a:cubicBezTo>
                      <a:pt x="3259" y="2507"/>
                      <a:pt x="3409" y="2131"/>
                      <a:pt x="3409" y="1705"/>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6381;p49">
                <a:extLst>
                  <a:ext uri="{FF2B5EF4-FFF2-40B4-BE49-F238E27FC236}">
                    <a16:creationId xmlns:a16="http://schemas.microsoft.com/office/drawing/2014/main" id="{86E5DA25-4ABE-4869-A45D-2F67BDA4831C}"/>
                  </a:ext>
                </a:extLst>
              </p:cNvPr>
              <p:cNvSpPr/>
              <p:nvPr/>
            </p:nvSpPr>
            <p:spPr>
              <a:xfrm>
                <a:off x="4229475" y="2136625"/>
                <a:ext cx="45150" cy="45125"/>
              </a:xfrm>
              <a:custGeom>
                <a:avLst/>
                <a:gdLst/>
                <a:ahLst/>
                <a:cxnLst/>
                <a:rect l="l" t="t" r="r" b="b"/>
                <a:pathLst>
                  <a:path w="1806" h="1805" extrusionOk="0">
                    <a:moveTo>
                      <a:pt x="1805" y="903"/>
                    </a:moveTo>
                    <a:cubicBezTo>
                      <a:pt x="1805" y="1404"/>
                      <a:pt x="1404" y="1805"/>
                      <a:pt x="903" y="1805"/>
                    </a:cubicBezTo>
                    <a:cubicBezTo>
                      <a:pt x="402" y="1805"/>
                      <a:pt x="1" y="1404"/>
                      <a:pt x="1" y="903"/>
                    </a:cubicBezTo>
                    <a:cubicBezTo>
                      <a:pt x="1" y="401"/>
                      <a:pt x="402" y="0"/>
                      <a:pt x="903" y="0"/>
                    </a:cubicBezTo>
                    <a:cubicBezTo>
                      <a:pt x="1404" y="0"/>
                      <a:pt x="1805" y="401"/>
                      <a:pt x="1805" y="90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6382;p49">
                <a:extLst>
                  <a:ext uri="{FF2B5EF4-FFF2-40B4-BE49-F238E27FC236}">
                    <a16:creationId xmlns:a16="http://schemas.microsoft.com/office/drawing/2014/main" id="{97E948D3-56A7-404F-B838-079E31F67EA9}"/>
                  </a:ext>
                </a:extLst>
              </p:cNvPr>
              <p:cNvSpPr/>
              <p:nvPr/>
            </p:nvSpPr>
            <p:spPr>
              <a:xfrm>
                <a:off x="4864825" y="2397275"/>
                <a:ext cx="85850" cy="109675"/>
              </a:xfrm>
              <a:custGeom>
                <a:avLst/>
                <a:gdLst/>
                <a:ahLst/>
                <a:cxnLst/>
                <a:rect l="l" t="t" r="r" b="b"/>
                <a:pathLst>
                  <a:path w="3434" h="4387" extrusionOk="0">
                    <a:moveTo>
                      <a:pt x="3434" y="1705"/>
                    </a:moveTo>
                    <a:cubicBezTo>
                      <a:pt x="3434" y="752"/>
                      <a:pt x="2657" y="0"/>
                      <a:pt x="1704" y="0"/>
                    </a:cubicBezTo>
                    <a:cubicBezTo>
                      <a:pt x="777" y="0"/>
                      <a:pt x="0" y="752"/>
                      <a:pt x="0" y="1705"/>
                    </a:cubicBezTo>
                    <a:cubicBezTo>
                      <a:pt x="0" y="2131"/>
                      <a:pt x="151" y="2507"/>
                      <a:pt x="401" y="2807"/>
                    </a:cubicBezTo>
                    <a:lnTo>
                      <a:pt x="401" y="2807"/>
                    </a:lnTo>
                    <a:lnTo>
                      <a:pt x="1704" y="4386"/>
                    </a:lnTo>
                    <a:lnTo>
                      <a:pt x="3033" y="2807"/>
                    </a:lnTo>
                    <a:lnTo>
                      <a:pt x="3033" y="2807"/>
                    </a:lnTo>
                    <a:cubicBezTo>
                      <a:pt x="3283" y="2507"/>
                      <a:pt x="3434" y="2131"/>
                      <a:pt x="3434" y="1705"/>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6383;p49">
                <a:extLst>
                  <a:ext uri="{FF2B5EF4-FFF2-40B4-BE49-F238E27FC236}">
                    <a16:creationId xmlns:a16="http://schemas.microsoft.com/office/drawing/2014/main" id="{A6332D71-43DB-4D23-AE98-24A895B2879E}"/>
                  </a:ext>
                </a:extLst>
              </p:cNvPr>
              <p:cNvSpPr/>
              <p:nvPr/>
            </p:nvSpPr>
            <p:spPr>
              <a:xfrm>
                <a:off x="4884875" y="2417325"/>
                <a:ext cx="45125" cy="45125"/>
              </a:xfrm>
              <a:custGeom>
                <a:avLst/>
                <a:gdLst/>
                <a:ahLst/>
                <a:cxnLst/>
                <a:rect l="l" t="t" r="r" b="b"/>
                <a:pathLst>
                  <a:path w="1805" h="1805" extrusionOk="0">
                    <a:moveTo>
                      <a:pt x="1805" y="903"/>
                    </a:moveTo>
                    <a:cubicBezTo>
                      <a:pt x="1805" y="1404"/>
                      <a:pt x="1404" y="1805"/>
                      <a:pt x="902" y="1805"/>
                    </a:cubicBezTo>
                    <a:cubicBezTo>
                      <a:pt x="401" y="1805"/>
                      <a:pt x="0" y="1404"/>
                      <a:pt x="0" y="903"/>
                    </a:cubicBezTo>
                    <a:cubicBezTo>
                      <a:pt x="0" y="401"/>
                      <a:pt x="401" y="0"/>
                      <a:pt x="902" y="0"/>
                    </a:cubicBezTo>
                    <a:cubicBezTo>
                      <a:pt x="1404" y="0"/>
                      <a:pt x="1805" y="401"/>
                      <a:pt x="1805" y="90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6384;p49">
                <a:extLst>
                  <a:ext uri="{FF2B5EF4-FFF2-40B4-BE49-F238E27FC236}">
                    <a16:creationId xmlns:a16="http://schemas.microsoft.com/office/drawing/2014/main" id="{86CEA38C-1684-42BE-BD09-CD4C0DDB5BC3}"/>
                  </a:ext>
                </a:extLst>
              </p:cNvPr>
              <p:cNvSpPr/>
              <p:nvPr/>
            </p:nvSpPr>
            <p:spPr>
              <a:xfrm>
                <a:off x="5602925" y="1684225"/>
                <a:ext cx="198650" cy="290775"/>
              </a:xfrm>
              <a:custGeom>
                <a:avLst/>
                <a:gdLst/>
                <a:ahLst/>
                <a:cxnLst/>
                <a:rect l="l" t="t" r="r" b="b"/>
                <a:pathLst>
                  <a:path w="7946" h="11631" extrusionOk="0">
                    <a:moveTo>
                      <a:pt x="7945" y="8121"/>
                    </a:moveTo>
                    <a:cubicBezTo>
                      <a:pt x="7945" y="10628"/>
                      <a:pt x="6166" y="11630"/>
                      <a:pt x="3960" y="10377"/>
                    </a:cubicBezTo>
                    <a:cubicBezTo>
                      <a:pt x="1780" y="9099"/>
                      <a:pt x="0" y="6041"/>
                      <a:pt x="0" y="3535"/>
                    </a:cubicBezTo>
                    <a:cubicBezTo>
                      <a:pt x="0" y="1029"/>
                      <a:pt x="1780" y="1"/>
                      <a:pt x="3960" y="1279"/>
                    </a:cubicBezTo>
                    <a:cubicBezTo>
                      <a:pt x="6166" y="2532"/>
                      <a:pt x="7945" y="5590"/>
                      <a:pt x="7945" y="812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6385;p49">
                <a:extLst>
                  <a:ext uri="{FF2B5EF4-FFF2-40B4-BE49-F238E27FC236}">
                    <a16:creationId xmlns:a16="http://schemas.microsoft.com/office/drawing/2014/main" id="{AD8D922B-6458-42EB-A87D-C4B83A42C07B}"/>
                  </a:ext>
                </a:extLst>
              </p:cNvPr>
              <p:cNvSpPr/>
              <p:nvPr/>
            </p:nvSpPr>
            <p:spPr>
              <a:xfrm>
                <a:off x="5624225" y="1715575"/>
                <a:ext cx="156025" cy="228075"/>
              </a:xfrm>
              <a:custGeom>
                <a:avLst/>
                <a:gdLst/>
                <a:ahLst/>
                <a:cxnLst/>
                <a:rect l="l" t="t" r="r" b="b"/>
                <a:pathLst>
                  <a:path w="6241" h="9123" extrusionOk="0">
                    <a:moveTo>
                      <a:pt x="6241" y="6366"/>
                    </a:moveTo>
                    <a:cubicBezTo>
                      <a:pt x="6241" y="8346"/>
                      <a:pt x="4837" y="9123"/>
                      <a:pt x="3108" y="8145"/>
                    </a:cubicBezTo>
                    <a:cubicBezTo>
                      <a:pt x="1404" y="7143"/>
                      <a:pt x="0" y="4737"/>
                      <a:pt x="0" y="2757"/>
                    </a:cubicBezTo>
                    <a:cubicBezTo>
                      <a:pt x="0" y="802"/>
                      <a:pt x="1404" y="0"/>
                      <a:pt x="3108" y="1003"/>
                    </a:cubicBezTo>
                    <a:cubicBezTo>
                      <a:pt x="4837" y="1980"/>
                      <a:pt x="6241" y="4386"/>
                      <a:pt x="6241" y="6366"/>
                    </a:cubicBez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6386;p49">
                <a:extLst>
                  <a:ext uri="{FF2B5EF4-FFF2-40B4-BE49-F238E27FC236}">
                    <a16:creationId xmlns:a16="http://schemas.microsoft.com/office/drawing/2014/main" id="{532D6E30-A7AF-414F-9F4A-3EC857376D5F}"/>
                  </a:ext>
                </a:extLst>
              </p:cNvPr>
              <p:cNvSpPr/>
              <p:nvPr/>
            </p:nvSpPr>
            <p:spPr>
              <a:xfrm>
                <a:off x="5255800" y="2744625"/>
                <a:ext cx="484975" cy="724150"/>
              </a:xfrm>
              <a:custGeom>
                <a:avLst/>
                <a:gdLst/>
                <a:ahLst/>
                <a:cxnLst/>
                <a:rect l="l" t="t" r="r" b="b"/>
                <a:pathLst>
                  <a:path w="19399" h="28966" extrusionOk="0">
                    <a:moveTo>
                      <a:pt x="1297" y="0"/>
                    </a:moveTo>
                    <a:cubicBezTo>
                      <a:pt x="623" y="0"/>
                      <a:pt x="0" y="526"/>
                      <a:pt x="0" y="1269"/>
                    </a:cubicBezTo>
                    <a:lnTo>
                      <a:pt x="0" y="17234"/>
                    </a:lnTo>
                    <a:cubicBezTo>
                      <a:pt x="0" y="18137"/>
                      <a:pt x="477" y="18989"/>
                      <a:pt x="1279" y="19440"/>
                    </a:cubicBezTo>
                    <a:lnTo>
                      <a:pt x="17469" y="28788"/>
                    </a:lnTo>
                    <a:cubicBezTo>
                      <a:pt x="17676" y="28910"/>
                      <a:pt x="17896" y="28965"/>
                      <a:pt x="18110" y="28965"/>
                    </a:cubicBezTo>
                    <a:cubicBezTo>
                      <a:pt x="18781" y="28965"/>
                      <a:pt x="19399" y="28426"/>
                      <a:pt x="19399" y="27686"/>
                    </a:cubicBezTo>
                    <a:lnTo>
                      <a:pt x="19399" y="11721"/>
                    </a:lnTo>
                    <a:cubicBezTo>
                      <a:pt x="19399" y="10818"/>
                      <a:pt x="18898" y="9991"/>
                      <a:pt x="18121" y="9540"/>
                    </a:cubicBezTo>
                    <a:lnTo>
                      <a:pt x="1930" y="167"/>
                    </a:lnTo>
                    <a:cubicBezTo>
                      <a:pt x="1726" y="53"/>
                      <a:pt x="1509" y="0"/>
                      <a:pt x="12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6387;p49">
                <a:extLst>
                  <a:ext uri="{FF2B5EF4-FFF2-40B4-BE49-F238E27FC236}">
                    <a16:creationId xmlns:a16="http://schemas.microsoft.com/office/drawing/2014/main" id="{F593CC69-E41E-48CC-90D8-BCE0AD8FBA5B}"/>
                  </a:ext>
                </a:extLst>
              </p:cNvPr>
              <p:cNvSpPr/>
              <p:nvPr/>
            </p:nvSpPr>
            <p:spPr>
              <a:xfrm>
                <a:off x="5441900" y="3058300"/>
                <a:ext cx="59525" cy="195525"/>
              </a:xfrm>
              <a:custGeom>
                <a:avLst/>
                <a:gdLst/>
                <a:ahLst/>
                <a:cxnLst/>
                <a:rect l="l" t="t" r="r" b="b"/>
                <a:pathLst>
                  <a:path w="2381" h="7821" extrusionOk="0">
                    <a:moveTo>
                      <a:pt x="0" y="1"/>
                    </a:moveTo>
                    <a:lnTo>
                      <a:pt x="0" y="6442"/>
                    </a:lnTo>
                    <a:lnTo>
                      <a:pt x="2381" y="7820"/>
                    </a:lnTo>
                    <a:lnTo>
                      <a:pt x="2381" y="1379"/>
                    </a:lnTo>
                    <a:lnTo>
                      <a:pt x="0" y="1"/>
                    </a:lnTo>
                    <a:close/>
                  </a:path>
                </a:pathLst>
              </a:custGeom>
              <a:solidFill>
                <a:srgbClr val="EC82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6388;p49">
                <a:extLst>
                  <a:ext uri="{FF2B5EF4-FFF2-40B4-BE49-F238E27FC236}">
                    <a16:creationId xmlns:a16="http://schemas.microsoft.com/office/drawing/2014/main" id="{F1A4470A-FEF2-4881-AA5B-FA34FCCB1DF8}"/>
                  </a:ext>
                </a:extLst>
              </p:cNvPr>
              <p:cNvSpPr/>
              <p:nvPr/>
            </p:nvSpPr>
            <p:spPr>
              <a:xfrm>
                <a:off x="5349150" y="2943650"/>
                <a:ext cx="58925" cy="256275"/>
              </a:xfrm>
              <a:custGeom>
                <a:avLst/>
                <a:gdLst/>
                <a:ahLst/>
                <a:cxnLst/>
                <a:rect l="l" t="t" r="r" b="b"/>
                <a:pathLst>
                  <a:path w="2357" h="10251" extrusionOk="0">
                    <a:moveTo>
                      <a:pt x="1" y="0"/>
                    </a:moveTo>
                    <a:lnTo>
                      <a:pt x="1" y="8872"/>
                    </a:lnTo>
                    <a:lnTo>
                      <a:pt x="2357" y="10251"/>
                    </a:lnTo>
                    <a:lnTo>
                      <a:pt x="2357" y="1379"/>
                    </a:lnTo>
                    <a:lnTo>
                      <a:pt x="1" y="0"/>
                    </a:lnTo>
                    <a:close/>
                  </a:path>
                </a:pathLst>
              </a:custGeom>
              <a:solidFill>
                <a:srgbClr val="606B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6389;p49">
                <a:extLst>
                  <a:ext uri="{FF2B5EF4-FFF2-40B4-BE49-F238E27FC236}">
                    <a16:creationId xmlns:a16="http://schemas.microsoft.com/office/drawing/2014/main" id="{E85C2EEA-6EF3-4ACD-9AFD-073533F05EFA}"/>
                  </a:ext>
                </a:extLst>
              </p:cNvPr>
              <p:cNvSpPr/>
              <p:nvPr/>
            </p:nvSpPr>
            <p:spPr>
              <a:xfrm>
                <a:off x="5535250" y="2947400"/>
                <a:ext cx="59550" cy="360300"/>
              </a:xfrm>
              <a:custGeom>
                <a:avLst/>
                <a:gdLst/>
                <a:ahLst/>
                <a:cxnLst/>
                <a:rect l="l" t="t" r="r" b="b"/>
                <a:pathLst>
                  <a:path w="2382" h="14412" extrusionOk="0">
                    <a:moveTo>
                      <a:pt x="0" y="1"/>
                    </a:moveTo>
                    <a:lnTo>
                      <a:pt x="0" y="13033"/>
                    </a:lnTo>
                    <a:lnTo>
                      <a:pt x="2381" y="14412"/>
                    </a:lnTo>
                    <a:lnTo>
                      <a:pt x="2381" y="1379"/>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4094788699"/>
      </p:ext>
    </p:extLst>
  </p:cSld>
  <p:clrMapOvr>
    <a:masterClrMapping/>
  </p:clrMapOvr>
</p:sld>
</file>

<file path=ppt/theme/theme1.xml><?xml version="1.0" encoding="utf-8"?>
<a:theme xmlns:a="http://schemas.openxmlformats.org/drawingml/2006/main" name="Public Consulting by Slidesgo">
  <a:themeElements>
    <a:clrScheme name="Simple Light">
      <a:dk1>
        <a:srgbClr val="878CF0"/>
      </a:dk1>
      <a:lt1>
        <a:srgbClr val="E7E2F2"/>
      </a:lt1>
      <a:dk2>
        <a:srgbClr val="20124D"/>
      </a:dk2>
      <a:lt2>
        <a:srgbClr val="F6F2FF"/>
      </a:lt2>
      <a:accent1>
        <a:srgbClr val="D66565"/>
      </a:accent1>
      <a:accent2>
        <a:srgbClr val="FBD15B"/>
      </a:accent2>
      <a:accent3>
        <a:srgbClr val="56548C"/>
      </a:accent3>
      <a:accent4>
        <a:srgbClr val="67659C"/>
      </a:accent4>
      <a:accent5>
        <a:srgbClr val="B1B2F3"/>
      </a:accent5>
      <a:accent6>
        <a:srgbClr val="FFC8AF"/>
      </a:accent6>
      <a:hlink>
        <a:srgbClr val="D6656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184</TotalTime>
  <Words>706</Words>
  <Application>Microsoft Office PowerPoint</Application>
  <PresentationFormat>On-screen Show (16:9)</PresentationFormat>
  <Paragraphs>125</Paragraphs>
  <Slides>16</Slides>
  <Notes>14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Arial</vt:lpstr>
      <vt:lpstr>Arial</vt:lpstr>
      <vt:lpstr>Calibri</vt:lpstr>
      <vt:lpstr>Cambria</vt:lpstr>
      <vt:lpstr>Open Sans</vt:lpstr>
      <vt:lpstr>Overpass Black</vt:lpstr>
      <vt:lpstr>Overpass ExtraBold</vt:lpstr>
      <vt:lpstr>Overpass SemiBold</vt:lpstr>
      <vt:lpstr>Source Sans Pro</vt:lpstr>
      <vt:lpstr>Wingdings</vt:lpstr>
      <vt:lpstr>Public Consulting by Slidesgo</vt:lpstr>
      <vt:lpstr>SagaWere Pitch Deck</vt:lpstr>
      <vt:lpstr>Our Team</vt:lpstr>
      <vt:lpstr>OUR COMPANY SoftEnu</vt:lpstr>
      <vt:lpstr>Sagawere</vt:lpstr>
      <vt:lpstr>CUSTOMER SEGMENT</vt:lpstr>
      <vt:lpstr>TARGET MARKET</vt:lpstr>
      <vt:lpstr>MAJOR COMPETITORS</vt:lpstr>
      <vt:lpstr>Key Partners</vt:lpstr>
      <vt:lpstr>Key Resources</vt:lpstr>
      <vt:lpstr>Value Propositions</vt:lpstr>
      <vt:lpstr>Statistics Of Video Gaming In Pakistan</vt:lpstr>
      <vt:lpstr>REVENUE STREAM</vt:lpstr>
      <vt:lpstr>Subscription PLAN</vt:lpstr>
      <vt:lpstr>COST STRUCTURE</vt:lpstr>
      <vt:lpstr>Channels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Bussiness Model  Canvas</dc:title>
  <dc:creator>Zohaib Rafique</dc:creator>
  <cp:lastModifiedBy>Zohaib Rafique</cp:lastModifiedBy>
  <cp:revision>38</cp:revision>
  <dcterms:modified xsi:type="dcterms:W3CDTF">2023-06-17T05:37:43Z</dcterms:modified>
</cp:coreProperties>
</file>